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emf" ContentType="image/x-emf"/>
  <Default Extension="rels" ContentType="application/vnd.openxmlformats-package.relationships+xml"/>
  <Default Extension="xml" ContentType="application/xml"/>
  <Default Extension="wdp" ContentType="image/vnd.ms-photo"/>
  <Default Extension="gif" ContentType="image/gif"/>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740" r:id="rId1"/>
    <p:sldMasterId id="2147483744" r:id="rId2"/>
  </p:sldMasterIdLst>
  <p:notesMasterIdLst>
    <p:notesMasterId r:id="rId86"/>
  </p:notesMasterIdLst>
  <p:handoutMasterIdLst>
    <p:handoutMasterId r:id="rId87"/>
  </p:handoutMasterIdLst>
  <p:sldIdLst>
    <p:sldId id="256" r:id="rId3"/>
    <p:sldId id="766" r:id="rId4"/>
    <p:sldId id="806" r:id="rId5"/>
    <p:sldId id="1283" r:id="rId6"/>
    <p:sldId id="1173" r:id="rId7"/>
    <p:sldId id="713" r:id="rId8"/>
    <p:sldId id="1267" r:id="rId9"/>
    <p:sldId id="1268" r:id="rId10"/>
    <p:sldId id="1269" r:id="rId11"/>
    <p:sldId id="1270" r:id="rId12"/>
    <p:sldId id="1271" r:id="rId13"/>
    <p:sldId id="1272" r:id="rId14"/>
    <p:sldId id="1273" r:id="rId15"/>
    <p:sldId id="1274" r:id="rId16"/>
    <p:sldId id="1276" r:id="rId17"/>
    <p:sldId id="1277" r:id="rId18"/>
    <p:sldId id="1279" r:id="rId19"/>
    <p:sldId id="1281" r:id="rId20"/>
    <p:sldId id="1280" r:id="rId21"/>
    <p:sldId id="925" r:id="rId22"/>
    <p:sldId id="1282" r:id="rId23"/>
    <p:sldId id="1284" r:id="rId24"/>
    <p:sldId id="1188" r:id="rId25"/>
    <p:sldId id="1285" r:id="rId26"/>
    <p:sldId id="1286" r:id="rId27"/>
    <p:sldId id="1287" r:id="rId28"/>
    <p:sldId id="1288" r:id="rId29"/>
    <p:sldId id="1289" r:id="rId30"/>
    <p:sldId id="1290" r:id="rId31"/>
    <p:sldId id="1291" r:id="rId32"/>
    <p:sldId id="1293" r:id="rId33"/>
    <p:sldId id="1296" r:id="rId34"/>
    <p:sldId id="1297" r:id="rId35"/>
    <p:sldId id="1298" r:id="rId36"/>
    <p:sldId id="1299" r:id="rId37"/>
    <p:sldId id="1193" r:id="rId38"/>
    <p:sldId id="1300" r:id="rId39"/>
    <p:sldId id="1301" r:id="rId40"/>
    <p:sldId id="1303" r:id="rId41"/>
    <p:sldId id="1305" r:id="rId42"/>
    <p:sldId id="1306" r:id="rId43"/>
    <p:sldId id="1307" r:id="rId44"/>
    <p:sldId id="1322" r:id="rId45"/>
    <p:sldId id="1310" r:id="rId46"/>
    <p:sldId id="1317" r:id="rId47"/>
    <p:sldId id="1311" r:id="rId48"/>
    <p:sldId id="1312" r:id="rId49"/>
    <p:sldId id="1313" r:id="rId50"/>
    <p:sldId id="1314" r:id="rId51"/>
    <p:sldId id="1354" r:id="rId52"/>
    <p:sldId id="1355" r:id="rId53"/>
    <p:sldId id="1315" r:id="rId54"/>
    <p:sldId id="1316" r:id="rId55"/>
    <p:sldId id="1319" r:id="rId56"/>
    <p:sldId id="1320" r:id="rId57"/>
    <p:sldId id="1321" r:id="rId58"/>
    <p:sldId id="1323" r:id="rId59"/>
    <p:sldId id="1324" r:id="rId60"/>
    <p:sldId id="1325" r:id="rId61"/>
    <p:sldId id="1345" r:id="rId62"/>
    <p:sldId id="1346" r:id="rId63"/>
    <p:sldId id="1347" r:id="rId64"/>
    <p:sldId id="1348" r:id="rId65"/>
    <p:sldId id="1326" r:id="rId66"/>
    <p:sldId id="1327" r:id="rId67"/>
    <p:sldId id="1328" r:id="rId68"/>
    <p:sldId id="1329" r:id="rId69"/>
    <p:sldId id="1330" r:id="rId70"/>
    <p:sldId id="1331" r:id="rId71"/>
    <p:sldId id="1332" r:id="rId72"/>
    <p:sldId id="1334" r:id="rId73"/>
    <p:sldId id="1335" r:id="rId74"/>
    <p:sldId id="1336" r:id="rId75"/>
    <p:sldId id="1337" r:id="rId76"/>
    <p:sldId id="1338" r:id="rId77"/>
    <p:sldId id="1339" r:id="rId78"/>
    <p:sldId id="1340" r:id="rId79"/>
    <p:sldId id="1341" r:id="rId80"/>
    <p:sldId id="1342" r:id="rId81"/>
    <p:sldId id="1344" r:id="rId82"/>
    <p:sldId id="1209" r:id="rId83"/>
    <p:sldId id="1350" r:id="rId84"/>
    <p:sldId id="1262" r:id="rId85"/>
  </p:sldIdLst>
  <p:sldSz cx="9144000" cy="6858000" type="screen4x3"/>
  <p:notesSz cx="7099300" cy="10234613"/>
  <p:defaultTex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p:defaultTextStyle>
  <p:extLst>
    <p:ext uri="{EFAFB233-063F-42B5-8137-9DF3F51BA10A}">
      <p15:sldGuideLst xmlns:p15="http://schemas.microsoft.com/office/powerpoint/2012/main">
        <p15:guide id="18" orient="horz" pos="1298" userDrawn="1">
          <p15:clr>
            <a:srgbClr val="A4A3A4"/>
          </p15:clr>
        </p15:guide>
        <p15:guide id="24" pos="2222" userDrawn="1">
          <p15:clr>
            <a:srgbClr val="A4A3A4"/>
          </p15:clr>
        </p15:guide>
        <p15:guide id="25" pos="2268" userDrawn="1">
          <p15:clr>
            <a:srgbClr val="A4A3A4"/>
          </p15:clr>
        </p15:guide>
        <p15:guide id="26" pos="816" userDrawn="1">
          <p15:clr>
            <a:srgbClr val="A4A3A4"/>
          </p15:clr>
        </p15:guide>
        <p15:guide id="28" pos="3016" userDrawn="1">
          <p15:clr>
            <a:srgbClr val="A4A3A4"/>
          </p15:clr>
        </p15:guide>
        <p15:guide id="29" orient="horz" pos="1956" userDrawn="1">
          <p15:clr>
            <a:srgbClr val="A4A3A4"/>
          </p15:clr>
        </p15:guide>
        <p15:guide id="30" pos="4014" userDrawn="1">
          <p15:clr>
            <a:srgbClr val="A4A3A4"/>
          </p15:clr>
        </p15:guide>
        <p15:guide id="31" pos="4610">
          <p15:clr>
            <a:srgbClr val="A4A3A4"/>
          </p15:clr>
        </p15:guide>
      </p15:sldGuideLst>
    </p:ext>
    <p:ext uri="{2D200454-40CA-4A62-9FC3-DE9A4176ACB9}">
      <p15:notesGuideLst xmlns:p15="http://schemas.microsoft.com/office/powerpoint/2012/main">
        <p15:guide id="1" orient="horz" pos="2401" userDrawn="1">
          <p15:clr>
            <a:srgbClr val="A4A3A4"/>
          </p15:clr>
        </p15:guide>
        <p15:guide id="2" pos="923"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CC"/>
    <a:srgbClr val="000066"/>
    <a:srgbClr val="0000FF"/>
    <a:srgbClr val="3399FF"/>
    <a:srgbClr val="CCECFF"/>
    <a:srgbClr val="FFCCCC"/>
    <a:srgbClr val="A50021"/>
    <a:srgbClr val="CCCCFF"/>
    <a:srgbClr val="6666FF"/>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中度样式 2 - 强调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003" autoAdjust="0"/>
    <p:restoredTop sz="65256" autoAdjust="0"/>
  </p:normalViewPr>
  <p:slideViewPr>
    <p:cSldViewPr snapToGrid="0" showGuides="1">
      <p:cViewPr varScale="1">
        <p:scale>
          <a:sx n="56" d="100"/>
          <a:sy n="56" d="100"/>
        </p:scale>
        <p:origin x="1040" y="56"/>
      </p:cViewPr>
      <p:guideLst>
        <p:guide orient="horz" pos="1298"/>
        <p:guide pos="2222"/>
        <p:guide pos="2268"/>
        <p:guide pos="816"/>
        <p:guide pos="3016"/>
        <p:guide orient="horz" pos="1956"/>
        <p:guide pos="4014"/>
        <p:guide pos="461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4603"/>
    </p:cViewPr>
  </p:sorterViewPr>
  <p:notesViewPr>
    <p:cSldViewPr snapToGrid="0" showGuides="1">
      <p:cViewPr varScale="1">
        <p:scale>
          <a:sx n="105" d="100"/>
          <a:sy n="105" d="100"/>
        </p:scale>
        <p:origin x="1950" y="132"/>
      </p:cViewPr>
      <p:guideLst>
        <p:guide orient="horz" pos="2401"/>
        <p:guide pos="923"/>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viewProps" Target="viewProps.xml"/><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5" Type="http://schemas.openxmlformats.org/officeDocument/2006/relationships/slide" Target="slides/slide3.xml"/><Relationship Id="rId90" Type="http://schemas.openxmlformats.org/officeDocument/2006/relationships/theme" Target="theme/theme1.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slide" Target="slides/slide75.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slide" Target="slides/slide78.xml"/><Relationship Id="rId85" Type="http://schemas.openxmlformats.org/officeDocument/2006/relationships/slide" Target="slides/slide83.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slide" Target="slides/slide81.xml"/><Relationship Id="rId88" Type="http://schemas.openxmlformats.org/officeDocument/2006/relationships/presProps" Target="presProps.xml"/><Relationship Id="rId9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7" Type="http://schemas.openxmlformats.org/officeDocument/2006/relationships/slide" Target="slides/slide5.xml"/><Relationship Id="rId71" Type="http://schemas.openxmlformats.org/officeDocument/2006/relationships/slide" Target="slides/slide69.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handoutMaster" Target="handoutMasters/handoutMaster1.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8.png"/></Relationships>
</file>

<file path=ppt/drawings/_rels/vmlDrawing2.vml.rels><?xml version="1.0" encoding="UTF-8" standalone="yes"?>
<Relationships xmlns="http://schemas.openxmlformats.org/package/2006/relationships"><Relationship Id="rId3" Type="http://schemas.openxmlformats.org/officeDocument/2006/relationships/image" Target="../media/image42.wmf"/><Relationship Id="rId2" Type="http://schemas.openxmlformats.org/officeDocument/2006/relationships/image" Target="../media/image41.wmf"/><Relationship Id="rId1" Type="http://schemas.openxmlformats.org/officeDocument/2006/relationships/image" Target="../media/image40.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43.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45.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46.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47.wmf"/></Relationships>
</file>

<file path=ppt/drawings/_rels/vmlDrawing7.vml.rels><?xml version="1.0" encoding="UTF-8" standalone="yes"?>
<Relationships xmlns="http://schemas.openxmlformats.org/package/2006/relationships"><Relationship Id="rId2" Type="http://schemas.openxmlformats.org/officeDocument/2006/relationships/image" Target="../media/image50.wmf"/><Relationship Id="rId1" Type="http://schemas.openxmlformats.org/officeDocument/2006/relationships/image" Target="../media/image49.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51.wmf"/></Relationships>
</file>

<file path=ppt/drawings/_rels/vmlDrawing9.vml.rels><?xml version="1.0" encoding="UTF-8" standalone="yes"?>
<Relationships xmlns="http://schemas.openxmlformats.org/package/2006/relationships"><Relationship Id="rId2" Type="http://schemas.openxmlformats.org/officeDocument/2006/relationships/image" Target="../media/image54.wmf"/><Relationship Id="rId1" Type="http://schemas.openxmlformats.org/officeDocument/2006/relationships/image" Target="../media/image53.w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58.wmf"/><Relationship Id="rId2" Type="http://schemas.openxmlformats.org/officeDocument/2006/relationships/image" Target="../media/image57.wmf"/><Relationship Id="rId1" Type="http://schemas.openxmlformats.org/officeDocument/2006/relationships/image" Target="../media/image56.wmf"/></Relationships>
</file>

<file path=ppt/drawings/_rels/vmlDrawing11.vml.rels><?xml version="1.0" encoding="UTF-8" standalone="yes"?>
<Relationships xmlns="http://schemas.openxmlformats.org/package/2006/relationships"><Relationship Id="rId2" Type="http://schemas.openxmlformats.org/officeDocument/2006/relationships/image" Target="../media/image60.wmf"/><Relationship Id="rId1" Type="http://schemas.openxmlformats.org/officeDocument/2006/relationships/image" Target="../media/image59.wmf"/></Relationships>
</file>

<file path=ppt/drawings/_rels/vmlDrawing12.vml.rels><?xml version="1.0" encoding="UTF-8" standalone="yes"?>
<Relationships xmlns="http://schemas.openxmlformats.org/package/2006/relationships"><Relationship Id="rId3" Type="http://schemas.openxmlformats.org/officeDocument/2006/relationships/image" Target="../media/image63.wmf"/><Relationship Id="rId2" Type="http://schemas.openxmlformats.org/officeDocument/2006/relationships/image" Target="../media/image62.wmf"/><Relationship Id="rId1" Type="http://schemas.openxmlformats.org/officeDocument/2006/relationships/image" Target="../media/image61.wmf"/><Relationship Id="rId4" Type="http://schemas.openxmlformats.org/officeDocument/2006/relationships/image" Target="../media/image64.w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65.w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66.wmf"/></Relationships>
</file>

<file path=ppt/drawings/_rels/vmlDrawing15.vml.rels><?xml version="1.0" encoding="UTF-8" standalone="yes"?>
<Relationships xmlns="http://schemas.openxmlformats.org/package/2006/relationships"><Relationship Id="rId3" Type="http://schemas.openxmlformats.org/officeDocument/2006/relationships/image" Target="../media/image69.wmf"/><Relationship Id="rId2" Type="http://schemas.openxmlformats.org/officeDocument/2006/relationships/image" Target="../media/image68.wmf"/><Relationship Id="rId1" Type="http://schemas.openxmlformats.org/officeDocument/2006/relationships/image" Target="../media/image67.wmf"/><Relationship Id="rId4" Type="http://schemas.openxmlformats.org/officeDocument/2006/relationships/image" Target="../media/image70.wmf"/></Relationships>
</file>

<file path=ppt/drawings/_rels/vmlDrawing16.vml.rels><?xml version="1.0" encoding="UTF-8" standalone="yes"?>
<Relationships xmlns="http://schemas.openxmlformats.org/package/2006/relationships"><Relationship Id="rId3" Type="http://schemas.openxmlformats.org/officeDocument/2006/relationships/image" Target="../media/image73.wmf"/><Relationship Id="rId2" Type="http://schemas.openxmlformats.org/officeDocument/2006/relationships/image" Target="../media/image72.wmf"/><Relationship Id="rId1" Type="http://schemas.openxmlformats.org/officeDocument/2006/relationships/image" Target="../media/image71.w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74.wmf"/></Relationships>
</file>

<file path=ppt/drawings/_rels/vmlDrawing18.vml.rels><?xml version="1.0" encoding="UTF-8" standalone="yes"?>
<Relationships xmlns="http://schemas.openxmlformats.org/package/2006/relationships"><Relationship Id="rId3" Type="http://schemas.openxmlformats.org/officeDocument/2006/relationships/image" Target="../media/image77.wmf"/><Relationship Id="rId2" Type="http://schemas.openxmlformats.org/officeDocument/2006/relationships/image" Target="../media/image76.wmf"/><Relationship Id="rId1" Type="http://schemas.openxmlformats.org/officeDocument/2006/relationships/image" Target="../media/image75.w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78.wmf"/></Relationships>
</file>

<file path=ppt/drawings/_rels/vmlDrawing20.vml.rels><?xml version="1.0" encoding="UTF-8" standalone="yes"?>
<Relationships xmlns="http://schemas.openxmlformats.org/package/2006/relationships"><Relationship Id="rId2" Type="http://schemas.openxmlformats.org/officeDocument/2006/relationships/image" Target="../media/image80.wmf"/><Relationship Id="rId1" Type="http://schemas.openxmlformats.org/officeDocument/2006/relationships/image" Target="../media/image79.wmf"/></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83.wmf"/></Relationships>
</file>

<file path=ppt/drawings/_rels/vmlDrawing22.vml.rels><?xml version="1.0" encoding="UTF-8" standalone="yes"?>
<Relationships xmlns="http://schemas.openxmlformats.org/package/2006/relationships"><Relationship Id="rId1" Type="http://schemas.openxmlformats.org/officeDocument/2006/relationships/image" Target="../media/image84.wmf"/></Relationships>
</file>

<file path=ppt/drawings/_rels/vmlDrawing23.vml.rels><?xml version="1.0" encoding="UTF-8" standalone="yes"?>
<Relationships xmlns="http://schemas.openxmlformats.org/package/2006/relationships"><Relationship Id="rId3" Type="http://schemas.openxmlformats.org/officeDocument/2006/relationships/image" Target="../media/image87.wmf"/><Relationship Id="rId2" Type="http://schemas.openxmlformats.org/officeDocument/2006/relationships/image" Target="../media/image86.wmf"/><Relationship Id="rId1" Type="http://schemas.openxmlformats.org/officeDocument/2006/relationships/image" Target="../media/image85.wmf"/></Relationships>
</file>

<file path=ppt/drawings/_rels/vmlDrawing24.vml.rels><?xml version="1.0" encoding="UTF-8" standalone="yes"?>
<Relationships xmlns="http://schemas.openxmlformats.org/package/2006/relationships"><Relationship Id="rId2" Type="http://schemas.openxmlformats.org/officeDocument/2006/relationships/image" Target="../media/image89.wmf"/><Relationship Id="rId1" Type="http://schemas.openxmlformats.org/officeDocument/2006/relationships/image" Target="../media/image88.wmf"/></Relationships>
</file>

<file path=ppt/drawings/_rels/vmlDrawing25.vml.rels><?xml version="1.0" encoding="UTF-8" standalone="yes"?>
<Relationships xmlns="http://schemas.openxmlformats.org/package/2006/relationships"><Relationship Id="rId2" Type="http://schemas.openxmlformats.org/officeDocument/2006/relationships/image" Target="../media/image91.wmf"/><Relationship Id="rId1" Type="http://schemas.openxmlformats.org/officeDocument/2006/relationships/image" Target="../media/image90.wmf"/></Relationships>
</file>

<file path=ppt/drawings/_rels/vmlDrawing26.vml.rels><?xml version="1.0" encoding="UTF-8" standalone="yes"?>
<Relationships xmlns="http://schemas.openxmlformats.org/package/2006/relationships"><Relationship Id="rId2" Type="http://schemas.openxmlformats.org/officeDocument/2006/relationships/image" Target="../media/image93.wmf"/><Relationship Id="rId1" Type="http://schemas.openxmlformats.org/officeDocument/2006/relationships/image" Target="../media/image92.wmf"/></Relationships>
</file>

<file path=ppt/drawings/_rels/vmlDrawing27.vml.rels><?xml version="1.0" encoding="UTF-8" standalone="yes"?>
<Relationships xmlns="http://schemas.openxmlformats.org/package/2006/relationships"><Relationship Id="rId1" Type="http://schemas.openxmlformats.org/officeDocument/2006/relationships/image" Target="../media/image94.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626" name="Rectangle 2"/>
          <p:cNvSpPr>
            <a:spLocks noGrp="1" noChangeArrowheads="1"/>
          </p:cNvSpPr>
          <p:nvPr>
            <p:ph type="hdr" sz="quarter"/>
          </p:nvPr>
        </p:nvSpPr>
        <p:spPr bwMode="auto">
          <a:xfrm>
            <a:off x="1" y="1"/>
            <a:ext cx="3076363" cy="5117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4759" tIns="47380" rIns="94759" bIns="47380" numCol="1" anchor="t" anchorCtr="0" compatLnSpc="1">
            <a:prstTxWarp prst="textNoShape">
              <a:avLst/>
            </a:prstTxWarp>
          </a:bodyPr>
          <a:lstStyle>
            <a:lvl1pPr>
              <a:lnSpc>
                <a:spcPct val="100000"/>
              </a:lnSpc>
              <a:spcBef>
                <a:spcPct val="0"/>
              </a:spcBef>
              <a:spcAft>
                <a:spcPct val="0"/>
              </a:spcAft>
              <a:defRPr kumimoji="1" sz="1200"/>
            </a:lvl1pPr>
          </a:lstStyle>
          <a:p>
            <a:endParaRPr lang="zh-CN" altLang="en-US"/>
          </a:p>
        </p:txBody>
      </p:sp>
      <p:sp>
        <p:nvSpPr>
          <p:cNvPr id="26627" name="Rectangle 3"/>
          <p:cNvSpPr>
            <a:spLocks noGrp="1" noChangeArrowheads="1"/>
          </p:cNvSpPr>
          <p:nvPr>
            <p:ph type="dt" sz="quarter" idx="1"/>
          </p:nvPr>
        </p:nvSpPr>
        <p:spPr bwMode="auto">
          <a:xfrm>
            <a:off x="4022937" y="1"/>
            <a:ext cx="3076363" cy="5117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4759" tIns="47380" rIns="94759" bIns="47380" numCol="1" anchor="t" anchorCtr="0" compatLnSpc="1">
            <a:prstTxWarp prst="textNoShape">
              <a:avLst/>
            </a:prstTxWarp>
          </a:bodyPr>
          <a:lstStyle>
            <a:lvl1pPr algn="r">
              <a:lnSpc>
                <a:spcPct val="100000"/>
              </a:lnSpc>
              <a:spcBef>
                <a:spcPct val="0"/>
              </a:spcBef>
              <a:spcAft>
                <a:spcPct val="0"/>
              </a:spcAft>
              <a:defRPr kumimoji="1" sz="1200"/>
            </a:lvl1pPr>
          </a:lstStyle>
          <a:p>
            <a:endParaRPr lang="en-US" altLang="zh-CN"/>
          </a:p>
        </p:txBody>
      </p:sp>
      <p:sp>
        <p:nvSpPr>
          <p:cNvPr id="26628" name="Rectangle 4"/>
          <p:cNvSpPr>
            <a:spLocks noGrp="1" noChangeArrowheads="1"/>
          </p:cNvSpPr>
          <p:nvPr>
            <p:ph type="ftr" sz="quarter" idx="2"/>
          </p:nvPr>
        </p:nvSpPr>
        <p:spPr bwMode="auto">
          <a:xfrm>
            <a:off x="1" y="9722883"/>
            <a:ext cx="3076363" cy="5117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4759" tIns="47380" rIns="94759" bIns="47380" numCol="1" anchor="b" anchorCtr="0" compatLnSpc="1">
            <a:prstTxWarp prst="textNoShape">
              <a:avLst/>
            </a:prstTxWarp>
          </a:bodyPr>
          <a:lstStyle>
            <a:lvl1pPr>
              <a:lnSpc>
                <a:spcPct val="100000"/>
              </a:lnSpc>
              <a:spcBef>
                <a:spcPct val="0"/>
              </a:spcBef>
              <a:spcAft>
                <a:spcPct val="0"/>
              </a:spcAft>
              <a:defRPr kumimoji="1" sz="1200"/>
            </a:lvl1pPr>
          </a:lstStyle>
          <a:p>
            <a:endParaRPr lang="en-US" altLang="zh-CN"/>
          </a:p>
        </p:txBody>
      </p:sp>
      <p:sp>
        <p:nvSpPr>
          <p:cNvPr id="26629" name="Rectangle 5"/>
          <p:cNvSpPr>
            <a:spLocks noGrp="1" noChangeArrowheads="1"/>
          </p:cNvSpPr>
          <p:nvPr>
            <p:ph type="sldNum" sz="quarter" idx="3"/>
          </p:nvPr>
        </p:nvSpPr>
        <p:spPr bwMode="auto">
          <a:xfrm>
            <a:off x="4022937" y="9722883"/>
            <a:ext cx="3076363" cy="5117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4759" tIns="47380" rIns="94759" bIns="47380" numCol="1" anchor="b" anchorCtr="0" compatLnSpc="1">
            <a:prstTxWarp prst="textNoShape">
              <a:avLst/>
            </a:prstTxWarp>
          </a:bodyPr>
          <a:lstStyle>
            <a:lvl1pPr algn="r">
              <a:lnSpc>
                <a:spcPct val="100000"/>
              </a:lnSpc>
              <a:spcBef>
                <a:spcPct val="0"/>
              </a:spcBef>
              <a:spcAft>
                <a:spcPct val="0"/>
              </a:spcAft>
              <a:defRPr kumimoji="1" sz="1200"/>
            </a:lvl1pPr>
          </a:lstStyle>
          <a:p>
            <a:fld id="{339075F8-9FF0-4A6B-9E58-ABCA6ADD104F}" type="slidenum">
              <a:rPr lang="zh-CN" altLang="en-US"/>
              <a:pPr/>
              <a:t>‹#›</a:t>
            </a:fld>
            <a:endParaRPr lang="en-US" altLang="zh-CN"/>
          </a:p>
        </p:txBody>
      </p:sp>
    </p:spTree>
    <p:extLst>
      <p:ext uri="{BB962C8B-B14F-4D97-AF65-F5344CB8AC3E}">
        <p14:creationId xmlns:p14="http://schemas.microsoft.com/office/powerpoint/2010/main" val="157221504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45154" name="Rectangle 2"/>
          <p:cNvSpPr>
            <a:spLocks noGrp="1" noChangeArrowheads="1"/>
          </p:cNvSpPr>
          <p:nvPr>
            <p:ph type="hdr" sz="quarter"/>
          </p:nvPr>
        </p:nvSpPr>
        <p:spPr bwMode="auto">
          <a:xfrm>
            <a:off x="1" y="1"/>
            <a:ext cx="3076363" cy="5117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4759" tIns="47380" rIns="94759" bIns="47380" numCol="1" anchor="t" anchorCtr="0" compatLnSpc="1">
            <a:prstTxWarp prst="textNoShape">
              <a:avLst/>
            </a:prstTxWarp>
          </a:bodyPr>
          <a:lstStyle>
            <a:lvl1pPr>
              <a:lnSpc>
                <a:spcPct val="100000"/>
              </a:lnSpc>
              <a:spcBef>
                <a:spcPct val="0"/>
              </a:spcBef>
              <a:spcAft>
                <a:spcPct val="0"/>
              </a:spcAft>
              <a:defRPr kumimoji="1" sz="1200"/>
            </a:lvl1pPr>
          </a:lstStyle>
          <a:p>
            <a:endParaRPr lang="zh-CN" altLang="en-US"/>
          </a:p>
        </p:txBody>
      </p:sp>
      <p:sp>
        <p:nvSpPr>
          <p:cNvPr id="945155" name="Rectangle 3"/>
          <p:cNvSpPr>
            <a:spLocks noGrp="1" noChangeArrowheads="1"/>
          </p:cNvSpPr>
          <p:nvPr>
            <p:ph type="dt" idx="1"/>
          </p:nvPr>
        </p:nvSpPr>
        <p:spPr bwMode="auto">
          <a:xfrm>
            <a:off x="4021295" y="1"/>
            <a:ext cx="3076363" cy="5117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4759" tIns="47380" rIns="94759" bIns="47380" numCol="1" anchor="t" anchorCtr="0" compatLnSpc="1">
            <a:prstTxWarp prst="textNoShape">
              <a:avLst/>
            </a:prstTxWarp>
          </a:bodyPr>
          <a:lstStyle>
            <a:lvl1pPr algn="r">
              <a:lnSpc>
                <a:spcPct val="100000"/>
              </a:lnSpc>
              <a:spcBef>
                <a:spcPct val="0"/>
              </a:spcBef>
              <a:spcAft>
                <a:spcPct val="0"/>
              </a:spcAft>
              <a:defRPr kumimoji="1" sz="1200"/>
            </a:lvl1pPr>
          </a:lstStyle>
          <a:p>
            <a:endParaRPr lang="en-US" altLang="zh-CN"/>
          </a:p>
        </p:txBody>
      </p:sp>
      <p:sp>
        <p:nvSpPr>
          <p:cNvPr id="945156" name="Rectangle 4"/>
          <p:cNvSpPr>
            <a:spLocks noGrp="1" noRot="1" noChangeAspect="1" noChangeArrowheads="1" noTextEdit="1"/>
          </p:cNvSpPr>
          <p:nvPr>
            <p:ph type="sldImg" idx="2"/>
          </p:nvPr>
        </p:nvSpPr>
        <p:spPr bwMode="auto">
          <a:xfrm>
            <a:off x="990600" y="766763"/>
            <a:ext cx="5118100" cy="3838575"/>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945157" name="Rectangle 5"/>
          <p:cNvSpPr>
            <a:spLocks noGrp="1" noChangeArrowheads="1"/>
          </p:cNvSpPr>
          <p:nvPr>
            <p:ph type="body" sz="quarter" idx="3"/>
          </p:nvPr>
        </p:nvSpPr>
        <p:spPr bwMode="auto">
          <a:xfrm>
            <a:off x="709931" y="4861442"/>
            <a:ext cx="5679440" cy="46055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4759" tIns="47380" rIns="94759" bIns="4738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945158" name="Rectangle 6"/>
          <p:cNvSpPr>
            <a:spLocks noGrp="1" noChangeArrowheads="1"/>
          </p:cNvSpPr>
          <p:nvPr>
            <p:ph type="ftr" sz="quarter" idx="4"/>
          </p:nvPr>
        </p:nvSpPr>
        <p:spPr bwMode="auto">
          <a:xfrm>
            <a:off x="1" y="9721107"/>
            <a:ext cx="3076363" cy="5117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4759" tIns="47380" rIns="94759" bIns="47380" numCol="1" anchor="b" anchorCtr="0" compatLnSpc="1">
            <a:prstTxWarp prst="textNoShape">
              <a:avLst/>
            </a:prstTxWarp>
          </a:bodyPr>
          <a:lstStyle>
            <a:lvl1pPr>
              <a:lnSpc>
                <a:spcPct val="100000"/>
              </a:lnSpc>
              <a:spcBef>
                <a:spcPct val="0"/>
              </a:spcBef>
              <a:spcAft>
                <a:spcPct val="0"/>
              </a:spcAft>
              <a:defRPr kumimoji="1" sz="1200"/>
            </a:lvl1pPr>
          </a:lstStyle>
          <a:p>
            <a:endParaRPr lang="en-US" altLang="zh-CN"/>
          </a:p>
        </p:txBody>
      </p:sp>
      <p:sp>
        <p:nvSpPr>
          <p:cNvPr id="945159" name="Rectangle 7"/>
          <p:cNvSpPr>
            <a:spLocks noGrp="1" noChangeArrowheads="1"/>
          </p:cNvSpPr>
          <p:nvPr>
            <p:ph type="sldNum" sz="quarter" idx="5"/>
          </p:nvPr>
        </p:nvSpPr>
        <p:spPr bwMode="auto">
          <a:xfrm>
            <a:off x="4021295" y="9721107"/>
            <a:ext cx="3076363" cy="5117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4759" tIns="47380" rIns="94759" bIns="47380" numCol="1" anchor="b" anchorCtr="0" compatLnSpc="1">
            <a:prstTxWarp prst="textNoShape">
              <a:avLst/>
            </a:prstTxWarp>
          </a:bodyPr>
          <a:lstStyle>
            <a:lvl1pPr algn="r">
              <a:lnSpc>
                <a:spcPct val="100000"/>
              </a:lnSpc>
              <a:spcBef>
                <a:spcPct val="0"/>
              </a:spcBef>
              <a:spcAft>
                <a:spcPct val="0"/>
              </a:spcAft>
              <a:defRPr kumimoji="1" sz="1200"/>
            </a:lvl1pPr>
          </a:lstStyle>
          <a:p>
            <a:fld id="{E94BE428-8424-49AF-A984-F0E6574F9E05}" type="slidenum">
              <a:rPr lang="zh-CN" altLang="en-US"/>
              <a:pPr/>
              <a:t>‹#›</a:t>
            </a:fld>
            <a:endParaRPr lang="en-US" altLang="zh-CN"/>
          </a:p>
        </p:txBody>
      </p:sp>
    </p:spTree>
    <p:extLst>
      <p:ext uri="{BB962C8B-B14F-4D97-AF65-F5344CB8AC3E}">
        <p14:creationId xmlns:p14="http://schemas.microsoft.com/office/powerpoint/2010/main" val="205241502"/>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Times New Roman" pitchFamily="18" charset="0"/>
        <a:ea typeface="宋体" charset="-122"/>
        <a:cs typeface="+mn-cs"/>
      </a:defRPr>
    </a:lvl1pPr>
    <a:lvl2pPr marL="457200" algn="l" rtl="0" fontAlgn="base">
      <a:spcBef>
        <a:spcPct val="30000"/>
      </a:spcBef>
      <a:spcAft>
        <a:spcPct val="0"/>
      </a:spcAft>
      <a:defRPr sz="1200" kern="1200">
        <a:solidFill>
          <a:schemeClr val="tx1"/>
        </a:solidFill>
        <a:latin typeface="Times New Roman" pitchFamily="18" charset="0"/>
        <a:ea typeface="宋体" charset="-122"/>
        <a:cs typeface="+mn-cs"/>
      </a:defRPr>
    </a:lvl2pPr>
    <a:lvl3pPr marL="914400" algn="l" rtl="0" fontAlgn="base">
      <a:spcBef>
        <a:spcPct val="30000"/>
      </a:spcBef>
      <a:spcAft>
        <a:spcPct val="0"/>
      </a:spcAft>
      <a:defRPr sz="1200" kern="1200">
        <a:solidFill>
          <a:schemeClr val="tx1"/>
        </a:solidFill>
        <a:latin typeface="Times New Roman" pitchFamily="18" charset="0"/>
        <a:ea typeface="宋体" charset="-122"/>
        <a:cs typeface="+mn-cs"/>
      </a:defRPr>
    </a:lvl3pPr>
    <a:lvl4pPr marL="1371600" algn="l" rtl="0" fontAlgn="base">
      <a:spcBef>
        <a:spcPct val="30000"/>
      </a:spcBef>
      <a:spcAft>
        <a:spcPct val="0"/>
      </a:spcAft>
      <a:defRPr sz="1200" kern="1200">
        <a:solidFill>
          <a:schemeClr val="tx1"/>
        </a:solidFill>
        <a:latin typeface="Times New Roman" pitchFamily="18" charset="0"/>
        <a:ea typeface="宋体" charset="-122"/>
        <a:cs typeface="+mn-cs"/>
      </a:defRPr>
    </a:lvl4pPr>
    <a:lvl5pPr marL="1828800" algn="l" rtl="0" fontAlgn="base">
      <a:spcBef>
        <a:spcPct val="30000"/>
      </a:spcBef>
      <a:spcAft>
        <a:spcPct val="0"/>
      </a:spcAft>
      <a:defRPr sz="1200" kern="1200">
        <a:solidFill>
          <a:schemeClr val="tx1"/>
        </a:solidFill>
        <a:latin typeface="Times New Roman" pitchFamily="18" charset="0"/>
        <a:ea typeface="宋体"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3" Type="http://schemas.openxmlformats.org/officeDocument/2006/relationships/slide" Target="../slides/slide83.xml"/><Relationship Id="rId2" Type="http://schemas.openxmlformats.org/officeDocument/2006/relationships/notesMaster" Target="../notesMasters/notesMaster1.xml"/><Relationship Id="rId1" Type="http://schemas.openxmlformats.org/officeDocument/2006/relationships/vmlDrawing" Target="../drawings/vmlDrawing27.vml"/><Relationship Id="rId5" Type="http://schemas.openxmlformats.org/officeDocument/2006/relationships/image" Target="../media/image94.wmf"/><Relationship Id="rId4" Type="http://schemas.openxmlformats.org/officeDocument/2006/relationships/oleObject" Target="../embeddings/oleObject50.bin"/></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8B34445-AC5B-4A45-92D7-7EB668A5D382}" type="slidenum">
              <a:rPr lang="zh-CN" altLang="en-US"/>
              <a:pPr/>
              <a:t>1</a:t>
            </a:fld>
            <a:endParaRPr lang="en-US" altLang="zh-CN"/>
          </a:p>
        </p:txBody>
      </p:sp>
      <p:sp>
        <p:nvSpPr>
          <p:cNvPr id="946178" name="Rectangle 2"/>
          <p:cNvSpPr>
            <a:spLocks noGrp="1" noRot="1" noChangeAspect="1" noChangeArrowheads="1" noTextEdit="1"/>
          </p:cNvSpPr>
          <p:nvPr>
            <p:ph type="sldImg"/>
          </p:nvPr>
        </p:nvSpPr>
        <p:spPr>
          <a:ln/>
        </p:spPr>
      </p:sp>
      <p:sp>
        <p:nvSpPr>
          <p:cNvPr id="946179" name="Rectangle 3"/>
          <p:cNvSpPr>
            <a:spLocks noGrp="1" noChangeArrowheads="1"/>
          </p:cNvSpPr>
          <p:nvPr>
            <p:ph type="body" idx="1"/>
          </p:nvPr>
        </p:nvSpPr>
        <p:spPr/>
        <p:txBody>
          <a:bodyPr/>
          <a:lstStyle/>
          <a:p>
            <a:endParaRPr lang="zh-CN"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50000"/>
              </a:lnSpc>
            </a:pPr>
            <a:endParaRPr lang="zh-CN" altLang="en-US" sz="1500" dirty="0"/>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2</a:t>
            </a:fld>
            <a:endParaRPr lang="en-US" altLang="zh-CN"/>
          </a:p>
        </p:txBody>
      </p:sp>
    </p:spTree>
    <p:extLst>
      <p:ext uri="{BB962C8B-B14F-4D97-AF65-F5344CB8AC3E}">
        <p14:creationId xmlns:p14="http://schemas.microsoft.com/office/powerpoint/2010/main" val="6425572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3</a:t>
            </a:fld>
            <a:endParaRPr lang="en-US" altLang="zh-CN"/>
          </a:p>
        </p:txBody>
      </p:sp>
    </p:spTree>
    <p:extLst>
      <p:ext uri="{BB962C8B-B14F-4D97-AF65-F5344CB8AC3E}">
        <p14:creationId xmlns:p14="http://schemas.microsoft.com/office/powerpoint/2010/main" val="40443876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50000"/>
              </a:lnSpc>
            </a:pPr>
            <a:endParaRPr lang="zh-CN" altLang="en-US" sz="1500" dirty="0"/>
          </a:p>
          <a:p>
            <a:pPr>
              <a:lnSpc>
                <a:spcPct val="150000"/>
              </a:lnSpc>
            </a:pPr>
            <a:endParaRPr lang="zh-CN" altLang="en-US" sz="1500" dirty="0"/>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4</a:t>
            </a:fld>
            <a:endParaRPr lang="en-US" altLang="zh-CN"/>
          </a:p>
        </p:txBody>
      </p:sp>
    </p:spTree>
    <p:extLst>
      <p:ext uri="{BB962C8B-B14F-4D97-AF65-F5344CB8AC3E}">
        <p14:creationId xmlns:p14="http://schemas.microsoft.com/office/powerpoint/2010/main" val="129402975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500">
                <a:solidFill>
                  <a:schemeClr val="tx1"/>
                </a:solidFill>
                <a:latin typeface="Times New Roman" pitchFamily="18" charset="0"/>
                <a:ea typeface="宋体" charset="-122"/>
              </a:defRPr>
            </a:lvl1pPr>
            <a:lvl2pPr marL="769919" indent="-296123" eaLnBrk="0" hangingPunct="0">
              <a:defRPr sz="1500">
                <a:solidFill>
                  <a:schemeClr val="tx1"/>
                </a:solidFill>
                <a:latin typeface="Times New Roman" pitchFamily="18" charset="0"/>
                <a:ea typeface="宋体" charset="-122"/>
              </a:defRPr>
            </a:lvl2pPr>
            <a:lvl3pPr marL="1184491" indent="-236898" eaLnBrk="0" hangingPunct="0">
              <a:defRPr sz="1500">
                <a:solidFill>
                  <a:schemeClr val="tx1"/>
                </a:solidFill>
                <a:latin typeface="Times New Roman" pitchFamily="18" charset="0"/>
                <a:ea typeface="宋体" charset="-122"/>
              </a:defRPr>
            </a:lvl3pPr>
            <a:lvl4pPr marL="1658287" indent="-236898" eaLnBrk="0" hangingPunct="0">
              <a:defRPr sz="1500">
                <a:solidFill>
                  <a:schemeClr val="tx1"/>
                </a:solidFill>
                <a:latin typeface="Times New Roman" pitchFamily="18" charset="0"/>
                <a:ea typeface="宋体" charset="-122"/>
              </a:defRPr>
            </a:lvl4pPr>
            <a:lvl5pPr marL="2132084" indent="-236898" eaLnBrk="0" hangingPunct="0">
              <a:defRPr sz="1500">
                <a:solidFill>
                  <a:schemeClr val="tx1"/>
                </a:solidFill>
                <a:latin typeface="Times New Roman" pitchFamily="18" charset="0"/>
                <a:ea typeface="宋体" charset="-122"/>
              </a:defRPr>
            </a:lvl5pPr>
            <a:lvl6pPr marL="2605880" indent="-236898" eaLnBrk="0" fontAlgn="base" hangingPunct="0">
              <a:lnSpc>
                <a:spcPct val="115000"/>
              </a:lnSpc>
              <a:spcBef>
                <a:spcPct val="15000"/>
              </a:spcBef>
              <a:spcAft>
                <a:spcPct val="15000"/>
              </a:spcAft>
              <a:defRPr sz="1500">
                <a:solidFill>
                  <a:schemeClr val="tx1"/>
                </a:solidFill>
                <a:latin typeface="Times New Roman" pitchFamily="18" charset="0"/>
                <a:ea typeface="宋体" charset="-122"/>
              </a:defRPr>
            </a:lvl6pPr>
            <a:lvl7pPr marL="3079676" indent="-236898" eaLnBrk="0" fontAlgn="base" hangingPunct="0">
              <a:lnSpc>
                <a:spcPct val="115000"/>
              </a:lnSpc>
              <a:spcBef>
                <a:spcPct val="15000"/>
              </a:spcBef>
              <a:spcAft>
                <a:spcPct val="15000"/>
              </a:spcAft>
              <a:defRPr sz="1500">
                <a:solidFill>
                  <a:schemeClr val="tx1"/>
                </a:solidFill>
                <a:latin typeface="Times New Roman" pitchFamily="18" charset="0"/>
                <a:ea typeface="宋体" charset="-122"/>
              </a:defRPr>
            </a:lvl7pPr>
            <a:lvl8pPr marL="3553473" indent="-236898" eaLnBrk="0" fontAlgn="base" hangingPunct="0">
              <a:lnSpc>
                <a:spcPct val="115000"/>
              </a:lnSpc>
              <a:spcBef>
                <a:spcPct val="15000"/>
              </a:spcBef>
              <a:spcAft>
                <a:spcPct val="15000"/>
              </a:spcAft>
              <a:defRPr sz="1500">
                <a:solidFill>
                  <a:schemeClr val="tx1"/>
                </a:solidFill>
                <a:latin typeface="Times New Roman" pitchFamily="18" charset="0"/>
                <a:ea typeface="宋体" charset="-122"/>
              </a:defRPr>
            </a:lvl8pPr>
            <a:lvl9pPr marL="4027269" indent="-236898" eaLnBrk="0" fontAlgn="base" hangingPunct="0">
              <a:lnSpc>
                <a:spcPct val="115000"/>
              </a:lnSpc>
              <a:spcBef>
                <a:spcPct val="15000"/>
              </a:spcBef>
              <a:spcAft>
                <a:spcPct val="15000"/>
              </a:spcAft>
              <a:defRPr sz="1500">
                <a:solidFill>
                  <a:schemeClr val="tx1"/>
                </a:solidFill>
                <a:latin typeface="Times New Roman" pitchFamily="18" charset="0"/>
                <a:ea typeface="宋体" charset="-122"/>
              </a:defRPr>
            </a:lvl9pPr>
          </a:lstStyle>
          <a:p>
            <a:pPr eaLnBrk="1" hangingPunct="1"/>
            <a:fld id="{F62C1F3A-B05F-4840-890C-E1587E42AEC8}" type="slidenum">
              <a:rPr lang="zh-CN" altLang="en-US" sz="1200"/>
              <a:pPr eaLnBrk="1" hangingPunct="1"/>
              <a:t>5</a:t>
            </a:fld>
            <a:endParaRPr lang="en-US" altLang="zh-CN" sz="1200"/>
          </a:p>
        </p:txBody>
      </p:sp>
      <p:sp>
        <p:nvSpPr>
          <p:cNvPr id="98307" name="Rectangle 2"/>
          <p:cNvSpPr>
            <a:spLocks noGrp="1" noRot="1" noChangeAspect="1" noChangeArrowheads="1" noTextEdit="1"/>
          </p:cNvSpPr>
          <p:nvPr>
            <p:ph type="sldImg"/>
          </p:nvPr>
        </p:nvSpPr>
        <p:spPr>
          <a:ln/>
        </p:spPr>
      </p:sp>
      <p:sp>
        <p:nvSpPr>
          <p:cNvPr id="983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zh-CN" dirty="0" smtClean="0">
              <a:ea typeface="宋体" charset="-122"/>
            </a:endParaRPr>
          </a:p>
        </p:txBody>
      </p:sp>
    </p:spTree>
    <p:extLst>
      <p:ext uri="{BB962C8B-B14F-4D97-AF65-F5344CB8AC3E}">
        <p14:creationId xmlns:p14="http://schemas.microsoft.com/office/powerpoint/2010/main" val="11434763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6</a:t>
            </a:fld>
            <a:endParaRPr lang="en-US" altLang="zh-CN"/>
          </a:p>
        </p:txBody>
      </p:sp>
    </p:spTree>
    <p:extLst>
      <p:ext uri="{BB962C8B-B14F-4D97-AF65-F5344CB8AC3E}">
        <p14:creationId xmlns:p14="http://schemas.microsoft.com/office/powerpoint/2010/main" val="340636542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7</a:t>
            </a:fld>
            <a:endParaRPr lang="en-US" altLang="zh-CN"/>
          </a:p>
        </p:txBody>
      </p:sp>
    </p:spTree>
    <p:extLst>
      <p:ext uri="{BB962C8B-B14F-4D97-AF65-F5344CB8AC3E}">
        <p14:creationId xmlns:p14="http://schemas.microsoft.com/office/powerpoint/2010/main" val="340636542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8</a:t>
            </a:fld>
            <a:endParaRPr lang="en-US" altLang="zh-CN"/>
          </a:p>
        </p:txBody>
      </p:sp>
    </p:spTree>
    <p:extLst>
      <p:ext uri="{BB962C8B-B14F-4D97-AF65-F5344CB8AC3E}">
        <p14:creationId xmlns:p14="http://schemas.microsoft.com/office/powerpoint/2010/main" val="340636542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9</a:t>
            </a:fld>
            <a:endParaRPr lang="en-US" altLang="zh-CN"/>
          </a:p>
        </p:txBody>
      </p:sp>
    </p:spTree>
    <p:extLst>
      <p:ext uri="{BB962C8B-B14F-4D97-AF65-F5344CB8AC3E}">
        <p14:creationId xmlns:p14="http://schemas.microsoft.com/office/powerpoint/2010/main" val="340636542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10</a:t>
            </a:fld>
            <a:endParaRPr lang="en-US" altLang="zh-CN"/>
          </a:p>
        </p:txBody>
      </p:sp>
    </p:spTree>
    <p:extLst>
      <p:ext uri="{BB962C8B-B14F-4D97-AF65-F5344CB8AC3E}">
        <p14:creationId xmlns:p14="http://schemas.microsoft.com/office/powerpoint/2010/main" val="340636542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11</a:t>
            </a:fld>
            <a:endParaRPr lang="en-US" altLang="zh-CN"/>
          </a:p>
        </p:txBody>
      </p:sp>
    </p:spTree>
    <p:extLst>
      <p:ext uri="{BB962C8B-B14F-4D97-AF65-F5344CB8AC3E}">
        <p14:creationId xmlns:p14="http://schemas.microsoft.com/office/powerpoint/2010/main" val="340636542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12</a:t>
            </a:fld>
            <a:endParaRPr lang="en-US" altLang="zh-CN"/>
          </a:p>
        </p:txBody>
      </p:sp>
    </p:spTree>
    <p:extLst>
      <p:ext uri="{BB962C8B-B14F-4D97-AF65-F5344CB8AC3E}">
        <p14:creationId xmlns:p14="http://schemas.microsoft.com/office/powerpoint/2010/main" val="114207370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13</a:t>
            </a:fld>
            <a:endParaRPr lang="en-US" altLang="zh-CN"/>
          </a:p>
        </p:txBody>
      </p:sp>
    </p:spTree>
    <p:extLst>
      <p:ext uri="{BB962C8B-B14F-4D97-AF65-F5344CB8AC3E}">
        <p14:creationId xmlns:p14="http://schemas.microsoft.com/office/powerpoint/2010/main" val="151292254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14</a:t>
            </a:fld>
            <a:endParaRPr lang="en-US" altLang="zh-CN"/>
          </a:p>
        </p:txBody>
      </p:sp>
    </p:spTree>
    <p:extLst>
      <p:ext uri="{BB962C8B-B14F-4D97-AF65-F5344CB8AC3E}">
        <p14:creationId xmlns:p14="http://schemas.microsoft.com/office/powerpoint/2010/main" val="241070658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15</a:t>
            </a:fld>
            <a:endParaRPr lang="en-US" altLang="zh-CN"/>
          </a:p>
        </p:txBody>
      </p:sp>
    </p:spTree>
    <p:extLst>
      <p:ext uri="{BB962C8B-B14F-4D97-AF65-F5344CB8AC3E}">
        <p14:creationId xmlns:p14="http://schemas.microsoft.com/office/powerpoint/2010/main" val="104408643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16</a:t>
            </a:fld>
            <a:endParaRPr lang="en-US" altLang="zh-CN"/>
          </a:p>
        </p:txBody>
      </p:sp>
    </p:spTree>
    <p:extLst>
      <p:ext uri="{BB962C8B-B14F-4D97-AF65-F5344CB8AC3E}">
        <p14:creationId xmlns:p14="http://schemas.microsoft.com/office/powerpoint/2010/main" val="328683016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17</a:t>
            </a:fld>
            <a:endParaRPr lang="en-US" altLang="zh-CN"/>
          </a:p>
        </p:txBody>
      </p:sp>
    </p:spTree>
    <p:extLst>
      <p:ext uri="{BB962C8B-B14F-4D97-AF65-F5344CB8AC3E}">
        <p14:creationId xmlns:p14="http://schemas.microsoft.com/office/powerpoint/2010/main" val="286016234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18</a:t>
            </a:fld>
            <a:endParaRPr lang="en-US" altLang="zh-CN"/>
          </a:p>
        </p:txBody>
      </p:sp>
    </p:spTree>
    <p:extLst>
      <p:ext uri="{BB962C8B-B14F-4D97-AF65-F5344CB8AC3E}">
        <p14:creationId xmlns:p14="http://schemas.microsoft.com/office/powerpoint/2010/main" val="213800903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19</a:t>
            </a:fld>
            <a:endParaRPr lang="en-US" altLang="zh-CN"/>
          </a:p>
        </p:txBody>
      </p:sp>
    </p:spTree>
    <p:extLst>
      <p:ext uri="{BB962C8B-B14F-4D97-AF65-F5344CB8AC3E}">
        <p14:creationId xmlns:p14="http://schemas.microsoft.com/office/powerpoint/2010/main" val="255173550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50000"/>
              </a:lnSpc>
            </a:pPr>
            <a:endParaRPr lang="zh-CN" altLang="en-US" sz="1500" dirty="0"/>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20</a:t>
            </a:fld>
            <a:endParaRPr lang="en-US" altLang="zh-CN"/>
          </a:p>
        </p:txBody>
      </p:sp>
    </p:spTree>
    <p:extLst>
      <p:ext uri="{BB962C8B-B14F-4D97-AF65-F5344CB8AC3E}">
        <p14:creationId xmlns:p14="http://schemas.microsoft.com/office/powerpoint/2010/main" val="64938861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50000"/>
              </a:lnSpc>
            </a:pPr>
            <a:endParaRPr lang="zh-CN" altLang="en-US" sz="1500" dirty="0"/>
          </a:p>
          <a:p>
            <a:pPr>
              <a:lnSpc>
                <a:spcPct val="150000"/>
              </a:lnSpc>
            </a:pPr>
            <a:endParaRPr lang="zh-CN" altLang="en-US" sz="1500" dirty="0"/>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21</a:t>
            </a:fld>
            <a:endParaRPr lang="en-US" altLang="zh-CN"/>
          </a:p>
        </p:txBody>
      </p:sp>
    </p:spTree>
    <p:extLst>
      <p:ext uri="{BB962C8B-B14F-4D97-AF65-F5344CB8AC3E}">
        <p14:creationId xmlns:p14="http://schemas.microsoft.com/office/powerpoint/2010/main" val="329028682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50000"/>
              </a:lnSpc>
            </a:pPr>
            <a:endParaRPr lang="zh-CN" altLang="en-US" sz="1500" dirty="0"/>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22</a:t>
            </a:fld>
            <a:endParaRPr lang="en-US" altLang="zh-CN"/>
          </a:p>
        </p:txBody>
      </p:sp>
    </p:spTree>
    <p:extLst>
      <p:ext uri="{BB962C8B-B14F-4D97-AF65-F5344CB8AC3E}">
        <p14:creationId xmlns:p14="http://schemas.microsoft.com/office/powerpoint/2010/main" val="47970650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50000"/>
              </a:lnSpc>
            </a:pPr>
            <a:endParaRPr lang="zh-CN" altLang="en-US" sz="1500" dirty="0"/>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23</a:t>
            </a:fld>
            <a:endParaRPr lang="en-US" altLang="zh-CN"/>
          </a:p>
        </p:txBody>
      </p:sp>
    </p:spTree>
    <p:extLst>
      <p:ext uri="{BB962C8B-B14F-4D97-AF65-F5344CB8AC3E}">
        <p14:creationId xmlns:p14="http://schemas.microsoft.com/office/powerpoint/2010/main" val="348333205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50000"/>
              </a:lnSpc>
            </a:pPr>
            <a:endParaRPr lang="zh-CN" altLang="en-US" sz="1500" dirty="0"/>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24</a:t>
            </a:fld>
            <a:endParaRPr lang="en-US" altLang="zh-CN"/>
          </a:p>
        </p:txBody>
      </p:sp>
    </p:spTree>
    <p:extLst>
      <p:ext uri="{BB962C8B-B14F-4D97-AF65-F5344CB8AC3E}">
        <p14:creationId xmlns:p14="http://schemas.microsoft.com/office/powerpoint/2010/main" val="348333205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50000"/>
              </a:lnSpc>
            </a:pPr>
            <a:endParaRPr lang="zh-CN" altLang="en-US" sz="1500" dirty="0"/>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25</a:t>
            </a:fld>
            <a:endParaRPr lang="en-US" altLang="zh-CN"/>
          </a:p>
        </p:txBody>
      </p:sp>
    </p:spTree>
    <p:extLst>
      <p:ext uri="{BB962C8B-B14F-4D97-AF65-F5344CB8AC3E}">
        <p14:creationId xmlns:p14="http://schemas.microsoft.com/office/powerpoint/2010/main" val="348333205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50000"/>
              </a:lnSpc>
            </a:pPr>
            <a:endParaRPr lang="zh-CN" altLang="en-US" sz="1500" dirty="0"/>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26</a:t>
            </a:fld>
            <a:endParaRPr lang="en-US" altLang="zh-CN"/>
          </a:p>
        </p:txBody>
      </p:sp>
    </p:spTree>
    <p:extLst>
      <p:ext uri="{BB962C8B-B14F-4D97-AF65-F5344CB8AC3E}">
        <p14:creationId xmlns:p14="http://schemas.microsoft.com/office/powerpoint/2010/main" val="8625152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50000"/>
              </a:lnSpc>
            </a:pPr>
            <a:endParaRPr lang="zh-CN" altLang="en-US" sz="1500" dirty="0"/>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27</a:t>
            </a:fld>
            <a:endParaRPr lang="en-US" altLang="zh-CN"/>
          </a:p>
        </p:txBody>
      </p:sp>
    </p:spTree>
    <p:extLst>
      <p:ext uri="{BB962C8B-B14F-4D97-AF65-F5344CB8AC3E}">
        <p14:creationId xmlns:p14="http://schemas.microsoft.com/office/powerpoint/2010/main" val="128823404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50000"/>
              </a:lnSpc>
            </a:pPr>
            <a:endParaRPr lang="zh-CN" altLang="en-US" sz="1500" dirty="0"/>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28</a:t>
            </a:fld>
            <a:endParaRPr lang="en-US" altLang="zh-CN"/>
          </a:p>
        </p:txBody>
      </p:sp>
    </p:spTree>
    <p:extLst>
      <p:ext uri="{BB962C8B-B14F-4D97-AF65-F5344CB8AC3E}">
        <p14:creationId xmlns:p14="http://schemas.microsoft.com/office/powerpoint/2010/main" val="123017881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50000"/>
              </a:lnSpc>
            </a:pPr>
            <a:endParaRPr lang="zh-CN" altLang="en-US" sz="1500" dirty="0"/>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29</a:t>
            </a:fld>
            <a:endParaRPr lang="en-US" altLang="zh-CN"/>
          </a:p>
        </p:txBody>
      </p:sp>
    </p:spTree>
    <p:extLst>
      <p:ext uri="{BB962C8B-B14F-4D97-AF65-F5344CB8AC3E}">
        <p14:creationId xmlns:p14="http://schemas.microsoft.com/office/powerpoint/2010/main" val="128823404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50000"/>
              </a:lnSpc>
            </a:pPr>
            <a:endParaRPr lang="zh-CN" altLang="en-US" sz="1500" dirty="0"/>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30</a:t>
            </a:fld>
            <a:endParaRPr lang="en-US" altLang="zh-CN"/>
          </a:p>
        </p:txBody>
      </p:sp>
    </p:spTree>
    <p:extLst>
      <p:ext uri="{BB962C8B-B14F-4D97-AF65-F5344CB8AC3E}">
        <p14:creationId xmlns:p14="http://schemas.microsoft.com/office/powerpoint/2010/main" val="128823404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50000"/>
              </a:lnSpc>
            </a:pPr>
            <a:endParaRPr lang="zh-CN" altLang="en-US" sz="1500" dirty="0"/>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31</a:t>
            </a:fld>
            <a:endParaRPr lang="en-US" altLang="zh-CN"/>
          </a:p>
        </p:txBody>
      </p:sp>
    </p:spTree>
    <p:extLst>
      <p:ext uri="{BB962C8B-B14F-4D97-AF65-F5344CB8AC3E}">
        <p14:creationId xmlns:p14="http://schemas.microsoft.com/office/powerpoint/2010/main" val="347829197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50000"/>
              </a:lnSpc>
            </a:pPr>
            <a:endParaRPr lang="zh-CN" altLang="en-US" sz="1500" dirty="0"/>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32</a:t>
            </a:fld>
            <a:endParaRPr lang="en-US" altLang="zh-CN"/>
          </a:p>
        </p:txBody>
      </p:sp>
    </p:spTree>
    <p:extLst>
      <p:ext uri="{BB962C8B-B14F-4D97-AF65-F5344CB8AC3E}">
        <p14:creationId xmlns:p14="http://schemas.microsoft.com/office/powerpoint/2010/main" val="424298394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50000"/>
              </a:lnSpc>
            </a:pPr>
            <a:endParaRPr lang="zh-CN" altLang="en-US" sz="1500" dirty="0"/>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33</a:t>
            </a:fld>
            <a:endParaRPr lang="en-US" altLang="zh-CN"/>
          </a:p>
        </p:txBody>
      </p:sp>
    </p:spTree>
    <p:extLst>
      <p:ext uri="{BB962C8B-B14F-4D97-AF65-F5344CB8AC3E}">
        <p14:creationId xmlns:p14="http://schemas.microsoft.com/office/powerpoint/2010/main" val="112228076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34</a:t>
            </a:fld>
            <a:endParaRPr lang="en-US" altLang="zh-CN"/>
          </a:p>
        </p:txBody>
      </p:sp>
    </p:spTree>
    <p:extLst>
      <p:ext uri="{BB962C8B-B14F-4D97-AF65-F5344CB8AC3E}">
        <p14:creationId xmlns:p14="http://schemas.microsoft.com/office/powerpoint/2010/main" val="49560683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50000"/>
              </a:lnSpc>
            </a:pPr>
            <a:endParaRPr lang="zh-CN" altLang="en-US" sz="1500" dirty="0"/>
          </a:p>
          <a:p>
            <a:pPr>
              <a:lnSpc>
                <a:spcPct val="150000"/>
              </a:lnSpc>
            </a:pPr>
            <a:endParaRPr lang="zh-CN" altLang="en-US" sz="1500" dirty="0"/>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35</a:t>
            </a:fld>
            <a:endParaRPr lang="en-US" altLang="zh-CN"/>
          </a:p>
        </p:txBody>
      </p:sp>
    </p:spTree>
    <p:extLst>
      <p:ext uri="{BB962C8B-B14F-4D97-AF65-F5344CB8AC3E}">
        <p14:creationId xmlns:p14="http://schemas.microsoft.com/office/powerpoint/2010/main" val="329028682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50000"/>
              </a:lnSpc>
            </a:pPr>
            <a:endParaRPr lang="zh-CN" altLang="en-US" sz="1500" dirty="0"/>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36</a:t>
            </a:fld>
            <a:endParaRPr lang="en-US" altLang="zh-CN"/>
          </a:p>
        </p:txBody>
      </p:sp>
    </p:spTree>
    <p:extLst>
      <p:ext uri="{BB962C8B-B14F-4D97-AF65-F5344CB8AC3E}">
        <p14:creationId xmlns:p14="http://schemas.microsoft.com/office/powerpoint/2010/main" val="348333205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50000"/>
              </a:lnSpc>
            </a:pPr>
            <a:endParaRPr lang="zh-CN" altLang="en-US" sz="1500" dirty="0"/>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37</a:t>
            </a:fld>
            <a:endParaRPr lang="en-US" altLang="zh-CN"/>
          </a:p>
        </p:txBody>
      </p:sp>
    </p:spTree>
    <p:extLst>
      <p:ext uri="{BB962C8B-B14F-4D97-AF65-F5344CB8AC3E}">
        <p14:creationId xmlns:p14="http://schemas.microsoft.com/office/powerpoint/2010/main" val="348333205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50000"/>
              </a:lnSpc>
            </a:pPr>
            <a:endParaRPr lang="zh-CN" altLang="en-US" sz="1500" dirty="0"/>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38</a:t>
            </a:fld>
            <a:endParaRPr lang="en-US" altLang="zh-CN"/>
          </a:p>
        </p:txBody>
      </p:sp>
    </p:spTree>
    <p:extLst>
      <p:ext uri="{BB962C8B-B14F-4D97-AF65-F5344CB8AC3E}">
        <p14:creationId xmlns:p14="http://schemas.microsoft.com/office/powerpoint/2010/main" val="13117657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50000"/>
              </a:lnSpc>
            </a:pPr>
            <a:endParaRPr lang="zh-CN" altLang="en-US" sz="1500" dirty="0"/>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39</a:t>
            </a:fld>
            <a:endParaRPr lang="en-US" altLang="zh-CN"/>
          </a:p>
        </p:txBody>
      </p:sp>
    </p:spTree>
    <p:extLst>
      <p:ext uri="{BB962C8B-B14F-4D97-AF65-F5344CB8AC3E}">
        <p14:creationId xmlns:p14="http://schemas.microsoft.com/office/powerpoint/2010/main" val="95988999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50000"/>
              </a:lnSpc>
            </a:pPr>
            <a:endParaRPr lang="zh-CN" altLang="en-US" sz="1500" dirty="0"/>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40</a:t>
            </a:fld>
            <a:endParaRPr lang="en-US" altLang="zh-CN"/>
          </a:p>
        </p:txBody>
      </p:sp>
    </p:spTree>
    <p:extLst>
      <p:ext uri="{BB962C8B-B14F-4D97-AF65-F5344CB8AC3E}">
        <p14:creationId xmlns:p14="http://schemas.microsoft.com/office/powerpoint/2010/main" val="95988999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50000"/>
              </a:lnSpc>
            </a:pPr>
            <a:endParaRPr lang="zh-CN" altLang="en-US" sz="1500" dirty="0"/>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41</a:t>
            </a:fld>
            <a:endParaRPr lang="en-US" altLang="zh-CN"/>
          </a:p>
        </p:txBody>
      </p:sp>
    </p:spTree>
    <p:extLst>
      <p:ext uri="{BB962C8B-B14F-4D97-AF65-F5344CB8AC3E}">
        <p14:creationId xmlns:p14="http://schemas.microsoft.com/office/powerpoint/2010/main" val="95988999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50000"/>
              </a:lnSpc>
            </a:pPr>
            <a:endParaRPr lang="zh-CN" altLang="en-US" sz="1500" dirty="0"/>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42</a:t>
            </a:fld>
            <a:endParaRPr lang="en-US" altLang="zh-CN"/>
          </a:p>
        </p:txBody>
      </p:sp>
    </p:spTree>
    <p:extLst>
      <p:ext uri="{BB962C8B-B14F-4D97-AF65-F5344CB8AC3E}">
        <p14:creationId xmlns:p14="http://schemas.microsoft.com/office/powerpoint/2010/main" val="95988999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50000"/>
              </a:lnSpc>
            </a:pPr>
            <a:endParaRPr lang="zh-CN" altLang="en-US" sz="1500" dirty="0"/>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43</a:t>
            </a:fld>
            <a:endParaRPr lang="en-US" altLang="zh-CN"/>
          </a:p>
        </p:txBody>
      </p:sp>
    </p:spTree>
    <p:extLst>
      <p:ext uri="{BB962C8B-B14F-4D97-AF65-F5344CB8AC3E}">
        <p14:creationId xmlns:p14="http://schemas.microsoft.com/office/powerpoint/2010/main" val="95988999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50000"/>
              </a:lnSpc>
            </a:pPr>
            <a:endParaRPr lang="zh-CN" altLang="en-US" sz="1500" dirty="0"/>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44</a:t>
            </a:fld>
            <a:endParaRPr lang="en-US" altLang="zh-CN"/>
          </a:p>
        </p:txBody>
      </p:sp>
    </p:spTree>
    <p:extLst>
      <p:ext uri="{BB962C8B-B14F-4D97-AF65-F5344CB8AC3E}">
        <p14:creationId xmlns:p14="http://schemas.microsoft.com/office/powerpoint/2010/main" val="95988999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50000"/>
              </a:lnSpc>
            </a:pPr>
            <a:endParaRPr lang="zh-CN" altLang="en-US" sz="1500" dirty="0"/>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45</a:t>
            </a:fld>
            <a:endParaRPr lang="en-US" altLang="zh-CN"/>
          </a:p>
        </p:txBody>
      </p:sp>
    </p:spTree>
    <p:extLst>
      <p:ext uri="{BB962C8B-B14F-4D97-AF65-F5344CB8AC3E}">
        <p14:creationId xmlns:p14="http://schemas.microsoft.com/office/powerpoint/2010/main" val="223666821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50000"/>
              </a:lnSpc>
            </a:pPr>
            <a:endParaRPr lang="zh-CN" altLang="en-US" sz="1500" dirty="0"/>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46</a:t>
            </a:fld>
            <a:endParaRPr lang="en-US" altLang="zh-CN"/>
          </a:p>
        </p:txBody>
      </p:sp>
    </p:spTree>
    <p:extLst>
      <p:ext uri="{BB962C8B-B14F-4D97-AF65-F5344CB8AC3E}">
        <p14:creationId xmlns:p14="http://schemas.microsoft.com/office/powerpoint/2010/main" val="959889996"/>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50000"/>
              </a:lnSpc>
            </a:pPr>
            <a:endParaRPr lang="zh-CN" altLang="en-US" sz="1500" dirty="0"/>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47</a:t>
            </a:fld>
            <a:endParaRPr lang="en-US" altLang="zh-CN"/>
          </a:p>
        </p:txBody>
      </p:sp>
    </p:spTree>
    <p:extLst>
      <p:ext uri="{BB962C8B-B14F-4D97-AF65-F5344CB8AC3E}">
        <p14:creationId xmlns:p14="http://schemas.microsoft.com/office/powerpoint/2010/main" val="95988999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50000"/>
              </a:lnSpc>
            </a:pPr>
            <a:endParaRPr lang="zh-CN" altLang="en-US" sz="1500" dirty="0"/>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48</a:t>
            </a:fld>
            <a:endParaRPr lang="en-US" altLang="zh-CN"/>
          </a:p>
        </p:txBody>
      </p:sp>
    </p:spTree>
    <p:extLst>
      <p:ext uri="{BB962C8B-B14F-4D97-AF65-F5344CB8AC3E}">
        <p14:creationId xmlns:p14="http://schemas.microsoft.com/office/powerpoint/2010/main" val="95988999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50000"/>
              </a:lnSpc>
            </a:pPr>
            <a:endParaRPr lang="zh-CN" altLang="en-US" sz="1500" dirty="0"/>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49</a:t>
            </a:fld>
            <a:endParaRPr lang="en-US" altLang="zh-CN"/>
          </a:p>
        </p:txBody>
      </p:sp>
    </p:spTree>
    <p:extLst>
      <p:ext uri="{BB962C8B-B14F-4D97-AF65-F5344CB8AC3E}">
        <p14:creationId xmlns:p14="http://schemas.microsoft.com/office/powerpoint/2010/main" val="959889996"/>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50</a:t>
            </a:fld>
            <a:endParaRPr lang="en-US" altLang="zh-CN"/>
          </a:p>
        </p:txBody>
      </p:sp>
    </p:spTree>
    <p:extLst>
      <p:ext uri="{BB962C8B-B14F-4D97-AF65-F5344CB8AC3E}">
        <p14:creationId xmlns:p14="http://schemas.microsoft.com/office/powerpoint/2010/main" val="2513799348"/>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50000"/>
              </a:lnSpc>
            </a:pPr>
            <a:endParaRPr lang="zh-CN" altLang="en-US" sz="1500" dirty="0"/>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52</a:t>
            </a:fld>
            <a:endParaRPr lang="en-US" altLang="zh-CN"/>
          </a:p>
        </p:txBody>
      </p:sp>
    </p:spTree>
    <p:extLst>
      <p:ext uri="{BB962C8B-B14F-4D97-AF65-F5344CB8AC3E}">
        <p14:creationId xmlns:p14="http://schemas.microsoft.com/office/powerpoint/2010/main" val="15662614"/>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50000"/>
              </a:lnSpc>
            </a:pPr>
            <a:endParaRPr lang="zh-CN" altLang="en-US" sz="1500" dirty="0"/>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53</a:t>
            </a:fld>
            <a:endParaRPr lang="en-US" altLang="zh-CN"/>
          </a:p>
        </p:txBody>
      </p:sp>
    </p:spTree>
    <p:extLst>
      <p:ext uri="{BB962C8B-B14F-4D97-AF65-F5344CB8AC3E}">
        <p14:creationId xmlns:p14="http://schemas.microsoft.com/office/powerpoint/2010/main" val="3273259997"/>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50000"/>
              </a:lnSpc>
            </a:pPr>
            <a:endParaRPr lang="zh-CN" altLang="en-US" sz="1500" dirty="0"/>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54</a:t>
            </a:fld>
            <a:endParaRPr lang="en-US" altLang="zh-CN"/>
          </a:p>
        </p:txBody>
      </p:sp>
    </p:spTree>
    <p:extLst>
      <p:ext uri="{BB962C8B-B14F-4D97-AF65-F5344CB8AC3E}">
        <p14:creationId xmlns:p14="http://schemas.microsoft.com/office/powerpoint/2010/main" val="3552969935"/>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50000"/>
              </a:lnSpc>
            </a:pPr>
            <a:endParaRPr lang="zh-CN" altLang="en-US" sz="1500" dirty="0"/>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55</a:t>
            </a:fld>
            <a:endParaRPr lang="en-US" altLang="zh-CN"/>
          </a:p>
        </p:txBody>
      </p:sp>
    </p:spTree>
    <p:extLst>
      <p:ext uri="{BB962C8B-B14F-4D97-AF65-F5344CB8AC3E}">
        <p14:creationId xmlns:p14="http://schemas.microsoft.com/office/powerpoint/2010/main" val="3552969935"/>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50000"/>
              </a:lnSpc>
            </a:pPr>
            <a:endParaRPr lang="zh-CN" altLang="en-US" sz="1500" dirty="0"/>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56</a:t>
            </a:fld>
            <a:endParaRPr lang="en-US" altLang="zh-CN"/>
          </a:p>
        </p:txBody>
      </p:sp>
    </p:spTree>
    <p:extLst>
      <p:ext uri="{BB962C8B-B14F-4D97-AF65-F5344CB8AC3E}">
        <p14:creationId xmlns:p14="http://schemas.microsoft.com/office/powerpoint/2010/main" val="959889996"/>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50000"/>
              </a:lnSpc>
            </a:pPr>
            <a:endParaRPr lang="zh-CN" altLang="en-US" sz="1500" dirty="0"/>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57</a:t>
            </a:fld>
            <a:endParaRPr lang="en-US" altLang="zh-CN"/>
          </a:p>
        </p:txBody>
      </p:sp>
    </p:spTree>
    <p:extLst>
      <p:ext uri="{BB962C8B-B14F-4D97-AF65-F5344CB8AC3E}">
        <p14:creationId xmlns:p14="http://schemas.microsoft.com/office/powerpoint/2010/main" val="1168573557"/>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50000"/>
              </a:lnSpc>
            </a:pPr>
            <a:endParaRPr lang="zh-CN" altLang="en-US" sz="1500" dirty="0"/>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58</a:t>
            </a:fld>
            <a:endParaRPr lang="en-US" altLang="zh-CN"/>
          </a:p>
        </p:txBody>
      </p:sp>
    </p:spTree>
    <p:extLst>
      <p:ext uri="{BB962C8B-B14F-4D97-AF65-F5344CB8AC3E}">
        <p14:creationId xmlns:p14="http://schemas.microsoft.com/office/powerpoint/2010/main" val="2000271688"/>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50000"/>
              </a:lnSpc>
            </a:pPr>
            <a:endParaRPr lang="zh-CN" altLang="en-US" sz="1500" dirty="0"/>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59</a:t>
            </a:fld>
            <a:endParaRPr lang="en-US" altLang="zh-CN"/>
          </a:p>
        </p:txBody>
      </p:sp>
    </p:spTree>
    <p:extLst>
      <p:ext uri="{BB962C8B-B14F-4D97-AF65-F5344CB8AC3E}">
        <p14:creationId xmlns:p14="http://schemas.microsoft.com/office/powerpoint/2010/main" val="470621813"/>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50000"/>
              </a:lnSpc>
            </a:pPr>
            <a:endParaRPr lang="zh-CN" altLang="en-US" sz="1500" dirty="0"/>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60</a:t>
            </a:fld>
            <a:endParaRPr lang="en-US" altLang="zh-CN"/>
          </a:p>
        </p:txBody>
      </p:sp>
    </p:spTree>
    <p:extLst>
      <p:ext uri="{BB962C8B-B14F-4D97-AF65-F5344CB8AC3E}">
        <p14:creationId xmlns:p14="http://schemas.microsoft.com/office/powerpoint/2010/main" val="132537561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50000"/>
              </a:lnSpc>
            </a:pPr>
            <a:endParaRPr lang="zh-CN" altLang="en-US" sz="1500" dirty="0"/>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61</a:t>
            </a:fld>
            <a:endParaRPr lang="en-US" altLang="zh-CN"/>
          </a:p>
        </p:txBody>
      </p:sp>
    </p:spTree>
    <p:extLst>
      <p:ext uri="{BB962C8B-B14F-4D97-AF65-F5344CB8AC3E}">
        <p14:creationId xmlns:p14="http://schemas.microsoft.com/office/powerpoint/2010/main" val="1128663883"/>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50000"/>
              </a:lnSpc>
            </a:pPr>
            <a:endParaRPr lang="zh-CN" altLang="en-US" sz="1500" dirty="0"/>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62</a:t>
            </a:fld>
            <a:endParaRPr lang="en-US" altLang="zh-CN"/>
          </a:p>
        </p:txBody>
      </p:sp>
    </p:spTree>
    <p:extLst>
      <p:ext uri="{BB962C8B-B14F-4D97-AF65-F5344CB8AC3E}">
        <p14:creationId xmlns:p14="http://schemas.microsoft.com/office/powerpoint/2010/main" val="931547886"/>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50000"/>
              </a:lnSpc>
            </a:pPr>
            <a:endParaRPr lang="zh-CN" altLang="en-US" sz="1500" dirty="0"/>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63</a:t>
            </a:fld>
            <a:endParaRPr lang="en-US" altLang="zh-CN"/>
          </a:p>
        </p:txBody>
      </p:sp>
    </p:spTree>
    <p:extLst>
      <p:ext uri="{BB962C8B-B14F-4D97-AF65-F5344CB8AC3E}">
        <p14:creationId xmlns:p14="http://schemas.microsoft.com/office/powerpoint/2010/main" val="5585889"/>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64</a:t>
            </a:fld>
            <a:endParaRPr lang="en-US" altLang="zh-CN"/>
          </a:p>
        </p:txBody>
      </p:sp>
    </p:spTree>
    <p:extLst>
      <p:ext uri="{BB962C8B-B14F-4D97-AF65-F5344CB8AC3E}">
        <p14:creationId xmlns:p14="http://schemas.microsoft.com/office/powerpoint/2010/main" val="818013215"/>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50000"/>
              </a:lnSpc>
            </a:pPr>
            <a:endParaRPr lang="zh-CN" altLang="en-US" sz="1500" dirty="0"/>
          </a:p>
          <a:p>
            <a:pPr>
              <a:lnSpc>
                <a:spcPct val="150000"/>
              </a:lnSpc>
            </a:pPr>
            <a:endParaRPr lang="zh-CN" altLang="en-US" sz="1500" dirty="0"/>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65</a:t>
            </a:fld>
            <a:endParaRPr lang="en-US" altLang="zh-CN"/>
          </a:p>
        </p:txBody>
      </p:sp>
    </p:spTree>
    <p:extLst>
      <p:ext uri="{BB962C8B-B14F-4D97-AF65-F5344CB8AC3E}">
        <p14:creationId xmlns:p14="http://schemas.microsoft.com/office/powerpoint/2010/main" val="3290286828"/>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50000"/>
              </a:lnSpc>
            </a:pPr>
            <a:endParaRPr lang="zh-CN" altLang="en-US" sz="1500" dirty="0"/>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66</a:t>
            </a:fld>
            <a:endParaRPr lang="en-US" altLang="zh-CN"/>
          </a:p>
        </p:txBody>
      </p:sp>
    </p:spTree>
    <p:extLst>
      <p:ext uri="{BB962C8B-B14F-4D97-AF65-F5344CB8AC3E}">
        <p14:creationId xmlns:p14="http://schemas.microsoft.com/office/powerpoint/2010/main" val="3483332052"/>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50000"/>
              </a:lnSpc>
            </a:pPr>
            <a:endParaRPr lang="zh-CN" altLang="en-US" sz="1500" dirty="0"/>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67</a:t>
            </a:fld>
            <a:endParaRPr lang="en-US" altLang="zh-CN"/>
          </a:p>
        </p:txBody>
      </p:sp>
    </p:spTree>
    <p:extLst>
      <p:ext uri="{BB962C8B-B14F-4D97-AF65-F5344CB8AC3E}">
        <p14:creationId xmlns:p14="http://schemas.microsoft.com/office/powerpoint/2010/main" val="3483332052"/>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50000"/>
              </a:lnSpc>
            </a:pPr>
            <a:endParaRPr lang="zh-CN" altLang="en-US" sz="1500" dirty="0"/>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68</a:t>
            </a:fld>
            <a:endParaRPr lang="en-US" altLang="zh-CN"/>
          </a:p>
        </p:txBody>
      </p:sp>
    </p:spTree>
    <p:extLst>
      <p:ext uri="{BB962C8B-B14F-4D97-AF65-F5344CB8AC3E}">
        <p14:creationId xmlns:p14="http://schemas.microsoft.com/office/powerpoint/2010/main" val="3483332052"/>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50000"/>
              </a:lnSpc>
            </a:pPr>
            <a:endParaRPr lang="zh-CN" altLang="en-US" sz="1500" dirty="0"/>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69</a:t>
            </a:fld>
            <a:endParaRPr lang="en-US" altLang="zh-CN"/>
          </a:p>
        </p:txBody>
      </p:sp>
    </p:spTree>
    <p:extLst>
      <p:ext uri="{BB962C8B-B14F-4D97-AF65-F5344CB8AC3E}">
        <p14:creationId xmlns:p14="http://schemas.microsoft.com/office/powerpoint/2010/main" val="3483332052"/>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50000"/>
              </a:lnSpc>
            </a:pPr>
            <a:endParaRPr lang="zh-CN" altLang="en-US" sz="1500" dirty="0"/>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70</a:t>
            </a:fld>
            <a:endParaRPr lang="en-US" altLang="zh-CN"/>
          </a:p>
        </p:txBody>
      </p:sp>
    </p:spTree>
    <p:extLst>
      <p:ext uri="{BB962C8B-B14F-4D97-AF65-F5344CB8AC3E}">
        <p14:creationId xmlns:p14="http://schemas.microsoft.com/office/powerpoint/2010/main" val="3483332052"/>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50000"/>
              </a:lnSpc>
            </a:pPr>
            <a:endParaRPr lang="zh-CN" altLang="en-US" sz="1500" dirty="0"/>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71</a:t>
            </a:fld>
            <a:endParaRPr lang="en-US" altLang="zh-CN"/>
          </a:p>
        </p:txBody>
      </p:sp>
    </p:spTree>
    <p:extLst>
      <p:ext uri="{BB962C8B-B14F-4D97-AF65-F5344CB8AC3E}">
        <p14:creationId xmlns:p14="http://schemas.microsoft.com/office/powerpoint/2010/main" val="3483332052"/>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50000"/>
              </a:lnSpc>
            </a:pPr>
            <a:endParaRPr lang="zh-CN" altLang="en-US" sz="1500" dirty="0"/>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72</a:t>
            </a:fld>
            <a:endParaRPr lang="en-US" altLang="zh-CN"/>
          </a:p>
        </p:txBody>
      </p:sp>
    </p:spTree>
    <p:extLst>
      <p:ext uri="{BB962C8B-B14F-4D97-AF65-F5344CB8AC3E}">
        <p14:creationId xmlns:p14="http://schemas.microsoft.com/office/powerpoint/2010/main" val="3483332052"/>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50000"/>
              </a:lnSpc>
            </a:pPr>
            <a:endParaRPr lang="zh-CN" altLang="en-US" sz="1500" dirty="0"/>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73</a:t>
            </a:fld>
            <a:endParaRPr lang="en-US" altLang="zh-CN"/>
          </a:p>
        </p:txBody>
      </p:sp>
    </p:spTree>
    <p:extLst>
      <p:ext uri="{BB962C8B-B14F-4D97-AF65-F5344CB8AC3E}">
        <p14:creationId xmlns:p14="http://schemas.microsoft.com/office/powerpoint/2010/main" val="3483332052"/>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50000"/>
              </a:lnSpc>
            </a:pPr>
            <a:endParaRPr lang="zh-CN" altLang="en-US" sz="1500" dirty="0"/>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74</a:t>
            </a:fld>
            <a:endParaRPr lang="en-US" altLang="zh-CN"/>
          </a:p>
        </p:txBody>
      </p:sp>
    </p:spTree>
    <p:extLst>
      <p:ext uri="{BB962C8B-B14F-4D97-AF65-F5344CB8AC3E}">
        <p14:creationId xmlns:p14="http://schemas.microsoft.com/office/powerpoint/2010/main" val="2563422339"/>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50000"/>
              </a:lnSpc>
            </a:pPr>
            <a:endParaRPr lang="zh-CN" altLang="en-US" sz="1500" dirty="0"/>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75</a:t>
            </a:fld>
            <a:endParaRPr lang="en-US" altLang="zh-CN"/>
          </a:p>
        </p:txBody>
      </p:sp>
    </p:spTree>
    <p:extLst>
      <p:ext uri="{BB962C8B-B14F-4D97-AF65-F5344CB8AC3E}">
        <p14:creationId xmlns:p14="http://schemas.microsoft.com/office/powerpoint/2010/main" val="4044144275"/>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50000"/>
              </a:lnSpc>
            </a:pPr>
            <a:endParaRPr lang="zh-CN" altLang="en-US" sz="1500" dirty="0"/>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76</a:t>
            </a:fld>
            <a:endParaRPr lang="en-US" altLang="zh-CN"/>
          </a:p>
        </p:txBody>
      </p:sp>
    </p:spTree>
    <p:extLst>
      <p:ext uri="{BB962C8B-B14F-4D97-AF65-F5344CB8AC3E}">
        <p14:creationId xmlns:p14="http://schemas.microsoft.com/office/powerpoint/2010/main" val="3306446215"/>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50000"/>
              </a:lnSpc>
            </a:pPr>
            <a:endParaRPr lang="zh-CN" altLang="en-US" sz="1500" dirty="0"/>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77</a:t>
            </a:fld>
            <a:endParaRPr lang="en-US" altLang="zh-CN"/>
          </a:p>
        </p:txBody>
      </p:sp>
    </p:spTree>
    <p:extLst>
      <p:ext uri="{BB962C8B-B14F-4D97-AF65-F5344CB8AC3E}">
        <p14:creationId xmlns:p14="http://schemas.microsoft.com/office/powerpoint/2010/main" val="1841570905"/>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50000"/>
              </a:lnSpc>
            </a:pPr>
            <a:endParaRPr lang="zh-CN" altLang="en-US" sz="1500" dirty="0"/>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78</a:t>
            </a:fld>
            <a:endParaRPr lang="en-US" altLang="zh-CN"/>
          </a:p>
        </p:txBody>
      </p:sp>
    </p:spTree>
    <p:extLst>
      <p:ext uri="{BB962C8B-B14F-4D97-AF65-F5344CB8AC3E}">
        <p14:creationId xmlns:p14="http://schemas.microsoft.com/office/powerpoint/2010/main" val="217550388"/>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50000"/>
              </a:lnSpc>
            </a:pPr>
            <a:endParaRPr lang="zh-CN" altLang="en-US" sz="1500" dirty="0"/>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79</a:t>
            </a:fld>
            <a:endParaRPr lang="en-US" altLang="zh-CN"/>
          </a:p>
        </p:txBody>
      </p:sp>
    </p:spTree>
    <p:extLst>
      <p:ext uri="{BB962C8B-B14F-4D97-AF65-F5344CB8AC3E}">
        <p14:creationId xmlns:p14="http://schemas.microsoft.com/office/powerpoint/2010/main" val="217550388"/>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50000"/>
              </a:lnSpc>
            </a:pPr>
            <a:endParaRPr lang="zh-CN" altLang="en-US" sz="1500" dirty="0"/>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80</a:t>
            </a:fld>
            <a:endParaRPr lang="en-US" altLang="zh-CN"/>
          </a:p>
        </p:txBody>
      </p:sp>
    </p:spTree>
    <p:extLst>
      <p:ext uri="{BB962C8B-B14F-4D97-AF65-F5344CB8AC3E}">
        <p14:creationId xmlns:p14="http://schemas.microsoft.com/office/powerpoint/2010/main" val="217550388"/>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81</a:t>
            </a:fld>
            <a:endParaRPr lang="en-US" altLang="zh-CN"/>
          </a:p>
        </p:txBody>
      </p:sp>
    </p:spTree>
    <p:extLst>
      <p:ext uri="{BB962C8B-B14F-4D97-AF65-F5344CB8AC3E}">
        <p14:creationId xmlns:p14="http://schemas.microsoft.com/office/powerpoint/2010/main" val="495606839"/>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50000"/>
              </a:lnSpc>
            </a:pPr>
            <a:endParaRPr lang="zh-CN" altLang="en-US" sz="1500" dirty="0"/>
          </a:p>
          <a:p>
            <a:pPr>
              <a:lnSpc>
                <a:spcPct val="150000"/>
              </a:lnSpc>
            </a:pPr>
            <a:endParaRPr lang="zh-CN" altLang="en-US" sz="1500" dirty="0"/>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82</a:t>
            </a:fld>
            <a:endParaRPr lang="en-US" altLang="zh-CN"/>
          </a:p>
        </p:txBody>
      </p:sp>
    </p:spTree>
    <p:extLst>
      <p:ext uri="{BB962C8B-B14F-4D97-AF65-F5344CB8AC3E}">
        <p14:creationId xmlns:p14="http://schemas.microsoft.com/office/powerpoint/2010/main" val="160640815"/>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50000"/>
              </a:lnSpc>
            </a:pPr>
            <a:endParaRPr lang="zh-CN" altLang="en-US" sz="1500" dirty="0"/>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83</a:t>
            </a:fld>
            <a:endParaRPr lang="en-US" altLang="zh-CN"/>
          </a:p>
        </p:txBody>
      </p:sp>
      <p:graphicFrame>
        <p:nvGraphicFramePr>
          <p:cNvPr id="5" name="对象 4"/>
          <p:cNvGraphicFramePr>
            <a:graphicFrameLocks noChangeAspect="1"/>
          </p:cNvGraphicFramePr>
          <p:nvPr>
            <p:extLst/>
          </p:nvPr>
        </p:nvGraphicFramePr>
        <p:xfrm>
          <a:off x="4710221" y="6898888"/>
          <a:ext cx="1260782" cy="312723"/>
        </p:xfrm>
        <a:graphic>
          <a:graphicData uri="http://schemas.openxmlformats.org/presentationml/2006/ole">
            <mc:AlternateContent xmlns:mc="http://schemas.openxmlformats.org/markup-compatibility/2006">
              <mc:Choice xmlns:v="urn:schemas-microsoft-com:vml" Requires="v">
                <p:oleObj spid="_x0000_s1738215" name="公式" r:id="rId4" imgW="939392" imgH="215806" progId="Equation.3">
                  <p:embed/>
                </p:oleObj>
              </mc:Choice>
              <mc:Fallback>
                <p:oleObj name="公式" r:id="rId4" imgW="939392" imgH="215806" progId="Equation.3">
                  <p:embed/>
                  <p:pic>
                    <p:nvPicPr>
                      <p:cNvPr id="5" name="对象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710221" y="6898888"/>
                        <a:ext cx="1260782" cy="312723"/>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97490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a:prstGeom prst="rect">
            <a:avLst/>
          </a:prstGeo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Tree>
    <p:extLst>
      <p:ext uri="{BB962C8B-B14F-4D97-AF65-F5344CB8AC3E}">
        <p14:creationId xmlns:p14="http://schemas.microsoft.com/office/powerpoint/2010/main" val="3783372692"/>
      </p:ext>
    </p:extLst>
  </p:cSld>
  <p:clrMapOvr>
    <a:masterClrMapping/>
  </p:clrMapOvr>
  <p:transition spd="med">
    <p:wipe dir="d"/>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1038772675"/>
      </p:ext>
    </p:extLst>
  </p:cSld>
  <p:clrMapOvr>
    <a:masterClrMapping/>
  </p:clrMapOvr>
  <p:transition spd="med">
    <p:wipe dir="d"/>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Tree>
    <p:extLst>
      <p:ext uri="{BB962C8B-B14F-4D97-AF65-F5344CB8AC3E}">
        <p14:creationId xmlns:p14="http://schemas.microsoft.com/office/powerpoint/2010/main" val="3181125163"/>
      </p:ext>
    </p:extLst>
  </p:cSld>
  <p:clrMapOvr>
    <a:masterClrMapping/>
  </p:clrMapOvr>
  <p:transition spd="med">
    <p:wipe dir="d"/>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2458199108"/>
      </p:ext>
    </p:extLst>
  </p:cSld>
  <p:clrMapOvr>
    <a:masterClrMapping/>
  </p:clrMapOvr>
  <p:transition spd="med">
    <p:wipe dir="d"/>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1288919340"/>
      </p:ext>
    </p:extLst>
  </p:cSld>
  <p:clrMapOvr>
    <a:masterClrMapping/>
  </p:clrMapOvr>
  <p:transition spd="med">
    <p:wipe dir="d"/>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Tree>
    <p:extLst>
      <p:ext uri="{BB962C8B-B14F-4D97-AF65-F5344CB8AC3E}">
        <p14:creationId xmlns:p14="http://schemas.microsoft.com/office/powerpoint/2010/main" val="58697565"/>
      </p:ext>
    </p:extLst>
  </p:cSld>
  <p:clrMapOvr>
    <a:masterClrMapping/>
  </p:clrMapOvr>
  <p:transition spd="med">
    <p:wipe dir="d"/>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pic>
        <p:nvPicPr>
          <p:cNvPr id="2" name="Picture 13" descr="xbhs"/>
          <p:cNvPicPr>
            <a:picLocks noChangeAspect="1" noChangeArrowheads="1"/>
          </p:cNvPicPr>
          <p:nvPr userDrawn="1"/>
        </p:nvPicPr>
        <p:blipFill>
          <a:blip r:embed="rId2">
            <a:extLst>
              <a:ext uri="{28A0092B-C50C-407E-A947-70E740481C1C}">
                <a14:useLocalDpi xmlns:a14="http://schemas.microsoft.com/office/drawing/2010/main" val="0"/>
              </a:ext>
            </a:extLst>
          </a:blip>
          <a:srcRect r="53241" b="57249"/>
          <a:stretch>
            <a:fillRect/>
          </a:stretch>
        </p:blipFill>
        <p:spPr bwMode="auto">
          <a:xfrm>
            <a:off x="1158760" y="4278004"/>
            <a:ext cx="1557808" cy="1567102"/>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E:\教学2012\清华校徽2.gif"/>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264561" y="776294"/>
            <a:ext cx="1343025" cy="533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61536846"/>
      </p:ext>
    </p:extLst>
  </p:cSld>
  <p:clrMapOvr>
    <a:masterClrMapping/>
  </p:clrMapOvr>
  <p:transition spd="med">
    <p:wipe dir="d"/>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Tree>
    <p:extLst>
      <p:ext uri="{BB962C8B-B14F-4D97-AF65-F5344CB8AC3E}">
        <p14:creationId xmlns:p14="http://schemas.microsoft.com/office/powerpoint/2010/main" val="3711705459"/>
      </p:ext>
    </p:extLst>
  </p:cSld>
  <p:clrMapOvr>
    <a:masterClrMapping/>
  </p:clrMapOvr>
  <p:transition spd="med">
    <p:wipe dir="d"/>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Tree>
    <p:extLst>
      <p:ext uri="{BB962C8B-B14F-4D97-AF65-F5344CB8AC3E}">
        <p14:creationId xmlns:p14="http://schemas.microsoft.com/office/powerpoint/2010/main" val="1708553134"/>
      </p:ext>
    </p:extLst>
  </p:cSld>
  <p:clrMapOvr>
    <a:masterClrMapping/>
  </p:clrMapOvr>
  <p:transition spd="med">
    <p:wipe dir="d"/>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1727350387"/>
      </p:ext>
    </p:extLst>
  </p:cSld>
  <p:clrMapOvr>
    <a:masterClrMapping/>
  </p:clrMapOvr>
  <p:transition spd="med">
    <p:wipe dir="d"/>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2963023204"/>
      </p:ext>
    </p:extLst>
  </p:cSld>
  <p:clrMapOvr>
    <a:masterClrMapping/>
  </p:clrMapOvr>
  <p:transition spd="med">
    <p:wipe dir="d"/>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a:prstGeom prst="rect">
            <a:avLst/>
          </a:prstGeo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Tree>
    <p:extLst>
      <p:ext uri="{BB962C8B-B14F-4D97-AF65-F5344CB8AC3E}">
        <p14:creationId xmlns:p14="http://schemas.microsoft.com/office/powerpoint/2010/main" val="2880700952"/>
      </p:ext>
    </p:extLst>
  </p:cSld>
  <p:clrMapOvr>
    <a:masterClrMapping/>
  </p:clrMapOvr>
  <p:transition spd="med">
    <p:wipe dir="d"/>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1786356754"/>
      </p:ext>
    </p:extLst>
  </p:cSld>
  <p:clrMapOvr>
    <a:masterClrMapping/>
  </p:clrMapOvr>
  <p:transition spd="med">
    <p:wipe dir="d"/>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Tree>
    <p:extLst>
      <p:ext uri="{BB962C8B-B14F-4D97-AF65-F5344CB8AC3E}">
        <p14:creationId xmlns:p14="http://schemas.microsoft.com/office/powerpoint/2010/main" val="2167351839"/>
      </p:ext>
    </p:extLst>
  </p:cSld>
  <p:clrMapOvr>
    <a:masterClrMapping/>
  </p:clrMapOvr>
  <p:transition spd="med">
    <p:wipe dir="d"/>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3853499012"/>
      </p:ext>
    </p:extLst>
  </p:cSld>
  <p:clrMapOvr>
    <a:masterClrMapping/>
  </p:clrMapOvr>
  <p:transition spd="med">
    <p:wipe dir="d"/>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3000666435"/>
      </p:ext>
    </p:extLst>
  </p:cSld>
  <p:clrMapOvr>
    <a:masterClrMapping/>
  </p:clrMapOvr>
  <p:transition spd="med">
    <p:wipe dir="d"/>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Tree>
    <p:extLst>
      <p:ext uri="{BB962C8B-B14F-4D97-AF65-F5344CB8AC3E}">
        <p14:creationId xmlns:p14="http://schemas.microsoft.com/office/powerpoint/2010/main" val="1871402199"/>
      </p:ext>
    </p:extLst>
  </p:cSld>
  <p:clrMapOvr>
    <a:masterClrMapping/>
  </p:clrMapOvr>
  <p:transition spd="med">
    <p:wipe dir="d"/>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36420991"/>
      </p:ext>
    </p:extLst>
  </p:cSld>
  <p:clrMapOvr>
    <a:masterClrMapping/>
  </p:clrMapOvr>
  <p:transition spd="med">
    <p:wipe dir="d"/>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Tree>
    <p:extLst>
      <p:ext uri="{BB962C8B-B14F-4D97-AF65-F5344CB8AC3E}">
        <p14:creationId xmlns:p14="http://schemas.microsoft.com/office/powerpoint/2010/main" val="528210542"/>
      </p:ext>
    </p:extLst>
  </p:cSld>
  <p:clrMapOvr>
    <a:masterClrMapping/>
  </p:clrMapOvr>
  <p:transition spd="med">
    <p:wipe dir="d"/>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Tree>
    <p:extLst>
      <p:ext uri="{BB962C8B-B14F-4D97-AF65-F5344CB8AC3E}">
        <p14:creationId xmlns:p14="http://schemas.microsoft.com/office/powerpoint/2010/main" val="602478664"/>
      </p:ext>
    </p:extLst>
  </p:cSld>
  <p:clrMapOvr>
    <a:masterClrMapping/>
  </p:clrMapOvr>
  <p:transition spd="med">
    <p:wipe dir="d"/>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1314883718"/>
      </p:ext>
    </p:extLst>
  </p:cSld>
  <p:clrMapOvr>
    <a:masterClrMapping/>
  </p:clrMapOvr>
  <p:transition spd="med">
    <p:wipe dir="d"/>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2387591282"/>
      </p:ext>
    </p:extLst>
  </p:cSld>
  <p:clrMapOvr>
    <a:masterClrMapping/>
  </p:clrMapOvr>
  <p:transition spd="med">
    <p:wipe dir="d"/>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457200" y="274638"/>
            <a:ext cx="8229600" cy="5851525"/>
          </a:xfrm>
          <a:prstGeom prst="rect">
            <a:avLst/>
          </a:prstGeo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1901426419"/>
      </p:ext>
    </p:extLst>
  </p:cSld>
  <p:clrMapOvr>
    <a:masterClrMapping/>
  </p:clrMapOvr>
  <p:transition spd="med">
    <p:wipe dir="d"/>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594068" name="Group 148"/>
          <p:cNvGrpSpPr>
            <a:grpSpLocks/>
          </p:cNvGrpSpPr>
          <p:nvPr userDrawn="1"/>
        </p:nvGrpSpPr>
        <p:grpSpPr bwMode="auto">
          <a:xfrm>
            <a:off x="8031163" y="5454650"/>
            <a:ext cx="533400" cy="492125"/>
            <a:chOff x="96" y="2784"/>
            <a:chExt cx="1062" cy="981"/>
          </a:xfrm>
        </p:grpSpPr>
        <p:sp>
          <p:nvSpPr>
            <p:cNvPr id="594069" name="Freeform 149"/>
            <p:cNvSpPr>
              <a:spLocks/>
            </p:cNvSpPr>
            <p:nvPr userDrawn="1"/>
          </p:nvSpPr>
          <p:spPr bwMode="auto">
            <a:xfrm>
              <a:off x="121" y="2784"/>
              <a:ext cx="207" cy="81"/>
            </a:xfrm>
            <a:custGeom>
              <a:avLst/>
              <a:gdLst>
                <a:gd name="T0" fmla="*/ 30 w 41"/>
                <a:gd name="T1" fmla="*/ 12 h 16"/>
                <a:gd name="T2" fmla="*/ 37 w 41"/>
                <a:gd name="T3" fmla="*/ 10 h 16"/>
                <a:gd name="T4" fmla="*/ 38 w 41"/>
                <a:gd name="T5" fmla="*/ 9 h 16"/>
                <a:gd name="T6" fmla="*/ 31 w 41"/>
                <a:gd name="T7" fmla="*/ 1 h 16"/>
                <a:gd name="T8" fmla="*/ 8 w 41"/>
                <a:gd name="T9" fmla="*/ 11 h 16"/>
                <a:gd name="T10" fmla="*/ 30 w 41"/>
                <a:gd name="T11" fmla="*/ 12 h 16"/>
              </a:gdLst>
              <a:ahLst/>
              <a:cxnLst>
                <a:cxn ang="0">
                  <a:pos x="T0" y="T1"/>
                </a:cxn>
                <a:cxn ang="0">
                  <a:pos x="T2" y="T3"/>
                </a:cxn>
                <a:cxn ang="0">
                  <a:pos x="T4" y="T5"/>
                </a:cxn>
                <a:cxn ang="0">
                  <a:pos x="T6" y="T7"/>
                </a:cxn>
                <a:cxn ang="0">
                  <a:pos x="T8" y="T9"/>
                </a:cxn>
                <a:cxn ang="0">
                  <a:pos x="T10" y="T11"/>
                </a:cxn>
              </a:cxnLst>
              <a:rect l="0" t="0" r="r" b="b"/>
              <a:pathLst>
                <a:path w="41" h="16">
                  <a:moveTo>
                    <a:pt x="30" y="12"/>
                  </a:moveTo>
                  <a:cubicBezTo>
                    <a:pt x="34" y="11"/>
                    <a:pt x="36" y="10"/>
                    <a:pt x="37" y="10"/>
                  </a:cubicBezTo>
                  <a:cubicBezTo>
                    <a:pt x="37" y="10"/>
                    <a:pt x="38" y="9"/>
                    <a:pt x="38" y="9"/>
                  </a:cubicBezTo>
                  <a:cubicBezTo>
                    <a:pt x="41" y="6"/>
                    <a:pt x="37" y="1"/>
                    <a:pt x="31" y="1"/>
                  </a:cubicBezTo>
                  <a:cubicBezTo>
                    <a:pt x="31" y="1"/>
                    <a:pt x="0" y="0"/>
                    <a:pt x="8" y="11"/>
                  </a:cubicBezTo>
                  <a:cubicBezTo>
                    <a:pt x="8" y="11"/>
                    <a:pt x="15" y="16"/>
                    <a:pt x="30" y="12"/>
                  </a:cubicBezTo>
                  <a:close/>
                </a:path>
              </a:pathLst>
            </a:custGeom>
            <a:solidFill>
              <a:srgbClr val="99CCFF"/>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594070" name="Freeform 150"/>
            <p:cNvSpPr>
              <a:spLocks noEditPoints="1"/>
            </p:cNvSpPr>
            <p:nvPr userDrawn="1"/>
          </p:nvSpPr>
          <p:spPr bwMode="auto">
            <a:xfrm>
              <a:off x="96" y="2789"/>
              <a:ext cx="1062" cy="976"/>
            </a:xfrm>
            <a:custGeom>
              <a:avLst/>
              <a:gdLst>
                <a:gd name="T0" fmla="*/ 163 w 210"/>
                <a:gd name="T1" fmla="*/ 155 h 193"/>
                <a:gd name="T2" fmla="*/ 152 w 210"/>
                <a:gd name="T3" fmla="*/ 125 h 193"/>
                <a:gd name="T4" fmla="*/ 142 w 210"/>
                <a:gd name="T5" fmla="*/ 99 h 193"/>
                <a:gd name="T6" fmla="*/ 165 w 210"/>
                <a:gd name="T7" fmla="*/ 93 h 193"/>
                <a:gd name="T8" fmla="*/ 146 w 210"/>
                <a:gd name="T9" fmla="*/ 82 h 193"/>
                <a:gd name="T10" fmla="*/ 157 w 210"/>
                <a:gd name="T11" fmla="*/ 83 h 193"/>
                <a:gd name="T12" fmla="*/ 157 w 210"/>
                <a:gd name="T13" fmla="*/ 77 h 193"/>
                <a:gd name="T14" fmla="*/ 135 w 210"/>
                <a:gd name="T15" fmla="*/ 78 h 193"/>
                <a:gd name="T16" fmla="*/ 128 w 210"/>
                <a:gd name="T17" fmla="*/ 125 h 193"/>
                <a:gd name="T18" fmla="*/ 124 w 210"/>
                <a:gd name="T19" fmla="*/ 84 h 193"/>
                <a:gd name="T20" fmla="*/ 118 w 210"/>
                <a:gd name="T21" fmla="*/ 67 h 193"/>
                <a:gd name="T22" fmla="*/ 124 w 210"/>
                <a:gd name="T23" fmla="*/ 51 h 193"/>
                <a:gd name="T24" fmla="*/ 121 w 210"/>
                <a:gd name="T25" fmla="*/ 37 h 193"/>
                <a:gd name="T26" fmla="*/ 119 w 210"/>
                <a:gd name="T27" fmla="*/ 24 h 193"/>
                <a:gd name="T28" fmla="*/ 132 w 210"/>
                <a:gd name="T29" fmla="*/ 39 h 193"/>
                <a:gd name="T30" fmla="*/ 149 w 210"/>
                <a:gd name="T31" fmla="*/ 18 h 193"/>
                <a:gd name="T32" fmla="*/ 147 w 210"/>
                <a:gd name="T33" fmla="*/ 36 h 193"/>
                <a:gd name="T34" fmla="*/ 143 w 210"/>
                <a:gd name="T35" fmla="*/ 48 h 193"/>
                <a:gd name="T36" fmla="*/ 144 w 210"/>
                <a:gd name="T37" fmla="*/ 67 h 193"/>
                <a:gd name="T38" fmla="*/ 199 w 210"/>
                <a:gd name="T39" fmla="*/ 29 h 193"/>
                <a:gd name="T40" fmla="*/ 90 w 210"/>
                <a:gd name="T41" fmla="*/ 1 h 193"/>
                <a:gd name="T42" fmla="*/ 56 w 210"/>
                <a:gd name="T43" fmla="*/ 8 h 193"/>
                <a:gd name="T44" fmla="*/ 85 w 210"/>
                <a:gd name="T45" fmla="*/ 12 h 193"/>
                <a:gd name="T46" fmla="*/ 60 w 210"/>
                <a:gd name="T47" fmla="*/ 22 h 193"/>
                <a:gd name="T48" fmla="*/ 58 w 210"/>
                <a:gd name="T49" fmla="*/ 29 h 193"/>
                <a:gd name="T50" fmla="*/ 38 w 210"/>
                <a:gd name="T51" fmla="*/ 17 h 193"/>
                <a:gd name="T52" fmla="*/ 13 w 210"/>
                <a:gd name="T53" fmla="*/ 115 h 193"/>
                <a:gd name="T54" fmla="*/ 61 w 210"/>
                <a:gd name="T55" fmla="*/ 146 h 193"/>
                <a:gd name="T56" fmla="*/ 45 w 210"/>
                <a:gd name="T57" fmla="*/ 133 h 193"/>
                <a:gd name="T58" fmla="*/ 35 w 210"/>
                <a:gd name="T59" fmla="*/ 145 h 193"/>
                <a:gd name="T60" fmla="*/ 32 w 210"/>
                <a:gd name="T61" fmla="*/ 128 h 193"/>
                <a:gd name="T62" fmla="*/ 46 w 210"/>
                <a:gd name="T63" fmla="*/ 86 h 193"/>
                <a:gd name="T64" fmla="*/ 67 w 210"/>
                <a:gd name="T65" fmla="*/ 83 h 193"/>
                <a:gd name="T66" fmla="*/ 71 w 210"/>
                <a:gd name="T67" fmla="*/ 95 h 193"/>
                <a:gd name="T68" fmla="*/ 61 w 210"/>
                <a:gd name="T69" fmla="*/ 121 h 193"/>
                <a:gd name="T70" fmla="*/ 91 w 210"/>
                <a:gd name="T71" fmla="*/ 180 h 193"/>
                <a:gd name="T72" fmla="*/ 186 w 210"/>
                <a:gd name="T73" fmla="*/ 166 h 193"/>
                <a:gd name="T74" fmla="*/ 182 w 210"/>
                <a:gd name="T75" fmla="*/ 66 h 193"/>
                <a:gd name="T76" fmla="*/ 165 w 210"/>
                <a:gd name="T77" fmla="*/ 60 h 193"/>
                <a:gd name="T78" fmla="*/ 113 w 210"/>
                <a:gd name="T79" fmla="*/ 61 h 193"/>
                <a:gd name="T80" fmla="*/ 108 w 210"/>
                <a:gd name="T81" fmla="*/ 87 h 193"/>
                <a:gd name="T82" fmla="*/ 114 w 210"/>
                <a:gd name="T83" fmla="*/ 50 h 193"/>
                <a:gd name="T84" fmla="*/ 89 w 210"/>
                <a:gd name="T85" fmla="*/ 26 h 193"/>
                <a:gd name="T86" fmla="*/ 105 w 210"/>
                <a:gd name="T87" fmla="*/ 35 h 193"/>
                <a:gd name="T88" fmla="*/ 61 w 210"/>
                <a:gd name="T89" fmla="*/ 72 h 193"/>
                <a:gd name="T90" fmla="*/ 24 w 210"/>
                <a:gd name="T91" fmla="*/ 37 h 193"/>
                <a:gd name="T92" fmla="*/ 68 w 210"/>
                <a:gd name="T93" fmla="*/ 40 h 193"/>
                <a:gd name="T94" fmla="*/ 79 w 210"/>
                <a:gd name="T95" fmla="*/ 40 h 193"/>
                <a:gd name="T96" fmla="*/ 108 w 210"/>
                <a:gd name="T97" fmla="*/ 45 h 193"/>
                <a:gd name="T98" fmla="*/ 99 w 210"/>
                <a:gd name="T99" fmla="*/ 93 h 193"/>
                <a:gd name="T100" fmla="*/ 93 w 210"/>
                <a:gd name="T101" fmla="*/ 51 h 193"/>
                <a:gd name="T102" fmla="*/ 61 w 210"/>
                <a:gd name="T103" fmla="*/ 72 h 193"/>
                <a:gd name="T104" fmla="*/ 80 w 210"/>
                <a:gd name="T105" fmla="*/ 82 h 193"/>
                <a:gd name="T106" fmla="*/ 88 w 210"/>
                <a:gd name="T107" fmla="*/ 58 h 193"/>
                <a:gd name="T108" fmla="*/ 102 w 210"/>
                <a:gd name="T109" fmla="*/ 145 h 193"/>
                <a:gd name="T110" fmla="*/ 82 w 210"/>
                <a:gd name="T111" fmla="*/ 96 h 193"/>
                <a:gd name="T112" fmla="*/ 117 w 210"/>
                <a:gd name="T113" fmla="*/ 106 h 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10" h="193">
                  <a:moveTo>
                    <a:pt x="186" y="166"/>
                  </a:moveTo>
                  <a:cubicBezTo>
                    <a:pt x="167" y="166"/>
                    <a:pt x="163" y="155"/>
                    <a:pt x="163" y="155"/>
                  </a:cubicBezTo>
                  <a:cubicBezTo>
                    <a:pt x="163" y="155"/>
                    <a:pt x="162" y="147"/>
                    <a:pt x="154" y="145"/>
                  </a:cubicBezTo>
                  <a:cubicBezTo>
                    <a:pt x="135" y="140"/>
                    <a:pt x="147" y="128"/>
                    <a:pt x="152" y="125"/>
                  </a:cubicBezTo>
                  <a:cubicBezTo>
                    <a:pt x="157" y="123"/>
                    <a:pt x="154" y="122"/>
                    <a:pt x="150" y="120"/>
                  </a:cubicBezTo>
                  <a:cubicBezTo>
                    <a:pt x="142" y="115"/>
                    <a:pt x="141" y="109"/>
                    <a:pt x="142" y="99"/>
                  </a:cubicBezTo>
                  <a:cubicBezTo>
                    <a:pt x="142" y="88"/>
                    <a:pt x="149" y="91"/>
                    <a:pt x="149" y="91"/>
                  </a:cubicBezTo>
                  <a:cubicBezTo>
                    <a:pt x="149" y="91"/>
                    <a:pt x="160" y="96"/>
                    <a:pt x="165" y="93"/>
                  </a:cubicBezTo>
                  <a:cubicBezTo>
                    <a:pt x="169" y="91"/>
                    <a:pt x="167" y="88"/>
                    <a:pt x="165" y="89"/>
                  </a:cubicBezTo>
                  <a:cubicBezTo>
                    <a:pt x="163" y="91"/>
                    <a:pt x="148" y="89"/>
                    <a:pt x="146" y="82"/>
                  </a:cubicBezTo>
                  <a:cubicBezTo>
                    <a:pt x="144" y="74"/>
                    <a:pt x="150" y="78"/>
                    <a:pt x="151" y="78"/>
                  </a:cubicBezTo>
                  <a:cubicBezTo>
                    <a:pt x="153" y="79"/>
                    <a:pt x="153" y="81"/>
                    <a:pt x="157" y="83"/>
                  </a:cubicBezTo>
                  <a:cubicBezTo>
                    <a:pt x="168" y="88"/>
                    <a:pt x="162" y="82"/>
                    <a:pt x="162" y="82"/>
                  </a:cubicBezTo>
                  <a:cubicBezTo>
                    <a:pt x="162" y="82"/>
                    <a:pt x="162" y="82"/>
                    <a:pt x="157" y="77"/>
                  </a:cubicBezTo>
                  <a:cubicBezTo>
                    <a:pt x="152" y="71"/>
                    <a:pt x="145" y="73"/>
                    <a:pt x="139" y="73"/>
                  </a:cubicBezTo>
                  <a:cubicBezTo>
                    <a:pt x="133" y="73"/>
                    <a:pt x="135" y="78"/>
                    <a:pt x="135" y="78"/>
                  </a:cubicBezTo>
                  <a:cubicBezTo>
                    <a:pt x="135" y="78"/>
                    <a:pt x="134" y="88"/>
                    <a:pt x="133" y="106"/>
                  </a:cubicBezTo>
                  <a:cubicBezTo>
                    <a:pt x="132" y="124"/>
                    <a:pt x="129" y="126"/>
                    <a:pt x="128" y="125"/>
                  </a:cubicBezTo>
                  <a:cubicBezTo>
                    <a:pt x="127" y="123"/>
                    <a:pt x="125" y="114"/>
                    <a:pt x="125" y="111"/>
                  </a:cubicBezTo>
                  <a:cubicBezTo>
                    <a:pt x="125" y="108"/>
                    <a:pt x="123" y="97"/>
                    <a:pt x="124" y="84"/>
                  </a:cubicBezTo>
                  <a:cubicBezTo>
                    <a:pt x="125" y="72"/>
                    <a:pt x="128" y="77"/>
                    <a:pt x="120" y="74"/>
                  </a:cubicBezTo>
                  <a:cubicBezTo>
                    <a:pt x="111" y="71"/>
                    <a:pt x="116" y="67"/>
                    <a:pt x="118" y="67"/>
                  </a:cubicBezTo>
                  <a:cubicBezTo>
                    <a:pt x="121" y="67"/>
                    <a:pt x="125" y="69"/>
                    <a:pt x="126" y="67"/>
                  </a:cubicBezTo>
                  <a:cubicBezTo>
                    <a:pt x="127" y="59"/>
                    <a:pt x="128" y="52"/>
                    <a:pt x="124" y="51"/>
                  </a:cubicBezTo>
                  <a:cubicBezTo>
                    <a:pt x="115" y="47"/>
                    <a:pt x="119" y="45"/>
                    <a:pt x="122" y="44"/>
                  </a:cubicBezTo>
                  <a:cubicBezTo>
                    <a:pt x="125" y="43"/>
                    <a:pt x="126" y="35"/>
                    <a:pt x="121" y="37"/>
                  </a:cubicBezTo>
                  <a:cubicBezTo>
                    <a:pt x="112" y="40"/>
                    <a:pt x="113" y="32"/>
                    <a:pt x="115" y="31"/>
                  </a:cubicBezTo>
                  <a:cubicBezTo>
                    <a:pt x="117" y="30"/>
                    <a:pt x="120" y="32"/>
                    <a:pt x="119" y="24"/>
                  </a:cubicBezTo>
                  <a:cubicBezTo>
                    <a:pt x="117" y="17"/>
                    <a:pt x="124" y="14"/>
                    <a:pt x="126" y="21"/>
                  </a:cubicBezTo>
                  <a:cubicBezTo>
                    <a:pt x="127" y="28"/>
                    <a:pt x="130" y="42"/>
                    <a:pt x="132" y="39"/>
                  </a:cubicBezTo>
                  <a:cubicBezTo>
                    <a:pt x="134" y="35"/>
                    <a:pt x="138" y="22"/>
                    <a:pt x="142" y="16"/>
                  </a:cubicBezTo>
                  <a:cubicBezTo>
                    <a:pt x="145" y="10"/>
                    <a:pt x="150" y="15"/>
                    <a:pt x="149" y="18"/>
                  </a:cubicBezTo>
                  <a:cubicBezTo>
                    <a:pt x="144" y="33"/>
                    <a:pt x="152" y="34"/>
                    <a:pt x="152" y="34"/>
                  </a:cubicBezTo>
                  <a:cubicBezTo>
                    <a:pt x="152" y="34"/>
                    <a:pt x="151" y="36"/>
                    <a:pt x="147" y="36"/>
                  </a:cubicBezTo>
                  <a:cubicBezTo>
                    <a:pt x="137" y="35"/>
                    <a:pt x="141" y="41"/>
                    <a:pt x="145" y="43"/>
                  </a:cubicBezTo>
                  <a:cubicBezTo>
                    <a:pt x="154" y="46"/>
                    <a:pt x="148" y="48"/>
                    <a:pt x="143" y="48"/>
                  </a:cubicBezTo>
                  <a:cubicBezTo>
                    <a:pt x="139" y="48"/>
                    <a:pt x="136" y="50"/>
                    <a:pt x="135" y="55"/>
                  </a:cubicBezTo>
                  <a:cubicBezTo>
                    <a:pt x="132" y="70"/>
                    <a:pt x="144" y="67"/>
                    <a:pt x="144" y="67"/>
                  </a:cubicBezTo>
                  <a:cubicBezTo>
                    <a:pt x="162" y="72"/>
                    <a:pt x="189" y="69"/>
                    <a:pt x="189" y="69"/>
                  </a:cubicBezTo>
                  <a:cubicBezTo>
                    <a:pt x="209" y="75"/>
                    <a:pt x="200" y="45"/>
                    <a:pt x="199" y="29"/>
                  </a:cubicBezTo>
                  <a:cubicBezTo>
                    <a:pt x="197" y="13"/>
                    <a:pt x="195" y="5"/>
                    <a:pt x="181" y="2"/>
                  </a:cubicBezTo>
                  <a:cubicBezTo>
                    <a:pt x="168" y="0"/>
                    <a:pt x="90" y="1"/>
                    <a:pt x="90" y="1"/>
                  </a:cubicBezTo>
                  <a:cubicBezTo>
                    <a:pt x="87" y="2"/>
                    <a:pt x="56" y="1"/>
                    <a:pt x="56" y="1"/>
                  </a:cubicBezTo>
                  <a:cubicBezTo>
                    <a:pt x="56" y="1"/>
                    <a:pt x="54" y="8"/>
                    <a:pt x="56" y="8"/>
                  </a:cubicBezTo>
                  <a:cubicBezTo>
                    <a:pt x="61" y="8"/>
                    <a:pt x="80" y="9"/>
                    <a:pt x="80" y="9"/>
                  </a:cubicBezTo>
                  <a:cubicBezTo>
                    <a:pt x="81" y="9"/>
                    <a:pt x="90" y="8"/>
                    <a:pt x="85" y="12"/>
                  </a:cubicBezTo>
                  <a:cubicBezTo>
                    <a:pt x="80" y="16"/>
                    <a:pt x="69" y="16"/>
                    <a:pt x="62" y="16"/>
                  </a:cubicBezTo>
                  <a:cubicBezTo>
                    <a:pt x="47" y="15"/>
                    <a:pt x="54" y="22"/>
                    <a:pt x="60" y="22"/>
                  </a:cubicBezTo>
                  <a:cubicBezTo>
                    <a:pt x="78" y="22"/>
                    <a:pt x="82" y="26"/>
                    <a:pt x="74" y="27"/>
                  </a:cubicBezTo>
                  <a:cubicBezTo>
                    <a:pt x="67" y="28"/>
                    <a:pt x="65" y="28"/>
                    <a:pt x="58" y="29"/>
                  </a:cubicBezTo>
                  <a:cubicBezTo>
                    <a:pt x="2" y="38"/>
                    <a:pt x="21" y="23"/>
                    <a:pt x="26" y="23"/>
                  </a:cubicBezTo>
                  <a:cubicBezTo>
                    <a:pt x="49" y="23"/>
                    <a:pt x="44" y="15"/>
                    <a:pt x="38" y="17"/>
                  </a:cubicBezTo>
                  <a:cubicBezTo>
                    <a:pt x="32" y="18"/>
                    <a:pt x="12" y="11"/>
                    <a:pt x="9" y="24"/>
                  </a:cubicBezTo>
                  <a:cubicBezTo>
                    <a:pt x="7" y="37"/>
                    <a:pt x="15" y="103"/>
                    <a:pt x="13" y="115"/>
                  </a:cubicBezTo>
                  <a:cubicBezTo>
                    <a:pt x="0" y="193"/>
                    <a:pt x="71" y="176"/>
                    <a:pt x="71" y="176"/>
                  </a:cubicBezTo>
                  <a:cubicBezTo>
                    <a:pt x="56" y="164"/>
                    <a:pt x="62" y="153"/>
                    <a:pt x="61" y="146"/>
                  </a:cubicBezTo>
                  <a:cubicBezTo>
                    <a:pt x="57" y="125"/>
                    <a:pt x="55" y="122"/>
                    <a:pt x="51" y="124"/>
                  </a:cubicBezTo>
                  <a:cubicBezTo>
                    <a:pt x="43" y="128"/>
                    <a:pt x="44" y="130"/>
                    <a:pt x="45" y="133"/>
                  </a:cubicBezTo>
                  <a:cubicBezTo>
                    <a:pt x="51" y="151"/>
                    <a:pt x="37" y="137"/>
                    <a:pt x="37" y="137"/>
                  </a:cubicBezTo>
                  <a:cubicBezTo>
                    <a:pt x="35" y="138"/>
                    <a:pt x="34" y="142"/>
                    <a:pt x="35" y="145"/>
                  </a:cubicBezTo>
                  <a:cubicBezTo>
                    <a:pt x="47" y="168"/>
                    <a:pt x="36" y="162"/>
                    <a:pt x="33" y="158"/>
                  </a:cubicBezTo>
                  <a:cubicBezTo>
                    <a:pt x="22" y="142"/>
                    <a:pt x="33" y="133"/>
                    <a:pt x="32" y="128"/>
                  </a:cubicBezTo>
                  <a:cubicBezTo>
                    <a:pt x="27" y="108"/>
                    <a:pt x="42" y="100"/>
                    <a:pt x="44" y="97"/>
                  </a:cubicBezTo>
                  <a:cubicBezTo>
                    <a:pt x="46" y="93"/>
                    <a:pt x="45" y="92"/>
                    <a:pt x="46" y="86"/>
                  </a:cubicBezTo>
                  <a:cubicBezTo>
                    <a:pt x="48" y="72"/>
                    <a:pt x="55" y="79"/>
                    <a:pt x="55" y="84"/>
                  </a:cubicBezTo>
                  <a:cubicBezTo>
                    <a:pt x="53" y="100"/>
                    <a:pt x="63" y="88"/>
                    <a:pt x="67" y="83"/>
                  </a:cubicBezTo>
                  <a:cubicBezTo>
                    <a:pt x="78" y="68"/>
                    <a:pt x="77" y="84"/>
                    <a:pt x="75" y="87"/>
                  </a:cubicBezTo>
                  <a:cubicBezTo>
                    <a:pt x="72" y="89"/>
                    <a:pt x="71" y="93"/>
                    <a:pt x="71" y="95"/>
                  </a:cubicBezTo>
                  <a:cubicBezTo>
                    <a:pt x="74" y="103"/>
                    <a:pt x="69" y="111"/>
                    <a:pt x="67" y="112"/>
                  </a:cubicBezTo>
                  <a:cubicBezTo>
                    <a:pt x="66" y="112"/>
                    <a:pt x="61" y="114"/>
                    <a:pt x="61" y="121"/>
                  </a:cubicBezTo>
                  <a:cubicBezTo>
                    <a:pt x="61" y="127"/>
                    <a:pt x="69" y="139"/>
                    <a:pt x="69" y="143"/>
                  </a:cubicBezTo>
                  <a:cubicBezTo>
                    <a:pt x="69" y="178"/>
                    <a:pt x="84" y="181"/>
                    <a:pt x="91" y="180"/>
                  </a:cubicBezTo>
                  <a:cubicBezTo>
                    <a:pt x="98" y="179"/>
                    <a:pt x="159" y="177"/>
                    <a:pt x="185" y="175"/>
                  </a:cubicBezTo>
                  <a:cubicBezTo>
                    <a:pt x="210" y="173"/>
                    <a:pt x="193" y="166"/>
                    <a:pt x="186" y="166"/>
                  </a:cubicBezTo>
                  <a:close/>
                  <a:moveTo>
                    <a:pt x="165" y="60"/>
                  </a:moveTo>
                  <a:cubicBezTo>
                    <a:pt x="203" y="61"/>
                    <a:pt x="185" y="64"/>
                    <a:pt x="182" y="66"/>
                  </a:cubicBezTo>
                  <a:cubicBezTo>
                    <a:pt x="178" y="68"/>
                    <a:pt x="182" y="66"/>
                    <a:pt x="167" y="65"/>
                  </a:cubicBezTo>
                  <a:cubicBezTo>
                    <a:pt x="152" y="65"/>
                    <a:pt x="165" y="60"/>
                    <a:pt x="165" y="60"/>
                  </a:cubicBezTo>
                  <a:close/>
                  <a:moveTo>
                    <a:pt x="114" y="50"/>
                  </a:moveTo>
                  <a:cubicBezTo>
                    <a:pt x="121" y="55"/>
                    <a:pt x="113" y="61"/>
                    <a:pt x="113" y="61"/>
                  </a:cubicBezTo>
                  <a:cubicBezTo>
                    <a:pt x="113" y="61"/>
                    <a:pt x="108" y="70"/>
                    <a:pt x="112" y="78"/>
                  </a:cubicBezTo>
                  <a:cubicBezTo>
                    <a:pt x="116" y="87"/>
                    <a:pt x="116" y="97"/>
                    <a:pt x="108" y="87"/>
                  </a:cubicBezTo>
                  <a:cubicBezTo>
                    <a:pt x="100" y="78"/>
                    <a:pt x="105" y="58"/>
                    <a:pt x="107" y="53"/>
                  </a:cubicBezTo>
                  <a:cubicBezTo>
                    <a:pt x="107" y="53"/>
                    <a:pt x="107" y="44"/>
                    <a:pt x="114" y="50"/>
                  </a:cubicBezTo>
                  <a:close/>
                  <a:moveTo>
                    <a:pt x="83" y="29"/>
                  </a:moveTo>
                  <a:cubicBezTo>
                    <a:pt x="83" y="25"/>
                    <a:pt x="89" y="26"/>
                    <a:pt x="89" y="26"/>
                  </a:cubicBezTo>
                  <a:cubicBezTo>
                    <a:pt x="89" y="26"/>
                    <a:pt x="99" y="30"/>
                    <a:pt x="104" y="30"/>
                  </a:cubicBezTo>
                  <a:cubicBezTo>
                    <a:pt x="108" y="29"/>
                    <a:pt x="114" y="35"/>
                    <a:pt x="105" y="35"/>
                  </a:cubicBezTo>
                  <a:cubicBezTo>
                    <a:pt x="96" y="35"/>
                    <a:pt x="82" y="39"/>
                    <a:pt x="83" y="29"/>
                  </a:cubicBezTo>
                  <a:close/>
                  <a:moveTo>
                    <a:pt x="61" y="72"/>
                  </a:moveTo>
                  <a:cubicBezTo>
                    <a:pt x="55" y="72"/>
                    <a:pt x="16" y="87"/>
                    <a:pt x="16" y="48"/>
                  </a:cubicBezTo>
                  <a:cubicBezTo>
                    <a:pt x="16" y="39"/>
                    <a:pt x="14" y="31"/>
                    <a:pt x="24" y="37"/>
                  </a:cubicBezTo>
                  <a:cubicBezTo>
                    <a:pt x="35" y="42"/>
                    <a:pt x="25" y="42"/>
                    <a:pt x="49" y="40"/>
                  </a:cubicBezTo>
                  <a:cubicBezTo>
                    <a:pt x="49" y="40"/>
                    <a:pt x="66" y="41"/>
                    <a:pt x="68" y="40"/>
                  </a:cubicBezTo>
                  <a:cubicBezTo>
                    <a:pt x="71" y="38"/>
                    <a:pt x="69" y="34"/>
                    <a:pt x="74" y="34"/>
                  </a:cubicBezTo>
                  <a:cubicBezTo>
                    <a:pt x="80" y="34"/>
                    <a:pt x="79" y="40"/>
                    <a:pt x="79" y="40"/>
                  </a:cubicBezTo>
                  <a:cubicBezTo>
                    <a:pt x="79" y="40"/>
                    <a:pt x="74" y="46"/>
                    <a:pt x="109" y="41"/>
                  </a:cubicBezTo>
                  <a:cubicBezTo>
                    <a:pt x="113" y="41"/>
                    <a:pt x="117" y="45"/>
                    <a:pt x="108" y="45"/>
                  </a:cubicBezTo>
                  <a:cubicBezTo>
                    <a:pt x="104" y="45"/>
                    <a:pt x="97" y="48"/>
                    <a:pt x="100" y="53"/>
                  </a:cubicBezTo>
                  <a:cubicBezTo>
                    <a:pt x="102" y="58"/>
                    <a:pt x="99" y="93"/>
                    <a:pt x="99" y="93"/>
                  </a:cubicBezTo>
                  <a:cubicBezTo>
                    <a:pt x="99" y="93"/>
                    <a:pt x="97" y="100"/>
                    <a:pt x="94" y="90"/>
                  </a:cubicBezTo>
                  <a:cubicBezTo>
                    <a:pt x="93" y="86"/>
                    <a:pt x="94" y="53"/>
                    <a:pt x="93" y="51"/>
                  </a:cubicBezTo>
                  <a:cubicBezTo>
                    <a:pt x="93" y="48"/>
                    <a:pt x="77" y="45"/>
                    <a:pt x="77" y="57"/>
                  </a:cubicBezTo>
                  <a:cubicBezTo>
                    <a:pt x="77" y="68"/>
                    <a:pt x="73" y="71"/>
                    <a:pt x="61" y="72"/>
                  </a:cubicBezTo>
                  <a:close/>
                  <a:moveTo>
                    <a:pt x="85" y="84"/>
                  </a:moveTo>
                  <a:cubicBezTo>
                    <a:pt x="82" y="88"/>
                    <a:pt x="78" y="90"/>
                    <a:pt x="80" y="82"/>
                  </a:cubicBezTo>
                  <a:cubicBezTo>
                    <a:pt x="81" y="74"/>
                    <a:pt x="83" y="63"/>
                    <a:pt x="83" y="57"/>
                  </a:cubicBezTo>
                  <a:cubicBezTo>
                    <a:pt x="83" y="57"/>
                    <a:pt x="87" y="50"/>
                    <a:pt x="88" y="58"/>
                  </a:cubicBezTo>
                  <a:cubicBezTo>
                    <a:pt x="89" y="66"/>
                    <a:pt x="87" y="81"/>
                    <a:pt x="85" y="84"/>
                  </a:cubicBezTo>
                  <a:close/>
                  <a:moveTo>
                    <a:pt x="102" y="145"/>
                  </a:moveTo>
                  <a:cubicBezTo>
                    <a:pt x="78" y="144"/>
                    <a:pt x="77" y="148"/>
                    <a:pt x="77" y="117"/>
                  </a:cubicBezTo>
                  <a:cubicBezTo>
                    <a:pt x="77" y="86"/>
                    <a:pt x="81" y="93"/>
                    <a:pt x="82" y="96"/>
                  </a:cubicBezTo>
                  <a:cubicBezTo>
                    <a:pt x="82" y="96"/>
                    <a:pt x="90" y="116"/>
                    <a:pt x="111" y="101"/>
                  </a:cubicBezTo>
                  <a:cubicBezTo>
                    <a:pt x="114" y="98"/>
                    <a:pt x="116" y="96"/>
                    <a:pt x="117" y="106"/>
                  </a:cubicBezTo>
                  <a:cubicBezTo>
                    <a:pt x="117" y="117"/>
                    <a:pt x="127" y="145"/>
                    <a:pt x="102" y="145"/>
                  </a:cubicBezTo>
                  <a:close/>
                </a:path>
              </a:pathLst>
            </a:custGeom>
            <a:solidFill>
              <a:srgbClr val="99CCFF"/>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594071" name="Freeform 151"/>
            <p:cNvSpPr>
              <a:spLocks/>
            </p:cNvSpPr>
            <p:nvPr userDrawn="1"/>
          </p:nvSpPr>
          <p:spPr bwMode="auto">
            <a:xfrm>
              <a:off x="348" y="3254"/>
              <a:ext cx="86" cy="102"/>
            </a:xfrm>
            <a:custGeom>
              <a:avLst/>
              <a:gdLst>
                <a:gd name="T0" fmla="*/ 14 w 17"/>
                <a:gd name="T1" fmla="*/ 5 h 20"/>
                <a:gd name="T2" fmla="*/ 9 w 17"/>
                <a:gd name="T3" fmla="*/ 20 h 20"/>
                <a:gd name="T4" fmla="*/ 14 w 17"/>
                <a:gd name="T5" fmla="*/ 5 h 20"/>
              </a:gdLst>
              <a:ahLst/>
              <a:cxnLst>
                <a:cxn ang="0">
                  <a:pos x="T0" y="T1"/>
                </a:cxn>
                <a:cxn ang="0">
                  <a:pos x="T2" y="T3"/>
                </a:cxn>
                <a:cxn ang="0">
                  <a:pos x="T4" y="T5"/>
                </a:cxn>
              </a:cxnLst>
              <a:rect l="0" t="0" r="r" b="b"/>
              <a:pathLst>
                <a:path w="17" h="20">
                  <a:moveTo>
                    <a:pt x="14" y="5"/>
                  </a:moveTo>
                  <a:cubicBezTo>
                    <a:pt x="13" y="0"/>
                    <a:pt x="0" y="8"/>
                    <a:pt x="9" y="20"/>
                  </a:cubicBezTo>
                  <a:cubicBezTo>
                    <a:pt x="9" y="20"/>
                    <a:pt x="17" y="17"/>
                    <a:pt x="14" y="5"/>
                  </a:cubicBezTo>
                  <a:close/>
                </a:path>
              </a:pathLst>
            </a:custGeom>
            <a:solidFill>
              <a:srgbClr val="99CCFF"/>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594072" name="Freeform 152"/>
            <p:cNvSpPr>
              <a:spLocks/>
            </p:cNvSpPr>
            <p:nvPr userDrawn="1"/>
          </p:nvSpPr>
          <p:spPr bwMode="auto">
            <a:xfrm>
              <a:off x="267" y="3295"/>
              <a:ext cx="76" cy="136"/>
            </a:xfrm>
            <a:custGeom>
              <a:avLst/>
              <a:gdLst>
                <a:gd name="T0" fmla="*/ 7 w 15"/>
                <a:gd name="T1" fmla="*/ 10 h 27"/>
                <a:gd name="T2" fmla="*/ 4 w 15"/>
                <a:gd name="T3" fmla="*/ 25 h 27"/>
                <a:gd name="T4" fmla="*/ 15 w 15"/>
                <a:gd name="T5" fmla="*/ 16 h 27"/>
                <a:gd name="T6" fmla="*/ 13 w 15"/>
                <a:gd name="T7" fmla="*/ 8 h 27"/>
                <a:gd name="T8" fmla="*/ 7 w 15"/>
                <a:gd name="T9" fmla="*/ 10 h 27"/>
              </a:gdLst>
              <a:ahLst/>
              <a:cxnLst>
                <a:cxn ang="0">
                  <a:pos x="T0" y="T1"/>
                </a:cxn>
                <a:cxn ang="0">
                  <a:pos x="T2" y="T3"/>
                </a:cxn>
                <a:cxn ang="0">
                  <a:pos x="T4" y="T5"/>
                </a:cxn>
                <a:cxn ang="0">
                  <a:pos x="T6" y="T7"/>
                </a:cxn>
                <a:cxn ang="0">
                  <a:pos x="T8" y="T9"/>
                </a:cxn>
              </a:cxnLst>
              <a:rect l="0" t="0" r="r" b="b"/>
              <a:pathLst>
                <a:path w="15" h="27">
                  <a:moveTo>
                    <a:pt x="7" y="10"/>
                  </a:moveTo>
                  <a:cubicBezTo>
                    <a:pt x="0" y="19"/>
                    <a:pt x="2" y="23"/>
                    <a:pt x="4" y="25"/>
                  </a:cubicBezTo>
                  <a:cubicBezTo>
                    <a:pt x="7" y="27"/>
                    <a:pt x="11" y="26"/>
                    <a:pt x="15" y="16"/>
                  </a:cubicBezTo>
                  <a:cubicBezTo>
                    <a:pt x="15" y="16"/>
                    <a:pt x="12" y="11"/>
                    <a:pt x="13" y="8"/>
                  </a:cubicBezTo>
                  <a:cubicBezTo>
                    <a:pt x="15" y="6"/>
                    <a:pt x="14" y="0"/>
                    <a:pt x="7" y="10"/>
                  </a:cubicBezTo>
                  <a:close/>
                </a:path>
              </a:pathLst>
            </a:custGeom>
            <a:solidFill>
              <a:srgbClr val="99CCFF"/>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594073" name="Freeform 153"/>
            <p:cNvSpPr>
              <a:spLocks/>
            </p:cNvSpPr>
            <p:nvPr userDrawn="1"/>
          </p:nvSpPr>
          <p:spPr bwMode="auto">
            <a:xfrm>
              <a:off x="222" y="3022"/>
              <a:ext cx="243" cy="116"/>
            </a:xfrm>
            <a:custGeom>
              <a:avLst/>
              <a:gdLst>
                <a:gd name="T0" fmla="*/ 40 w 48"/>
                <a:gd name="T1" fmla="*/ 2 h 23"/>
                <a:gd name="T2" fmla="*/ 9 w 48"/>
                <a:gd name="T3" fmla="*/ 1 h 23"/>
                <a:gd name="T4" fmla="*/ 1 w 48"/>
                <a:gd name="T5" fmla="*/ 9 h 23"/>
                <a:gd name="T6" fmla="*/ 22 w 48"/>
                <a:gd name="T7" fmla="*/ 21 h 23"/>
                <a:gd name="T8" fmla="*/ 34 w 48"/>
                <a:gd name="T9" fmla="*/ 20 h 23"/>
                <a:gd name="T10" fmla="*/ 40 w 48"/>
                <a:gd name="T11" fmla="*/ 19 h 23"/>
                <a:gd name="T12" fmla="*/ 40 w 48"/>
                <a:gd name="T13" fmla="*/ 2 h 23"/>
              </a:gdLst>
              <a:ahLst/>
              <a:cxnLst>
                <a:cxn ang="0">
                  <a:pos x="T0" y="T1"/>
                </a:cxn>
                <a:cxn ang="0">
                  <a:pos x="T2" y="T3"/>
                </a:cxn>
                <a:cxn ang="0">
                  <a:pos x="T4" y="T5"/>
                </a:cxn>
                <a:cxn ang="0">
                  <a:pos x="T6" y="T7"/>
                </a:cxn>
                <a:cxn ang="0">
                  <a:pos x="T8" y="T9"/>
                </a:cxn>
                <a:cxn ang="0">
                  <a:pos x="T10" y="T11"/>
                </a:cxn>
                <a:cxn ang="0">
                  <a:pos x="T12" y="T13"/>
                </a:cxn>
              </a:cxnLst>
              <a:rect l="0" t="0" r="r" b="b"/>
              <a:pathLst>
                <a:path w="48" h="23">
                  <a:moveTo>
                    <a:pt x="40" y="2"/>
                  </a:moveTo>
                  <a:cubicBezTo>
                    <a:pt x="38" y="3"/>
                    <a:pt x="9" y="1"/>
                    <a:pt x="9" y="1"/>
                  </a:cubicBezTo>
                  <a:cubicBezTo>
                    <a:pt x="5" y="1"/>
                    <a:pt x="1" y="0"/>
                    <a:pt x="1" y="9"/>
                  </a:cubicBezTo>
                  <a:cubicBezTo>
                    <a:pt x="0" y="23"/>
                    <a:pt x="17" y="21"/>
                    <a:pt x="22" y="21"/>
                  </a:cubicBezTo>
                  <a:cubicBezTo>
                    <a:pt x="26" y="21"/>
                    <a:pt x="30" y="18"/>
                    <a:pt x="34" y="20"/>
                  </a:cubicBezTo>
                  <a:cubicBezTo>
                    <a:pt x="34" y="20"/>
                    <a:pt x="38" y="23"/>
                    <a:pt x="40" y="19"/>
                  </a:cubicBezTo>
                  <a:cubicBezTo>
                    <a:pt x="48" y="5"/>
                    <a:pt x="43" y="0"/>
                    <a:pt x="40" y="2"/>
                  </a:cubicBezTo>
                  <a:close/>
                </a:path>
              </a:pathLst>
            </a:custGeom>
            <a:solidFill>
              <a:srgbClr val="99CCFF"/>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594074" name="Freeform 154"/>
            <p:cNvSpPr>
              <a:spLocks/>
            </p:cNvSpPr>
            <p:nvPr userDrawn="1"/>
          </p:nvSpPr>
          <p:spPr bwMode="auto">
            <a:xfrm>
              <a:off x="500" y="3345"/>
              <a:ext cx="177" cy="187"/>
            </a:xfrm>
            <a:custGeom>
              <a:avLst/>
              <a:gdLst>
                <a:gd name="T0" fmla="*/ 24 w 35"/>
                <a:gd name="T1" fmla="*/ 2 h 37"/>
                <a:gd name="T2" fmla="*/ 11 w 35"/>
                <a:gd name="T3" fmla="*/ 2 h 37"/>
                <a:gd name="T4" fmla="*/ 4 w 35"/>
                <a:gd name="T5" fmla="*/ 20 h 37"/>
                <a:gd name="T6" fmla="*/ 28 w 35"/>
                <a:gd name="T7" fmla="*/ 22 h 37"/>
                <a:gd name="T8" fmla="*/ 24 w 35"/>
                <a:gd name="T9" fmla="*/ 2 h 37"/>
              </a:gdLst>
              <a:ahLst/>
              <a:cxnLst>
                <a:cxn ang="0">
                  <a:pos x="T0" y="T1"/>
                </a:cxn>
                <a:cxn ang="0">
                  <a:pos x="T2" y="T3"/>
                </a:cxn>
                <a:cxn ang="0">
                  <a:pos x="T4" y="T5"/>
                </a:cxn>
                <a:cxn ang="0">
                  <a:pos x="T6" y="T7"/>
                </a:cxn>
                <a:cxn ang="0">
                  <a:pos x="T8" y="T9"/>
                </a:cxn>
              </a:cxnLst>
              <a:rect l="0" t="0" r="r" b="b"/>
              <a:pathLst>
                <a:path w="35" h="37">
                  <a:moveTo>
                    <a:pt x="24" y="2"/>
                  </a:moveTo>
                  <a:cubicBezTo>
                    <a:pt x="19" y="3"/>
                    <a:pt x="11" y="2"/>
                    <a:pt x="11" y="2"/>
                  </a:cubicBezTo>
                  <a:cubicBezTo>
                    <a:pt x="0" y="2"/>
                    <a:pt x="5" y="14"/>
                    <a:pt x="4" y="20"/>
                  </a:cubicBezTo>
                  <a:cubicBezTo>
                    <a:pt x="3" y="27"/>
                    <a:pt x="22" y="37"/>
                    <a:pt x="28" y="22"/>
                  </a:cubicBezTo>
                  <a:cubicBezTo>
                    <a:pt x="35" y="7"/>
                    <a:pt x="28" y="0"/>
                    <a:pt x="24" y="2"/>
                  </a:cubicBezTo>
                  <a:close/>
                </a:path>
              </a:pathLst>
            </a:custGeom>
            <a:solidFill>
              <a:srgbClr val="99CCFF"/>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594075" name="Freeform 155"/>
            <p:cNvSpPr>
              <a:spLocks/>
            </p:cNvSpPr>
            <p:nvPr userDrawn="1"/>
          </p:nvSpPr>
          <p:spPr bwMode="auto">
            <a:xfrm>
              <a:off x="905" y="3158"/>
              <a:ext cx="177" cy="36"/>
            </a:xfrm>
            <a:custGeom>
              <a:avLst/>
              <a:gdLst>
                <a:gd name="T0" fmla="*/ 5 w 35"/>
                <a:gd name="T1" fmla="*/ 0 h 7"/>
                <a:gd name="T2" fmla="*/ 14 w 35"/>
                <a:gd name="T3" fmla="*/ 5 h 7"/>
                <a:gd name="T4" fmla="*/ 5 w 35"/>
                <a:gd name="T5" fmla="*/ 0 h 7"/>
              </a:gdLst>
              <a:ahLst/>
              <a:cxnLst>
                <a:cxn ang="0">
                  <a:pos x="T0" y="T1"/>
                </a:cxn>
                <a:cxn ang="0">
                  <a:pos x="T2" y="T3"/>
                </a:cxn>
                <a:cxn ang="0">
                  <a:pos x="T4" y="T5"/>
                </a:cxn>
              </a:cxnLst>
              <a:rect l="0" t="0" r="r" b="b"/>
              <a:pathLst>
                <a:path w="35" h="7">
                  <a:moveTo>
                    <a:pt x="5" y="0"/>
                  </a:moveTo>
                  <a:cubicBezTo>
                    <a:pt x="0" y="0"/>
                    <a:pt x="7" y="7"/>
                    <a:pt x="14" y="5"/>
                  </a:cubicBezTo>
                  <a:cubicBezTo>
                    <a:pt x="35" y="1"/>
                    <a:pt x="5" y="0"/>
                    <a:pt x="5" y="0"/>
                  </a:cubicBezTo>
                  <a:close/>
                </a:path>
              </a:pathLst>
            </a:custGeom>
            <a:solidFill>
              <a:srgbClr val="99CCFF"/>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594076" name="Freeform 156"/>
            <p:cNvSpPr>
              <a:spLocks/>
            </p:cNvSpPr>
            <p:nvPr userDrawn="1"/>
          </p:nvSpPr>
          <p:spPr bwMode="auto">
            <a:xfrm>
              <a:off x="965" y="3153"/>
              <a:ext cx="137" cy="81"/>
            </a:xfrm>
            <a:custGeom>
              <a:avLst/>
              <a:gdLst>
                <a:gd name="T0" fmla="*/ 7 w 27"/>
                <a:gd name="T1" fmla="*/ 13 h 16"/>
                <a:gd name="T2" fmla="*/ 25 w 27"/>
                <a:gd name="T3" fmla="*/ 6 h 16"/>
                <a:gd name="T4" fmla="*/ 17 w 27"/>
                <a:gd name="T5" fmla="*/ 1 h 16"/>
                <a:gd name="T6" fmla="*/ 7 w 27"/>
                <a:gd name="T7" fmla="*/ 11 h 16"/>
                <a:gd name="T8" fmla="*/ 7 w 27"/>
                <a:gd name="T9" fmla="*/ 13 h 16"/>
              </a:gdLst>
              <a:ahLst/>
              <a:cxnLst>
                <a:cxn ang="0">
                  <a:pos x="T0" y="T1"/>
                </a:cxn>
                <a:cxn ang="0">
                  <a:pos x="T2" y="T3"/>
                </a:cxn>
                <a:cxn ang="0">
                  <a:pos x="T4" y="T5"/>
                </a:cxn>
                <a:cxn ang="0">
                  <a:pos x="T6" y="T7"/>
                </a:cxn>
                <a:cxn ang="0">
                  <a:pos x="T8" y="T9"/>
                </a:cxn>
              </a:cxnLst>
              <a:rect l="0" t="0" r="r" b="b"/>
              <a:pathLst>
                <a:path w="27" h="16">
                  <a:moveTo>
                    <a:pt x="7" y="13"/>
                  </a:moveTo>
                  <a:cubicBezTo>
                    <a:pt x="7" y="13"/>
                    <a:pt x="18" y="16"/>
                    <a:pt x="25" y="6"/>
                  </a:cubicBezTo>
                  <a:cubicBezTo>
                    <a:pt x="27" y="2"/>
                    <a:pt x="23" y="0"/>
                    <a:pt x="17" y="1"/>
                  </a:cubicBezTo>
                  <a:cubicBezTo>
                    <a:pt x="13" y="1"/>
                    <a:pt x="14" y="11"/>
                    <a:pt x="7" y="11"/>
                  </a:cubicBezTo>
                  <a:cubicBezTo>
                    <a:pt x="0" y="11"/>
                    <a:pt x="7" y="13"/>
                    <a:pt x="7" y="13"/>
                  </a:cubicBezTo>
                  <a:close/>
                </a:path>
              </a:pathLst>
            </a:custGeom>
            <a:solidFill>
              <a:srgbClr val="99CCFF"/>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594077" name="Freeform 157"/>
            <p:cNvSpPr>
              <a:spLocks/>
            </p:cNvSpPr>
            <p:nvPr userDrawn="1"/>
          </p:nvSpPr>
          <p:spPr bwMode="auto">
            <a:xfrm>
              <a:off x="960" y="3204"/>
              <a:ext cx="177" cy="86"/>
            </a:xfrm>
            <a:custGeom>
              <a:avLst/>
              <a:gdLst>
                <a:gd name="T0" fmla="*/ 25 w 35"/>
                <a:gd name="T1" fmla="*/ 6 h 17"/>
                <a:gd name="T2" fmla="*/ 8 w 35"/>
                <a:gd name="T3" fmla="*/ 10 h 17"/>
                <a:gd name="T4" fmla="*/ 6 w 35"/>
                <a:gd name="T5" fmla="*/ 13 h 17"/>
                <a:gd name="T6" fmla="*/ 27 w 35"/>
                <a:gd name="T7" fmla="*/ 12 h 17"/>
                <a:gd name="T8" fmla="*/ 25 w 35"/>
                <a:gd name="T9" fmla="*/ 6 h 17"/>
              </a:gdLst>
              <a:ahLst/>
              <a:cxnLst>
                <a:cxn ang="0">
                  <a:pos x="T0" y="T1"/>
                </a:cxn>
                <a:cxn ang="0">
                  <a:pos x="T2" y="T3"/>
                </a:cxn>
                <a:cxn ang="0">
                  <a:pos x="T4" y="T5"/>
                </a:cxn>
                <a:cxn ang="0">
                  <a:pos x="T6" y="T7"/>
                </a:cxn>
                <a:cxn ang="0">
                  <a:pos x="T8" y="T9"/>
                </a:cxn>
              </a:cxnLst>
              <a:rect l="0" t="0" r="r" b="b"/>
              <a:pathLst>
                <a:path w="35" h="17">
                  <a:moveTo>
                    <a:pt x="25" y="6"/>
                  </a:moveTo>
                  <a:cubicBezTo>
                    <a:pt x="20" y="12"/>
                    <a:pt x="8" y="10"/>
                    <a:pt x="8" y="10"/>
                  </a:cubicBezTo>
                  <a:cubicBezTo>
                    <a:pt x="8" y="10"/>
                    <a:pt x="0" y="9"/>
                    <a:pt x="6" y="13"/>
                  </a:cubicBezTo>
                  <a:cubicBezTo>
                    <a:pt x="11" y="17"/>
                    <a:pt x="18" y="15"/>
                    <a:pt x="27" y="12"/>
                  </a:cubicBezTo>
                  <a:cubicBezTo>
                    <a:pt x="35" y="8"/>
                    <a:pt x="31" y="0"/>
                    <a:pt x="25" y="6"/>
                  </a:cubicBezTo>
                  <a:close/>
                </a:path>
              </a:pathLst>
            </a:custGeom>
            <a:solidFill>
              <a:srgbClr val="99CCFF"/>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594078" name="Freeform 158"/>
            <p:cNvSpPr>
              <a:spLocks/>
            </p:cNvSpPr>
            <p:nvPr userDrawn="1"/>
          </p:nvSpPr>
          <p:spPr bwMode="auto">
            <a:xfrm>
              <a:off x="844" y="3285"/>
              <a:ext cx="248" cy="60"/>
            </a:xfrm>
            <a:custGeom>
              <a:avLst/>
              <a:gdLst>
                <a:gd name="T0" fmla="*/ 40 w 49"/>
                <a:gd name="T1" fmla="*/ 3 h 12"/>
                <a:gd name="T2" fmla="*/ 29 w 49"/>
                <a:gd name="T3" fmla="*/ 1 h 12"/>
                <a:gd name="T4" fmla="*/ 7 w 49"/>
                <a:gd name="T5" fmla="*/ 0 h 12"/>
                <a:gd name="T6" fmla="*/ 2 w 49"/>
                <a:gd name="T7" fmla="*/ 5 h 12"/>
                <a:gd name="T8" fmla="*/ 20 w 49"/>
                <a:gd name="T9" fmla="*/ 8 h 12"/>
                <a:gd name="T10" fmla="*/ 41 w 49"/>
                <a:gd name="T11" fmla="*/ 8 h 12"/>
                <a:gd name="T12" fmla="*/ 40 w 49"/>
                <a:gd name="T13" fmla="*/ 3 h 12"/>
              </a:gdLst>
              <a:ahLst/>
              <a:cxnLst>
                <a:cxn ang="0">
                  <a:pos x="T0" y="T1"/>
                </a:cxn>
                <a:cxn ang="0">
                  <a:pos x="T2" y="T3"/>
                </a:cxn>
                <a:cxn ang="0">
                  <a:pos x="T4" y="T5"/>
                </a:cxn>
                <a:cxn ang="0">
                  <a:pos x="T6" y="T7"/>
                </a:cxn>
                <a:cxn ang="0">
                  <a:pos x="T8" y="T9"/>
                </a:cxn>
                <a:cxn ang="0">
                  <a:pos x="T10" y="T11"/>
                </a:cxn>
                <a:cxn ang="0">
                  <a:pos x="T12" y="T13"/>
                </a:cxn>
              </a:cxnLst>
              <a:rect l="0" t="0" r="r" b="b"/>
              <a:pathLst>
                <a:path w="49" h="12">
                  <a:moveTo>
                    <a:pt x="40" y="3"/>
                  </a:moveTo>
                  <a:cubicBezTo>
                    <a:pt x="37" y="2"/>
                    <a:pt x="36" y="0"/>
                    <a:pt x="29" y="1"/>
                  </a:cubicBezTo>
                  <a:cubicBezTo>
                    <a:pt x="13" y="4"/>
                    <a:pt x="7" y="0"/>
                    <a:pt x="7" y="0"/>
                  </a:cubicBezTo>
                  <a:cubicBezTo>
                    <a:pt x="7" y="0"/>
                    <a:pt x="0" y="3"/>
                    <a:pt x="2" y="5"/>
                  </a:cubicBezTo>
                  <a:cubicBezTo>
                    <a:pt x="5" y="7"/>
                    <a:pt x="17" y="8"/>
                    <a:pt x="20" y="8"/>
                  </a:cubicBezTo>
                  <a:cubicBezTo>
                    <a:pt x="23" y="8"/>
                    <a:pt x="34" y="12"/>
                    <a:pt x="41" y="8"/>
                  </a:cubicBezTo>
                  <a:cubicBezTo>
                    <a:pt x="49" y="4"/>
                    <a:pt x="44" y="3"/>
                    <a:pt x="40" y="3"/>
                  </a:cubicBezTo>
                  <a:close/>
                </a:path>
              </a:pathLst>
            </a:custGeom>
            <a:solidFill>
              <a:srgbClr val="99CCFF"/>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594079" name="Freeform 159"/>
            <p:cNvSpPr>
              <a:spLocks/>
            </p:cNvSpPr>
            <p:nvPr userDrawn="1"/>
          </p:nvSpPr>
          <p:spPr bwMode="auto">
            <a:xfrm>
              <a:off x="869" y="3340"/>
              <a:ext cx="203" cy="56"/>
            </a:xfrm>
            <a:custGeom>
              <a:avLst/>
              <a:gdLst>
                <a:gd name="T0" fmla="*/ 37 w 40"/>
                <a:gd name="T1" fmla="*/ 2 h 11"/>
                <a:gd name="T2" fmla="*/ 26 w 40"/>
                <a:gd name="T3" fmla="*/ 4 h 11"/>
                <a:gd name="T4" fmla="*/ 13 w 40"/>
                <a:gd name="T5" fmla="*/ 3 h 11"/>
                <a:gd name="T6" fmla="*/ 1 w 40"/>
                <a:gd name="T7" fmla="*/ 2 h 11"/>
                <a:gd name="T8" fmla="*/ 35 w 40"/>
                <a:gd name="T9" fmla="*/ 8 h 11"/>
                <a:gd name="T10" fmla="*/ 37 w 40"/>
                <a:gd name="T11" fmla="*/ 2 h 11"/>
              </a:gdLst>
              <a:ahLst/>
              <a:cxnLst>
                <a:cxn ang="0">
                  <a:pos x="T0" y="T1"/>
                </a:cxn>
                <a:cxn ang="0">
                  <a:pos x="T2" y="T3"/>
                </a:cxn>
                <a:cxn ang="0">
                  <a:pos x="T4" y="T5"/>
                </a:cxn>
                <a:cxn ang="0">
                  <a:pos x="T6" y="T7"/>
                </a:cxn>
                <a:cxn ang="0">
                  <a:pos x="T8" y="T9"/>
                </a:cxn>
                <a:cxn ang="0">
                  <a:pos x="T10" y="T11"/>
                </a:cxn>
              </a:cxnLst>
              <a:rect l="0" t="0" r="r" b="b"/>
              <a:pathLst>
                <a:path w="40" h="11">
                  <a:moveTo>
                    <a:pt x="37" y="2"/>
                  </a:moveTo>
                  <a:cubicBezTo>
                    <a:pt x="34" y="4"/>
                    <a:pt x="30" y="4"/>
                    <a:pt x="26" y="4"/>
                  </a:cubicBezTo>
                  <a:cubicBezTo>
                    <a:pt x="23" y="4"/>
                    <a:pt x="16" y="2"/>
                    <a:pt x="13" y="3"/>
                  </a:cubicBezTo>
                  <a:cubicBezTo>
                    <a:pt x="10" y="4"/>
                    <a:pt x="1" y="2"/>
                    <a:pt x="1" y="2"/>
                  </a:cubicBezTo>
                  <a:cubicBezTo>
                    <a:pt x="0" y="11"/>
                    <a:pt x="30" y="10"/>
                    <a:pt x="35" y="8"/>
                  </a:cubicBezTo>
                  <a:cubicBezTo>
                    <a:pt x="40" y="5"/>
                    <a:pt x="40" y="0"/>
                    <a:pt x="37" y="2"/>
                  </a:cubicBezTo>
                  <a:close/>
                </a:path>
              </a:pathLst>
            </a:custGeom>
            <a:solidFill>
              <a:srgbClr val="99CCFF"/>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594080" name="Freeform 160"/>
            <p:cNvSpPr>
              <a:spLocks/>
            </p:cNvSpPr>
            <p:nvPr userDrawn="1"/>
          </p:nvSpPr>
          <p:spPr bwMode="auto">
            <a:xfrm>
              <a:off x="859" y="3386"/>
              <a:ext cx="207" cy="172"/>
            </a:xfrm>
            <a:custGeom>
              <a:avLst/>
              <a:gdLst>
                <a:gd name="T0" fmla="*/ 28 w 41"/>
                <a:gd name="T1" fmla="*/ 9 h 34"/>
                <a:gd name="T2" fmla="*/ 13 w 41"/>
                <a:gd name="T3" fmla="*/ 6 h 34"/>
                <a:gd name="T4" fmla="*/ 4 w 41"/>
                <a:gd name="T5" fmla="*/ 15 h 34"/>
                <a:gd name="T6" fmla="*/ 1 w 41"/>
                <a:gd name="T7" fmla="*/ 19 h 34"/>
                <a:gd name="T8" fmla="*/ 9 w 41"/>
                <a:gd name="T9" fmla="*/ 19 h 34"/>
                <a:gd name="T10" fmla="*/ 17 w 41"/>
                <a:gd name="T11" fmla="*/ 27 h 34"/>
                <a:gd name="T12" fmla="*/ 21 w 41"/>
                <a:gd name="T13" fmla="*/ 30 h 34"/>
                <a:gd name="T14" fmla="*/ 29 w 41"/>
                <a:gd name="T15" fmla="*/ 19 h 34"/>
                <a:gd name="T16" fmla="*/ 39 w 41"/>
                <a:gd name="T17" fmla="*/ 19 h 34"/>
                <a:gd name="T18" fmla="*/ 28 w 41"/>
                <a:gd name="T19" fmla="*/ 9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1" h="34">
                  <a:moveTo>
                    <a:pt x="28" y="9"/>
                  </a:moveTo>
                  <a:cubicBezTo>
                    <a:pt x="28" y="6"/>
                    <a:pt x="14" y="0"/>
                    <a:pt x="13" y="6"/>
                  </a:cubicBezTo>
                  <a:cubicBezTo>
                    <a:pt x="11" y="12"/>
                    <a:pt x="4" y="15"/>
                    <a:pt x="4" y="15"/>
                  </a:cubicBezTo>
                  <a:cubicBezTo>
                    <a:pt x="0" y="16"/>
                    <a:pt x="0" y="16"/>
                    <a:pt x="1" y="19"/>
                  </a:cubicBezTo>
                  <a:cubicBezTo>
                    <a:pt x="1" y="22"/>
                    <a:pt x="4" y="24"/>
                    <a:pt x="9" y="19"/>
                  </a:cubicBezTo>
                  <a:cubicBezTo>
                    <a:pt x="17" y="10"/>
                    <a:pt x="17" y="26"/>
                    <a:pt x="17" y="27"/>
                  </a:cubicBezTo>
                  <a:cubicBezTo>
                    <a:pt x="18" y="29"/>
                    <a:pt x="19" y="34"/>
                    <a:pt x="21" y="30"/>
                  </a:cubicBezTo>
                  <a:cubicBezTo>
                    <a:pt x="22" y="26"/>
                    <a:pt x="25" y="14"/>
                    <a:pt x="29" y="19"/>
                  </a:cubicBezTo>
                  <a:cubicBezTo>
                    <a:pt x="35" y="27"/>
                    <a:pt x="41" y="19"/>
                    <a:pt x="39" y="19"/>
                  </a:cubicBezTo>
                  <a:cubicBezTo>
                    <a:pt x="38" y="18"/>
                    <a:pt x="28" y="13"/>
                    <a:pt x="28" y="9"/>
                  </a:cubicBezTo>
                  <a:close/>
                </a:path>
              </a:pathLst>
            </a:custGeom>
            <a:solidFill>
              <a:srgbClr val="99CCFF"/>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594081" name="Freeform 161"/>
            <p:cNvSpPr>
              <a:spLocks/>
            </p:cNvSpPr>
            <p:nvPr userDrawn="1"/>
          </p:nvSpPr>
          <p:spPr bwMode="auto">
            <a:xfrm>
              <a:off x="996" y="3305"/>
              <a:ext cx="126" cy="318"/>
            </a:xfrm>
            <a:custGeom>
              <a:avLst/>
              <a:gdLst>
                <a:gd name="T0" fmla="*/ 22 w 25"/>
                <a:gd name="T1" fmla="*/ 2 h 63"/>
                <a:gd name="T2" fmla="*/ 18 w 25"/>
                <a:gd name="T3" fmla="*/ 17 h 63"/>
                <a:gd name="T4" fmla="*/ 7 w 25"/>
                <a:gd name="T5" fmla="*/ 20 h 63"/>
                <a:gd name="T6" fmla="*/ 7 w 25"/>
                <a:gd name="T7" fmla="*/ 23 h 63"/>
                <a:gd name="T8" fmla="*/ 17 w 25"/>
                <a:gd name="T9" fmla="*/ 34 h 63"/>
                <a:gd name="T10" fmla="*/ 12 w 25"/>
                <a:gd name="T11" fmla="*/ 45 h 63"/>
                <a:gd name="T12" fmla="*/ 0 w 25"/>
                <a:gd name="T13" fmla="*/ 55 h 63"/>
                <a:gd name="T14" fmla="*/ 5 w 25"/>
                <a:gd name="T15" fmla="*/ 58 h 63"/>
                <a:gd name="T16" fmla="*/ 16 w 25"/>
                <a:gd name="T17" fmla="*/ 62 h 63"/>
                <a:gd name="T18" fmla="*/ 23 w 25"/>
                <a:gd name="T19" fmla="*/ 57 h 63"/>
                <a:gd name="T20" fmla="*/ 25 w 25"/>
                <a:gd name="T21" fmla="*/ 14 h 63"/>
                <a:gd name="T22" fmla="*/ 25 w 25"/>
                <a:gd name="T23" fmla="*/ 2 h 63"/>
                <a:gd name="T24" fmla="*/ 22 w 25"/>
                <a:gd name="T25" fmla="*/ 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5" h="63">
                  <a:moveTo>
                    <a:pt x="22" y="2"/>
                  </a:moveTo>
                  <a:cubicBezTo>
                    <a:pt x="22" y="2"/>
                    <a:pt x="20" y="15"/>
                    <a:pt x="18" y="17"/>
                  </a:cubicBezTo>
                  <a:cubicBezTo>
                    <a:pt x="15" y="19"/>
                    <a:pt x="10" y="20"/>
                    <a:pt x="7" y="20"/>
                  </a:cubicBezTo>
                  <a:cubicBezTo>
                    <a:pt x="4" y="19"/>
                    <a:pt x="4" y="22"/>
                    <a:pt x="7" y="23"/>
                  </a:cubicBezTo>
                  <a:cubicBezTo>
                    <a:pt x="10" y="24"/>
                    <a:pt x="17" y="29"/>
                    <a:pt x="17" y="34"/>
                  </a:cubicBezTo>
                  <a:cubicBezTo>
                    <a:pt x="17" y="40"/>
                    <a:pt x="17" y="44"/>
                    <a:pt x="12" y="45"/>
                  </a:cubicBezTo>
                  <a:cubicBezTo>
                    <a:pt x="6" y="46"/>
                    <a:pt x="0" y="47"/>
                    <a:pt x="0" y="55"/>
                  </a:cubicBezTo>
                  <a:cubicBezTo>
                    <a:pt x="0" y="55"/>
                    <a:pt x="3" y="57"/>
                    <a:pt x="5" y="58"/>
                  </a:cubicBezTo>
                  <a:cubicBezTo>
                    <a:pt x="8" y="58"/>
                    <a:pt x="14" y="61"/>
                    <a:pt x="16" y="62"/>
                  </a:cubicBezTo>
                  <a:cubicBezTo>
                    <a:pt x="18" y="63"/>
                    <a:pt x="23" y="61"/>
                    <a:pt x="23" y="57"/>
                  </a:cubicBezTo>
                  <a:cubicBezTo>
                    <a:pt x="24" y="52"/>
                    <a:pt x="24" y="20"/>
                    <a:pt x="25" y="14"/>
                  </a:cubicBezTo>
                  <a:cubicBezTo>
                    <a:pt x="25" y="9"/>
                    <a:pt x="25" y="3"/>
                    <a:pt x="25" y="2"/>
                  </a:cubicBezTo>
                  <a:cubicBezTo>
                    <a:pt x="25" y="1"/>
                    <a:pt x="22" y="0"/>
                    <a:pt x="22" y="2"/>
                  </a:cubicBezTo>
                  <a:close/>
                </a:path>
              </a:pathLst>
            </a:custGeom>
            <a:solidFill>
              <a:srgbClr val="99CCFF"/>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grpSp>
      <p:grpSp>
        <p:nvGrpSpPr>
          <p:cNvPr id="594082" name="Group 162"/>
          <p:cNvGrpSpPr>
            <a:grpSpLocks/>
          </p:cNvGrpSpPr>
          <p:nvPr userDrawn="1"/>
        </p:nvGrpSpPr>
        <p:grpSpPr bwMode="auto">
          <a:xfrm>
            <a:off x="5805488" y="2881313"/>
            <a:ext cx="533400" cy="492125"/>
            <a:chOff x="96" y="2784"/>
            <a:chExt cx="1062" cy="981"/>
          </a:xfrm>
        </p:grpSpPr>
        <p:sp>
          <p:nvSpPr>
            <p:cNvPr id="594083" name="Freeform 163"/>
            <p:cNvSpPr>
              <a:spLocks/>
            </p:cNvSpPr>
            <p:nvPr userDrawn="1"/>
          </p:nvSpPr>
          <p:spPr bwMode="auto">
            <a:xfrm>
              <a:off x="121" y="2784"/>
              <a:ext cx="207" cy="81"/>
            </a:xfrm>
            <a:custGeom>
              <a:avLst/>
              <a:gdLst>
                <a:gd name="T0" fmla="*/ 30 w 41"/>
                <a:gd name="T1" fmla="*/ 12 h 16"/>
                <a:gd name="T2" fmla="*/ 37 w 41"/>
                <a:gd name="T3" fmla="*/ 10 h 16"/>
                <a:gd name="T4" fmla="*/ 38 w 41"/>
                <a:gd name="T5" fmla="*/ 9 h 16"/>
                <a:gd name="T6" fmla="*/ 31 w 41"/>
                <a:gd name="T7" fmla="*/ 1 h 16"/>
                <a:gd name="T8" fmla="*/ 8 w 41"/>
                <a:gd name="T9" fmla="*/ 11 h 16"/>
                <a:gd name="T10" fmla="*/ 30 w 41"/>
                <a:gd name="T11" fmla="*/ 12 h 16"/>
              </a:gdLst>
              <a:ahLst/>
              <a:cxnLst>
                <a:cxn ang="0">
                  <a:pos x="T0" y="T1"/>
                </a:cxn>
                <a:cxn ang="0">
                  <a:pos x="T2" y="T3"/>
                </a:cxn>
                <a:cxn ang="0">
                  <a:pos x="T4" y="T5"/>
                </a:cxn>
                <a:cxn ang="0">
                  <a:pos x="T6" y="T7"/>
                </a:cxn>
                <a:cxn ang="0">
                  <a:pos x="T8" y="T9"/>
                </a:cxn>
                <a:cxn ang="0">
                  <a:pos x="T10" y="T11"/>
                </a:cxn>
              </a:cxnLst>
              <a:rect l="0" t="0" r="r" b="b"/>
              <a:pathLst>
                <a:path w="41" h="16">
                  <a:moveTo>
                    <a:pt x="30" y="12"/>
                  </a:moveTo>
                  <a:cubicBezTo>
                    <a:pt x="34" y="11"/>
                    <a:pt x="36" y="10"/>
                    <a:pt x="37" y="10"/>
                  </a:cubicBezTo>
                  <a:cubicBezTo>
                    <a:pt x="37" y="10"/>
                    <a:pt x="38" y="9"/>
                    <a:pt x="38" y="9"/>
                  </a:cubicBezTo>
                  <a:cubicBezTo>
                    <a:pt x="41" y="6"/>
                    <a:pt x="37" y="1"/>
                    <a:pt x="31" y="1"/>
                  </a:cubicBezTo>
                  <a:cubicBezTo>
                    <a:pt x="31" y="1"/>
                    <a:pt x="0" y="0"/>
                    <a:pt x="8" y="11"/>
                  </a:cubicBezTo>
                  <a:cubicBezTo>
                    <a:pt x="8" y="11"/>
                    <a:pt x="15" y="16"/>
                    <a:pt x="30" y="1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594084" name="Freeform 164"/>
            <p:cNvSpPr>
              <a:spLocks noEditPoints="1"/>
            </p:cNvSpPr>
            <p:nvPr userDrawn="1"/>
          </p:nvSpPr>
          <p:spPr bwMode="auto">
            <a:xfrm>
              <a:off x="96" y="2789"/>
              <a:ext cx="1062" cy="976"/>
            </a:xfrm>
            <a:custGeom>
              <a:avLst/>
              <a:gdLst>
                <a:gd name="T0" fmla="*/ 163 w 210"/>
                <a:gd name="T1" fmla="*/ 155 h 193"/>
                <a:gd name="T2" fmla="*/ 152 w 210"/>
                <a:gd name="T3" fmla="*/ 125 h 193"/>
                <a:gd name="T4" fmla="*/ 142 w 210"/>
                <a:gd name="T5" fmla="*/ 99 h 193"/>
                <a:gd name="T6" fmla="*/ 165 w 210"/>
                <a:gd name="T7" fmla="*/ 93 h 193"/>
                <a:gd name="T8" fmla="*/ 146 w 210"/>
                <a:gd name="T9" fmla="*/ 82 h 193"/>
                <a:gd name="T10" fmla="*/ 157 w 210"/>
                <a:gd name="T11" fmla="*/ 83 h 193"/>
                <a:gd name="T12" fmla="*/ 157 w 210"/>
                <a:gd name="T13" fmla="*/ 77 h 193"/>
                <a:gd name="T14" fmla="*/ 135 w 210"/>
                <a:gd name="T15" fmla="*/ 78 h 193"/>
                <a:gd name="T16" fmla="*/ 128 w 210"/>
                <a:gd name="T17" fmla="*/ 125 h 193"/>
                <a:gd name="T18" fmla="*/ 124 w 210"/>
                <a:gd name="T19" fmla="*/ 84 h 193"/>
                <a:gd name="T20" fmla="*/ 118 w 210"/>
                <a:gd name="T21" fmla="*/ 67 h 193"/>
                <a:gd name="T22" fmla="*/ 124 w 210"/>
                <a:gd name="T23" fmla="*/ 51 h 193"/>
                <a:gd name="T24" fmla="*/ 121 w 210"/>
                <a:gd name="T25" fmla="*/ 37 h 193"/>
                <a:gd name="T26" fmla="*/ 119 w 210"/>
                <a:gd name="T27" fmla="*/ 24 h 193"/>
                <a:gd name="T28" fmla="*/ 132 w 210"/>
                <a:gd name="T29" fmla="*/ 39 h 193"/>
                <a:gd name="T30" fmla="*/ 149 w 210"/>
                <a:gd name="T31" fmla="*/ 18 h 193"/>
                <a:gd name="T32" fmla="*/ 147 w 210"/>
                <a:gd name="T33" fmla="*/ 36 h 193"/>
                <a:gd name="T34" fmla="*/ 143 w 210"/>
                <a:gd name="T35" fmla="*/ 48 h 193"/>
                <a:gd name="T36" fmla="*/ 144 w 210"/>
                <a:gd name="T37" fmla="*/ 67 h 193"/>
                <a:gd name="T38" fmla="*/ 199 w 210"/>
                <a:gd name="T39" fmla="*/ 29 h 193"/>
                <a:gd name="T40" fmla="*/ 90 w 210"/>
                <a:gd name="T41" fmla="*/ 1 h 193"/>
                <a:gd name="T42" fmla="*/ 56 w 210"/>
                <a:gd name="T43" fmla="*/ 8 h 193"/>
                <a:gd name="T44" fmla="*/ 85 w 210"/>
                <a:gd name="T45" fmla="*/ 12 h 193"/>
                <a:gd name="T46" fmla="*/ 60 w 210"/>
                <a:gd name="T47" fmla="*/ 22 h 193"/>
                <a:gd name="T48" fmla="*/ 58 w 210"/>
                <a:gd name="T49" fmla="*/ 29 h 193"/>
                <a:gd name="T50" fmla="*/ 38 w 210"/>
                <a:gd name="T51" fmla="*/ 17 h 193"/>
                <a:gd name="T52" fmla="*/ 13 w 210"/>
                <a:gd name="T53" fmla="*/ 115 h 193"/>
                <a:gd name="T54" fmla="*/ 61 w 210"/>
                <a:gd name="T55" fmla="*/ 146 h 193"/>
                <a:gd name="T56" fmla="*/ 45 w 210"/>
                <a:gd name="T57" fmla="*/ 133 h 193"/>
                <a:gd name="T58" fmla="*/ 35 w 210"/>
                <a:gd name="T59" fmla="*/ 145 h 193"/>
                <a:gd name="T60" fmla="*/ 32 w 210"/>
                <a:gd name="T61" fmla="*/ 128 h 193"/>
                <a:gd name="T62" fmla="*/ 46 w 210"/>
                <a:gd name="T63" fmla="*/ 86 h 193"/>
                <a:gd name="T64" fmla="*/ 67 w 210"/>
                <a:gd name="T65" fmla="*/ 83 h 193"/>
                <a:gd name="T66" fmla="*/ 71 w 210"/>
                <a:gd name="T67" fmla="*/ 95 h 193"/>
                <a:gd name="T68" fmla="*/ 61 w 210"/>
                <a:gd name="T69" fmla="*/ 121 h 193"/>
                <a:gd name="T70" fmla="*/ 91 w 210"/>
                <a:gd name="T71" fmla="*/ 180 h 193"/>
                <a:gd name="T72" fmla="*/ 186 w 210"/>
                <a:gd name="T73" fmla="*/ 166 h 193"/>
                <a:gd name="T74" fmla="*/ 182 w 210"/>
                <a:gd name="T75" fmla="*/ 66 h 193"/>
                <a:gd name="T76" fmla="*/ 165 w 210"/>
                <a:gd name="T77" fmla="*/ 60 h 193"/>
                <a:gd name="T78" fmla="*/ 113 w 210"/>
                <a:gd name="T79" fmla="*/ 61 h 193"/>
                <a:gd name="T80" fmla="*/ 108 w 210"/>
                <a:gd name="T81" fmla="*/ 87 h 193"/>
                <a:gd name="T82" fmla="*/ 114 w 210"/>
                <a:gd name="T83" fmla="*/ 50 h 193"/>
                <a:gd name="T84" fmla="*/ 89 w 210"/>
                <a:gd name="T85" fmla="*/ 26 h 193"/>
                <a:gd name="T86" fmla="*/ 105 w 210"/>
                <a:gd name="T87" fmla="*/ 35 h 193"/>
                <a:gd name="T88" fmla="*/ 61 w 210"/>
                <a:gd name="T89" fmla="*/ 72 h 193"/>
                <a:gd name="T90" fmla="*/ 24 w 210"/>
                <a:gd name="T91" fmla="*/ 37 h 193"/>
                <a:gd name="T92" fmla="*/ 68 w 210"/>
                <a:gd name="T93" fmla="*/ 40 h 193"/>
                <a:gd name="T94" fmla="*/ 79 w 210"/>
                <a:gd name="T95" fmla="*/ 40 h 193"/>
                <a:gd name="T96" fmla="*/ 108 w 210"/>
                <a:gd name="T97" fmla="*/ 45 h 193"/>
                <a:gd name="T98" fmla="*/ 99 w 210"/>
                <a:gd name="T99" fmla="*/ 93 h 193"/>
                <a:gd name="T100" fmla="*/ 93 w 210"/>
                <a:gd name="T101" fmla="*/ 51 h 193"/>
                <a:gd name="T102" fmla="*/ 61 w 210"/>
                <a:gd name="T103" fmla="*/ 72 h 193"/>
                <a:gd name="T104" fmla="*/ 80 w 210"/>
                <a:gd name="T105" fmla="*/ 82 h 193"/>
                <a:gd name="T106" fmla="*/ 88 w 210"/>
                <a:gd name="T107" fmla="*/ 58 h 193"/>
                <a:gd name="T108" fmla="*/ 102 w 210"/>
                <a:gd name="T109" fmla="*/ 145 h 193"/>
                <a:gd name="T110" fmla="*/ 82 w 210"/>
                <a:gd name="T111" fmla="*/ 96 h 193"/>
                <a:gd name="T112" fmla="*/ 117 w 210"/>
                <a:gd name="T113" fmla="*/ 106 h 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10" h="193">
                  <a:moveTo>
                    <a:pt x="186" y="166"/>
                  </a:moveTo>
                  <a:cubicBezTo>
                    <a:pt x="167" y="166"/>
                    <a:pt x="163" y="155"/>
                    <a:pt x="163" y="155"/>
                  </a:cubicBezTo>
                  <a:cubicBezTo>
                    <a:pt x="163" y="155"/>
                    <a:pt x="162" y="147"/>
                    <a:pt x="154" y="145"/>
                  </a:cubicBezTo>
                  <a:cubicBezTo>
                    <a:pt x="135" y="140"/>
                    <a:pt x="147" y="128"/>
                    <a:pt x="152" y="125"/>
                  </a:cubicBezTo>
                  <a:cubicBezTo>
                    <a:pt x="157" y="123"/>
                    <a:pt x="154" y="122"/>
                    <a:pt x="150" y="120"/>
                  </a:cubicBezTo>
                  <a:cubicBezTo>
                    <a:pt x="142" y="115"/>
                    <a:pt x="141" y="109"/>
                    <a:pt x="142" y="99"/>
                  </a:cubicBezTo>
                  <a:cubicBezTo>
                    <a:pt x="142" y="88"/>
                    <a:pt x="149" y="91"/>
                    <a:pt x="149" y="91"/>
                  </a:cubicBezTo>
                  <a:cubicBezTo>
                    <a:pt x="149" y="91"/>
                    <a:pt x="160" y="96"/>
                    <a:pt x="165" y="93"/>
                  </a:cubicBezTo>
                  <a:cubicBezTo>
                    <a:pt x="169" y="91"/>
                    <a:pt x="167" y="88"/>
                    <a:pt x="165" y="89"/>
                  </a:cubicBezTo>
                  <a:cubicBezTo>
                    <a:pt x="163" y="91"/>
                    <a:pt x="148" y="89"/>
                    <a:pt x="146" y="82"/>
                  </a:cubicBezTo>
                  <a:cubicBezTo>
                    <a:pt x="144" y="74"/>
                    <a:pt x="150" y="78"/>
                    <a:pt x="151" y="78"/>
                  </a:cubicBezTo>
                  <a:cubicBezTo>
                    <a:pt x="153" y="79"/>
                    <a:pt x="153" y="81"/>
                    <a:pt x="157" y="83"/>
                  </a:cubicBezTo>
                  <a:cubicBezTo>
                    <a:pt x="168" y="88"/>
                    <a:pt x="162" y="82"/>
                    <a:pt x="162" y="82"/>
                  </a:cubicBezTo>
                  <a:cubicBezTo>
                    <a:pt x="162" y="82"/>
                    <a:pt x="162" y="82"/>
                    <a:pt x="157" y="77"/>
                  </a:cubicBezTo>
                  <a:cubicBezTo>
                    <a:pt x="152" y="71"/>
                    <a:pt x="145" y="73"/>
                    <a:pt x="139" y="73"/>
                  </a:cubicBezTo>
                  <a:cubicBezTo>
                    <a:pt x="133" y="73"/>
                    <a:pt x="135" y="78"/>
                    <a:pt x="135" y="78"/>
                  </a:cubicBezTo>
                  <a:cubicBezTo>
                    <a:pt x="135" y="78"/>
                    <a:pt x="134" y="88"/>
                    <a:pt x="133" y="106"/>
                  </a:cubicBezTo>
                  <a:cubicBezTo>
                    <a:pt x="132" y="124"/>
                    <a:pt x="129" y="126"/>
                    <a:pt x="128" y="125"/>
                  </a:cubicBezTo>
                  <a:cubicBezTo>
                    <a:pt x="127" y="123"/>
                    <a:pt x="125" y="114"/>
                    <a:pt x="125" y="111"/>
                  </a:cubicBezTo>
                  <a:cubicBezTo>
                    <a:pt x="125" y="108"/>
                    <a:pt x="123" y="97"/>
                    <a:pt x="124" y="84"/>
                  </a:cubicBezTo>
                  <a:cubicBezTo>
                    <a:pt x="125" y="72"/>
                    <a:pt x="128" y="77"/>
                    <a:pt x="120" y="74"/>
                  </a:cubicBezTo>
                  <a:cubicBezTo>
                    <a:pt x="111" y="71"/>
                    <a:pt x="116" y="67"/>
                    <a:pt x="118" y="67"/>
                  </a:cubicBezTo>
                  <a:cubicBezTo>
                    <a:pt x="121" y="67"/>
                    <a:pt x="125" y="69"/>
                    <a:pt x="126" y="67"/>
                  </a:cubicBezTo>
                  <a:cubicBezTo>
                    <a:pt x="127" y="59"/>
                    <a:pt x="128" y="52"/>
                    <a:pt x="124" y="51"/>
                  </a:cubicBezTo>
                  <a:cubicBezTo>
                    <a:pt x="115" y="47"/>
                    <a:pt x="119" y="45"/>
                    <a:pt x="122" y="44"/>
                  </a:cubicBezTo>
                  <a:cubicBezTo>
                    <a:pt x="125" y="43"/>
                    <a:pt x="126" y="35"/>
                    <a:pt x="121" y="37"/>
                  </a:cubicBezTo>
                  <a:cubicBezTo>
                    <a:pt x="112" y="40"/>
                    <a:pt x="113" y="32"/>
                    <a:pt x="115" y="31"/>
                  </a:cubicBezTo>
                  <a:cubicBezTo>
                    <a:pt x="117" y="30"/>
                    <a:pt x="120" y="32"/>
                    <a:pt x="119" y="24"/>
                  </a:cubicBezTo>
                  <a:cubicBezTo>
                    <a:pt x="117" y="17"/>
                    <a:pt x="124" y="14"/>
                    <a:pt x="126" y="21"/>
                  </a:cubicBezTo>
                  <a:cubicBezTo>
                    <a:pt x="127" y="28"/>
                    <a:pt x="130" y="42"/>
                    <a:pt x="132" y="39"/>
                  </a:cubicBezTo>
                  <a:cubicBezTo>
                    <a:pt x="134" y="35"/>
                    <a:pt x="138" y="22"/>
                    <a:pt x="142" y="16"/>
                  </a:cubicBezTo>
                  <a:cubicBezTo>
                    <a:pt x="145" y="10"/>
                    <a:pt x="150" y="15"/>
                    <a:pt x="149" y="18"/>
                  </a:cubicBezTo>
                  <a:cubicBezTo>
                    <a:pt x="144" y="33"/>
                    <a:pt x="152" y="34"/>
                    <a:pt x="152" y="34"/>
                  </a:cubicBezTo>
                  <a:cubicBezTo>
                    <a:pt x="152" y="34"/>
                    <a:pt x="151" y="36"/>
                    <a:pt x="147" y="36"/>
                  </a:cubicBezTo>
                  <a:cubicBezTo>
                    <a:pt x="137" y="35"/>
                    <a:pt x="141" y="41"/>
                    <a:pt x="145" y="43"/>
                  </a:cubicBezTo>
                  <a:cubicBezTo>
                    <a:pt x="154" y="46"/>
                    <a:pt x="148" y="48"/>
                    <a:pt x="143" y="48"/>
                  </a:cubicBezTo>
                  <a:cubicBezTo>
                    <a:pt x="139" y="48"/>
                    <a:pt x="136" y="50"/>
                    <a:pt x="135" y="55"/>
                  </a:cubicBezTo>
                  <a:cubicBezTo>
                    <a:pt x="132" y="70"/>
                    <a:pt x="144" y="67"/>
                    <a:pt x="144" y="67"/>
                  </a:cubicBezTo>
                  <a:cubicBezTo>
                    <a:pt x="162" y="72"/>
                    <a:pt x="189" y="69"/>
                    <a:pt x="189" y="69"/>
                  </a:cubicBezTo>
                  <a:cubicBezTo>
                    <a:pt x="209" y="75"/>
                    <a:pt x="200" y="45"/>
                    <a:pt x="199" y="29"/>
                  </a:cubicBezTo>
                  <a:cubicBezTo>
                    <a:pt x="197" y="13"/>
                    <a:pt x="195" y="5"/>
                    <a:pt x="181" y="2"/>
                  </a:cubicBezTo>
                  <a:cubicBezTo>
                    <a:pt x="168" y="0"/>
                    <a:pt x="90" y="1"/>
                    <a:pt x="90" y="1"/>
                  </a:cubicBezTo>
                  <a:cubicBezTo>
                    <a:pt x="87" y="2"/>
                    <a:pt x="56" y="1"/>
                    <a:pt x="56" y="1"/>
                  </a:cubicBezTo>
                  <a:cubicBezTo>
                    <a:pt x="56" y="1"/>
                    <a:pt x="54" y="8"/>
                    <a:pt x="56" y="8"/>
                  </a:cubicBezTo>
                  <a:cubicBezTo>
                    <a:pt x="61" y="8"/>
                    <a:pt x="80" y="9"/>
                    <a:pt x="80" y="9"/>
                  </a:cubicBezTo>
                  <a:cubicBezTo>
                    <a:pt x="81" y="9"/>
                    <a:pt x="90" y="8"/>
                    <a:pt x="85" y="12"/>
                  </a:cubicBezTo>
                  <a:cubicBezTo>
                    <a:pt x="80" y="16"/>
                    <a:pt x="69" y="16"/>
                    <a:pt x="62" y="16"/>
                  </a:cubicBezTo>
                  <a:cubicBezTo>
                    <a:pt x="47" y="15"/>
                    <a:pt x="54" y="22"/>
                    <a:pt x="60" y="22"/>
                  </a:cubicBezTo>
                  <a:cubicBezTo>
                    <a:pt x="78" y="22"/>
                    <a:pt x="82" y="26"/>
                    <a:pt x="74" y="27"/>
                  </a:cubicBezTo>
                  <a:cubicBezTo>
                    <a:pt x="67" y="28"/>
                    <a:pt x="65" y="28"/>
                    <a:pt x="58" y="29"/>
                  </a:cubicBezTo>
                  <a:cubicBezTo>
                    <a:pt x="2" y="38"/>
                    <a:pt x="21" y="23"/>
                    <a:pt x="26" y="23"/>
                  </a:cubicBezTo>
                  <a:cubicBezTo>
                    <a:pt x="49" y="23"/>
                    <a:pt x="44" y="15"/>
                    <a:pt x="38" y="17"/>
                  </a:cubicBezTo>
                  <a:cubicBezTo>
                    <a:pt x="32" y="18"/>
                    <a:pt x="12" y="11"/>
                    <a:pt x="9" y="24"/>
                  </a:cubicBezTo>
                  <a:cubicBezTo>
                    <a:pt x="7" y="37"/>
                    <a:pt x="15" y="103"/>
                    <a:pt x="13" y="115"/>
                  </a:cubicBezTo>
                  <a:cubicBezTo>
                    <a:pt x="0" y="193"/>
                    <a:pt x="71" y="176"/>
                    <a:pt x="71" y="176"/>
                  </a:cubicBezTo>
                  <a:cubicBezTo>
                    <a:pt x="56" y="164"/>
                    <a:pt x="62" y="153"/>
                    <a:pt x="61" y="146"/>
                  </a:cubicBezTo>
                  <a:cubicBezTo>
                    <a:pt x="57" y="125"/>
                    <a:pt x="55" y="122"/>
                    <a:pt x="51" y="124"/>
                  </a:cubicBezTo>
                  <a:cubicBezTo>
                    <a:pt x="43" y="128"/>
                    <a:pt x="44" y="130"/>
                    <a:pt x="45" y="133"/>
                  </a:cubicBezTo>
                  <a:cubicBezTo>
                    <a:pt x="51" y="151"/>
                    <a:pt x="37" y="137"/>
                    <a:pt x="37" y="137"/>
                  </a:cubicBezTo>
                  <a:cubicBezTo>
                    <a:pt x="35" y="138"/>
                    <a:pt x="34" y="142"/>
                    <a:pt x="35" y="145"/>
                  </a:cubicBezTo>
                  <a:cubicBezTo>
                    <a:pt x="47" y="168"/>
                    <a:pt x="36" y="162"/>
                    <a:pt x="33" y="158"/>
                  </a:cubicBezTo>
                  <a:cubicBezTo>
                    <a:pt x="22" y="142"/>
                    <a:pt x="33" y="133"/>
                    <a:pt x="32" y="128"/>
                  </a:cubicBezTo>
                  <a:cubicBezTo>
                    <a:pt x="27" y="108"/>
                    <a:pt x="42" y="100"/>
                    <a:pt x="44" y="97"/>
                  </a:cubicBezTo>
                  <a:cubicBezTo>
                    <a:pt x="46" y="93"/>
                    <a:pt x="45" y="92"/>
                    <a:pt x="46" y="86"/>
                  </a:cubicBezTo>
                  <a:cubicBezTo>
                    <a:pt x="48" y="72"/>
                    <a:pt x="55" y="79"/>
                    <a:pt x="55" y="84"/>
                  </a:cubicBezTo>
                  <a:cubicBezTo>
                    <a:pt x="53" y="100"/>
                    <a:pt x="63" y="88"/>
                    <a:pt x="67" y="83"/>
                  </a:cubicBezTo>
                  <a:cubicBezTo>
                    <a:pt x="78" y="68"/>
                    <a:pt x="77" y="84"/>
                    <a:pt x="75" y="87"/>
                  </a:cubicBezTo>
                  <a:cubicBezTo>
                    <a:pt x="72" y="89"/>
                    <a:pt x="71" y="93"/>
                    <a:pt x="71" y="95"/>
                  </a:cubicBezTo>
                  <a:cubicBezTo>
                    <a:pt x="74" y="103"/>
                    <a:pt x="69" y="111"/>
                    <a:pt x="67" y="112"/>
                  </a:cubicBezTo>
                  <a:cubicBezTo>
                    <a:pt x="66" y="112"/>
                    <a:pt x="61" y="114"/>
                    <a:pt x="61" y="121"/>
                  </a:cubicBezTo>
                  <a:cubicBezTo>
                    <a:pt x="61" y="127"/>
                    <a:pt x="69" y="139"/>
                    <a:pt x="69" y="143"/>
                  </a:cubicBezTo>
                  <a:cubicBezTo>
                    <a:pt x="69" y="178"/>
                    <a:pt x="84" y="181"/>
                    <a:pt x="91" y="180"/>
                  </a:cubicBezTo>
                  <a:cubicBezTo>
                    <a:pt x="98" y="179"/>
                    <a:pt x="159" y="177"/>
                    <a:pt x="185" y="175"/>
                  </a:cubicBezTo>
                  <a:cubicBezTo>
                    <a:pt x="210" y="173"/>
                    <a:pt x="193" y="166"/>
                    <a:pt x="186" y="166"/>
                  </a:cubicBezTo>
                  <a:close/>
                  <a:moveTo>
                    <a:pt x="165" y="60"/>
                  </a:moveTo>
                  <a:cubicBezTo>
                    <a:pt x="203" y="61"/>
                    <a:pt x="185" y="64"/>
                    <a:pt x="182" y="66"/>
                  </a:cubicBezTo>
                  <a:cubicBezTo>
                    <a:pt x="178" y="68"/>
                    <a:pt x="182" y="66"/>
                    <a:pt x="167" y="65"/>
                  </a:cubicBezTo>
                  <a:cubicBezTo>
                    <a:pt x="152" y="65"/>
                    <a:pt x="165" y="60"/>
                    <a:pt x="165" y="60"/>
                  </a:cubicBezTo>
                  <a:close/>
                  <a:moveTo>
                    <a:pt x="114" y="50"/>
                  </a:moveTo>
                  <a:cubicBezTo>
                    <a:pt x="121" y="55"/>
                    <a:pt x="113" y="61"/>
                    <a:pt x="113" y="61"/>
                  </a:cubicBezTo>
                  <a:cubicBezTo>
                    <a:pt x="113" y="61"/>
                    <a:pt x="108" y="70"/>
                    <a:pt x="112" y="78"/>
                  </a:cubicBezTo>
                  <a:cubicBezTo>
                    <a:pt x="116" y="87"/>
                    <a:pt x="116" y="97"/>
                    <a:pt x="108" y="87"/>
                  </a:cubicBezTo>
                  <a:cubicBezTo>
                    <a:pt x="100" y="78"/>
                    <a:pt x="105" y="58"/>
                    <a:pt x="107" y="53"/>
                  </a:cubicBezTo>
                  <a:cubicBezTo>
                    <a:pt x="107" y="53"/>
                    <a:pt x="107" y="44"/>
                    <a:pt x="114" y="50"/>
                  </a:cubicBezTo>
                  <a:close/>
                  <a:moveTo>
                    <a:pt x="83" y="29"/>
                  </a:moveTo>
                  <a:cubicBezTo>
                    <a:pt x="83" y="25"/>
                    <a:pt x="89" y="26"/>
                    <a:pt x="89" y="26"/>
                  </a:cubicBezTo>
                  <a:cubicBezTo>
                    <a:pt x="89" y="26"/>
                    <a:pt x="99" y="30"/>
                    <a:pt x="104" y="30"/>
                  </a:cubicBezTo>
                  <a:cubicBezTo>
                    <a:pt x="108" y="29"/>
                    <a:pt x="114" y="35"/>
                    <a:pt x="105" y="35"/>
                  </a:cubicBezTo>
                  <a:cubicBezTo>
                    <a:pt x="96" y="35"/>
                    <a:pt x="82" y="39"/>
                    <a:pt x="83" y="29"/>
                  </a:cubicBezTo>
                  <a:close/>
                  <a:moveTo>
                    <a:pt x="61" y="72"/>
                  </a:moveTo>
                  <a:cubicBezTo>
                    <a:pt x="55" y="72"/>
                    <a:pt x="16" y="87"/>
                    <a:pt x="16" y="48"/>
                  </a:cubicBezTo>
                  <a:cubicBezTo>
                    <a:pt x="16" y="39"/>
                    <a:pt x="14" y="31"/>
                    <a:pt x="24" y="37"/>
                  </a:cubicBezTo>
                  <a:cubicBezTo>
                    <a:pt x="35" y="42"/>
                    <a:pt x="25" y="42"/>
                    <a:pt x="49" y="40"/>
                  </a:cubicBezTo>
                  <a:cubicBezTo>
                    <a:pt x="49" y="40"/>
                    <a:pt x="66" y="41"/>
                    <a:pt x="68" y="40"/>
                  </a:cubicBezTo>
                  <a:cubicBezTo>
                    <a:pt x="71" y="38"/>
                    <a:pt x="69" y="34"/>
                    <a:pt x="74" y="34"/>
                  </a:cubicBezTo>
                  <a:cubicBezTo>
                    <a:pt x="80" y="34"/>
                    <a:pt x="79" y="40"/>
                    <a:pt x="79" y="40"/>
                  </a:cubicBezTo>
                  <a:cubicBezTo>
                    <a:pt x="79" y="40"/>
                    <a:pt x="74" y="46"/>
                    <a:pt x="109" y="41"/>
                  </a:cubicBezTo>
                  <a:cubicBezTo>
                    <a:pt x="113" y="41"/>
                    <a:pt x="117" y="45"/>
                    <a:pt x="108" y="45"/>
                  </a:cubicBezTo>
                  <a:cubicBezTo>
                    <a:pt x="104" y="45"/>
                    <a:pt x="97" y="48"/>
                    <a:pt x="100" y="53"/>
                  </a:cubicBezTo>
                  <a:cubicBezTo>
                    <a:pt x="102" y="58"/>
                    <a:pt x="99" y="93"/>
                    <a:pt x="99" y="93"/>
                  </a:cubicBezTo>
                  <a:cubicBezTo>
                    <a:pt x="99" y="93"/>
                    <a:pt x="97" y="100"/>
                    <a:pt x="94" y="90"/>
                  </a:cubicBezTo>
                  <a:cubicBezTo>
                    <a:pt x="93" y="86"/>
                    <a:pt x="94" y="53"/>
                    <a:pt x="93" y="51"/>
                  </a:cubicBezTo>
                  <a:cubicBezTo>
                    <a:pt x="93" y="48"/>
                    <a:pt x="77" y="45"/>
                    <a:pt x="77" y="57"/>
                  </a:cubicBezTo>
                  <a:cubicBezTo>
                    <a:pt x="77" y="68"/>
                    <a:pt x="73" y="71"/>
                    <a:pt x="61" y="72"/>
                  </a:cubicBezTo>
                  <a:close/>
                  <a:moveTo>
                    <a:pt x="85" y="84"/>
                  </a:moveTo>
                  <a:cubicBezTo>
                    <a:pt x="82" y="88"/>
                    <a:pt x="78" y="90"/>
                    <a:pt x="80" y="82"/>
                  </a:cubicBezTo>
                  <a:cubicBezTo>
                    <a:pt x="81" y="74"/>
                    <a:pt x="83" y="63"/>
                    <a:pt x="83" y="57"/>
                  </a:cubicBezTo>
                  <a:cubicBezTo>
                    <a:pt x="83" y="57"/>
                    <a:pt x="87" y="50"/>
                    <a:pt x="88" y="58"/>
                  </a:cubicBezTo>
                  <a:cubicBezTo>
                    <a:pt x="89" y="66"/>
                    <a:pt x="87" y="81"/>
                    <a:pt x="85" y="84"/>
                  </a:cubicBezTo>
                  <a:close/>
                  <a:moveTo>
                    <a:pt x="102" y="145"/>
                  </a:moveTo>
                  <a:cubicBezTo>
                    <a:pt x="78" y="144"/>
                    <a:pt x="77" y="148"/>
                    <a:pt x="77" y="117"/>
                  </a:cubicBezTo>
                  <a:cubicBezTo>
                    <a:pt x="77" y="86"/>
                    <a:pt x="81" y="93"/>
                    <a:pt x="82" y="96"/>
                  </a:cubicBezTo>
                  <a:cubicBezTo>
                    <a:pt x="82" y="96"/>
                    <a:pt x="90" y="116"/>
                    <a:pt x="111" y="101"/>
                  </a:cubicBezTo>
                  <a:cubicBezTo>
                    <a:pt x="114" y="98"/>
                    <a:pt x="116" y="96"/>
                    <a:pt x="117" y="106"/>
                  </a:cubicBezTo>
                  <a:cubicBezTo>
                    <a:pt x="117" y="117"/>
                    <a:pt x="127" y="145"/>
                    <a:pt x="102" y="145"/>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594085" name="Freeform 165"/>
            <p:cNvSpPr>
              <a:spLocks/>
            </p:cNvSpPr>
            <p:nvPr userDrawn="1"/>
          </p:nvSpPr>
          <p:spPr bwMode="auto">
            <a:xfrm>
              <a:off x="348" y="3254"/>
              <a:ext cx="86" cy="102"/>
            </a:xfrm>
            <a:custGeom>
              <a:avLst/>
              <a:gdLst>
                <a:gd name="T0" fmla="*/ 14 w 17"/>
                <a:gd name="T1" fmla="*/ 5 h 20"/>
                <a:gd name="T2" fmla="*/ 9 w 17"/>
                <a:gd name="T3" fmla="*/ 20 h 20"/>
                <a:gd name="T4" fmla="*/ 14 w 17"/>
                <a:gd name="T5" fmla="*/ 5 h 20"/>
              </a:gdLst>
              <a:ahLst/>
              <a:cxnLst>
                <a:cxn ang="0">
                  <a:pos x="T0" y="T1"/>
                </a:cxn>
                <a:cxn ang="0">
                  <a:pos x="T2" y="T3"/>
                </a:cxn>
                <a:cxn ang="0">
                  <a:pos x="T4" y="T5"/>
                </a:cxn>
              </a:cxnLst>
              <a:rect l="0" t="0" r="r" b="b"/>
              <a:pathLst>
                <a:path w="17" h="20">
                  <a:moveTo>
                    <a:pt x="14" y="5"/>
                  </a:moveTo>
                  <a:cubicBezTo>
                    <a:pt x="13" y="0"/>
                    <a:pt x="0" y="8"/>
                    <a:pt x="9" y="20"/>
                  </a:cubicBezTo>
                  <a:cubicBezTo>
                    <a:pt x="9" y="20"/>
                    <a:pt x="17" y="17"/>
                    <a:pt x="14" y="5"/>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594086" name="Freeform 166"/>
            <p:cNvSpPr>
              <a:spLocks/>
            </p:cNvSpPr>
            <p:nvPr userDrawn="1"/>
          </p:nvSpPr>
          <p:spPr bwMode="auto">
            <a:xfrm>
              <a:off x="267" y="3295"/>
              <a:ext cx="76" cy="136"/>
            </a:xfrm>
            <a:custGeom>
              <a:avLst/>
              <a:gdLst>
                <a:gd name="T0" fmla="*/ 7 w 15"/>
                <a:gd name="T1" fmla="*/ 10 h 27"/>
                <a:gd name="T2" fmla="*/ 4 w 15"/>
                <a:gd name="T3" fmla="*/ 25 h 27"/>
                <a:gd name="T4" fmla="*/ 15 w 15"/>
                <a:gd name="T5" fmla="*/ 16 h 27"/>
                <a:gd name="T6" fmla="*/ 13 w 15"/>
                <a:gd name="T7" fmla="*/ 8 h 27"/>
                <a:gd name="T8" fmla="*/ 7 w 15"/>
                <a:gd name="T9" fmla="*/ 10 h 27"/>
              </a:gdLst>
              <a:ahLst/>
              <a:cxnLst>
                <a:cxn ang="0">
                  <a:pos x="T0" y="T1"/>
                </a:cxn>
                <a:cxn ang="0">
                  <a:pos x="T2" y="T3"/>
                </a:cxn>
                <a:cxn ang="0">
                  <a:pos x="T4" y="T5"/>
                </a:cxn>
                <a:cxn ang="0">
                  <a:pos x="T6" y="T7"/>
                </a:cxn>
                <a:cxn ang="0">
                  <a:pos x="T8" y="T9"/>
                </a:cxn>
              </a:cxnLst>
              <a:rect l="0" t="0" r="r" b="b"/>
              <a:pathLst>
                <a:path w="15" h="27">
                  <a:moveTo>
                    <a:pt x="7" y="10"/>
                  </a:moveTo>
                  <a:cubicBezTo>
                    <a:pt x="0" y="19"/>
                    <a:pt x="2" y="23"/>
                    <a:pt x="4" y="25"/>
                  </a:cubicBezTo>
                  <a:cubicBezTo>
                    <a:pt x="7" y="27"/>
                    <a:pt x="11" y="26"/>
                    <a:pt x="15" y="16"/>
                  </a:cubicBezTo>
                  <a:cubicBezTo>
                    <a:pt x="15" y="16"/>
                    <a:pt x="12" y="11"/>
                    <a:pt x="13" y="8"/>
                  </a:cubicBezTo>
                  <a:cubicBezTo>
                    <a:pt x="15" y="6"/>
                    <a:pt x="14" y="0"/>
                    <a:pt x="7" y="10"/>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594087" name="Freeform 167"/>
            <p:cNvSpPr>
              <a:spLocks/>
            </p:cNvSpPr>
            <p:nvPr userDrawn="1"/>
          </p:nvSpPr>
          <p:spPr bwMode="auto">
            <a:xfrm>
              <a:off x="222" y="3022"/>
              <a:ext cx="243" cy="116"/>
            </a:xfrm>
            <a:custGeom>
              <a:avLst/>
              <a:gdLst>
                <a:gd name="T0" fmla="*/ 40 w 48"/>
                <a:gd name="T1" fmla="*/ 2 h 23"/>
                <a:gd name="T2" fmla="*/ 9 w 48"/>
                <a:gd name="T3" fmla="*/ 1 h 23"/>
                <a:gd name="T4" fmla="*/ 1 w 48"/>
                <a:gd name="T5" fmla="*/ 9 h 23"/>
                <a:gd name="T6" fmla="*/ 22 w 48"/>
                <a:gd name="T7" fmla="*/ 21 h 23"/>
                <a:gd name="T8" fmla="*/ 34 w 48"/>
                <a:gd name="T9" fmla="*/ 20 h 23"/>
                <a:gd name="T10" fmla="*/ 40 w 48"/>
                <a:gd name="T11" fmla="*/ 19 h 23"/>
                <a:gd name="T12" fmla="*/ 40 w 48"/>
                <a:gd name="T13" fmla="*/ 2 h 23"/>
              </a:gdLst>
              <a:ahLst/>
              <a:cxnLst>
                <a:cxn ang="0">
                  <a:pos x="T0" y="T1"/>
                </a:cxn>
                <a:cxn ang="0">
                  <a:pos x="T2" y="T3"/>
                </a:cxn>
                <a:cxn ang="0">
                  <a:pos x="T4" y="T5"/>
                </a:cxn>
                <a:cxn ang="0">
                  <a:pos x="T6" y="T7"/>
                </a:cxn>
                <a:cxn ang="0">
                  <a:pos x="T8" y="T9"/>
                </a:cxn>
                <a:cxn ang="0">
                  <a:pos x="T10" y="T11"/>
                </a:cxn>
                <a:cxn ang="0">
                  <a:pos x="T12" y="T13"/>
                </a:cxn>
              </a:cxnLst>
              <a:rect l="0" t="0" r="r" b="b"/>
              <a:pathLst>
                <a:path w="48" h="23">
                  <a:moveTo>
                    <a:pt x="40" y="2"/>
                  </a:moveTo>
                  <a:cubicBezTo>
                    <a:pt x="38" y="3"/>
                    <a:pt x="9" y="1"/>
                    <a:pt x="9" y="1"/>
                  </a:cubicBezTo>
                  <a:cubicBezTo>
                    <a:pt x="5" y="1"/>
                    <a:pt x="1" y="0"/>
                    <a:pt x="1" y="9"/>
                  </a:cubicBezTo>
                  <a:cubicBezTo>
                    <a:pt x="0" y="23"/>
                    <a:pt x="17" y="21"/>
                    <a:pt x="22" y="21"/>
                  </a:cubicBezTo>
                  <a:cubicBezTo>
                    <a:pt x="26" y="21"/>
                    <a:pt x="30" y="18"/>
                    <a:pt x="34" y="20"/>
                  </a:cubicBezTo>
                  <a:cubicBezTo>
                    <a:pt x="34" y="20"/>
                    <a:pt x="38" y="23"/>
                    <a:pt x="40" y="19"/>
                  </a:cubicBezTo>
                  <a:cubicBezTo>
                    <a:pt x="48" y="5"/>
                    <a:pt x="43" y="0"/>
                    <a:pt x="40" y="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594088" name="Freeform 168"/>
            <p:cNvSpPr>
              <a:spLocks/>
            </p:cNvSpPr>
            <p:nvPr userDrawn="1"/>
          </p:nvSpPr>
          <p:spPr bwMode="auto">
            <a:xfrm>
              <a:off x="500" y="3345"/>
              <a:ext cx="177" cy="187"/>
            </a:xfrm>
            <a:custGeom>
              <a:avLst/>
              <a:gdLst>
                <a:gd name="T0" fmla="*/ 24 w 35"/>
                <a:gd name="T1" fmla="*/ 2 h 37"/>
                <a:gd name="T2" fmla="*/ 11 w 35"/>
                <a:gd name="T3" fmla="*/ 2 h 37"/>
                <a:gd name="T4" fmla="*/ 4 w 35"/>
                <a:gd name="T5" fmla="*/ 20 h 37"/>
                <a:gd name="T6" fmla="*/ 28 w 35"/>
                <a:gd name="T7" fmla="*/ 22 h 37"/>
                <a:gd name="T8" fmla="*/ 24 w 35"/>
                <a:gd name="T9" fmla="*/ 2 h 37"/>
              </a:gdLst>
              <a:ahLst/>
              <a:cxnLst>
                <a:cxn ang="0">
                  <a:pos x="T0" y="T1"/>
                </a:cxn>
                <a:cxn ang="0">
                  <a:pos x="T2" y="T3"/>
                </a:cxn>
                <a:cxn ang="0">
                  <a:pos x="T4" y="T5"/>
                </a:cxn>
                <a:cxn ang="0">
                  <a:pos x="T6" y="T7"/>
                </a:cxn>
                <a:cxn ang="0">
                  <a:pos x="T8" y="T9"/>
                </a:cxn>
              </a:cxnLst>
              <a:rect l="0" t="0" r="r" b="b"/>
              <a:pathLst>
                <a:path w="35" h="37">
                  <a:moveTo>
                    <a:pt x="24" y="2"/>
                  </a:moveTo>
                  <a:cubicBezTo>
                    <a:pt x="19" y="3"/>
                    <a:pt x="11" y="2"/>
                    <a:pt x="11" y="2"/>
                  </a:cubicBezTo>
                  <a:cubicBezTo>
                    <a:pt x="0" y="2"/>
                    <a:pt x="5" y="14"/>
                    <a:pt x="4" y="20"/>
                  </a:cubicBezTo>
                  <a:cubicBezTo>
                    <a:pt x="3" y="27"/>
                    <a:pt x="22" y="37"/>
                    <a:pt x="28" y="22"/>
                  </a:cubicBezTo>
                  <a:cubicBezTo>
                    <a:pt x="35" y="7"/>
                    <a:pt x="28" y="0"/>
                    <a:pt x="24" y="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594089" name="Freeform 169"/>
            <p:cNvSpPr>
              <a:spLocks/>
            </p:cNvSpPr>
            <p:nvPr userDrawn="1"/>
          </p:nvSpPr>
          <p:spPr bwMode="auto">
            <a:xfrm>
              <a:off x="905" y="3158"/>
              <a:ext cx="177" cy="36"/>
            </a:xfrm>
            <a:custGeom>
              <a:avLst/>
              <a:gdLst>
                <a:gd name="T0" fmla="*/ 5 w 35"/>
                <a:gd name="T1" fmla="*/ 0 h 7"/>
                <a:gd name="T2" fmla="*/ 14 w 35"/>
                <a:gd name="T3" fmla="*/ 5 h 7"/>
                <a:gd name="T4" fmla="*/ 5 w 35"/>
                <a:gd name="T5" fmla="*/ 0 h 7"/>
              </a:gdLst>
              <a:ahLst/>
              <a:cxnLst>
                <a:cxn ang="0">
                  <a:pos x="T0" y="T1"/>
                </a:cxn>
                <a:cxn ang="0">
                  <a:pos x="T2" y="T3"/>
                </a:cxn>
                <a:cxn ang="0">
                  <a:pos x="T4" y="T5"/>
                </a:cxn>
              </a:cxnLst>
              <a:rect l="0" t="0" r="r" b="b"/>
              <a:pathLst>
                <a:path w="35" h="7">
                  <a:moveTo>
                    <a:pt x="5" y="0"/>
                  </a:moveTo>
                  <a:cubicBezTo>
                    <a:pt x="0" y="0"/>
                    <a:pt x="7" y="7"/>
                    <a:pt x="14" y="5"/>
                  </a:cubicBezTo>
                  <a:cubicBezTo>
                    <a:pt x="35" y="1"/>
                    <a:pt x="5" y="0"/>
                    <a:pt x="5" y="0"/>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594090" name="Freeform 170"/>
            <p:cNvSpPr>
              <a:spLocks/>
            </p:cNvSpPr>
            <p:nvPr userDrawn="1"/>
          </p:nvSpPr>
          <p:spPr bwMode="auto">
            <a:xfrm>
              <a:off x="965" y="3153"/>
              <a:ext cx="137" cy="81"/>
            </a:xfrm>
            <a:custGeom>
              <a:avLst/>
              <a:gdLst>
                <a:gd name="T0" fmla="*/ 7 w 27"/>
                <a:gd name="T1" fmla="*/ 13 h 16"/>
                <a:gd name="T2" fmla="*/ 25 w 27"/>
                <a:gd name="T3" fmla="*/ 6 h 16"/>
                <a:gd name="T4" fmla="*/ 17 w 27"/>
                <a:gd name="T5" fmla="*/ 1 h 16"/>
                <a:gd name="T6" fmla="*/ 7 w 27"/>
                <a:gd name="T7" fmla="*/ 11 h 16"/>
                <a:gd name="T8" fmla="*/ 7 w 27"/>
                <a:gd name="T9" fmla="*/ 13 h 16"/>
              </a:gdLst>
              <a:ahLst/>
              <a:cxnLst>
                <a:cxn ang="0">
                  <a:pos x="T0" y="T1"/>
                </a:cxn>
                <a:cxn ang="0">
                  <a:pos x="T2" y="T3"/>
                </a:cxn>
                <a:cxn ang="0">
                  <a:pos x="T4" y="T5"/>
                </a:cxn>
                <a:cxn ang="0">
                  <a:pos x="T6" y="T7"/>
                </a:cxn>
                <a:cxn ang="0">
                  <a:pos x="T8" y="T9"/>
                </a:cxn>
              </a:cxnLst>
              <a:rect l="0" t="0" r="r" b="b"/>
              <a:pathLst>
                <a:path w="27" h="16">
                  <a:moveTo>
                    <a:pt x="7" y="13"/>
                  </a:moveTo>
                  <a:cubicBezTo>
                    <a:pt x="7" y="13"/>
                    <a:pt x="18" y="16"/>
                    <a:pt x="25" y="6"/>
                  </a:cubicBezTo>
                  <a:cubicBezTo>
                    <a:pt x="27" y="2"/>
                    <a:pt x="23" y="0"/>
                    <a:pt x="17" y="1"/>
                  </a:cubicBezTo>
                  <a:cubicBezTo>
                    <a:pt x="13" y="1"/>
                    <a:pt x="14" y="11"/>
                    <a:pt x="7" y="11"/>
                  </a:cubicBezTo>
                  <a:cubicBezTo>
                    <a:pt x="0" y="11"/>
                    <a:pt x="7" y="13"/>
                    <a:pt x="7" y="13"/>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594091" name="Freeform 171"/>
            <p:cNvSpPr>
              <a:spLocks/>
            </p:cNvSpPr>
            <p:nvPr userDrawn="1"/>
          </p:nvSpPr>
          <p:spPr bwMode="auto">
            <a:xfrm>
              <a:off x="960" y="3204"/>
              <a:ext cx="177" cy="86"/>
            </a:xfrm>
            <a:custGeom>
              <a:avLst/>
              <a:gdLst>
                <a:gd name="T0" fmla="*/ 25 w 35"/>
                <a:gd name="T1" fmla="*/ 6 h 17"/>
                <a:gd name="T2" fmla="*/ 8 w 35"/>
                <a:gd name="T3" fmla="*/ 10 h 17"/>
                <a:gd name="T4" fmla="*/ 6 w 35"/>
                <a:gd name="T5" fmla="*/ 13 h 17"/>
                <a:gd name="T6" fmla="*/ 27 w 35"/>
                <a:gd name="T7" fmla="*/ 12 h 17"/>
                <a:gd name="T8" fmla="*/ 25 w 35"/>
                <a:gd name="T9" fmla="*/ 6 h 17"/>
              </a:gdLst>
              <a:ahLst/>
              <a:cxnLst>
                <a:cxn ang="0">
                  <a:pos x="T0" y="T1"/>
                </a:cxn>
                <a:cxn ang="0">
                  <a:pos x="T2" y="T3"/>
                </a:cxn>
                <a:cxn ang="0">
                  <a:pos x="T4" y="T5"/>
                </a:cxn>
                <a:cxn ang="0">
                  <a:pos x="T6" y="T7"/>
                </a:cxn>
                <a:cxn ang="0">
                  <a:pos x="T8" y="T9"/>
                </a:cxn>
              </a:cxnLst>
              <a:rect l="0" t="0" r="r" b="b"/>
              <a:pathLst>
                <a:path w="35" h="17">
                  <a:moveTo>
                    <a:pt x="25" y="6"/>
                  </a:moveTo>
                  <a:cubicBezTo>
                    <a:pt x="20" y="12"/>
                    <a:pt x="8" y="10"/>
                    <a:pt x="8" y="10"/>
                  </a:cubicBezTo>
                  <a:cubicBezTo>
                    <a:pt x="8" y="10"/>
                    <a:pt x="0" y="9"/>
                    <a:pt x="6" y="13"/>
                  </a:cubicBezTo>
                  <a:cubicBezTo>
                    <a:pt x="11" y="17"/>
                    <a:pt x="18" y="15"/>
                    <a:pt x="27" y="12"/>
                  </a:cubicBezTo>
                  <a:cubicBezTo>
                    <a:pt x="35" y="8"/>
                    <a:pt x="31" y="0"/>
                    <a:pt x="25" y="6"/>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594092" name="Freeform 172"/>
            <p:cNvSpPr>
              <a:spLocks/>
            </p:cNvSpPr>
            <p:nvPr userDrawn="1"/>
          </p:nvSpPr>
          <p:spPr bwMode="auto">
            <a:xfrm>
              <a:off x="844" y="3285"/>
              <a:ext cx="248" cy="60"/>
            </a:xfrm>
            <a:custGeom>
              <a:avLst/>
              <a:gdLst>
                <a:gd name="T0" fmla="*/ 40 w 49"/>
                <a:gd name="T1" fmla="*/ 3 h 12"/>
                <a:gd name="T2" fmla="*/ 29 w 49"/>
                <a:gd name="T3" fmla="*/ 1 h 12"/>
                <a:gd name="T4" fmla="*/ 7 w 49"/>
                <a:gd name="T5" fmla="*/ 0 h 12"/>
                <a:gd name="T6" fmla="*/ 2 w 49"/>
                <a:gd name="T7" fmla="*/ 5 h 12"/>
                <a:gd name="T8" fmla="*/ 20 w 49"/>
                <a:gd name="T9" fmla="*/ 8 h 12"/>
                <a:gd name="T10" fmla="*/ 41 w 49"/>
                <a:gd name="T11" fmla="*/ 8 h 12"/>
                <a:gd name="T12" fmla="*/ 40 w 49"/>
                <a:gd name="T13" fmla="*/ 3 h 12"/>
              </a:gdLst>
              <a:ahLst/>
              <a:cxnLst>
                <a:cxn ang="0">
                  <a:pos x="T0" y="T1"/>
                </a:cxn>
                <a:cxn ang="0">
                  <a:pos x="T2" y="T3"/>
                </a:cxn>
                <a:cxn ang="0">
                  <a:pos x="T4" y="T5"/>
                </a:cxn>
                <a:cxn ang="0">
                  <a:pos x="T6" y="T7"/>
                </a:cxn>
                <a:cxn ang="0">
                  <a:pos x="T8" y="T9"/>
                </a:cxn>
                <a:cxn ang="0">
                  <a:pos x="T10" y="T11"/>
                </a:cxn>
                <a:cxn ang="0">
                  <a:pos x="T12" y="T13"/>
                </a:cxn>
              </a:cxnLst>
              <a:rect l="0" t="0" r="r" b="b"/>
              <a:pathLst>
                <a:path w="49" h="12">
                  <a:moveTo>
                    <a:pt x="40" y="3"/>
                  </a:moveTo>
                  <a:cubicBezTo>
                    <a:pt x="37" y="2"/>
                    <a:pt x="36" y="0"/>
                    <a:pt x="29" y="1"/>
                  </a:cubicBezTo>
                  <a:cubicBezTo>
                    <a:pt x="13" y="4"/>
                    <a:pt x="7" y="0"/>
                    <a:pt x="7" y="0"/>
                  </a:cubicBezTo>
                  <a:cubicBezTo>
                    <a:pt x="7" y="0"/>
                    <a:pt x="0" y="3"/>
                    <a:pt x="2" y="5"/>
                  </a:cubicBezTo>
                  <a:cubicBezTo>
                    <a:pt x="5" y="7"/>
                    <a:pt x="17" y="8"/>
                    <a:pt x="20" y="8"/>
                  </a:cubicBezTo>
                  <a:cubicBezTo>
                    <a:pt x="23" y="8"/>
                    <a:pt x="34" y="12"/>
                    <a:pt x="41" y="8"/>
                  </a:cubicBezTo>
                  <a:cubicBezTo>
                    <a:pt x="49" y="4"/>
                    <a:pt x="44" y="3"/>
                    <a:pt x="40" y="3"/>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594093" name="Freeform 173"/>
            <p:cNvSpPr>
              <a:spLocks/>
            </p:cNvSpPr>
            <p:nvPr userDrawn="1"/>
          </p:nvSpPr>
          <p:spPr bwMode="auto">
            <a:xfrm>
              <a:off x="869" y="3340"/>
              <a:ext cx="203" cy="56"/>
            </a:xfrm>
            <a:custGeom>
              <a:avLst/>
              <a:gdLst>
                <a:gd name="T0" fmla="*/ 37 w 40"/>
                <a:gd name="T1" fmla="*/ 2 h 11"/>
                <a:gd name="T2" fmla="*/ 26 w 40"/>
                <a:gd name="T3" fmla="*/ 4 h 11"/>
                <a:gd name="T4" fmla="*/ 13 w 40"/>
                <a:gd name="T5" fmla="*/ 3 h 11"/>
                <a:gd name="T6" fmla="*/ 1 w 40"/>
                <a:gd name="T7" fmla="*/ 2 h 11"/>
                <a:gd name="T8" fmla="*/ 35 w 40"/>
                <a:gd name="T9" fmla="*/ 8 h 11"/>
                <a:gd name="T10" fmla="*/ 37 w 40"/>
                <a:gd name="T11" fmla="*/ 2 h 11"/>
              </a:gdLst>
              <a:ahLst/>
              <a:cxnLst>
                <a:cxn ang="0">
                  <a:pos x="T0" y="T1"/>
                </a:cxn>
                <a:cxn ang="0">
                  <a:pos x="T2" y="T3"/>
                </a:cxn>
                <a:cxn ang="0">
                  <a:pos x="T4" y="T5"/>
                </a:cxn>
                <a:cxn ang="0">
                  <a:pos x="T6" y="T7"/>
                </a:cxn>
                <a:cxn ang="0">
                  <a:pos x="T8" y="T9"/>
                </a:cxn>
                <a:cxn ang="0">
                  <a:pos x="T10" y="T11"/>
                </a:cxn>
              </a:cxnLst>
              <a:rect l="0" t="0" r="r" b="b"/>
              <a:pathLst>
                <a:path w="40" h="11">
                  <a:moveTo>
                    <a:pt x="37" y="2"/>
                  </a:moveTo>
                  <a:cubicBezTo>
                    <a:pt x="34" y="4"/>
                    <a:pt x="30" y="4"/>
                    <a:pt x="26" y="4"/>
                  </a:cubicBezTo>
                  <a:cubicBezTo>
                    <a:pt x="23" y="4"/>
                    <a:pt x="16" y="2"/>
                    <a:pt x="13" y="3"/>
                  </a:cubicBezTo>
                  <a:cubicBezTo>
                    <a:pt x="10" y="4"/>
                    <a:pt x="1" y="2"/>
                    <a:pt x="1" y="2"/>
                  </a:cubicBezTo>
                  <a:cubicBezTo>
                    <a:pt x="0" y="11"/>
                    <a:pt x="30" y="10"/>
                    <a:pt x="35" y="8"/>
                  </a:cubicBezTo>
                  <a:cubicBezTo>
                    <a:pt x="40" y="5"/>
                    <a:pt x="40" y="0"/>
                    <a:pt x="37" y="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594094" name="Freeform 174"/>
            <p:cNvSpPr>
              <a:spLocks/>
            </p:cNvSpPr>
            <p:nvPr userDrawn="1"/>
          </p:nvSpPr>
          <p:spPr bwMode="auto">
            <a:xfrm>
              <a:off x="859" y="3386"/>
              <a:ext cx="207" cy="172"/>
            </a:xfrm>
            <a:custGeom>
              <a:avLst/>
              <a:gdLst>
                <a:gd name="T0" fmla="*/ 28 w 41"/>
                <a:gd name="T1" fmla="*/ 9 h 34"/>
                <a:gd name="T2" fmla="*/ 13 w 41"/>
                <a:gd name="T3" fmla="*/ 6 h 34"/>
                <a:gd name="T4" fmla="*/ 4 w 41"/>
                <a:gd name="T5" fmla="*/ 15 h 34"/>
                <a:gd name="T6" fmla="*/ 1 w 41"/>
                <a:gd name="T7" fmla="*/ 19 h 34"/>
                <a:gd name="T8" fmla="*/ 9 w 41"/>
                <a:gd name="T9" fmla="*/ 19 h 34"/>
                <a:gd name="T10" fmla="*/ 17 w 41"/>
                <a:gd name="T11" fmla="*/ 27 h 34"/>
                <a:gd name="T12" fmla="*/ 21 w 41"/>
                <a:gd name="T13" fmla="*/ 30 h 34"/>
                <a:gd name="T14" fmla="*/ 29 w 41"/>
                <a:gd name="T15" fmla="*/ 19 h 34"/>
                <a:gd name="T16" fmla="*/ 39 w 41"/>
                <a:gd name="T17" fmla="*/ 19 h 34"/>
                <a:gd name="T18" fmla="*/ 28 w 41"/>
                <a:gd name="T19" fmla="*/ 9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1" h="34">
                  <a:moveTo>
                    <a:pt x="28" y="9"/>
                  </a:moveTo>
                  <a:cubicBezTo>
                    <a:pt x="28" y="6"/>
                    <a:pt x="14" y="0"/>
                    <a:pt x="13" y="6"/>
                  </a:cubicBezTo>
                  <a:cubicBezTo>
                    <a:pt x="11" y="12"/>
                    <a:pt x="4" y="15"/>
                    <a:pt x="4" y="15"/>
                  </a:cubicBezTo>
                  <a:cubicBezTo>
                    <a:pt x="0" y="16"/>
                    <a:pt x="0" y="16"/>
                    <a:pt x="1" y="19"/>
                  </a:cubicBezTo>
                  <a:cubicBezTo>
                    <a:pt x="1" y="22"/>
                    <a:pt x="4" y="24"/>
                    <a:pt x="9" y="19"/>
                  </a:cubicBezTo>
                  <a:cubicBezTo>
                    <a:pt x="17" y="10"/>
                    <a:pt x="17" y="26"/>
                    <a:pt x="17" y="27"/>
                  </a:cubicBezTo>
                  <a:cubicBezTo>
                    <a:pt x="18" y="29"/>
                    <a:pt x="19" y="34"/>
                    <a:pt x="21" y="30"/>
                  </a:cubicBezTo>
                  <a:cubicBezTo>
                    <a:pt x="22" y="26"/>
                    <a:pt x="25" y="14"/>
                    <a:pt x="29" y="19"/>
                  </a:cubicBezTo>
                  <a:cubicBezTo>
                    <a:pt x="35" y="27"/>
                    <a:pt x="41" y="19"/>
                    <a:pt x="39" y="19"/>
                  </a:cubicBezTo>
                  <a:cubicBezTo>
                    <a:pt x="38" y="18"/>
                    <a:pt x="28" y="13"/>
                    <a:pt x="28" y="9"/>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594095" name="Freeform 175"/>
            <p:cNvSpPr>
              <a:spLocks/>
            </p:cNvSpPr>
            <p:nvPr userDrawn="1"/>
          </p:nvSpPr>
          <p:spPr bwMode="auto">
            <a:xfrm>
              <a:off x="996" y="3305"/>
              <a:ext cx="126" cy="318"/>
            </a:xfrm>
            <a:custGeom>
              <a:avLst/>
              <a:gdLst>
                <a:gd name="T0" fmla="*/ 22 w 25"/>
                <a:gd name="T1" fmla="*/ 2 h 63"/>
                <a:gd name="T2" fmla="*/ 18 w 25"/>
                <a:gd name="T3" fmla="*/ 17 h 63"/>
                <a:gd name="T4" fmla="*/ 7 w 25"/>
                <a:gd name="T5" fmla="*/ 20 h 63"/>
                <a:gd name="T6" fmla="*/ 7 w 25"/>
                <a:gd name="T7" fmla="*/ 23 h 63"/>
                <a:gd name="T8" fmla="*/ 17 w 25"/>
                <a:gd name="T9" fmla="*/ 34 h 63"/>
                <a:gd name="T10" fmla="*/ 12 w 25"/>
                <a:gd name="T11" fmla="*/ 45 h 63"/>
                <a:gd name="T12" fmla="*/ 0 w 25"/>
                <a:gd name="T13" fmla="*/ 55 h 63"/>
                <a:gd name="T14" fmla="*/ 5 w 25"/>
                <a:gd name="T15" fmla="*/ 58 h 63"/>
                <a:gd name="T16" fmla="*/ 16 w 25"/>
                <a:gd name="T17" fmla="*/ 62 h 63"/>
                <a:gd name="T18" fmla="*/ 23 w 25"/>
                <a:gd name="T19" fmla="*/ 57 h 63"/>
                <a:gd name="T20" fmla="*/ 25 w 25"/>
                <a:gd name="T21" fmla="*/ 14 h 63"/>
                <a:gd name="T22" fmla="*/ 25 w 25"/>
                <a:gd name="T23" fmla="*/ 2 h 63"/>
                <a:gd name="T24" fmla="*/ 22 w 25"/>
                <a:gd name="T25" fmla="*/ 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5" h="63">
                  <a:moveTo>
                    <a:pt x="22" y="2"/>
                  </a:moveTo>
                  <a:cubicBezTo>
                    <a:pt x="22" y="2"/>
                    <a:pt x="20" y="15"/>
                    <a:pt x="18" y="17"/>
                  </a:cubicBezTo>
                  <a:cubicBezTo>
                    <a:pt x="15" y="19"/>
                    <a:pt x="10" y="20"/>
                    <a:pt x="7" y="20"/>
                  </a:cubicBezTo>
                  <a:cubicBezTo>
                    <a:pt x="4" y="19"/>
                    <a:pt x="4" y="22"/>
                    <a:pt x="7" y="23"/>
                  </a:cubicBezTo>
                  <a:cubicBezTo>
                    <a:pt x="10" y="24"/>
                    <a:pt x="17" y="29"/>
                    <a:pt x="17" y="34"/>
                  </a:cubicBezTo>
                  <a:cubicBezTo>
                    <a:pt x="17" y="40"/>
                    <a:pt x="17" y="44"/>
                    <a:pt x="12" y="45"/>
                  </a:cubicBezTo>
                  <a:cubicBezTo>
                    <a:pt x="6" y="46"/>
                    <a:pt x="0" y="47"/>
                    <a:pt x="0" y="55"/>
                  </a:cubicBezTo>
                  <a:cubicBezTo>
                    <a:pt x="0" y="55"/>
                    <a:pt x="3" y="57"/>
                    <a:pt x="5" y="58"/>
                  </a:cubicBezTo>
                  <a:cubicBezTo>
                    <a:pt x="8" y="58"/>
                    <a:pt x="14" y="61"/>
                    <a:pt x="16" y="62"/>
                  </a:cubicBezTo>
                  <a:cubicBezTo>
                    <a:pt x="18" y="63"/>
                    <a:pt x="23" y="61"/>
                    <a:pt x="23" y="57"/>
                  </a:cubicBezTo>
                  <a:cubicBezTo>
                    <a:pt x="24" y="52"/>
                    <a:pt x="24" y="20"/>
                    <a:pt x="25" y="14"/>
                  </a:cubicBezTo>
                  <a:cubicBezTo>
                    <a:pt x="25" y="9"/>
                    <a:pt x="25" y="3"/>
                    <a:pt x="25" y="2"/>
                  </a:cubicBezTo>
                  <a:cubicBezTo>
                    <a:pt x="25" y="1"/>
                    <a:pt x="22" y="0"/>
                    <a:pt x="22" y="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grpSp>
      <p:grpSp>
        <p:nvGrpSpPr>
          <p:cNvPr id="594096" name="Group 176"/>
          <p:cNvGrpSpPr>
            <a:grpSpLocks/>
          </p:cNvGrpSpPr>
          <p:nvPr userDrawn="1"/>
        </p:nvGrpSpPr>
        <p:grpSpPr bwMode="auto">
          <a:xfrm>
            <a:off x="1646238" y="4876800"/>
            <a:ext cx="533400" cy="492125"/>
            <a:chOff x="96" y="2784"/>
            <a:chExt cx="1062" cy="981"/>
          </a:xfrm>
        </p:grpSpPr>
        <p:sp>
          <p:nvSpPr>
            <p:cNvPr id="594097" name="Freeform 177"/>
            <p:cNvSpPr>
              <a:spLocks/>
            </p:cNvSpPr>
            <p:nvPr userDrawn="1"/>
          </p:nvSpPr>
          <p:spPr bwMode="auto">
            <a:xfrm>
              <a:off x="121" y="2784"/>
              <a:ext cx="207" cy="81"/>
            </a:xfrm>
            <a:custGeom>
              <a:avLst/>
              <a:gdLst>
                <a:gd name="T0" fmla="*/ 30 w 41"/>
                <a:gd name="T1" fmla="*/ 12 h 16"/>
                <a:gd name="T2" fmla="*/ 37 w 41"/>
                <a:gd name="T3" fmla="*/ 10 h 16"/>
                <a:gd name="T4" fmla="*/ 38 w 41"/>
                <a:gd name="T5" fmla="*/ 9 h 16"/>
                <a:gd name="T6" fmla="*/ 31 w 41"/>
                <a:gd name="T7" fmla="*/ 1 h 16"/>
                <a:gd name="T8" fmla="*/ 8 w 41"/>
                <a:gd name="T9" fmla="*/ 11 h 16"/>
                <a:gd name="T10" fmla="*/ 30 w 41"/>
                <a:gd name="T11" fmla="*/ 12 h 16"/>
              </a:gdLst>
              <a:ahLst/>
              <a:cxnLst>
                <a:cxn ang="0">
                  <a:pos x="T0" y="T1"/>
                </a:cxn>
                <a:cxn ang="0">
                  <a:pos x="T2" y="T3"/>
                </a:cxn>
                <a:cxn ang="0">
                  <a:pos x="T4" y="T5"/>
                </a:cxn>
                <a:cxn ang="0">
                  <a:pos x="T6" y="T7"/>
                </a:cxn>
                <a:cxn ang="0">
                  <a:pos x="T8" y="T9"/>
                </a:cxn>
                <a:cxn ang="0">
                  <a:pos x="T10" y="T11"/>
                </a:cxn>
              </a:cxnLst>
              <a:rect l="0" t="0" r="r" b="b"/>
              <a:pathLst>
                <a:path w="41" h="16">
                  <a:moveTo>
                    <a:pt x="30" y="12"/>
                  </a:moveTo>
                  <a:cubicBezTo>
                    <a:pt x="34" y="11"/>
                    <a:pt x="36" y="10"/>
                    <a:pt x="37" y="10"/>
                  </a:cubicBezTo>
                  <a:cubicBezTo>
                    <a:pt x="37" y="10"/>
                    <a:pt x="38" y="9"/>
                    <a:pt x="38" y="9"/>
                  </a:cubicBezTo>
                  <a:cubicBezTo>
                    <a:pt x="41" y="6"/>
                    <a:pt x="37" y="1"/>
                    <a:pt x="31" y="1"/>
                  </a:cubicBezTo>
                  <a:cubicBezTo>
                    <a:pt x="31" y="1"/>
                    <a:pt x="0" y="0"/>
                    <a:pt x="8" y="11"/>
                  </a:cubicBezTo>
                  <a:cubicBezTo>
                    <a:pt x="8" y="11"/>
                    <a:pt x="15" y="16"/>
                    <a:pt x="30" y="12"/>
                  </a:cubicBezTo>
                  <a:close/>
                </a:path>
              </a:pathLst>
            </a:custGeom>
            <a:solidFill>
              <a:srgbClr val="FFCCCC"/>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594098" name="Freeform 178"/>
            <p:cNvSpPr>
              <a:spLocks noEditPoints="1"/>
            </p:cNvSpPr>
            <p:nvPr userDrawn="1"/>
          </p:nvSpPr>
          <p:spPr bwMode="auto">
            <a:xfrm>
              <a:off x="96" y="2789"/>
              <a:ext cx="1062" cy="976"/>
            </a:xfrm>
            <a:custGeom>
              <a:avLst/>
              <a:gdLst>
                <a:gd name="T0" fmla="*/ 163 w 210"/>
                <a:gd name="T1" fmla="*/ 155 h 193"/>
                <a:gd name="T2" fmla="*/ 152 w 210"/>
                <a:gd name="T3" fmla="*/ 125 h 193"/>
                <a:gd name="T4" fmla="*/ 142 w 210"/>
                <a:gd name="T5" fmla="*/ 99 h 193"/>
                <a:gd name="T6" fmla="*/ 165 w 210"/>
                <a:gd name="T7" fmla="*/ 93 h 193"/>
                <a:gd name="T8" fmla="*/ 146 w 210"/>
                <a:gd name="T9" fmla="*/ 82 h 193"/>
                <a:gd name="T10" fmla="*/ 157 w 210"/>
                <a:gd name="T11" fmla="*/ 83 h 193"/>
                <a:gd name="T12" fmla="*/ 157 w 210"/>
                <a:gd name="T13" fmla="*/ 77 h 193"/>
                <a:gd name="T14" fmla="*/ 135 w 210"/>
                <a:gd name="T15" fmla="*/ 78 h 193"/>
                <a:gd name="T16" fmla="*/ 128 w 210"/>
                <a:gd name="T17" fmla="*/ 125 h 193"/>
                <a:gd name="T18" fmla="*/ 124 w 210"/>
                <a:gd name="T19" fmla="*/ 84 h 193"/>
                <a:gd name="T20" fmla="*/ 118 w 210"/>
                <a:gd name="T21" fmla="*/ 67 h 193"/>
                <a:gd name="T22" fmla="*/ 124 w 210"/>
                <a:gd name="T23" fmla="*/ 51 h 193"/>
                <a:gd name="T24" fmla="*/ 121 w 210"/>
                <a:gd name="T25" fmla="*/ 37 h 193"/>
                <a:gd name="T26" fmla="*/ 119 w 210"/>
                <a:gd name="T27" fmla="*/ 24 h 193"/>
                <a:gd name="T28" fmla="*/ 132 w 210"/>
                <a:gd name="T29" fmla="*/ 39 h 193"/>
                <a:gd name="T30" fmla="*/ 149 w 210"/>
                <a:gd name="T31" fmla="*/ 18 h 193"/>
                <a:gd name="T32" fmla="*/ 147 w 210"/>
                <a:gd name="T33" fmla="*/ 36 h 193"/>
                <a:gd name="T34" fmla="*/ 143 w 210"/>
                <a:gd name="T35" fmla="*/ 48 h 193"/>
                <a:gd name="T36" fmla="*/ 144 w 210"/>
                <a:gd name="T37" fmla="*/ 67 h 193"/>
                <a:gd name="T38" fmla="*/ 199 w 210"/>
                <a:gd name="T39" fmla="*/ 29 h 193"/>
                <a:gd name="T40" fmla="*/ 90 w 210"/>
                <a:gd name="T41" fmla="*/ 1 h 193"/>
                <a:gd name="T42" fmla="*/ 56 w 210"/>
                <a:gd name="T43" fmla="*/ 8 h 193"/>
                <a:gd name="T44" fmla="*/ 85 w 210"/>
                <a:gd name="T45" fmla="*/ 12 h 193"/>
                <a:gd name="T46" fmla="*/ 60 w 210"/>
                <a:gd name="T47" fmla="*/ 22 h 193"/>
                <a:gd name="T48" fmla="*/ 58 w 210"/>
                <a:gd name="T49" fmla="*/ 29 h 193"/>
                <a:gd name="T50" fmla="*/ 38 w 210"/>
                <a:gd name="T51" fmla="*/ 17 h 193"/>
                <a:gd name="T52" fmla="*/ 13 w 210"/>
                <a:gd name="T53" fmla="*/ 115 h 193"/>
                <a:gd name="T54" fmla="*/ 61 w 210"/>
                <a:gd name="T55" fmla="*/ 146 h 193"/>
                <a:gd name="T56" fmla="*/ 45 w 210"/>
                <a:gd name="T57" fmla="*/ 133 h 193"/>
                <a:gd name="T58" fmla="*/ 35 w 210"/>
                <a:gd name="T59" fmla="*/ 145 h 193"/>
                <a:gd name="T60" fmla="*/ 32 w 210"/>
                <a:gd name="T61" fmla="*/ 128 h 193"/>
                <a:gd name="T62" fmla="*/ 46 w 210"/>
                <a:gd name="T63" fmla="*/ 86 h 193"/>
                <a:gd name="T64" fmla="*/ 67 w 210"/>
                <a:gd name="T65" fmla="*/ 83 h 193"/>
                <a:gd name="T66" fmla="*/ 71 w 210"/>
                <a:gd name="T67" fmla="*/ 95 h 193"/>
                <a:gd name="T68" fmla="*/ 61 w 210"/>
                <a:gd name="T69" fmla="*/ 121 h 193"/>
                <a:gd name="T70" fmla="*/ 91 w 210"/>
                <a:gd name="T71" fmla="*/ 180 h 193"/>
                <a:gd name="T72" fmla="*/ 186 w 210"/>
                <a:gd name="T73" fmla="*/ 166 h 193"/>
                <a:gd name="T74" fmla="*/ 182 w 210"/>
                <a:gd name="T75" fmla="*/ 66 h 193"/>
                <a:gd name="T76" fmla="*/ 165 w 210"/>
                <a:gd name="T77" fmla="*/ 60 h 193"/>
                <a:gd name="T78" fmla="*/ 113 w 210"/>
                <a:gd name="T79" fmla="*/ 61 h 193"/>
                <a:gd name="T80" fmla="*/ 108 w 210"/>
                <a:gd name="T81" fmla="*/ 87 h 193"/>
                <a:gd name="T82" fmla="*/ 114 w 210"/>
                <a:gd name="T83" fmla="*/ 50 h 193"/>
                <a:gd name="T84" fmla="*/ 89 w 210"/>
                <a:gd name="T85" fmla="*/ 26 h 193"/>
                <a:gd name="T86" fmla="*/ 105 w 210"/>
                <a:gd name="T87" fmla="*/ 35 h 193"/>
                <a:gd name="T88" fmla="*/ 61 w 210"/>
                <a:gd name="T89" fmla="*/ 72 h 193"/>
                <a:gd name="T90" fmla="*/ 24 w 210"/>
                <a:gd name="T91" fmla="*/ 37 h 193"/>
                <a:gd name="T92" fmla="*/ 68 w 210"/>
                <a:gd name="T93" fmla="*/ 40 h 193"/>
                <a:gd name="T94" fmla="*/ 79 w 210"/>
                <a:gd name="T95" fmla="*/ 40 h 193"/>
                <a:gd name="T96" fmla="*/ 108 w 210"/>
                <a:gd name="T97" fmla="*/ 45 h 193"/>
                <a:gd name="T98" fmla="*/ 99 w 210"/>
                <a:gd name="T99" fmla="*/ 93 h 193"/>
                <a:gd name="T100" fmla="*/ 93 w 210"/>
                <a:gd name="T101" fmla="*/ 51 h 193"/>
                <a:gd name="T102" fmla="*/ 61 w 210"/>
                <a:gd name="T103" fmla="*/ 72 h 193"/>
                <a:gd name="T104" fmla="*/ 80 w 210"/>
                <a:gd name="T105" fmla="*/ 82 h 193"/>
                <a:gd name="T106" fmla="*/ 88 w 210"/>
                <a:gd name="T107" fmla="*/ 58 h 193"/>
                <a:gd name="T108" fmla="*/ 102 w 210"/>
                <a:gd name="T109" fmla="*/ 145 h 193"/>
                <a:gd name="T110" fmla="*/ 82 w 210"/>
                <a:gd name="T111" fmla="*/ 96 h 193"/>
                <a:gd name="T112" fmla="*/ 117 w 210"/>
                <a:gd name="T113" fmla="*/ 106 h 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10" h="193">
                  <a:moveTo>
                    <a:pt x="186" y="166"/>
                  </a:moveTo>
                  <a:cubicBezTo>
                    <a:pt x="167" y="166"/>
                    <a:pt x="163" y="155"/>
                    <a:pt x="163" y="155"/>
                  </a:cubicBezTo>
                  <a:cubicBezTo>
                    <a:pt x="163" y="155"/>
                    <a:pt x="162" y="147"/>
                    <a:pt x="154" y="145"/>
                  </a:cubicBezTo>
                  <a:cubicBezTo>
                    <a:pt x="135" y="140"/>
                    <a:pt x="147" y="128"/>
                    <a:pt x="152" y="125"/>
                  </a:cubicBezTo>
                  <a:cubicBezTo>
                    <a:pt x="157" y="123"/>
                    <a:pt x="154" y="122"/>
                    <a:pt x="150" y="120"/>
                  </a:cubicBezTo>
                  <a:cubicBezTo>
                    <a:pt x="142" y="115"/>
                    <a:pt x="141" y="109"/>
                    <a:pt x="142" y="99"/>
                  </a:cubicBezTo>
                  <a:cubicBezTo>
                    <a:pt x="142" y="88"/>
                    <a:pt x="149" y="91"/>
                    <a:pt x="149" y="91"/>
                  </a:cubicBezTo>
                  <a:cubicBezTo>
                    <a:pt x="149" y="91"/>
                    <a:pt x="160" y="96"/>
                    <a:pt x="165" y="93"/>
                  </a:cubicBezTo>
                  <a:cubicBezTo>
                    <a:pt x="169" y="91"/>
                    <a:pt x="167" y="88"/>
                    <a:pt x="165" y="89"/>
                  </a:cubicBezTo>
                  <a:cubicBezTo>
                    <a:pt x="163" y="91"/>
                    <a:pt x="148" y="89"/>
                    <a:pt x="146" y="82"/>
                  </a:cubicBezTo>
                  <a:cubicBezTo>
                    <a:pt x="144" y="74"/>
                    <a:pt x="150" y="78"/>
                    <a:pt x="151" y="78"/>
                  </a:cubicBezTo>
                  <a:cubicBezTo>
                    <a:pt x="153" y="79"/>
                    <a:pt x="153" y="81"/>
                    <a:pt x="157" y="83"/>
                  </a:cubicBezTo>
                  <a:cubicBezTo>
                    <a:pt x="168" y="88"/>
                    <a:pt x="162" y="82"/>
                    <a:pt x="162" y="82"/>
                  </a:cubicBezTo>
                  <a:cubicBezTo>
                    <a:pt x="162" y="82"/>
                    <a:pt x="162" y="82"/>
                    <a:pt x="157" y="77"/>
                  </a:cubicBezTo>
                  <a:cubicBezTo>
                    <a:pt x="152" y="71"/>
                    <a:pt x="145" y="73"/>
                    <a:pt x="139" y="73"/>
                  </a:cubicBezTo>
                  <a:cubicBezTo>
                    <a:pt x="133" y="73"/>
                    <a:pt x="135" y="78"/>
                    <a:pt x="135" y="78"/>
                  </a:cubicBezTo>
                  <a:cubicBezTo>
                    <a:pt x="135" y="78"/>
                    <a:pt x="134" y="88"/>
                    <a:pt x="133" y="106"/>
                  </a:cubicBezTo>
                  <a:cubicBezTo>
                    <a:pt x="132" y="124"/>
                    <a:pt x="129" y="126"/>
                    <a:pt x="128" y="125"/>
                  </a:cubicBezTo>
                  <a:cubicBezTo>
                    <a:pt x="127" y="123"/>
                    <a:pt x="125" y="114"/>
                    <a:pt x="125" y="111"/>
                  </a:cubicBezTo>
                  <a:cubicBezTo>
                    <a:pt x="125" y="108"/>
                    <a:pt x="123" y="97"/>
                    <a:pt x="124" y="84"/>
                  </a:cubicBezTo>
                  <a:cubicBezTo>
                    <a:pt x="125" y="72"/>
                    <a:pt x="128" y="77"/>
                    <a:pt x="120" y="74"/>
                  </a:cubicBezTo>
                  <a:cubicBezTo>
                    <a:pt x="111" y="71"/>
                    <a:pt x="116" y="67"/>
                    <a:pt x="118" y="67"/>
                  </a:cubicBezTo>
                  <a:cubicBezTo>
                    <a:pt x="121" y="67"/>
                    <a:pt x="125" y="69"/>
                    <a:pt x="126" y="67"/>
                  </a:cubicBezTo>
                  <a:cubicBezTo>
                    <a:pt x="127" y="59"/>
                    <a:pt x="128" y="52"/>
                    <a:pt x="124" y="51"/>
                  </a:cubicBezTo>
                  <a:cubicBezTo>
                    <a:pt x="115" y="47"/>
                    <a:pt x="119" y="45"/>
                    <a:pt x="122" y="44"/>
                  </a:cubicBezTo>
                  <a:cubicBezTo>
                    <a:pt x="125" y="43"/>
                    <a:pt x="126" y="35"/>
                    <a:pt x="121" y="37"/>
                  </a:cubicBezTo>
                  <a:cubicBezTo>
                    <a:pt x="112" y="40"/>
                    <a:pt x="113" y="32"/>
                    <a:pt x="115" y="31"/>
                  </a:cubicBezTo>
                  <a:cubicBezTo>
                    <a:pt x="117" y="30"/>
                    <a:pt x="120" y="32"/>
                    <a:pt x="119" y="24"/>
                  </a:cubicBezTo>
                  <a:cubicBezTo>
                    <a:pt x="117" y="17"/>
                    <a:pt x="124" y="14"/>
                    <a:pt x="126" y="21"/>
                  </a:cubicBezTo>
                  <a:cubicBezTo>
                    <a:pt x="127" y="28"/>
                    <a:pt x="130" y="42"/>
                    <a:pt x="132" y="39"/>
                  </a:cubicBezTo>
                  <a:cubicBezTo>
                    <a:pt x="134" y="35"/>
                    <a:pt x="138" y="22"/>
                    <a:pt x="142" y="16"/>
                  </a:cubicBezTo>
                  <a:cubicBezTo>
                    <a:pt x="145" y="10"/>
                    <a:pt x="150" y="15"/>
                    <a:pt x="149" y="18"/>
                  </a:cubicBezTo>
                  <a:cubicBezTo>
                    <a:pt x="144" y="33"/>
                    <a:pt x="152" y="34"/>
                    <a:pt x="152" y="34"/>
                  </a:cubicBezTo>
                  <a:cubicBezTo>
                    <a:pt x="152" y="34"/>
                    <a:pt x="151" y="36"/>
                    <a:pt x="147" y="36"/>
                  </a:cubicBezTo>
                  <a:cubicBezTo>
                    <a:pt x="137" y="35"/>
                    <a:pt x="141" y="41"/>
                    <a:pt x="145" y="43"/>
                  </a:cubicBezTo>
                  <a:cubicBezTo>
                    <a:pt x="154" y="46"/>
                    <a:pt x="148" y="48"/>
                    <a:pt x="143" y="48"/>
                  </a:cubicBezTo>
                  <a:cubicBezTo>
                    <a:pt x="139" y="48"/>
                    <a:pt x="136" y="50"/>
                    <a:pt x="135" y="55"/>
                  </a:cubicBezTo>
                  <a:cubicBezTo>
                    <a:pt x="132" y="70"/>
                    <a:pt x="144" y="67"/>
                    <a:pt x="144" y="67"/>
                  </a:cubicBezTo>
                  <a:cubicBezTo>
                    <a:pt x="162" y="72"/>
                    <a:pt x="189" y="69"/>
                    <a:pt x="189" y="69"/>
                  </a:cubicBezTo>
                  <a:cubicBezTo>
                    <a:pt x="209" y="75"/>
                    <a:pt x="200" y="45"/>
                    <a:pt x="199" y="29"/>
                  </a:cubicBezTo>
                  <a:cubicBezTo>
                    <a:pt x="197" y="13"/>
                    <a:pt x="195" y="5"/>
                    <a:pt x="181" y="2"/>
                  </a:cubicBezTo>
                  <a:cubicBezTo>
                    <a:pt x="168" y="0"/>
                    <a:pt x="90" y="1"/>
                    <a:pt x="90" y="1"/>
                  </a:cubicBezTo>
                  <a:cubicBezTo>
                    <a:pt x="87" y="2"/>
                    <a:pt x="56" y="1"/>
                    <a:pt x="56" y="1"/>
                  </a:cubicBezTo>
                  <a:cubicBezTo>
                    <a:pt x="56" y="1"/>
                    <a:pt x="54" y="8"/>
                    <a:pt x="56" y="8"/>
                  </a:cubicBezTo>
                  <a:cubicBezTo>
                    <a:pt x="61" y="8"/>
                    <a:pt x="80" y="9"/>
                    <a:pt x="80" y="9"/>
                  </a:cubicBezTo>
                  <a:cubicBezTo>
                    <a:pt x="81" y="9"/>
                    <a:pt x="90" y="8"/>
                    <a:pt x="85" y="12"/>
                  </a:cubicBezTo>
                  <a:cubicBezTo>
                    <a:pt x="80" y="16"/>
                    <a:pt x="69" y="16"/>
                    <a:pt x="62" y="16"/>
                  </a:cubicBezTo>
                  <a:cubicBezTo>
                    <a:pt x="47" y="15"/>
                    <a:pt x="54" y="22"/>
                    <a:pt x="60" y="22"/>
                  </a:cubicBezTo>
                  <a:cubicBezTo>
                    <a:pt x="78" y="22"/>
                    <a:pt x="82" y="26"/>
                    <a:pt x="74" y="27"/>
                  </a:cubicBezTo>
                  <a:cubicBezTo>
                    <a:pt x="67" y="28"/>
                    <a:pt x="65" y="28"/>
                    <a:pt x="58" y="29"/>
                  </a:cubicBezTo>
                  <a:cubicBezTo>
                    <a:pt x="2" y="38"/>
                    <a:pt x="21" y="23"/>
                    <a:pt x="26" y="23"/>
                  </a:cubicBezTo>
                  <a:cubicBezTo>
                    <a:pt x="49" y="23"/>
                    <a:pt x="44" y="15"/>
                    <a:pt x="38" y="17"/>
                  </a:cubicBezTo>
                  <a:cubicBezTo>
                    <a:pt x="32" y="18"/>
                    <a:pt x="12" y="11"/>
                    <a:pt x="9" y="24"/>
                  </a:cubicBezTo>
                  <a:cubicBezTo>
                    <a:pt x="7" y="37"/>
                    <a:pt x="15" y="103"/>
                    <a:pt x="13" y="115"/>
                  </a:cubicBezTo>
                  <a:cubicBezTo>
                    <a:pt x="0" y="193"/>
                    <a:pt x="71" y="176"/>
                    <a:pt x="71" y="176"/>
                  </a:cubicBezTo>
                  <a:cubicBezTo>
                    <a:pt x="56" y="164"/>
                    <a:pt x="62" y="153"/>
                    <a:pt x="61" y="146"/>
                  </a:cubicBezTo>
                  <a:cubicBezTo>
                    <a:pt x="57" y="125"/>
                    <a:pt x="55" y="122"/>
                    <a:pt x="51" y="124"/>
                  </a:cubicBezTo>
                  <a:cubicBezTo>
                    <a:pt x="43" y="128"/>
                    <a:pt x="44" y="130"/>
                    <a:pt x="45" y="133"/>
                  </a:cubicBezTo>
                  <a:cubicBezTo>
                    <a:pt x="51" y="151"/>
                    <a:pt x="37" y="137"/>
                    <a:pt x="37" y="137"/>
                  </a:cubicBezTo>
                  <a:cubicBezTo>
                    <a:pt x="35" y="138"/>
                    <a:pt x="34" y="142"/>
                    <a:pt x="35" y="145"/>
                  </a:cubicBezTo>
                  <a:cubicBezTo>
                    <a:pt x="47" y="168"/>
                    <a:pt x="36" y="162"/>
                    <a:pt x="33" y="158"/>
                  </a:cubicBezTo>
                  <a:cubicBezTo>
                    <a:pt x="22" y="142"/>
                    <a:pt x="33" y="133"/>
                    <a:pt x="32" y="128"/>
                  </a:cubicBezTo>
                  <a:cubicBezTo>
                    <a:pt x="27" y="108"/>
                    <a:pt x="42" y="100"/>
                    <a:pt x="44" y="97"/>
                  </a:cubicBezTo>
                  <a:cubicBezTo>
                    <a:pt x="46" y="93"/>
                    <a:pt x="45" y="92"/>
                    <a:pt x="46" y="86"/>
                  </a:cubicBezTo>
                  <a:cubicBezTo>
                    <a:pt x="48" y="72"/>
                    <a:pt x="55" y="79"/>
                    <a:pt x="55" y="84"/>
                  </a:cubicBezTo>
                  <a:cubicBezTo>
                    <a:pt x="53" y="100"/>
                    <a:pt x="63" y="88"/>
                    <a:pt x="67" y="83"/>
                  </a:cubicBezTo>
                  <a:cubicBezTo>
                    <a:pt x="78" y="68"/>
                    <a:pt x="77" y="84"/>
                    <a:pt x="75" y="87"/>
                  </a:cubicBezTo>
                  <a:cubicBezTo>
                    <a:pt x="72" y="89"/>
                    <a:pt x="71" y="93"/>
                    <a:pt x="71" y="95"/>
                  </a:cubicBezTo>
                  <a:cubicBezTo>
                    <a:pt x="74" y="103"/>
                    <a:pt x="69" y="111"/>
                    <a:pt x="67" y="112"/>
                  </a:cubicBezTo>
                  <a:cubicBezTo>
                    <a:pt x="66" y="112"/>
                    <a:pt x="61" y="114"/>
                    <a:pt x="61" y="121"/>
                  </a:cubicBezTo>
                  <a:cubicBezTo>
                    <a:pt x="61" y="127"/>
                    <a:pt x="69" y="139"/>
                    <a:pt x="69" y="143"/>
                  </a:cubicBezTo>
                  <a:cubicBezTo>
                    <a:pt x="69" y="178"/>
                    <a:pt x="84" y="181"/>
                    <a:pt x="91" y="180"/>
                  </a:cubicBezTo>
                  <a:cubicBezTo>
                    <a:pt x="98" y="179"/>
                    <a:pt x="159" y="177"/>
                    <a:pt x="185" y="175"/>
                  </a:cubicBezTo>
                  <a:cubicBezTo>
                    <a:pt x="210" y="173"/>
                    <a:pt x="193" y="166"/>
                    <a:pt x="186" y="166"/>
                  </a:cubicBezTo>
                  <a:close/>
                  <a:moveTo>
                    <a:pt x="165" y="60"/>
                  </a:moveTo>
                  <a:cubicBezTo>
                    <a:pt x="203" y="61"/>
                    <a:pt x="185" y="64"/>
                    <a:pt x="182" y="66"/>
                  </a:cubicBezTo>
                  <a:cubicBezTo>
                    <a:pt x="178" y="68"/>
                    <a:pt x="182" y="66"/>
                    <a:pt x="167" y="65"/>
                  </a:cubicBezTo>
                  <a:cubicBezTo>
                    <a:pt x="152" y="65"/>
                    <a:pt x="165" y="60"/>
                    <a:pt x="165" y="60"/>
                  </a:cubicBezTo>
                  <a:close/>
                  <a:moveTo>
                    <a:pt x="114" y="50"/>
                  </a:moveTo>
                  <a:cubicBezTo>
                    <a:pt x="121" y="55"/>
                    <a:pt x="113" y="61"/>
                    <a:pt x="113" y="61"/>
                  </a:cubicBezTo>
                  <a:cubicBezTo>
                    <a:pt x="113" y="61"/>
                    <a:pt x="108" y="70"/>
                    <a:pt x="112" y="78"/>
                  </a:cubicBezTo>
                  <a:cubicBezTo>
                    <a:pt x="116" y="87"/>
                    <a:pt x="116" y="97"/>
                    <a:pt x="108" y="87"/>
                  </a:cubicBezTo>
                  <a:cubicBezTo>
                    <a:pt x="100" y="78"/>
                    <a:pt x="105" y="58"/>
                    <a:pt x="107" y="53"/>
                  </a:cubicBezTo>
                  <a:cubicBezTo>
                    <a:pt x="107" y="53"/>
                    <a:pt x="107" y="44"/>
                    <a:pt x="114" y="50"/>
                  </a:cubicBezTo>
                  <a:close/>
                  <a:moveTo>
                    <a:pt x="83" y="29"/>
                  </a:moveTo>
                  <a:cubicBezTo>
                    <a:pt x="83" y="25"/>
                    <a:pt x="89" y="26"/>
                    <a:pt x="89" y="26"/>
                  </a:cubicBezTo>
                  <a:cubicBezTo>
                    <a:pt x="89" y="26"/>
                    <a:pt x="99" y="30"/>
                    <a:pt x="104" y="30"/>
                  </a:cubicBezTo>
                  <a:cubicBezTo>
                    <a:pt x="108" y="29"/>
                    <a:pt x="114" y="35"/>
                    <a:pt x="105" y="35"/>
                  </a:cubicBezTo>
                  <a:cubicBezTo>
                    <a:pt x="96" y="35"/>
                    <a:pt x="82" y="39"/>
                    <a:pt x="83" y="29"/>
                  </a:cubicBezTo>
                  <a:close/>
                  <a:moveTo>
                    <a:pt x="61" y="72"/>
                  </a:moveTo>
                  <a:cubicBezTo>
                    <a:pt x="55" y="72"/>
                    <a:pt x="16" y="87"/>
                    <a:pt x="16" y="48"/>
                  </a:cubicBezTo>
                  <a:cubicBezTo>
                    <a:pt x="16" y="39"/>
                    <a:pt x="14" y="31"/>
                    <a:pt x="24" y="37"/>
                  </a:cubicBezTo>
                  <a:cubicBezTo>
                    <a:pt x="35" y="42"/>
                    <a:pt x="25" y="42"/>
                    <a:pt x="49" y="40"/>
                  </a:cubicBezTo>
                  <a:cubicBezTo>
                    <a:pt x="49" y="40"/>
                    <a:pt x="66" y="41"/>
                    <a:pt x="68" y="40"/>
                  </a:cubicBezTo>
                  <a:cubicBezTo>
                    <a:pt x="71" y="38"/>
                    <a:pt x="69" y="34"/>
                    <a:pt x="74" y="34"/>
                  </a:cubicBezTo>
                  <a:cubicBezTo>
                    <a:pt x="80" y="34"/>
                    <a:pt x="79" y="40"/>
                    <a:pt x="79" y="40"/>
                  </a:cubicBezTo>
                  <a:cubicBezTo>
                    <a:pt x="79" y="40"/>
                    <a:pt x="74" y="46"/>
                    <a:pt x="109" y="41"/>
                  </a:cubicBezTo>
                  <a:cubicBezTo>
                    <a:pt x="113" y="41"/>
                    <a:pt x="117" y="45"/>
                    <a:pt x="108" y="45"/>
                  </a:cubicBezTo>
                  <a:cubicBezTo>
                    <a:pt x="104" y="45"/>
                    <a:pt x="97" y="48"/>
                    <a:pt x="100" y="53"/>
                  </a:cubicBezTo>
                  <a:cubicBezTo>
                    <a:pt x="102" y="58"/>
                    <a:pt x="99" y="93"/>
                    <a:pt x="99" y="93"/>
                  </a:cubicBezTo>
                  <a:cubicBezTo>
                    <a:pt x="99" y="93"/>
                    <a:pt x="97" y="100"/>
                    <a:pt x="94" y="90"/>
                  </a:cubicBezTo>
                  <a:cubicBezTo>
                    <a:pt x="93" y="86"/>
                    <a:pt x="94" y="53"/>
                    <a:pt x="93" y="51"/>
                  </a:cubicBezTo>
                  <a:cubicBezTo>
                    <a:pt x="93" y="48"/>
                    <a:pt x="77" y="45"/>
                    <a:pt x="77" y="57"/>
                  </a:cubicBezTo>
                  <a:cubicBezTo>
                    <a:pt x="77" y="68"/>
                    <a:pt x="73" y="71"/>
                    <a:pt x="61" y="72"/>
                  </a:cubicBezTo>
                  <a:close/>
                  <a:moveTo>
                    <a:pt x="85" y="84"/>
                  </a:moveTo>
                  <a:cubicBezTo>
                    <a:pt x="82" y="88"/>
                    <a:pt x="78" y="90"/>
                    <a:pt x="80" y="82"/>
                  </a:cubicBezTo>
                  <a:cubicBezTo>
                    <a:pt x="81" y="74"/>
                    <a:pt x="83" y="63"/>
                    <a:pt x="83" y="57"/>
                  </a:cubicBezTo>
                  <a:cubicBezTo>
                    <a:pt x="83" y="57"/>
                    <a:pt x="87" y="50"/>
                    <a:pt x="88" y="58"/>
                  </a:cubicBezTo>
                  <a:cubicBezTo>
                    <a:pt x="89" y="66"/>
                    <a:pt x="87" y="81"/>
                    <a:pt x="85" y="84"/>
                  </a:cubicBezTo>
                  <a:close/>
                  <a:moveTo>
                    <a:pt x="102" y="145"/>
                  </a:moveTo>
                  <a:cubicBezTo>
                    <a:pt x="78" y="144"/>
                    <a:pt x="77" y="148"/>
                    <a:pt x="77" y="117"/>
                  </a:cubicBezTo>
                  <a:cubicBezTo>
                    <a:pt x="77" y="86"/>
                    <a:pt x="81" y="93"/>
                    <a:pt x="82" y="96"/>
                  </a:cubicBezTo>
                  <a:cubicBezTo>
                    <a:pt x="82" y="96"/>
                    <a:pt x="90" y="116"/>
                    <a:pt x="111" y="101"/>
                  </a:cubicBezTo>
                  <a:cubicBezTo>
                    <a:pt x="114" y="98"/>
                    <a:pt x="116" y="96"/>
                    <a:pt x="117" y="106"/>
                  </a:cubicBezTo>
                  <a:cubicBezTo>
                    <a:pt x="117" y="117"/>
                    <a:pt x="127" y="145"/>
                    <a:pt x="102" y="145"/>
                  </a:cubicBezTo>
                  <a:close/>
                </a:path>
              </a:pathLst>
            </a:custGeom>
            <a:solidFill>
              <a:srgbClr val="FFCCCC"/>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594099" name="Freeform 179"/>
            <p:cNvSpPr>
              <a:spLocks/>
            </p:cNvSpPr>
            <p:nvPr userDrawn="1"/>
          </p:nvSpPr>
          <p:spPr bwMode="auto">
            <a:xfrm>
              <a:off x="348" y="3254"/>
              <a:ext cx="86" cy="102"/>
            </a:xfrm>
            <a:custGeom>
              <a:avLst/>
              <a:gdLst>
                <a:gd name="T0" fmla="*/ 14 w 17"/>
                <a:gd name="T1" fmla="*/ 5 h 20"/>
                <a:gd name="T2" fmla="*/ 9 w 17"/>
                <a:gd name="T3" fmla="*/ 20 h 20"/>
                <a:gd name="T4" fmla="*/ 14 w 17"/>
                <a:gd name="T5" fmla="*/ 5 h 20"/>
              </a:gdLst>
              <a:ahLst/>
              <a:cxnLst>
                <a:cxn ang="0">
                  <a:pos x="T0" y="T1"/>
                </a:cxn>
                <a:cxn ang="0">
                  <a:pos x="T2" y="T3"/>
                </a:cxn>
                <a:cxn ang="0">
                  <a:pos x="T4" y="T5"/>
                </a:cxn>
              </a:cxnLst>
              <a:rect l="0" t="0" r="r" b="b"/>
              <a:pathLst>
                <a:path w="17" h="20">
                  <a:moveTo>
                    <a:pt x="14" y="5"/>
                  </a:moveTo>
                  <a:cubicBezTo>
                    <a:pt x="13" y="0"/>
                    <a:pt x="0" y="8"/>
                    <a:pt x="9" y="20"/>
                  </a:cubicBezTo>
                  <a:cubicBezTo>
                    <a:pt x="9" y="20"/>
                    <a:pt x="17" y="17"/>
                    <a:pt x="14" y="5"/>
                  </a:cubicBezTo>
                  <a:close/>
                </a:path>
              </a:pathLst>
            </a:custGeom>
            <a:solidFill>
              <a:srgbClr val="FFCCCC"/>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594100" name="Freeform 180"/>
            <p:cNvSpPr>
              <a:spLocks/>
            </p:cNvSpPr>
            <p:nvPr userDrawn="1"/>
          </p:nvSpPr>
          <p:spPr bwMode="auto">
            <a:xfrm>
              <a:off x="267" y="3295"/>
              <a:ext cx="76" cy="136"/>
            </a:xfrm>
            <a:custGeom>
              <a:avLst/>
              <a:gdLst>
                <a:gd name="T0" fmla="*/ 7 w 15"/>
                <a:gd name="T1" fmla="*/ 10 h 27"/>
                <a:gd name="T2" fmla="*/ 4 w 15"/>
                <a:gd name="T3" fmla="*/ 25 h 27"/>
                <a:gd name="T4" fmla="*/ 15 w 15"/>
                <a:gd name="T5" fmla="*/ 16 h 27"/>
                <a:gd name="T6" fmla="*/ 13 w 15"/>
                <a:gd name="T7" fmla="*/ 8 h 27"/>
                <a:gd name="T8" fmla="*/ 7 w 15"/>
                <a:gd name="T9" fmla="*/ 10 h 27"/>
              </a:gdLst>
              <a:ahLst/>
              <a:cxnLst>
                <a:cxn ang="0">
                  <a:pos x="T0" y="T1"/>
                </a:cxn>
                <a:cxn ang="0">
                  <a:pos x="T2" y="T3"/>
                </a:cxn>
                <a:cxn ang="0">
                  <a:pos x="T4" y="T5"/>
                </a:cxn>
                <a:cxn ang="0">
                  <a:pos x="T6" y="T7"/>
                </a:cxn>
                <a:cxn ang="0">
                  <a:pos x="T8" y="T9"/>
                </a:cxn>
              </a:cxnLst>
              <a:rect l="0" t="0" r="r" b="b"/>
              <a:pathLst>
                <a:path w="15" h="27">
                  <a:moveTo>
                    <a:pt x="7" y="10"/>
                  </a:moveTo>
                  <a:cubicBezTo>
                    <a:pt x="0" y="19"/>
                    <a:pt x="2" y="23"/>
                    <a:pt x="4" y="25"/>
                  </a:cubicBezTo>
                  <a:cubicBezTo>
                    <a:pt x="7" y="27"/>
                    <a:pt x="11" y="26"/>
                    <a:pt x="15" y="16"/>
                  </a:cubicBezTo>
                  <a:cubicBezTo>
                    <a:pt x="15" y="16"/>
                    <a:pt x="12" y="11"/>
                    <a:pt x="13" y="8"/>
                  </a:cubicBezTo>
                  <a:cubicBezTo>
                    <a:pt x="15" y="6"/>
                    <a:pt x="14" y="0"/>
                    <a:pt x="7" y="10"/>
                  </a:cubicBezTo>
                  <a:close/>
                </a:path>
              </a:pathLst>
            </a:custGeom>
            <a:solidFill>
              <a:srgbClr val="FFCCCC"/>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594101" name="Freeform 181"/>
            <p:cNvSpPr>
              <a:spLocks/>
            </p:cNvSpPr>
            <p:nvPr userDrawn="1"/>
          </p:nvSpPr>
          <p:spPr bwMode="auto">
            <a:xfrm>
              <a:off x="222" y="3022"/>
              <a:ext cx="243" cy="116"/>
            </a:xfrm>
            <a:custGeom>
              <a:avLst/>
              <a:gdLst>
                <a:gd name="T0" fmla="*/ 40 w 48"/>
                <a:gd name="T1" fmla="*/ 2 h 23"/>
                <a:gd name="T2" fmla="*/ 9 w 48"/>
                <a:gd name="T3" fmla="*/ 1 h 23"/>
                <a:gd name="T4" fmla="*/ 1 w 48"/>
                <a:gd name="T5" fmla="*/ 9 h 23"/>
                <a:gd name="T6" fmla="*/ 22 w 48"/>
                <a:gd name="T7" fmla="*/ 21 h 23"/>
                <a:gd name="T8" fmla="*/ 34 w 48"/>
                <a:gd name="T9" fmla="*/ 20 h 23"/>
                <a:gd name="T10" fmla="*/ 40 w 48"/>
                <a:gd name="T11" fmla="*/ 19 h 23"/>
                <a:gd name="T12" fmla="*/ 40 w 48"/>
                <a:gd name="T13" fmla="*/ 2 h 23"/>
              </a:gdLst>
              <a:ahLst/>
              <a:cxnLst>
                <a:cxn ang="0">
                  <a:pos x="T0" y="T1"/>
                </a:cxn>
                <a:cxn ang="0">
                  <a:pos x="T2" y="T3"/>
                </a:cxn>
                <a:cxn ang="0">
                  <a:pos x="T4" y="T5"/>
                </a:cxn>
                <a:cxn ang="0">
                  <a:pos x="T6" y="T7"/>
                </a:cxn>
                <a:cxn ang="0">
                  <a:pos x="T8" y="T9"/>
                </a:cxn>
                <a:cxn ang="0">
                  <a:pos x="T10" y="T11"/>
                </a:cxn>
                <a:cxn ang="0">
                  <a:pos x="T12" y="T13"/>
                </a:cxn>
              </a:cxnLst>
              <a:rect l="0" t="0" r="r" b="b"/>
              <a:pathLst>
                <a:path w="48" h="23">
                  <a:moveTo>
                    <a:pt x="40" y="2"/>
                  </a:moveTo>
                  <a:cubicBezTo>
                    <a:pt x="38" y="3"/>
                    <a:pt x="9" y="1"/>
                    <a:pt x="9" y="1"/>
                  </a:cubicBezTo>
                  <a:cubicBezTo>
                    <a:pt x="5" y="1"/>
                    <a:pt x="1" y="0"/>
                    <a:pt x="1" y="9"/>
                  </a:cubicBezTo>
                  <a:cubicBezTo>
                    <a:pt x="0" y="23"/>
                    <a:pt x="17" y="21"/>
                    <a:pt x="22" y="21"/>
                  </a:cubicBezTo>
                  <a:cubicBezTo>
                    <a:pt x="26" y="21"/>
                    <a:pt x="30" y="18"/>
                    <a:pt x="34" y="20"/>
                  </a:cubicBezTo>
                  <a:cubicBezTo>
                    <a:pt x="34" y="20"/>
                    <a:pt x="38" y="23"/>
                    <a:pt x="40" y="19"/>
                  </a:cubicBezTo>
                  <a:cubicBezTo>
                    <a:pt x="48" y="5"/>
                    <a:pt x="43" y="0"/>
                    <a:pt x="40" y="2"/>
                  </a:cubicBezTo>
                  <a:close/>
                </a:path>
              </a:pathLst>
            </a:custGeom>
            <a:solidFill>
              <a:srgbClr val="FFCCCC"/>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594102" name="Freeform 182"/>
            <p:cNvSpPr>
              <a:spLocks/>
            </p:cNvSpPr>
            <p:nvPr userDrawn="1"/>
          </p:nvSpPr>
          <p:spPr bwMode="auto">
            <a:xfrm>
              <a:off x="500" y="3345"/>
              <a:ext cx="177" cy="187"/>
            </a:xfrm>
            <a:custGeom>
              <a:avLst/>
              <a:gdLst>
                <a:gd name="T0" fmla="*/ 24 w 35"/>
                <a:gd name="T1" fmla="*/ 2 h 37"/>
                <a:gd name="T2" fmla="*/ 11 w 35"/>
                <a:gd name="T3" fmla="*/ 2 h 37"/>
                <a:gd name="T4" fmla="*/ 4 w 35"/>
                <a:gd name="T5" fmla="*/ 20 h 37"/>
                <a:gd name="T6" fmla="*/ 28 w 35"/>
                <a:gd name="T7" fmla="*/ 22 h 37"/>
                <a:gd name="T8" fmla="*/ 24 w 35"/>
                <a:gd name="T9" fmla="*/ 2 h 37"/>
              </a:gdLst>
              <a:ahLst/>
              <a:cxnLst>
                <a:cxn ang="0">
                  <a:pos x="T0" y="T1"/>
                </a:cxn>
                <a:cxn ang="0">
                  <a:pos x="T2" y="T3"/>
                </a:cxn>
                <a:cxn ang="0">
                  <a:pos x="T4" y="T5"/>
                </a:cxn>
                <a:cxn ang="0">
                  <a:pos x="T6" y="T7"/>
                </a:cxn>
                <a:cxn ang="0">
                  <a:pos x="T8" y="T9"/>
                </a:cxn>
              </a:cxnLst>
              <a:rect l="0" t="0" r="r" b="b"/>
              <a:pathLst>
                <a:path w="35" h="37">
                  <a:moveTo>
                    <a:pt x="24" y="2"/>
                  </a:moveTo>
                  <a:cubicBezTo>
                    <a:pt x="19" y="3"/>
                    <a:pt x="11" y="2"/>
                    <a:pt x="11" y="2"/>
                  </a:cubicBezTo>
                  <a:cubicBezTo>
                    <a:pt x="0" y="2"/>
                    <a:pt x="5" y="14"/>
                    <a:pt x="4" y="20"/>
                  </a:cubicBezTo>
                  <a:cubicBezTo>
                    <a:pt x="3" y="27"/>
                    <a:pt x="22" y="37"/>
                    <a:pt x="28" y="22"/>
                  </a:cubicBezTo>
                  <a:cubicBezTo>
                    <a:pt x="35" y="7"/>
                    <a:pt x="28" y="0"/>
                    <a:pt x="24" y="2"/>
                  </a:cubicBezTo>
                  <a:close/>
                </a:path>
              </a:pathLst>
            </a:custGeom>
            <a:solidFill>
              <a:srgbClr val="FFCCCC"/>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594103" name="Freeform 183"/>
            <p:cNvSpPr>
              <a:spLocks/>
            </p:cNvSpPr>
            <p:nvPr userDrawn="1"/>
          </p:nvSpPr>
          <p:spPr bwMode="auto">
            <a:xfrm>
              <a:off x="905" y="3158"/>
              <a:ext cx="177" cy="36"/>
            </a:xfrm>
            <a:custGeom>
              <a:avLst/>
              <a:gdLst>
                <a:gd name="T0" fmla="*/ 5 w 35"/>
                <a:gd name="T1" fmla="*/ 0 h 7"/>
                <a:gd name="T2" fmla="*/ 14 w 35"/>
                <a:gd name="T3" fmla="*/ 5 h 7"/>
                <a:gd name="T4" fmla="*/ 5 w 35"/>
                <a:gd name="T5" fmla="*/ 0 h 7"/>
              </a:gdLst>
              <a:ahLst/>
              <a:cxnLst>
                <a:cxn ang="0">
                  <a:pos x="T0" y="T1"/>
                </a:cxn>
                <a:cxn ang="0">
                  <a:pos x="T2" y="T3"/>
                </a:cxn>
                <a:cxn ang="0">
                  <a:pos x="T4" y="T5"/>
                </a:cxn>
              </a:cxnLst>
              <a:rect l="0" t="0" r="r" b="b"/>
              <a:pathLst>
                <a:path w="35" h="7">
                  <a:moveTo>
                    <a:pt x="5" y="0"/>
                  </a:moveTo>
                  <a:cubicBezTo>
                    <a:pt x="0" y="0"/>
                    <a:pt x="7" y="7"/>
                    <a:pt x="14" y="5"/>
                  </a:cubicBezTo>
                  <a:cubicBezTo>
                    <a:pt x="35" y="1"/>
                    <a:pt x="5" y="0"/>
                    <a:pt x="5" y="0"/>
                  </a:cubicBezTo>
                  <a:close/>
                </a:path>
              </a:pathLst>
            </a:custGeom>
            <a:solidFill>
              <a:srgbClr val="FFCCCC"/>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594104" name="Freeform 184"/>
            <p:cNvSpPr>
              <a:spLocks/>
            </p:cNvSpPr>
            <p:nvPr userDrawn="1"/>
          </p:nvSpPr>
          <p:spPr bwMode="auto">
            <a:xfrm>
              <a:off x="965" y="3153"/>
              <a:ext cx="137" cy="81"/>
            </a:xfrm>
            <a:custGeom>
              <a:avLst/>
              <a:gdLst>
                <a:gd name="T0" fmla="*/ 7 w 27"/>
                <a:gd name="T1" fmla="*/ 13 h 16"/>
                <a:gd name="T2" fmla="*/ 25 w 27"/>
                <a:gd name="T3" fmla="*/ 6 h 16"/>
                <a:gd name="T4" fmla="*/ 17 w 27"/>
                <a:gd name="T5" fmla="*/ 1 h 16"/>
                <a:gd name="T6" fmla="*/ 7 w 27"/>
                <a:gd name="T7" fmla="*/ 11 h 16"/>
                <a:gd name="T8" fmla="*/ 7 w 27"/>
                <a:gd name="T9" fmla="*/ 13 h 16"/>
              </a:gdLst>
              <a:ahLst/>
              <a:cxnLst>
                <a:cxn ang="0">
                  <a:pos x="T0" y="T1"/>
                </a:cxn>
                <a:cxn ang="0">
                  <a:pos x="T2" y="T3"/>
                </a:cxn>
                <a:cxn ang="0">
                  <a:pos x="T4" y="T5"/>
                </a:cxn>
                <a:cxn ang="0">
                  <a:pos x="T6" y="T7"/>
                </a:cxn>
                <a:cxn ang="0">
                  <a:pos x="T8" y="T9"/>
                </a:cxn>
              </a:cxnLst>
              <a:rect l="0" t="0" r="r" b="b"/>
              <a:pathLst>
                <a:path w="27" h="16">
                  <a:moveTo>
                    <a:pt x="7" y="13"/>
                  </a:moveTo>
                  <a:cubicBezTo>
                    <a:pt x="7" y="13"/>
                    <a:pt x="18" y="16"/>
                    <a:pt x="25" y="6"/>
                  </a:cubicBezTo>
                  <a:cubicBezTo>
                    <a:pt x="27" y="2"/>
                    <a:pt x="23" y="0"/>
                    <a:pt x="17" y="1"/>
                  </a:cubicBezTo>
                  <a:cubicBezTo>
                    <a:pt x="13" y="1"/>
                    <a:pt x="14" y="11"/>
                    <a:pt x="7" y="11"/>
                  </a:cubicBezTo>
                  <a:cubicBezTo>
                    <a:pt x="0" y="11"/>
                    <a:pt x="7" y="13"/>
                    <a:pt x="7" y="13"/>
                  </a:cubicBezTo>
                  <a:close/>
                </a:path>
              </a:pathLst>
            </a:custGeom>
            <a:solidFill>
              <a:srgbClr val="FFCCCC"/>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594105" name="Freeform 185"/>
            <p:cNvSpPr>
              <a:spLocks/>
            </p:cNvSpPr>
            <p:nvPr userDrawn="1"/>
          </p:nvSpPr>
          <p:spPr bwMode="auto">
            <a:xfrm>
              <a:off x="960" y="3204"/>
              <a:ext cx="177" cy="86"/>
            </a:xfrm>
            <a:custGeom>
              <a:avLst/>
              <a:gdLst>
                <a:gd name="T0" fmla="*/ 25 w 35"/>
                <a:gd name="T1" fmla="*/ 6 h 17"/>
                <a:gd name="T2" fmla="*/ 8 w 35"/>
                <a:gd name="T3" fmla="*/ 10 h 17"/>
                <a:gd name="T4" fmla="*/ 6 w 35"/>
                <a:gd name="T5" fmla="*/ 13 h 17"/>
                <a:gd name="T6" fmla="*/ 27 w 35"/>
                <a:gd name="T7" fmla="*/ 12 h 17"/>
                <a:gd name="T8" fmla="*/ 25 w 35"/>
                <a:gd name="T9" fmla="*/ 6 h 17"/>
              </a:gdLst>
              <a:ahLst/>
              <a:cxnLst>
                <a:cxn ang="0">
                  <a:pos x="T0" y="T1"/>
                </a:cxn>
                <a:cxn ang="0">
                  <a:pos x="T2" y="T3"/>
                </a:cxn>
                <a:cxn ang="0">
                  <a:pos x="T4" y="T5"/>
                </a:cxn>
                <a:cxn ang="0">
                  <a:pos x="T6" y="T7"/>
                </a:cxn>
                <a:cxn ang="0">
                  <a:pos x="T8" y="T9"/>
                </a:cxn>
              </a:cxnLst>
              <a:rect l="0" t="0" r="r" b="b"/>
              <a:pathLst>
                <a:path w="35" h="17">
                  <a:moveTo>
                    <a:pt x="25" y="6"/>
                  </a:moveTo>
                  <a:cubicBezTo>
                    <a:pt x="20" y="12"/>
                    <a:pt x="8" y="10"/>
                    <a:pt x="8" y="10"/>
                  </a:cubicBezTo>
                  <a:cubicBezTo>
                    <a:pt x="8" y="10"/>
                    <a:pt x="0" y="9"/>
                    <a:pt x="6" y="13"/>
                  </a:cubicBezTo>
                  <a:cubicBezTo>
                    <a:pt x="11" y="17"/>
                    <a:pt x="18" y="15"/>
                    <a:pt x="27" y="12"/>
                  </a:cubicBezTo>
                  <a:cubicBezTo>
                    <a:pt x="35" y="8"/>
                    <a:pt x="31" y="0"/>
                    <a:pt x="25" y="6"/>
                  </a:cubicBezTo>
                  <a:close/>
                </a:path>
              </a:pathLst>
            </a:custGeom>
            <a:solidFill>
              <a:srgbClr val="FFCCCC"/>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594106" name="Freeform 186"/>
            <p:cNvSpPr>
              <a:spLocks/>
            </p:cNvSpPr>
            <p:nvPr userDrawn="1"/>
          </p:nvSpPr>
          <p:spPr bwMode="auto">
            <a:xfrm>
              <a:off x="844" y="3285"/>
              <a:ext cx="248" cy="60"/>
            </a:xfrm>
            <a:custGeom>
              <a:avLst/>
              <a:gdLst>
                <a:gd name="T0" fmla="*/ 40 w 49"/>
                <a:gd name="T1" fmla="*/ 3 h 12"/>
                <a:gd name="T2" fmla="*/ 29 w 49"/>
                <a:gd name="T3" fmla="*/ 1 h 12"/>
                <a:gd name="T4" fmla="*/ 7 w 49"/>
                <a:gd name="T5" fmla="*/ 0 h 12"/>
                <a:gd name="T6" fmla="*/ 2 w 49"/>
                <a:gd name="T7" fmla="*/ 5 h 12"/>
                <a:gd name="T8" fmla="*/ 20 w 49"/>
                <a:gd name="T9" fmla="*/ 8 h 12"/>
                <a:gd name="T10" fmla="*/ 41 w 49"/>
                <a:gd name="T11" fmla="*/ 8 h 12"/>
                <a:gd name="T12" fmla="*/ 40 w 49"/>
                <a:gd name="T13" fmla="*/ 3 h 12"/>
              </a:gdLst>
              <a:ahLst/>
              <a:cxnLst>
                <a:cxn ang="0">
                  <a:pos x="T0" y="T1"/>
                </a:cxn>
                <a:cxn ang="0">
                  <a:pos x="T2" y="T3"/>
                </a:cxn>
                <a:cxn ang="0">
                  <a:pos x="T4" y="T5"/>
                </a:cxn>
                <a:cxn ang="0">
                  <a:pos x="T6" y="T7"/>
                </a:cxn>
                <a:cxn ang="0">
                  <a:pos x="T8" y="T9"/>
                </a:cxn>
                <a:cxn ang="0">
                  <a:pos x="T10" y="T11"/>
                </a:cxn>
                <a:cxn ang="0">
                  <a:pos x="T12" y="T13"/>
                </a:cxn>
              </a:cxnLst>
              <a:rect l="0" t="0" r="r" b="b"/>
              <a:pathLst>
                <a:path w="49" h="12">
                  <a:moveTo>
                    <a:pt x="40" y="3"/>
                  </a:moveTo>
                  <a:cubicBezTo>
                    <a:pt x="37" y="2"/>
                    <a:pt x="36" y="0"/>
                    <a:pt x="29" y="1"/>
                  </a:cubicBezTo>
                  <a:cubicBezTo>
                    <a:pt x="13" y="4"/>
                    <a:pt x="7" y="0"/>
                    <a:pt x="7" y="0"/>
                  </a:cubicBezTo>
                  <a:cubicBezTo>
                    <a:pt x="7" y="0"/>
                    <a:pt x="0" y="3"/>
                    <a:pt x="2" y="5"/>
                  </a:cubicBezTo>
                  <a:cubicBezTo>
                    <a:pt x="5" y="7"/>
                    <a:pt x="17" y="8"/>
                    <a:pt x="20" y="8"/>
                  </a:cubicBezTo>
                  <a:cubicBezTo>
                    <a:pt x="23" y="8"/>
                    <a:pt x="34" y="12"/>
                    <a:pt x="41" y="8"/>
                  </a:cubicBezTo>
                  <a:cubicBezTo>
                    <a:pt x="49" y="4"/>
                    <a:pt x="44" y="3"/>
                    <a:pt x="40" y="3"/>
                  </a:cubicBezTo>
                  <a:close/>
                </a:path>
              </a:pathLst>
            </a:custGeom>
            <a:solidFill>
              <a:srgbClr val="FFCCCC"/>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594107" name="Freeform 187"/>
            <p:cNvSpPr>
              <a:spLocks/>
            </p:cNvSpPr>
            <p:nvPr userDrawn="1"/>
          </p:nvSpPr>
          <p:spPr bwMode="auto">
            <a:xfrm>
              <a:off x="869" y="3340"/>
              <a:ext cx="203" cy="56"/>
            </a:xfrm>
            <a:custGeom>
              <a:avLst/>
              <a:gdLst>
                <a:gd name="T0" fmla="*/ 37 w 40"/>
                <a:gd name="T1" fmla="*/ 2 h 11"/>
                <a:gd name="T2" fmla="*/ 26 w 40"/>
                <a:gd name="T3" fmla="*/ 4 h 11"/>
                <a:gd name="T4" fmla="*/ 13 w 40"/>
                <a:gd name="T5" fmla="*/ 3 h 11"/>
                <a:gd name="T6" fmla="*/ 1 w 40"/>
                <a:gd name="T7" fmla="*/ 2 h 11"/>
                <a:gd name="T8" fmla="*/ 35 w 40"/>
                <a:gd name="T9" fmla="*/ 8 h 11"/>
                <a:gd name="T10" fmla="*/ 37 w 40"/>
                <a:gd name="T11" fmla="*/ 2 h 11"/>
              </a:gdLst>
              <a:ahLst/>
              <a:cxnLst>
                <a:cxn ang="0">
                  <a:pos x="T0" y="T1"/>
                </a:cxn>
                <a:cxn ang="0">
                  <a:pos x="T2" y="T3"/>
                </a:cxn>
                <a:cxn ang="0">
                  <a:pos x="T4" y="T5"/>
                </a:cxn>
                <a:cxn ang="0">
                  <a:pos x="T6" y="T7"/>
                </a:cxn>
                <a:cxn ang="0">
                  <a:pos x="T8" y="T9"/>
                </a:cxn>
                <a:cxn ang="0">
                  <a:pos x="T10" y="T11"/>
                </a:cxn>
              </a:cxnLst>
              <a:rect l="0" t="0" r="r" b="b"/>
              <a:pathLst>
                <a:path w="40" h="11">
                  <a:moveTo>
                    <a:pt x="37" y="2"/>
                  </a:moveTo>
                  <a:cubicBezTo>
                    <a:pt x="34" y="4"/>
                    <a:pt x="30" y="4"/>
                    <a:pt x="26" y="4"/>
                  </a:cubicBezTo>
                  <a:cubicBezTo>
                    <a:pt x="23" y="4"/>
                    <a:pt x="16" y="2"/>
                    <a:pt x="13" y="3"/>
                  </a:cubicBezTo>
                  <a:cubicBezTo>
                    <a:pt x="10" y="4"/>
                    <a:pt x="1" y="2"/>
                    <a:pt x="1" y="2"/>
                  </a:cubicBezTo>
                  <a:cubicBezTo>
                    <a:pt x="0" y="11"/>
                    <a:pt x="30" y="10"/>
                    <a:pt x="35" y="8"/>
                  </a:cubicBezTo>
                  <a:cubicBezTo>
                    <a:pt x="40" y="5"/>
                    <a:pt x="40" y="0"/>
                    <a:pt x="37" y="2"/>
                  </a:cubicBezTo>
                  <a:close/>
                </a:path>
              </a:pathLst>
            </a:custGeom>
            <a:solidFill>
              <a:srgbClr val="FFCCCC"/>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594108" name="Freeform 188"/>
            <p:cNvSpPr>
              <a:spLocks/>
            </p:cNvSpPr>
            <p:nvPr userDrawn="1"/>
          </p:nvSpPr>
          <p:spPr bwMode="auto">
            <a:xfrm>
              <a:off x="859" y="3386"/>
              <a:ext cx="207" cy="172"/>
            </a:xfrm>
            <a:custGeom>
              <a:avLst/>
              <a:gdLst>
                <a:gd name="T0" fmla="*/ 28 w 41"/>
                <a:gd name="T1" fmla="*/ 9 h 34"/>
                <a:gd name="T2" fmla="*/ 13 w 41"/>
                <a:gd name="T3" fmla="*/ 6 h 34"/>
                <a:gd name="T4" fmla="*/ 4 w 41"/>
                <a:gd name="T5" fmla="*/ 15 h 34"/>
                <a:gd name="T6" fmla="*/ 1 w 41"/>
                <a:gd name="T7" fmla="*/ 19 h 34"/>
                <a:gd name="T8" fmla="*/ 9 w 41"/>
                <a:gd name="T9" fmla="*/ 19 h 34"/>
                <a:gd name="T10" fmla="*/ 17 w 41"/>
                <a:gd name="T11" fmla="*/ 27 h 34"/>
                <a:gd name="T12" fmla="*/ 21 w 41"/>
                <a:gd name="T13" fmla="*/ 30 h 34"/>
                <a:gd name="T14" fmla="*/ 29 w 41"/>
                <a:gd name="T15" fmla="*/ 19 h 34"/>
                <a:gd name="T16" fmla="*/ 39 w 41"/>
                <a:gd name="T17" fmla="*/ 19 h 34"/>
                <a:gd name="T18" fmla="*/ 28 w 41"/>
                <a:gd name="T19" fmla="*/ 9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1" h="34">
                  <a:moveTo>
                    <a:pt x="28" y="9"/>
                  </a:moveTo>
                  <a:cubicBezTo>
                    <a:pt x="28" y="6"/>
                    <a:pt x="14" y="0"/>
                    <a:pt x="13" y="6"/>
                  </a:cubicBezTo>
                  <a:cubicBezTo>
                    <a:pt x="11" y="12"/>
                    <a:pt x="4" y="15"/>
                    <a:pt x="4" y="15"/>
                  </a:cubicBezTo>
                  <a:cubicBezTo>
                    <a:pt x="0" y="16"/>
                    <a:pt x="0" y="16"/>
                    <a:pt x="1" y="19"/>
                  </a:cubicBezTo>
                  <a:cubicBezTo>
                    <a:pt x="1" y="22"/>
                    <a:pt x="4" y="24"/>
                    <a:pt x="9" y="19"/>
                  </a:cubicBezTo>
                  <a:cubicBezTo>
                    <a:pt x="17" y="10"/>
                    <a:pt x="17" y="26"/>
                    <a:pt x="17" y="27"/>
                  </a:cubicBezTo>
                  <a:cubicBezTo>
                    <a:pt x="18" y="29"/>
                    <a:pt x="19" y="34"/>
                    <a:pt x="21" y="30"/>
                  </a:cubicBezTo>
                  <a:cubicBezTo>
                    <a:pt x="22" y="26"/>
                    <a:pt x="25" y="14"/>
                    <a:pt x="29" y="19"/>
                  </a:cubicBezTo>
                  <a:cubicBezTo>
                    <a:pt x="35" y="27"/>
                    <a:pt x="41" y="19"/>
                    <a:pt x="39" y="19"/>
                  </a:cubicBezTo>
                  <a:cubicBezTo>
                    <a:pt x="38" y="18"/>
                    <a:pt x="28" y="13"/>
                    <a:pt x="28" y="9"/>
                  </a:cubicBezTo>
                  <a:close/>
                </a:path>
              </a:pathLst>
            </a:custGeom>
            <a:solidFill>
              <a:srgbClr val="FFCCCC"/>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594109" name="Freeform 189"/>
            <p:cNvSpPr>
              <a:spLocks/>
            </p:cNvSpPr>
            <p:nvPr userDrawn="1"/>
          </p:nvSpPr>
          <p:spPr bwMode="auto">
            <a:xfrm>
              <a:off x="996" y="3305"/>
              <a:ext cx="126" cy="318"/>
            </a:xfrm>
            <a:custGeom>
              <a:avLst/>
              <a:gdLst>
                <a:gd name="T0" fmla="*/ 22 w 25"/>
                <a:gd name="T1" fmla="*/ 2 h 63"/>
                <a:gd name="T2" fmla="*/ 18 w 25"/>
                <a:gd name="T3" fmla="*/ 17 h 63"/>
                <a:gd name="T4" fmla="*/ 7 w 25"/>
                <a:gd name="T5" fmla="*/ 20 h 63"/>
                <a:gd name="T6" fmla="*/ 7 w 25"/>
                <a:gd name="T7" fmla="*/ 23 h 63"/>
                <a:gd name="T8" fmla="*/ 17 w 25"/>
                <a:gd name="T9" fmla="*/ 34 h 63"/>
                <a:gd name="T10" fmla="*/ 12 w 25"/>
                <a:gd name="T11" fmla="*/ 45 h 63"/>
                <a:gd name="T12" fmla="*/ 0 w 25"/>
                <a:gd name="T13" fmla="*/ 55 h 63"/>
                <a:gd name="T14" fmla="*/ 5 w 25"/>
                <a:gd name="T15" fmla="*/ 58 h 63"/>
                <a:gd name="T16" fmla="*/ 16 w 25"/>
                <a:gd name="T17" fmla="*/ 62 h 63"/>
                <a:gd name="T18" fmla="*/ 23 w 25"/>
                <a:gd name="T19" fmla="*/ 57 h 63"/>
                <a:gd name="T20" fmla="*/ 25 w 25"/>
                <a:gd name="T21" fmla="*/ 14 h 63"/>
                <a:gd name="T22" fmla="*/ 25 w 25"/>
                <a:gd name="T23" fmla="*/ 2 h 63"/>
                <a:gd name="T24" fmla="*/ 22 w 25"/>
                <a:gd name="T25" fmla="*/ 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5" h="63">
                  <a:moveTo>
                    <a:pt x="22" y="2"/>
                  </a:moveTo>
                  <a:cubicBezTo>
                    <a:pt x="22" y="2"/>
                    <a:pt x="20" y="15"/>
                    <a:pt x="18" y="17"/>
                  </a:cubicBezTo>
                  <a:cubicBezTo>
                    <a:pt x="15" y="19"/>
                    <a:pt x="10" y="20"/>
                    <a:pt x="7" y="20"/>
                  </a:cubicBezTo>
                  <a:cubicBezTo>
                    <a:pt x="4" y="19"/>
                    <a:pt x="4" y="22"/>
                    <a:pt x="7" y="23"/>
                  </a:cubicBezTo>
                  <a:cubicBezTo>
                    <a:pt x="10" y="24"/>
                    <a:pt x="17" y="29"/>
                    <a:pt x="17" y="34"/>
                  </a:cubicBezTo>
                  <a:cubicBezTo>
                    <a:pt x="17" y="40"/>
                    <a:pt x="17" y="44"/>
                    <a:pt x="12" y="45"/>
                  </a:cubicBezTo>
                  <a:cubicBezTo>
                    <a:pt x="6" y="46"/>
                    <a:pt x="0" y="47"/>
                    <a:pt x="0" y="55"/>
                  </a:cubicBezTo>
                  <a:cubicBezTo>
                    <a:pt x="0" y="55"/>
                    <a:pt x="3" y="57"/>
                    <a:pt x="5" y="58"/>
                  </a:cubicBezTo>
                  <a:cubicBezTo>
                    <a:pt x="8" y="58"/>
                    <a:pt x="14" y="61"/>
                    <a:pt x="16" y="62"/>
                  </a:cubicBezTo>
                  <a:cubicBezTo>
                    <a:pt x="18" y="63"/>
                    <a:pt x="23" y="61"/>
                    <a:pt x="23" y="57"/>
                  </a:cubicBezTo>
                  <a:cubicBezTo>
                    <a:pt x="24" y="52"/>
                    <a:pt x="24" y="20"/>
                    <a:pt x="25" y="14"/>
                  </a:cubicBezTo>
                  <a:cubicBezTo>
                    <a:pt x="25" y="9"/>
                    <a:pt x="25" y="3"/>
                    <a:pt x="25" y="2"/>
                  </a:cubicBezTo>
                  <a:cubicBezTo>
                    <a:pt x="25" y="1"/>
                    <a:pt x="22" y="0"/>
                    <a:pt x="22" y="2"/>
                  </a:cubicBezTo>
                  <a:close/>
                </a:path>
              </a:pathLst>
            </a:custGeom>
            <a:solidFill>
              <a:srgbClr val="FFCCCC"/>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grpSp>
      <p:grpSp>
        <p:nvGrpSpPr>
          <p:cNvPr id="594110" name="Group 190"/>
          <p:cNvGrpSpPr>
            <a:grpSpLocks/>
          </p:cNvGrpSpPr>
          <p:nvPr userDrawn="1"/>
        </p:nvGrpSpPr>
        <p:grpSpPr bwMode="auto">
          <a:xfrm>
            <a:off x="5046663" y="4525963"/>
            <a:ext cx="533400" cy="492125"/>
            <a:chOff x="96" y="2784"/>
            <a:chExt cx="1062" cy="981"/>
          </a:xfrm>
        </p:grpSpPr>
        <p:sp>
          <p:nvSpPr>
            <p:cNvPr id="594111" name="Freeform 191"/>
            <p:cNvSpPr>
              <a:spLocks/>
            </p:cNvSpPr>
            <p:nvPr userDrawn="1"/>
          </p:nvSpPr>
          <p:spPr bwMode="auto">
            <a:xfrm>
              <a:off x="121" y="2784"/>
              <a:ext cx="207" cy="81"/>
            </a:xfrm>
            <a:custGeom>
              <a:avLst/>
              <a:gdLst>
                <a:gd name="T0" fmla="*/ 30 w 41"/>
                <a:gd name="T1" fmla="*/ 12 h 16"/>
                <a:gd name="T2" fmla="*/ 37 w 41"/>
                <a:gd name="T3" fmla="*/ 10 h 16"/>
                <a:gd name="T4" fmla="*/ 38 w 41"/>
                <a:gd name="T5" fmla="*/ 9 h 16"/>
                <a:gd name="T6" fmla="*/ 31 w 41"/>
                <a:gd name="T7" fmla="*/ 1 h 16"/>
                <a:gd name="T8" fmla="*/ 8 w 41"/>
                <a:gd name="T9" fmla="*/ 11 h 16"/>
                <a:gd name="T10" fmla="*/ 30 w 41"/>
                <a:gd name="T11" fmla="*/ 12 h 16"/>
              </a:gdLst>
              <a:ahLst/>
              <a:cxnLst>
                <a:cxn ang="0">
                  <a:pos x="T0" y="T1"/>
                </a:cxn>
                <a:cxn ang="0">
                  <a:pos x="T2" y="T3"/>
                </a:cxn>
                <a:cxn ang="0">
                  <a:pos x="T4" y="T5"/>
                </a:cxn>
                <a:cxn ang="0">
                  <a:pos x="T6" y="T7"/>
                </a:cxn>
                <a:cxn ang="0">
                  <a:pos x="T8" y="T9"/>
                </a:cxn>
                <a:cxn ang="0">
                  <a:pos x="T10" y="T11"/>
                </a:cxn>
              </a:cxnLst>
              <a:rect l="0" t="0" r="r" b="b"/>
              <a:pathLst>
                <a:path w="41" h="16">
                  <a:moveTo>
                    <a:pt x="30" y="12"/>
                  </a:moveTo>
                  <a:cubicBezTo>
                    <a:pt x="34" y="11"/>
                    <a:pt x="36" y="10"/>
                    <a:pt x="37" y="10"/>
                  </a:cubicBezTo>
                  <a:cubicBezTo>
                    <a:pt x="37" y="10"/>
                    <a:pt x="38" y="9"/>
                    <a:pt x="38" y="9"/>
                  </a:cubicBezTo>
                  <a:cubicBezTo>
                    <a:pt x="41" y="6"/>
                    <a:pt x="37" y="1"/>
                    <a:pt x="31" y="1"/>
                  </a:cubicBezTo>
                  <a:cubicBezTo>
                    <a:pt x="31" y="1"/>
                    <a:pt x="0" y="0"/>
                    <a:pt x="8" y="11"/>
                  </a:cubicBezTo>
                  <a:cubicBezTo>
                    <a:pt x="8" y="11"/>
                    <a:pt x="15" y="16"/>
                    <a:pt x="30" y="12"/>
                  </a:cubicBezTo>
                  <a:close/>
                </a:path>
              </a:pathLst>
            </a:custGeom>
            <a:solidFill>
              <a:srgbClr val="CCFFCC"/>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594112" name="Freeform 192"/>
            <p:cNvSpPr>
              <a:spLocks noEditPoints="1"/>
            </p:cNvSpPr>
            <p:nvPr userDrawn="1"/>
          </p:nvSpPr>
          <p:spPr bwMode="auto">
            <a:xfrm>
              <a:off x="96" y="2789"/>
              <a:ext cx="1062" cy="976"/>
            </a:xfrm>
            <a:custGeom>
              <a:avLst/>
              <a:gdLst>
                <a:gd name="T0" fmla="*/ 163 w 210"/>
                <a:gd name="T1" fmla="*/ 155 h 193"/>
                <a:gd name="T2" fmla="*/ 152 w 210"/>
                <a:gd name="T3" fmla="*/ 125 h 193"/>
                <a:gd name="T4" fmla="*/ 142 w 210"/>
                <a:gd name="T5" fmla="*/ 99 h 193"/>
                <a:gd name="T6" fmla="*/ 165 w 210"/>
                <a:gd name="T7" fmla="*/ 93 h 193"/>
                <a:gd name="T8" fmla="*/ 146 w 210"/>
                <a:gd name="T9" fmla="*/ 82 h 193"/>
                <a:gd name="T10" fmla="*/ 157 w 210"/>
                <a:gd name="T11" fmla="*/ 83 h 193"/>
                <a:gd name="T12" fmla="*/ 157 w 210"/>
                <a:gd name="T13" fmla="*/ 77 h 193"/>
                <a:gd name="T14" fmla="*/ 135 w 210"/>
                <a:gd name="T15" fmla="*/ 78 h 193"/>
                <a:gd name="T16" fmla="*/ 128 w 210"/>
                <a:gd name="T17" fmla="*/ 125 h 193"/>
                <a:gd name="T18" fmla="*/ 124 w 210"/>
                <a:gd name="T19" fmla="*/ 84 h 193"/>
                <a:gd name="T20" fmla="*/ 118 w 210"/>
                <a:gd name="T21" fmla="*/ 67 h 193"/>
                <a:gd name="T22" fmla="*/ 124 w 210"/>
                <a:gd name="T23" fmla="*/ 51 h 193"/>
                <a:gd name="T24" fmla="*/ 121 w 210"/>
                <a:gd name="T25" fmla="*/ 37 h 193"/>
                <a:gd name="T26" fmla="*/ 119 w 210"/>
                <a:gd name="T27" fmla="*/ 24 h 193"/>
                <a:gd name="T28" fmla="*/ 132 w 210"/>
                <a:gd name="T29" fmla="*/ 39 h 193"/>
                <a:gd name="T30" fmla="*/ 149 w 210"/>
                <a:gd name="T31" fmla="*/ 18 h 193"/>
                <a:gd name="T32" fmla="*/ 147 w 210"/>
                <a:gd name="T33" fmla="*/ 36 h 193"/>
                <a:gd name="T34" fmla="*/ 143 w 210"/>
                <a:gd name="T35" fmla="*/ 48 h 193"/>
                <a:gd name="T36" fmla="*/ 144 w 210"/>
                <a:gd name="T37" fmla="*/ 67 h 193"/>
                <a:gd name="T38" fmla="*/ 199 w 210"/>
                <a:gd name="T39" fmla="*/ 29 h 193"/>
                <a:gd name="T40" fmla="*/ 90 w 210"/>
                <a:gd name="T41" fmla="*/ 1 h 193"/>
                <a:gd name="T42" fmla="*/ 56 w 210"/>
                <a:gd name="T43" fmla="*/ 8 h 193"/>
                <a:gd name="T44" fmla="*/ 85 w 210"/>
                <a:gd name="T45" fmla="*/ 12 h 193"/>
                <a:gd name="T46" fmla="*/ 60 w 210"/>
                <a:gd name="T47" fmla="*/ 22 h 193"/>
                <a:gd name="T48" fmla="*/ 58 w 210"/>
                <a:gd name="T49" fmla="*/ 29 h 193"/>
                <a:gd name="T50" fmla="*/ 38 w 210"/>
                <a:gd name="T51" fmla="*/ 17 h 193"/>
                <a:gd name="T52" fmla="*/ 13 w 210"/>
                <a:gd name="T53" fmla="*/ 115 h 193"/>
                <a:gd name="T54" fmla="*/ 61 w 210"/>
                <a:gd name="T55" fmla="*/ 146 h 193"/>
                <a:gd name="T56" fmla="*/ 45 w 210"/>
                <a:gd name="T57" fmla="*/ 133 h 193"/>
                <a:gd name="T58" fmla="*/ 35 w 210"/>
                <a:gd name="T59" fmla="*/ 145 h 193"/>
                <a:gd name="T60" fmla="*/ 32 w 210"/>
                <a:gd name="T61" fmla="*/ 128 h 193"/>
                <a:gd name="T62" fmla="*/ 46 w 210"/>
                <a:gd name="T63" fmla="*/ 86 h 193"/>
                <a:gd name="T64" fmla="*/ 67 w 210"/>
                <a:gd name="T65" fmla="*/ 83 h 193"/>
                <a:gd name="T66" fmla="*/ 71 w 210"/>
                <a:gd name="T67" fmla="*/ 95 h 193"/>
                <a:gd name="T68" fmla="*/ 61 w 210"/>
                <a:gd name="T69" fmla="*/ 121 h 193"/>
                <a:gd name="T70" fmla="*/ 91 w 210"/>
                <a:gd name="T71" fmla="*/ 180 h 193"/>
                <a:gd name="T72" fmla="*/ 186 w 210"/>
                <a:gd name="T73" fmla="*/ 166 h 193"/>
                <a:gd name="T74" fmla="*/ 182 w 210"/>
                <a:gd name="T75" fmla="*/ 66 h 193"/>
                <a:gd name="T76" fmla="*/ 165 w 210"/>
                <a:gd name="T77" fmla="*/ 60 h 193"/>
                <a:gd name="T78" fmla="*/ 113 w 210"/>
                <a:gd name="T79" fmla="*/ 61 h 193"/>
                <a:gd name="T80" fmla="*/ 108 w 210"/>
                <a:gd name="T81" fmla="*/ 87 h 193"/>
                <a:gd name="T82" fmla="*/ 114 w 210"/>
                <a:gd name="T83" fmla="*/ 50 h 193"/>
                <a:gd name="T84" fmla="*/ 89 w 210"/>
                <a:gd name="T85" fmla="*/ 26 h 193"/>
                <a:gd name="T86" fmla="*/ 105 w 210"/>
                <a:gd name="T87" fmla="*/ 35 h 193"/>
                <a:gd name="T88" fmla="*/ 61 w 210"/>
                <a:gd name="T89" fmla="*/ 72 h 193"/>
                <a:gd name="T90" fmla="*/ 24 w 210"/>
                <a:gd name="T91" fmla="*/ 37 h 193"/>
                <a:gd name="T92" fmla="*/ 68 w 210"/>
                <a:gd name="T93" fmla="*/ 40 h 193"/>
                <a:gd name="T94" fmla="*/ 79 w 210"/>
                <a:gd name="T95" fmla="*/ 40 h 193"/>
                <a:gd name="T96" fmla="*/ 108 w 210"/>
                <a:gd name="T97" fmla="*/ 45 h 193"/>
                <a:gd name="T98" fmla="*/ 99 w 210"/>
                <a:gd name="T99" fmla="*/ 93 h 193"/>
                <a:gd name="T100" fmla="*/ 93 w 210"/>
                <a:gd name="T101" fmla="*/ 51 h 193"/>
                <a:gd name="T102" fmla="*/ 61 w 210"/>
                <a:gd name="T103" fmla="*/ 72 h 193"/>
                <a:gd name="T104" fmla="*/ 80 w 210"/>
                <a:gd name="T105" fmla="*/ 82 h 193"/>
                <a:gd name="T106" fmla="*/ 88 w 210"/>
                <a:gd name="T107" fmla="*/ 58 h 193"/>
                <a:gd name="T108" fmla="*/ 102 w 210"/>
                <a:gd name="T109" fmla="*/ 145 h 193"/>
                <a:gd name="T110" fmla="*/ 82 w 210"/>
                <a:gd name="T111" fmla="*/ 96 h 193"/>
                <a:gd name="T112" fmla="*/ 117 w 210"/>
                <a:gd name="T113" fmla="*/ 106 h 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10" h="193">
                  <a:moveTo>
                    <a:pt x="186" y="166"/>
                  </a:moveTo>
                  <a:cubicBezTo>
                    <a:pt x="167" y="166"/>
                    <a:pt x="163" y="155"/>
                    <a:pt x="163" y="155"/>
                  </a:cubicBezTo>
                  <a:cubicBezTo>
                    <a:pt x="163" y="155"/>
                    <a:pt x="162" y="147"/>
                    <a:pt x="154" y="145"/>
                  </a:cubicBezTo>
                  <a:cubicBezTo>
                    <a:pt x="135" y="140"/>
                    <a:pt x="147" y="128"/>
                    <a:pt x="152" y="125"/>
                  </a:cubicBezTo>
                  <a:cubicBezTo>
                    <a:pt x="157" y="123"/>
                    <a:pt x="154" y="122"/>
                    <a:pt x="150" y="120"/>
                  </a:cubicBezTo>
                  <a:cubicBezTo>
                    <a:pt x="142" y="115"/>
                    <a:pt x="141" y="109"/>
                    <a:pt x="142" y="99"/>
                  </a:cubicBezTo>
                  <a:cubicBezTo>
                    <a:pt x="142" y="88"/>
                    <a:pt x="149" y="91"/>
                    <a:pt x="149" y="91"/>
                  </a:cubicBezTo>
                  <a:cubicBezTo>
                    <a:pt x="149" y="91"/>
                    <a:pt x="160" y="96"/>
                    <a:pt x="165" y="93"/>
                  </a:cubicBezTo>
                  <a:cubicBezTo>
                    <a:pt x="169" y="91"/>
                    <a:pt x="167" y="88"/>
                    <a:pt x="165" y="89"/>
                  </a:cubicBezTo>
                  <a:cubicBezTo>
                    <a:pt x="163" y="91"/>
                    <a:pt x="148" y="89"/>
                    <a:pt x="146" y="82"/>
                  </a:cubicBezTo>
                  <a:cubicBezTo>
                    <a:pt x="144" y="74"/>
                    <a:pt x="150" y="78"/>
                    <a:pt x="151" y="78"/>
                  </a:cubicBezTo>
                  <a:cubicBezTo>
                    <a:pt x="153" y="79"/>
                    <a:pt x="153" y="81"/>
                    <a:pt x="157" y="83"/>
                  </a:cubicBezTo>
                  <a:cubicBezTo>
                    <a:pt x="168" y="88"/>
                    <a:pt x="162" y="82"/>
                    <a:pt x="162" y="82"/>
                  </a:cubicBezTo>
                  <a:cubicBezTo>
                    <a:pt x="162" y="82"/>
                    <a:pt x="162" y="82"/>
                    <a:pt x="157" y="77"/>
                  </a:cubicBezTo>
                  <a:cubicBezTo>
                    <a:pt x="152" y="71"/>
                    <a:pt x="145" y="73"/>
                    <a:pt x="139" y="73"/>
                  </a:cubicBezTo>
                  <a:cubicBezTo>
                    <a:pt x="133" y="73"/>
                    <a:pt x="135" y="78"/>
                    <a:pt x="135" y="78"/>
                  </a:cubicBezTo>
                  <a:cubicBezTo>
                    <a:pt x="135" y="78"/>
                    <a:pt x="134" y="88"/>
                    <a:pt x="133" y="106"/>
                  </a:cubicBezTo>
                  <a:cubicBezTo>
                    <a:pt x="132" y="124"/>
                    <a:pt x="129" y="126"/>
                    <a:pt x="128" y="125"/>
                  </a:cubicBezTo>
                  <a:cubicBezTo>
                    <a:pt x="127" y="123"/>
                    <a:pt x="125" y="114"/>
                    <a:pt x="125" y="111"/>
                  </a:cubicBezTo>
                  <a:cubicBezTo>
                    <a:pt x="125" y="108"/>
                    <a:pt x="123" y="97"/>
                    <a:pt x="124" y="84"/>
                  </a:cubicBezTo>
                  <a:cubicBezTo>
                    <a:pt x="125" y="72"/>
                    <a:pt x="128" y="77"/>
                    <a:pt x="120" y="74"/>
                  </a:cubicBezTo>
                  <a:cubicBezTo>
                    <a:pt x="111" y="71"/>
                    <a:pt x="116" y="67"/>
                    <a:pt x="118" y="67"/>
                  </a:cubicBezTo>
                  <a:cubicBezTo>
                    <a:pt x="121" y="67"/>
                    <a:pt x="125" y="69"/>
                    <a:pt x="126" y="67"/>
                  </a:cubicBezTo>
                  <a:cubicBezTo>
                    <a:pt x="127" y="59"/>
                    <a:pt x="128" y="52"/>
                    <a:pt x="124" y="51"/>
                  </a:cubicBezTo>
                  <a:cubicBezTo>
                    <a:pt x="115" y="47"/>
                    <a:pt x="119" y="45"/>
                    <a:pt x="122" y="44"/>
                  </a:cubicBezTo>
                  <a:cubicBezTo>
                    <a:pt x="125" y="43"/>
                    <a:pt x="126" y="35"/>
                    <a:pt x="121" y="37"/>
                  </a:cubicBezTo>
                  <a:cubicBezTo>
                    <a:pt x="112" y="40"/>
                    <a:pt x="113" y="32"/>
                    <a:pt x="115" y="31"/>
                  </a:cubicBezTo>
                  <a:cubicBezTo>
                    <a:pt x="117" y="30"/>
                    <a:pt x="120" y="32"/>
                    <a:pt x="119" y="24"/>
                  </a:cubicBezTo>
                  <a:cubicBezTo>
                    <a:pt x="117" y="17"/>
                    <a:pt x="124" y="14"/>
                    <a:pt x="126" y="21"/>
                  </a:cubicBezTo>
                  <a:cubicBezTo>
                    <a:pt x="127" y="28"/>
                    <a:pt x="130" y="42"/>
                    <a:pt x="132" y="39"/>
                  </a:cubicBezTo>
                  <a:cubicBezTo>
                    <a:pt x="134" y="35"/>
                    <a:pt x="138" y="22"/>
                    <a:pt x="142" y="16"/>
                  </a:cubicBezTo>
                  <a:cubicBezTo>
                    <a:pt x="145" y="10"/>
                    <a:pt x="150" y="15"/>
                    <a:pt x="149" y="18"/>
                  </a:cubicBezTo>
                  <a:cubicBezTo>
                    <a:pt x="144" y="33"/>
                    <a:pt x="152" y="34"/>
                    <a:pt x="152" y="34"/>
                  </a:cubicBezTo>
                  <a:cubicBezTo>
                    <a:pt x="152" y="34"/>
                    <a:pt x="151" y="36"/>
                    <a:pt x="147" y="36"/>
                  </a:cubicBezTo>
                  <a:cubicBezTo>
                    <a:pt x="137" y="35"/>
                    <a:pt x="141" y="41"/>
                    <a:pt x="145" y="43"/>
                  </a:cubicBezTo>
                  <a:cubicBezTo>
                    <a:pt x="154" y="46"/>
                    <a:pt x="148" y="48"/>
                    <a:pt x="143" y="48"/>
                  </a:cubicBezTo>
                  <a:cubicBezTo>
                    <a:pt x="139" y="48"/>
                    <a:pt x="136" y="50"/>
                    <a:pt x="135" y="55"/>
                  </a:cubicBezTo>
                  <a:cubicBezTo>
                    <a:pt x="132" y="70"/>
                    <a:pt x="144" y="67"/>
                    <a:pt x="144" y="67"/>
                  </a:cubicBezTo>
                  <a:cubicBezTo>
                    <a:pt x="162" y="72"/>
                    <a:pt x="189" y="69"/>
                    <a:pt x="189" y="69"/>
                  </a:cubicBezTo>
                  <a:cubicBezTo>
                    <a:pt x="209" y="75"/>
                    <a:pt x="200" y="45"/>
                    <a:pt x="199" y="29"/>
                  </a:cubicBezTo>
                  <a:cubicBezTo>
                    <a:pt x="197" y="13"/>
                    <a:pt x="195" y="5"/>
                    <a:pt x="181" y="2"/>
                  </a:cubicBezTo>
                  <a:cubicBezTo>
                    <a:pt x="168" y="0"/>
                    <a:pt x="90" y="1"/>
                    <a:pt x="90" y="1"/>
                  </a:cubicBezTo>
                  <a:cubicBezTo>
                    <a:pt x="87" y="2"/>
                    <a:pt x="56" y="1"/>
                    <a:pt x="56" y="1"/>
                  </a:cubicBezTo>
                  <a:cubicBezTo>
                    <a:pt x="56" y="1"/>
                    <a:pt x="54" y="8"/>
                    <a:pt x="56" y="8"/>
                  </a:cubicBezTo>
                  <a:cubicBezTo>
                    <a:pt x="61" y="8"/>
                    <a:pt x="80" y="9"/>
                    <a:pt x="80" y="9"/>
                  </a:cubicBezTo>
                  <a:cubicBezTo>
                    <a:pt x="81" y="9"/>
                    <a:pt x="90" y="8"/>
                    <a:pt x="85" y="12"/>
                  </a:cubicBezTo>
                  <a:cubicBezTo>
                    <a:pt x="80" y="16"/>
                    <a:pt x="69" y="16"/>
                    <a:pt x="62" y="16"/>
                  </a:cubicBezTo>
                  <a:cubicBezTo>
                    <a:pt x="47" y="15"/>
                    <a:pt x="54" y="22"/>
                    <a:pt x="60" y="22"/>
                  </a:cubicBezTo>
                  <a:cubicBezTo>
                    <a:pt x="78" y="22"/>
                    <a:pt x="82" y="26"/>
                    <a:pt x="74" y="27"/>
                  </a:cubicBezTo>
                  <a:cubicBezTo>
                    <a:pt x="67" y="28"/>
                    <a:pt x="65" y="28"/>
                    <a:pt x="58" y="29"/>
                  </a:cubicBezTo>
                  <a:cubicBezTo>
                    <a:pt x="2" y="38"/>
                    <a:pt x="21" y="23"/>
                    <a:pt x="26" y="23"/>
                  </a:cubicBezTo>
                  <a:cubicBezTo>
                    <a:pt x="49" y="23"/>
                    <a:pt x="44" y="15"/>
                    <a:pt x="38" y="17"/>
                  </a:cubicBezTo>
                  <a:cubicBezTo>
                    <a:pt x="32" y="18"/>
                    <a:pt x="12" y="11"/>
                    <a:pt x="9" y="24"/>
                  </a:cubicBezTo>
                  <a:cubicBezTo>
                    <a:pt x="7" y="37"/>
                    <a:pt x="15" y="103"/>
                    <a:pt x="13" y="115"/>
                  </a:cubicBezTo>
                  <a:cubicBezTo>
                    <a:pt x="0" y="193"/>
                    <a:pt x="71" y="176"/>
                    <a:pt x="71" y="176"/>
                  </a:cubicBezTo>
                  <a:cubicBezTo>
                    <a:pt x="56" y="164"/>
                    <a:pt x="62" y="153"/>
                    <a:pt x="61" y="146"/>
                  </a:cubicBezTo>
                  <a:cubicBezTo>
                    <a:pt x="57" y="125"/>
                    <a:pt x="55" y="122"/>
                    <a:pt x="51" y="124"/>
                  </a:cubicBezTo>
                  <a:cubicBezTo>
                    <a:pt x="43" y="128"/>
                    <a:pt x="44" y="130"/>
                    <a:pt x="45" y="133"/>
                  </a:cubicBezTo>
                  <a:cubicBezTo>
                    <a:pt x="51" y="151"/>
                    <a:pt x="37" y="137"/>
                    <a:pt x="37" y="137"/>
                  </a:cubicBezTo>
                  <a:cubicBezTo>
                    <a:pt x="35" y="138"/>
                    <a:pt x="34" y="142"/>
                    <a:pt x="35" y="145"/>
                  </a:cubicBezTo>
                  <a:cubicBezTo>
                    <a:pt x="47" y="168"/>
                    <a:pt x="36" y="162"/>
                    <a:pt x="33" y="158"/>
                  </a:cubicBezTo>
                  <a:cubicBezTo>
                    <a:pt x="22" y="142"/>
                    <a:pt x="33" y="133"/>
                    <a:pt x="32" y="128"/>
                  </a:cubicBezTo>
                  <a:cubicBezTo>
                    <a:pt x="27" y="108"/>
                    <a:pt x="42" y="100"/>
                    <a:pt x="44" y="97"/>
                  </a:cubicBezTo>
                  <a:cubicBezTo>
                    <a:pt x="46" y="93"/>
                    <a:pt x="45" y="92"/>
                    <a:pt x="46" y="86"/>
                  </a:cubicBezTo>
                  <a:cubicBezTo>
                    <a:pt x="48" y="72"/>
                    <a:pt x="55" y="79"/>
                    <a:pt x="55" y="84"/>
                  </a:cubicBezTo>
                  <a:cubicBezTo>
                    <a:pt x="53" y="100"/>
                    <a:pt x="63" y="88"/>
                    <a:pt x="67" y="83"/>
                  </a:cubicBezTo>
                  <a:cubicBezTo>
                    <a:pt x="78" y="68"/>
                    <a:pt x="77" y="84"/>
                    <a:pt x="75" y="87"/>
                  </a:cubicBezTo>
                  <a:cubicBezTo>
                    <a:pt x="72" y="89"/>
                    <a:pt x="71" y="93"/>
                    <a:pt x="71" y="95"/>
                  </a:cubicBezTo>
                  <a:cubicBezTo>
                    <a:pt x="74" y="103"/>
                    <a:pt x="69" y="111"/>
                    <a:pt x="67" y="112"/>
                  </a:cubicBezTo>
                  <a:cubicBezTo>
                    <a:pt x="66" y="112"/>
                    <a:pt x="61" y="114"/>
                    <a:pt x="61" y="121"/>
                  </a:cubicBezTo>
                  <a:cubicBezTo>
                    <a:pt x="61" y="127"/>
                    <a:pt x="69" y="139"/>
                    <a:pt x="69" y="143"/>
                  </a:cubicBezTo>
                  <a:cubicBezTo>
                    <a:pt x="69" y="178"/>
                    <a:pt x="84" y="181"/>
                    <a:pt x="91" y="180"/>
                  </a:cubicBezTo>
                  <a:cubicBezTo>
                    <a:pt x="98" y="179"/>
                    <a:pt x="159" y="177"/>
                    <a:pt x="185" y="175"/>
                  </a:cubicBezTo>
                  <a:cubicBezTo>
                    <a:pt x="210" y="173"/>
                    <a:pt x="193" y="166"/>
                    <a:pt x="186" y="166"/>
                  </a:cubicBezTo>
                  <a:close/>
                  <a:moveTo>
                    <a:pt x="165" y="60"/>
                  </a:moveTo>
                  <a:cubicBezTo>
                    <a:pt x="203" y="61"/>
                    <a:pt x="185" y="64"/>
                    <a:pt x="182" y="66"/>
                  </a:cubicBezTo>
                  <a:cubicBezTo>
                    <a:pt x="178" y="68"/>
                    <a:pt x="182" y="66"/>
                    <a:pt x="167" y="65"/>
                  </a:cubicBezTo>
                  <a:cubicBezTo>
                    <a:pt x="152" y="65"/>
                    <a:pt x="165" y="60"/>
                    <a:pt x="165" y="60"/>
                  </a:cubicBezTo>
                  <a:close/>
                  <a:moveTo>
                    <a:pt x="114" y="50"/>
                  </a:moveTo>
                  <a:cubicBezTo>
                    <a:pt x="121" y="55"/>
                    <a:pt x="113" y="61"/>
                    <a:pt x="113" y="61"/>
                  </a:cubicBezTo>
                  <a:cubicBezTo>
                    <a:pt x="113" y="61"/>
                    <a:pt x="108" y="70"/>
                    <a:pt x="112" y="78"/>
                  </a:cubicBezTo>
                  <a:cubicBezTo>
                    <a:pt x="116" y="87"/>
                    <a:pt x="116" y="97"/>
                    <a:pt x="108" y="87"/>
                  </a:cubicBezTo>
                  <a:cubicBezTo>
                    <a:pt x="100" y="78"/>
                    <a:pt x="105" y="58"/>
                    <a:pt x="107" y="53"/>
                  </a:cubicBezTo>
                  <a:cubicBezTo>
                    <a:pt x="107" y="53"/>
                    <a:pt x="107" y="44"/>
                    <a:pt x="114" y="50"/>
                  </a:cubicBezTo>
                  <a:close/>
                  <a:moveTo>
                    <a:pt x="83" y="29"/>
                  </a:moveTo>
                  <a:cubicBezTo>
                    <a:pt x="83" y="25"/>
                    <a:pt x="89" y="26"/>
                    <a:pt x="89" y="26"/>
                  </a:cubicBezTo>
                  <a:cubicBezTo>
                    <a:pt x="89" y="26"/>
                    <a:pt x="99" y="30"/>
                    <a:pt x="104" y="30"/>
                  </a:cubicBezTo>
                  <a:cubicBezTo>
                    <a:pt x="108" y="29"/>
                    <a:pt x="114" y="35"/>
                    <a:pt x="105" y="35"/>
                  </a:cubicBezTo>
                  <a:cubicBezTo>
                    <a:pt x="96" y="35"/>
                    <a:pt x="82" y="39"/>
                    <a:pt x="83" y="29"/>
                  </a:cubicBezTo>
                  <a:close/>
                  <a:moveTo>
                    <a:pt x="61" y="72"/>
                  </a:moveTo>
                  <a:cubicBezTo>
                    <a:pt x="55" y="72"/>
                    <a:pt x="16" y="87"/>
                    <a:pt x="16" y="48"/>
                  </a:cubicBezTo>
                  <a:cubicBezTo>
                    <a:pt x="16" y="39"/>
                    <a:pt x="14" y="31"/>
                    <a:pt x="24" y="37"/>
                  </a:cubicBezTo>
                  <a:cubicBezTo>
                    <a:pt x="35" y="42"/>
                    <a:pt x="25" y="42"/>
                    <a:pt x="49" y="40"/>
                  </a:cubicBezTo>
                  <a:cubicBezTo>
                    <a:pt x="49" y="40"/>
                    <a:pt x="66" y="41"/>
                    <a:pt x="68" y="40"/>
                  </a:cubicBezTo>
                  <a:cubicBezTo>
                    <a:pt x="71" y="38"/>
                    <a:pt x="69" y="34"/>
                    <a:pt x="74" y="34"/>
                  </a:cubicBezTo>
                  <a:cubicBezTo>
                    <a:pt x="80" y="34"/>
                    <a:pt x="79" y="40"/>
                    <a:pt x="79" y="40"/>
                  </a:cubicBezTo>
                  <a:cubicBezTo>
                    <a:pt x="79" y="40"/>
                    <a:pt x="74" y="46"/>
                    <a:pt x="109" y="41"/>
                  </a:cubicBezTo>
                  <a:cubicBezTo>
                    <a:pt x="113" y="41"/>
                    <a:pt x="117" y="45"/>
                    <a:pt x="108" y="45"/>
                  </a:cubicBezTo>
                  <a:cubicBezTo>
                    <a:pt x="104" y="45"/>
                    <a:pt x="97" y="48"/>
                    <a:pt x="100" y="53"/>
                  </a:cubicBezTo>
                  <a:cubicBezTo>
                    <a:pt x="102" y="58"/>
                    <a:pt x="99" y="93"/>
                    <a:pt x="99" y="93"/>
                  </a:cubicBezTo>
                  <a:cubicBezTo>
                    <a:pt x="99" y="93"/>
                    <a:pt x="97" y="100"/>
                    <a:pt x="94" y="90"/>
                  </a:cubicBezTo>
                  <a:cubicBezTo>
                    <a:pt x="93" y="86"/>
                    <a:pt x="94" y="53"/>
                    <a:pt x="93" y="51"/>
                  </a:cubicBezTo>
                  <a:cubicBezTo>
                    <a:pt x="93" y="48"/>
                    <a:pt x="77" y="45"/>
                    <a:pt x="77" y="57"/>
                  </a:cubicBezTo>
                  <a:cubicBezTo>
                    <a:pt x="77" y="68"/>
                    <a:pt x="73" y="71"/>
                    <a:pt x="61" y="72"/>
                  </a:cubicBezTo>
                  <a:close/>
                  <a:moveTo>
                    <a:pt x="85" y="84"/>
                  </a:moveTo>
                  <a:cubicBezTo>
                    <a:pt x="82" y="88"/>
                    <a:pt x="78" y="90"/>
                    <a:pt x="80" y="82"/>
                  </a:cubicBezTo>
                  <a:cubicBezTo>
                    <a:pt x="81" y="74"/>
                    <a:pt x="83" y="63"/>
                    <a:pt x="83" y="57"/>
                  </a:cubicBezTo>
                  <a:cubicBezTo>
                    <a:pt x="83" y="57"/>
                    <a:pt x="87" y="50"/>
                    <a:pt x="88" y="58"/>
                  </a:cubicBezTo>
                  <a:cubicBezTo>
                    <a:pt x="89" y="66"/>
                    <a:pt x="87" y="81"/>
                    <a:pt x="85" y="84"/>
                  </a:cubicBezTo>
                  <a:close/>
                  <a:moveTo>
                    <a:pt x="102" y="145"/>
                  </a:moveTo>
                  <a:cubicBezTo>
                    <a:pt x="78" y="144"/>
                    <a:pt x="77" y="148"/>
                    <a:pt x="77" y="117"/>
                  </a:cubicBezTo>
                  <a:cubicBezTo>
                    <a:pt x="77" y="86"/>
                    <a:pt x="81" y="93"/>
                    <a:pt x="82" y="96"/>
                  </a:cubicBezTo>
                  <a:cubicBezTo>
                    <a:pt x="82" y="96"/>
                    <a:pt x="90" y="116"/>
                    <a:pt x="111" y="101"/>
                  </a:cubicBezTo>
                  <a:cubicBezTo>
                    <a:pt x="114" y="98"/>
                    <a:pt x="116" y="96"/>
                    <a:pt x="117" y="106"/>
                  </a:cubicBezTo>
                  <a:cubicBezTo>
                    <a:pt x="117" y="117"/>
                    <a:pt x="127" y="145"/>
                    <a:pt x="102" y="145"/>
                  </a:cubicBezTo>
                  <a:close/>
                </a:path>
              </a:pathLst>
            </a:custGeom>
            <a:solidFill>
              <a:srgbClr val="CCFFCC"/>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594113" name="Freeform 193"/>
            <p:cNvSpPr>
              <a:spLocks/>
            </p:cNvSpPr>
            <p:nvPr userDrawn="1"/>
          </p:nvSpPr>
          <p:spPr bwMode="auto">
            <a:xfrm>
              <a:off x="348" y="3254"/>
              <a:ext cx="86" cy="102"/>
            </a:xfrm>
            <a:custGeom>
              <a:avLst/>
              <a:gdLst>
                <a:gd name="T0" fmla="*/ 14 w 17"/>
                <a:gd name="T1" fmla="*/ 5 h 20"/>
                <a:gd name="T2" fmla="*/ 9 w 17"/>
                <a:gd name="T3" fmla="*/ 20 h 20"/>
                <a:gd name="T4" fmla="*/ 14 w 17"/>
                <a:gd name="T5" fmla="*/ 5 h 20"/>
              </a:gdLst>
              <a:ahLst/>
              <a:cxnLst>
                <a:cxn ang="0">
                  <a:pos x="T0" y="T1"/>
                </a:cxn>
                <a:cxn ang="0">
                  <a:pos x="T2" y="T3"/>
                </a:cxn>
                <a:cxn ang="0">
                  <a:pos x="T4" y="T5"/>
                </a:cxn>
              </a:cxnLst>
              <a:rect l="0" t="0" r="r" b="b"/>
              <a:pathLst>
                <a:path w="17" h="20">
                  <a:moveTo>
                    <a:pt x="14" y="5"/>
                  </a:moveTo>
                  <a:cubicBezTo>
                    <a:pt x="13" y="0"/>
                    <a:pt x="0" y="8"/>
                    <a:pt x="9" y="20"/>
                  </a:cubicBezTo>
                  <a:cubicBezTo>
                    <a:pt x="9" y="20"/>
                    <a:pt x="17" y="17"/>
                    <a:pt x="14" y="5"/>
                  </a:cubicBezTo>
                  <a:close/>
                </a:path>
              </a:pathLst>
            </a:custGeom>
            <a:solidFill>
              <a:srgbClr val="CCFFCC"/>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594114" name="Freeform 194"/>
            <p:cNvSpPr>
              <a:spLocks/>
            </p:cNvSpPr>
            <p:nvPr userDrawn="1"/>
          </p:nvSpPr>
          <p:spPr bwMode="auto">
            <a:xfrm>
              <a:off x="267" y="3295"/>
              <a:ext cx="76" cy="136"/>
            </a:xfrm>
            <a:custGeom>
              <a:avLst/>
              <a:gdLst>
                <a:gd name="T0" fmla="*/ 7 w 15"/>
                <a:gd name="T1" fmla="*/ 10 h 27"/>
                <a:gd name="T2" fmla="*/ 4 w 15"/>
                <a:gd name="T3" fmla="*/ 25 h 27"/>
                <a:gd name="T4" fmla="*/ 15 w 15"/>
                <a:gd name="T5" fmla="*/ 16 h 27"/>
                <a:gd name="T6" fmla="*/ 13 w 15"/>
                <a:gd name="T7" fmla="*/ 8 h 27"/>
                <a:gd name="T8" fmla="*/ 7 w 15"/>
                <a:gd name="T9" fmla="*/ 10 h 27"/>
              </a:gdLst>
              <a:ahLst/>
              <a:cxnLst>
                <a:cxn ang="0">
                  <a:pos x="T0" y="T1"/>
                </a:cxn>
                <a:cxn ang="0">
                  <a:pos x="T2" y="T3"/>
                </a:cxn>
                <a:cxn ang="0">
                  <a:pos x="T4" y="T5"/>
                </a:cxn>
                <a:cxn ang="0">
                  <a:pos x="T6" y="T7"/>
                </a:cxn>
                <a:cxn ang="0">
                  <a:pos x="T8" y="T9"/>
                </a:cxn>
              </a:cxnLst>
              <a:rect l="0" t="0" r="r" b="b"/>
              <a:pathLst>
                <a:path w="15" h="27">
                  <a:moveTo>
                    <a:pt x="7" y="10"/>
                  </a:moveTo>
                  <a:cubicBezTo>
                    <a:pt x="0" y="19"/>
                    <a:pt x="2" y="23"/>
                    <a:pt x="4" y="25"/>
                  </a:cubicBezTo>
                  <a:cubicBezTo>
                    <a:pt x="7" y="27"/>
                    <a:pt x="11" y="26"/>
                    <a:pt x="15" y="16"/>
                  </a:cubicBezTo>
                  <a:cubicBezTo>
                    <a:pt x="15" y="16"/>
                    <a:pt x="12" y="11"/>
                    <a:pt x="13" y="8"/>
                  </a:cubicBezTo>
                  <a:cubicBezTo>
                    <a:pt x="15" y="6"/>
                    <a:pt x="14" y="0"/>
                    <a:pt x="7" y="10"/>
                  </a:cubicBezTo>
                  <a:close/>
                </a:path>
              </a:pathLst>
            </a:custGeom>
            <a:solidFill>
              <a:srgbClr val="CCFFCC"/>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594115" name="Freeform 195"/>
            <p:cNvSpPr>
              <a:spLocks/>
            </p:cNvSpPr>
            <p:nvPr userDrawn="1"/>
          </p:nvSpPr>
          <p:spPr bwMode="auto">
            <a:xfrm>
              <a:off x="222" y="3022"/>
              <a:ext cx="243" cy="116"/>
            </a:xfrm>
            <a:custGeom>
              <a:avLst/>
              <a:gdLst>
                <a:gd name="T0" fmla="*/ 40 w 48"/>
                <a:gd name="T1" fmla="*/ 2 h 23"/>
                <a:gd name="T2" fmla="*/ 9 w 48"/>
                <a:gd name="T3" fmla="*/ 1 h 23"/>
                <a:gd name="T4" fmla="*/ 1 w 48"/>
                <a:gd name="T5" fmla="*/ 9 h 23"/>
                <a:gd name="T6" fmla="*/ 22 w 48"/>
                <a:gd name="T7" fmla="*/ 21 h 23"/>
                <a:gd name="T8" fmla="*/ 34 w 48"/>
                <a:gd name="T9" fmla="*/ 20 h 23"/>
                <a:gd name="T10" fmla="*/ 40 w 48"/>
                <a:gd name="T11" fmla="*/ 19 h 23"/>
                <a:gd name="T12" fmla="*/ 40 w 48"/>
                <a:gd name="T13" fmla="*/ 2 h 23"/>
              </a:gdLst>
              <a:ahLst/>
              <a:cxnLst>
                <a:cxn ang="0">
                  <a:pos x="T0" y="T1"/>
                </a:cxn>
                <a:cxn ang="0">
                  <a:pos x="T2" y="T3"/>
                </a:cxn>
                <a:cxn ang="0">
                  <a:pos x="T4" y="T5"/>
                </a:cxn>
                <a:cxn ang="0">
                  <a:pos x="T6" y="T7"/>
                </a:cxn>
                <a:cxn ang="0">
                  <a:pos x="T8" y="T9"/>
                </a:cxn>
                <a:cxn ang="0">
                  <a:pos x="T10" y="T11"/>
                </a:cxn>
                <a:cxn ang="0">
                  <a:pos x="T12" y="T13"/>
                </a:cxn>
              </a:cxnLst>
              <a:rect l="0" t="0" r="r" b="b"/>
              <a:pathLst>
                <a:path w="48" h="23">
                  <a:moveTo>
                    <a:pt x="40" y="2"/>
                  </a:moveTo>
                  <a:cubicBezTo>
                    <a:pt x="38" y="3"/>
                    <a:pt x="9" y="1"/>
                    <a:pt x="9" y="1"/>
                  </a:cubicBezTo>
                  <a:cubicBezTo>
                    <a:pt x="5" y="1"/>
                    <a:pt x="1" y="0"/>
                    <a:pt x="1" y="9"/>
                  </a:cubicBezTo>
                  <a:cubicBezTo>
                    <a:pt x="0" y="23"/>
                    <a:pt x="17" y="21"/>
                    <a:pt x="22" y="21"/>
                  </a:cubicBezTo>
                  <a:cubicBezTo>
                    <a:pt x="26" y="21"/>
                    <a:pt x="30" y="18"/>
                    <a:pt x="34" y="20"/>
                  </a:cubicBezTo>
                  <a:cubicBezTo>
                    <a:pt x="34" y="20"/>
                    <a:pt x="38" y="23"/>
                    <a:pt x="40" y="19"/>
                  </a:cubicBezTo>
                  <a:cubicBezTo>
                    <a:pt x="48" y="5"/>
                    <a:pt x="43" y="0"/>
                    <a:pt x="40" y="2"/>
                  </a:cubicBezTo>
                  <a:close/>
                </a:path>
              </a:pathLst>
            </a:custGeom>
            <a:solidFill>
              <a:srgbClr val="CCFFCC"/>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594116" name="Freeform 196"/>
            <p:cNvSpPr>
              <a:spLocks/>
            </p:cNvSpPr>
            <p:nvPr userDrawn="1"/>
          </p:nvSpPr>
          <p:spPr bwMode="auto">
            <a:xfrm>
              <a:off x="500" y="3345"/>
              <a:ext cx="177" cy="187"/>
            </a:xfrm>
            <a:custGeom>
              <a:avLst/>
              <a:gdLst>
                <a:gd name="T0" fmla="*/ 24 w 35"/>
                <a:gd name="T1" fmla="*/ 2 h 37"/>
                <a:gd name="T2" fmla="*/ 11 w 35"/>
                <a:gd name="T3" fmla="*/ 2 h 37"/>
                <a:gd name="T4" fmla="*/ 4 w 35"/>
                <a:gd name="T5" fmla="*/ 20 h 37"/>
                <a:gd name="T6" fmla="*/ 28 w 35"/>
                <a:gd name="T7" fmla="*/ 22 h 37"/>
                <a:gd name="T8" fmla="*/ 24 w 35"/>
                <a:gd name="T9" fmla="*/ 2 h 37"/>
              </a:gdLst>
              <a:ahLst/>
              <a:cxnLst>
                <a:cxn ang="0">
                  <a:pos x="T0" y="T1"/>
                </a:cxn>
                <a:cxn ang="0">
                  <a:pos x="T2" y="T3"/>
                </a:cxn>
                <a:cxn ang="0">
                  <a:pos x="T4" y="T5"/>
                </a:cxn>
                <a:cxn ang="0">
                  <a:pos x="T6" y="T7"/>
                </a:cxn>
                <a:cxn ang="0">
                  <a:pos x="T8" y="T9"/>
                </a:cxn>
              </a:cxnLst>
              <a:rect l="0" t="0" r="r" b="b"/>
              <a:pathLst>
                <a:path w="35" h="37">
                  <a:moveTo>
                    <a:pt x="24" y="2"/>
                  </a:moveTo>
                  <a:cubicBezTo>
                    <a:pt x="19" y="3"/>
                    <a:pt x="11" y="2"/>
                    <a:pt x="11" y="2"/>
                  </a:cubicBezTo>
                  <a:cubicBezTo>
                    <a:pt x="0" y="2"/>
                    <a:pt x="5" y="14"/>
                    <a:pt x="4" y="20"/>
                  </a:cubicBezTo>
                  <a:cubicBezTo>
                    <a:pt x="3" y="27"/>
                    <a:pt x="22" y="37"/>
                    <a:pt x="28" y="22"/>
                  </a:cubicBezTo>
                  <a:cubicBezTo>
                    <a:pt x="35" y="7"/>
                    <a:pt x="28" y="0"/>
                    <a:pt x="24" y="2"/>
                  </a:cubicBezTo>
                  <a:close/>
                </a:path>
              </a:pathLst>
            </a:custGeom>
            <a:solidFill>
              <a:srgbClr val="CCFFCC"/>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594117" name="Freeform 197"/>
            <p:cNvSpPr>
              <a:spLocks/>
            </p:cNvSpPr>
            <p:nvPr userDrawn="1"/>
          </p:nvSpPr>
          <p:spPr bwMode="auto">
            <a:xfrm>
              <a:off x="905" y="3158"/>
              <a:ext cx="177" cy="36"/>
            </a:xfrm>
            <a:custGeom>
              <a:avLst/>
              <a:gdLst>
                <a:gd name="T0" fmla="*/ 5 w 35"/>
                <a:gd name="T1" fmla="*/ 0 h 7"/>
                <a:gd name="T2" fmla="*/ 14 w 35"/>
                <a:gd name="T3" fmla="*/ 5 h 7"/>
                <a:gd name="T4" fmla="*/ 5 w 35"/>
                <a:gd name="T5" fmla="*/ 0 h 7"/>
              </a:gdLst>
              <a:ahLst/>
              <a:cxnLst>
                <a:cxn ang="0">
                  <a:pos x="T0" y="T1"/>
                </a:cxn>
                <a:cxn ang="0">
                  <a:pos x="T2" y="T3"/>
                </a:cxn>
                <a:cxn ang="0">
                  <a:pos x="T4" y="T5"/>
                </a:cxn>
              </a:cxnLst>
              <a:rect l="0" t="0" r="r" b="b"/>
              <a:pathLst>
                <a:path w="35" h="7">
                  <a:moveTo>
                    <a:pt x="5" y="0"/>
                  </a:moveTo>
                  <a:cubicBezTo>
                    <a:pt x="0" y="0"/>
                    <a:pt x="7" y="7"/>
                    <a:pt x="14" y="5"/>
                  </a:cubicBezTo>
                  <a:cubicBezTo>
                    <a:pt x="35" y="1"/>
                    <a:pt x="5" y="0"/>
                    <a:pt x="5" y="0"/>
                  </a:cubicBezTo>
                  <a:close/>
                </a:path>
              </a:pathLst>
            </a:custGeom>
            <a:solidFill>
              <a:srgbClr val="CCFFCC"/>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594118" name="Freeform 198"/>
            <p:cNvSpPr>
              <a:spLocks/>
            </p:cNvSpPr>
            <p:nvPr userDrawn="1"/>
          </p:nvSpPr>
          <p:spPr bwMode="auto">
            <a:xfrm>
              <a:off x="965" y="3153"/>
              <a:ext cx="137" cy="81"/>
            </a:xfrm>
            <a:custGeom>
              <a:avLst/>
              <a:gdLst>
                <a:gd name="T0" fmla="*/ 7 w 27"/>
                <a:gd name="T1" fmla="*/ 13 h 16"/>
                <a:gd name="T2" fmla="*/ 25 w 27"/>
                <a:gd name="T3" fmla="*/ 6 h 16"/>
                <a:gd name="T4" fmla="*/ 17 w 27"/>
                <a:gd name="T5" fmla="*/ 1 h 16"/>
                <a:gd name="T6" fmla="*/ 7 w 27"/>
                <a:gd name="T7" fmla="*/ 11 h 16"/>
                <a:gd name="T8" fmla="*/ 7 w 27"/>
                <a:gd name="T9" fmla="*/ 13 h 16"/>
              </a:gdLst>
              <a:ahLst/>
              <a:cxnLst>
                <a:cxn ang="0">
                  <a:pos x="T0" y="T1"/>
                </a:cxn>
                <a:cxn ang="0">
                  <a:pos x="T2" y="T3"/>
                </a:cxn>
                <a:cxn ang="0">
                  <a:pos x="T4" y="T5"/>
                </a:cxn>
                <a:cxn ang="0">
                  <a:pos x="T6" y="T7"/>
                </a:cxn>
                <a:cxn ang="0">
                  <a:pos x="T8" y="T9"/>
                </a:cxn>
              </a:cxnLst>
              <a:rect l="0" t="0" r="r" b="b"/>
              <a:pathLst>
                <a:path w="27" h="16">
                  <a:moveTo>
                    <a:pt x="7" y="13"/>
                  </a:moveTo>
                  <a:cubicBezTo>
                    <a:pt x="7" y="13"/>
                    <a:pt x="18" y="16"/>
                    <a:pt x="25" y="6"/>
                  </a:cubicBezTo>
                  <a:cubicBezTo>
                    <a:pt x="27" y="2"/>
                    <a:pt x="23" y="0"/>
                    <a:pt x="17" y="1"/>
                  </a:cubicBezTo>
                  <a:cubicBezTo>
                    <a:pt x="13" y="1"/>
                    <a:pt x="14" y="11"/>
                    <a:pt x="7" y="11"/>
                  </a:cubicBezTo>
                  <a:cubicBezTo>
                    <a:pt x="0" y="11"/>
                    <a:pt x="7" y="13"/>
                    <a:pt x="7" y="13"/>
                  </a:cubicBezTo>
                  <a:close/>
                </a:path>
              </a:pathLst>
            </a:custGeom>
            <a:solidFill>
              <a:srgbClr val="CCFFCC"/>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594119" name="Freeform 199"/>
            <p:cNvSpPr>
              <a:spLocks/>
            </p:cNvSpPr>
            <p:nvPr userDrawn="1"/>
          </p:nvSpPr>
          <p:spPr bwMode="auto">
            <a:xfrm>
              <a:off x="960" y="3204"/>
              <a:ext cx="177" cy="86"/>
            </a:xfrm>
            <a:custGeom>
              <a:avLst/>
              <a:gdLst>
                <a:gd name="T0" fmla="*/ 25 w 35"/>
                <a:gd name="T1" fmla="*/ 6 h 17"/>
                <a:gd name="T2" fmla="*/ 8 w 35"/>
                <a:gd name="T3" fmla="*/ 10 h 17"/>
                <a:gd name="T4" fmla="*/ 6 w 35"/>
                <a:gd name="T5" fmla="*/ 13 h 17"/>
                <a:gd name="T6" fmla="*/ 27 w 35"/>
                <a:gd name="T7" fmla="*/ 12 h 17"/>
                <a:gd name="T8" fmla="*/ 25 w 35"/>
                <a:gd name="T9" fmla="*/ 6 h 17"/>
              </a:gdLst>
              <a:ahLst/>
              <a:cxnLst>
                <a:cxn ang="0">
                  <a:pos x="T0" y="T1"/>
                </a:cxn>
                <a:cxn ang="0">
                  <a:pos x="T2" y="T3"/>
                </a:cxn>
                <a:cxn ang="0">
                  <a:pos x="T4" y="T5"/>
                </a:cxn>
                <a:cxn ang="0">
                  <a:pos x="T6" y="T7"/>
                </a:cxn>
                <a:cxn ang="0">
                  <a:pos x="T8" y="T9"/>
                </a:cxn>
              </a:cxnLst>
              <a:rect l="0" t="0" r="r" b="b"/>
              <a:pathLst>
                <a:path w="35" h="17">
                  <a:moveTo>
                    <a:pt x="25" y="6"/>
                  </a:moveTo>
                  <a:cubicBezTo>
                    <a:pt x="20" y="12"/>
                    <a:pt x="8" y="10"/>
                    <a:pt x="8" y="10"/>
                  </a:cubicBezTo>
                  <a:cubicBezTo>
                    <a:pt x="8" y="10"/>
                    <a:pt x="0" y="9"/>
                    <a:pt x="6" y="13"/>
                  </a:cubicBezTo>
                  <a:cubicBezTo>
                    <a:pt x="11" y="17"/>
                    <a:pt x="18" y="15"/>
                    <a:pt x="27" y="12"/>
                  </a:cubicBezTo>
                  <a:cubicBezTo>
                    <a:pt x="35" y="8"/>
                    <a:pt x="31" y="0"/>
                    <a:pt x="25" y="6"/>
                  </a:cubicBezTo>
                  <a:close/>
                </a:path>
              </a:pathLst>
            </a:custGeom>
            <a:solidFill>
              <a:srgbClr val="CCFFCC"/>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594120" name="Freeform 200"/>
            <p:cNvSpPr>
              <a:spLocks/>
            </p:cNvSpPr>
            <p:nvPr userDrawn="1"/>
          </p:nvSpPr>
          <p:spPr bwMode="auto">
            <a:xfrm>
              <a:off x="844" y="3285"/>
              <a:ext cx="248" cy="60"/>
            </a:xfrm>
            <a:custGeom>
              <a:avLst/>
              <a:gdLst>
                <a:gd name="T0" fmla="*/ 40 w 49"/>
                <a:gd name="T1" fmla="*/ 3 h 12"/>
                <a:gd name="T2" fmla="*/ 29 w 49"/>
                <a:gd name="T3" fmla="*/ 1 h 12"/>
                <a:gd name="T4" fmla="*/ 7 w 49"/>
                <a:gd name="T5" fmla="*/ 0 h 12"/>
                <a:gd name="T6" fmla="*/ 2 w 49"/>
                <a:gd name="T7" fmla="*/ 5 h 12"/>
                <a:gd name="T8" fmla="*/ 20 w 49"/>
                <a:gd name="T9" fmla="*/ 8 h 12"/>
                <a:gd name="T10" fmla="*/ 41 w 49"/>
                <a:gd name="T11" fmla="*/ 8 h 12"/>
                <a:gd name="T12" fmla="*/ 40 w 49"/>
                <a:gd name="T13" fmla="*/ 3 h 12"/>
              </a:gdLst>
              <a:ahLst/>
              <a:cxnLst>
                <a:cxn ang="0">
                  <a:pos x="T0" y="T1"/>
                </a:cxn>
                <a:cxn ang="0">
                  <a:pos x="T2" y="T3"/>
                </a:cxn>
                <a:cxn ang="0">
                  <a:pos x="T4" y="T5"/>
                </a:cxn>
                <a:cxn ang="0">
                  <a:pos x="T6" y="T7"/>
                </a:cxn>
                <a:cxn ang="0">
                  <a:pos x="T8" y="T9"/>
                </a:cxn>
                <a:cxn ang="0">
                  <a:pos x="T10" y="T11"/>
                </a:cxn>
                <a:cxn ang="0">
                  <a:pos x="T12" y="T13"/>
                </a:cxn>
              </a:cxnLst>
              <a:rect l="0" t="0" r="r" b="b"/>
              <a:pathLst>
                <a:path w="49" h="12">
                  <a:moveTo>
                    <a:pt x="40" y="3"/>
                  </a:moveTo>
                  <a:cubicBezTo>
                    <a:pt x="37" y="2"/>
                    <a:pt x="36" y="0"/>
                    <a:pt x="29" y="1"/>
                  </a:cubicBezTo>
                  <a:cubicBezTo>
                    <a:pt x="13" y="4"/>
                    <a:pt x="7" y="0"/>
                    <a:pt x="7" y="0"/>
                  </a:cubicBezTo>
                  <a:cubicBezTo>
                    <a:pt x="7" y="0"/>
                    <a:pt x="0" y="3"/>
                    <a:pt x="2" y="5"/>
                  </a:cubicBezTo>
                  <a:cubicBezTo>
                    <a:pt x="5" y="7"/>
                    <a:pt x="17" y="8"/>
                    <a:pt x="20" y="8"/>
                  </a:cubicBezTo>
                  <a:cubicBezTo>
                    <a:pt x="23" y="8"/>
                    <a:pt x="34" y="12"/>
                    <a:pt x="41" y="8"/>
                  </a:cubicBezTo>
                  <a:cubicBezTo>
                    <a:pt x="49" y="4"/>
                    <a:pt x="44" y="3"/>
                    <a:pt x="40" y="3"/>
                  </a:cubicBezTo>
                  <a:close/>
                </a:path>
              </a:pathLst>
            </a:custGeom>
            <a:solidFill>
              <a:srgbClr val="CCFFCC"/>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594121" name="Freeform 201"/>
            <p:cNvSpPr>
              <a:spLocks/>
            </p:cNvSpPr>
            <p:nvPr userDrawn="1"/>
          </p:nvSpPr>
          <p:spPr bwMode="auto">
            <a:xfrm>
              <a:off x="869" y="3340"/>
              <a:ext cx="203" cy="56"/>
            </a:xfrm>
            <a:custGeom>
              <a:avLst/>
              <a:gdLst>
                <a:gd name="T0" fmla="*/ 37 w 40"/>
                <a:gd name="T1" fmla="*/ 2 h 11"/>
                <a:gd name="T2" fmla="*/ 26 w 40"/>
                <a:gd name="T3" fmla="*/ 4 h 11"/>
                <a:gd name="T4" fmla="*/ 13 w 40"/>
                <a:gd name="T5" fmla="*/ 3 h 11"/>
                <a:gd name="T6" fmla="*/ 1 w 40"/>
                <a:gd name="T7" fmla="*/ 2 h 11"/>
                <a:gd name="T8" fmla="*/ 35 w 40"/>
                <a:gd name="T9" fmla="*/ 8 h 11"/>
                <a:gd name="T10" fmla="*/ 37 w 40"/>
                <a:gd name="T11" fmla="*/ 2 h 11"/>
              </a:gdLst>
              <a:ahLst/>
              <a:cxnLst>
                <a:cxn ang="0">
                  <a:pos x="T0" y="T1"/>
                </a:cxn>
                <a:cxn ang="0">
                  <a:pos x="T2" y="T3"/>
                </a:cxn>
                <a:cxn ang="0">
                  <a:pos x="T4" y="T5"/>
                </a:cxn>
                <a:cxn ang="0">
                  <a:pos x="T6" y="T7"/>
                </a:cxn>
                <a:cxn ang="0">
                  <a:pos x="T8" y="T9"/>
                </a:cxn>
                <a:cxn ang="0">
                  <a:pos x="T10" y="T11"/>
                </a:cxn>
              </a:cxnLst>
              <a:rect l="0" t="0" r="r" b="b"/>
              <a:pathLst>
                <a:path w="40" h="11">
                  <a:moveTo>
                    <a:pt x="37" y="2"/>
                  </a:moveTo>
                  <a:cubicBezTo>
                    <a:pt x="34" y="4"/>
                    <a:pt x="30" y="4"/>
                    <a:pt x="26" y="4"/>
                  </a:cubicBezTo>
                  <a:cubicBezTo>
                    <a:pt x="23" y="4"/>
                    <a:pt x="16" y="2"/>
                    <a:pt x="13" y="3"/>
                  </a:cubicBezTo>
                  <a:cubicBezTo>
                    <a:pt x="10" y="4"/>
                    <a:pt x="1" y="2"/>
                    <a:pt x="1" y="2"/>
                  </a:cubicBezTo>
                  <a:cubicBezTo>
                    <a:pt x="0" y="11"/>
                    <a:pt x="30" y="10"/>
                    <a:pt x="35" y="8"/>
                  </a:cubicBezTo>
                  <a:cubicBezTo>
                    <a:pt x="40" y="5"/>
                    <a:pt x="40" y="0"/>
                    <a:pt x="37" y="2"/>
                  </a:cubicBezTo>
                  <a:close/>
                </a:path>
              </a:pathLst>
            </a:custGeom>
            <a:solidFill>
              <a:srgbClr val="CCFFCC"/>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594122" name="Freeform 202"/>
            <p:cNvSpPr>
              <a:spLocks/>
            </p:cNvSpPr>
            <p:nvPr userDrawn="1"/>
          </p:nvSpPr>
          <p:spPr bwMode="auto">
            <a:xfrm>
              <a:off x="859" y="3386"/>
              <a:ext cx="207" cy="172"/>
            </a:xfrm>
            <a:custGeom>
              <a:avLst/>
              <a:gdLst>
                <a:gd name="T0" fmla="*/ 28 w 41"/>
                <a:gd name="T1" fmla="*/ 9 h 34"/>
                <a:gd name="T2" fmla="*/ 13 w 41"/>
                <a:gd name="T3" fmla="*/ 6 h 34"/>
                <a:gd name="T4" fmla="*/ 4 w 41"/>
                <a:gd name="T5" fmla="*/ 15 h 34"/>
                <a:gd name="T6" fmla="*/ 1 w 41"/>
                <a:gd name="T7" fmla="*/ 19 h 34"/>
                <a:gd name="T8" fmla="*/ 9 w 41"/>
                <a:gd name="T9" fmla="*/ 19 h 34"/>
                <a:gd name="T10" fmla="*/ 17 w 41"/>
                <a:gd name="T11" fmla="*/ 27 h 34"/>
                <a:gd name="T12" fmla="*/ 21 w 41"/>
                <a:gd name="T13" fmla="*/ 30 h 34"/>
                <a:gd name="T14" fmla="*/ 29 w 41"/>
                <a:gd name="T15" fmla="*/ 19 h 34"/>
                <a:gd name="T16" fmla="*/ 39 w 41"/>
                <a:gd name="T17" fmla="*/ 19 h 34"/>
                <a:gd name="T18" fmla="*/ 28 w 41"/>
                <a:gd name="T19" fmla="*/ 9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1" h="34">
                  <a:moveTo>
                    <a:pt x="28" y="9"/>
                  </a:moveTo>
                  <a:cubicBezTo>
                    <a:pt x="28" y="6"/>
                    <a:pt x="14" y="0"/>
                    <a:pt x="13" y="6"/>
                  </a:cubicBezTo>
                  <a:cubicBezTo>
                    <a:pt x="11" y="12"/>
                    <a:pt x="4" y="15"/>
                    <a:pt x="4" y="15"/>
                  </a:cubicBezTo>
                  <a:cubicBezTo>
                    <a:pt x="0" y="16"/>
                    <a:pt x="0" y="16"/>
                    <a:pt x="1" y="19"/>
                  </a:cubicBezTo>
                  <a:cubicBezTo>
                    <a:pt x="1" y="22"/>
                    <a:pt x="4" y="24"/>
                    <a:pt x="9" y="19"/>
                  </a:cubicBezTo>
                  <a:cubicBezTo>
                    <a:pt x="17" y="10"/>
                    <a:pt x="17" y="26"/>
                    <a:pt x="17" y="27"/>
                  </a:cubicBezTo>
                  <a:cubicBezTo>
                    <a:pt x="18" y="29"/>
                    <a:pt x="19" y="34"/>
                    <a:pt x="21" y="30"/>
                  </a:cubicBezTo>
                  <a:cubicBezTo>
                    <a:pt x="22" y="26"/>
                    <a:pt x="25" y="14"/>
                    <a:pt x="29" y="19"/>
                  </a:cubicBezTo>
                  <a:cubicBezTo>
                    <a:pt x="35" y="27"/>
                    <a:pt x="41" y="19"/>
                    <a:pt x="39" y="19"/>
                  </a:cubicBezTo>
                  <a:cubicBezTo>
                    <a:pt x="38" y="18"/>
                    <a:pt x="28" y="13"/>
                    <a:pt x="28" y="9"/>
                  </a:cubicBezTo>
                  <a:close/>
                </a:path>
              </a:pathLst>
            </a:custGeom>
            <a:solidFill>
              <a:srgbClr val="CCFFCC"/>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594123" name="Freeform 203"/>
            <p:cNvSpPr>
              <a:spLocks/>
            </p:cNvSpPr>
            <p:nvPr userDrawn="1"/>
          </p:nvSpPr>
          <p:spPr bwMode="auto">
            <a:xfrm>
              <a:off x="996" y="3305"/>
              <a:ext cx="126" cy="318"/>
            </a:xfrm>
            <a:custGeom>
              <a:avLst/>
              <a:gdLst>
                <a:gd name="T0" fmla="*/ 22 w 25"/>
                <a:gd name="T1" fmla="*/ 2 h 63"/>
                <a:gd name="T2" fmla="*/ 18 w 25"/>
                <a:gd name="T3" fmla="*/ 17 h 63"/>
                <a:gd name="T4" fmla="*/ 7 w 25"/>
                <a:gd name="T5" fmla="*/ 20 h 63"/>
                <a:gd name="T6" fmla="*/ 7 w 25"/>
                <a:gd name="T7" fmla="*/ 23 h 63"/>
                <a:gd name="T8" fmla="*/ 17 w 25"/>
                <a:gd name="T9" fmla="*/ 34 h 63"/>
                <a:gd name="T10" fmla="*/ 12 w 25"/>
                <a:gd name="T11" fmla="*/ 45 h 63"/>
                <a:gd name="T12" fmla="*/ 0 w 25"/>
                <a:gd name="T13" fmla="*/ 55 h 63"/>
                <a:gd name="T14" fmla="*/ 5 w 25"/>
                <a:gd name="T15" fmla="*/ 58 h 63"/>
                <a:gd name="T16" fmla="*/ 16 w 25"/>
                <a:gd name="T17" fmla="*/ 62 h 63"/>
                <a:gd name="T18" fmla="*/ 23 w 25"/>
                <a:gd name="T19" fmla="*/ 57 h 63"/>
                <a:gd name="T20" fmla="*/ 25 w 25"/>
                <a:gd name="T21" fmla="*/ 14 h 63"/>
                <a:gd name="T22" fmla="*/ 25 w 25"/>
                <a:gd name="T23" fmla="*/ 2 h 63"/>
                <a:gd name="T24" fmla="*/ 22 w 25"/>
                <a:gd name="T25" fmla="*/ 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5" h="63">
                  <a:moveTo>
                    <a:pt x="22" y="2"/>
                  </a:moveTo>
                  <a:cubicBezTo>
                    <a:pt x="22" y="2"/>
                    <a:pt x="20" y="15"/>
                    <a:pt x="18" y="17"/>
                  </a:cubicBezTo>
                  <a:cubicBezTo>
                    <a:pt x="15" y="19"/>
                    <a:pt x="10" y="20"/>
                    <a:pt x="7" y="20"/>
                  </a:cubicBezTo>
                  <a:cubicBezTo>
                    <a:pt x="4" y="19"/>
                    <a:pt x="4" y="22"/>
                    <a:pt x="7" y="23"/>
                  </a:cubicBezTo>
                  <a:cubicBezTo>
                    <a:pt x="10" y="24"/>
                    <a:pt x="17" y="29"/>
                    <a:pt x="17" y="34"/>
                  </a:cubicBezTo>
                  <a:cubicBezTo>
                    <a:pt x="17" y="40"/>
                    <a:pt x="17" y="44"/>
                    <a:pt x="12" y="45"/>
                  </a:cubicBezTo>
                  <a:cubicBezTo>
                    <a:pt x="6" y="46"/>
                    <a:pt x="0" y="47"/>
                    <a:pt x="0" y="55"/>
                  </a:cubicBezTo>
                  <a:cubicBezTo>
                    <a:pt x="0" y="55"/>
                    <a:pt x="3" y="57"/>
                    <a:pt x="5" y="58"/>
                  </a:cubicBezTo>
                  <a:cubicBezTo>
                    <a:pt x="8" y="58"/>
                    <a:pt x="14" y="61"/>
                    <a:pt x="16" y="62"/>
                  </a:cubicBezTo>
                  <a:cubicBezTo>
                    <a:pt x="18" y="63"/>
                    <a:pt x="23" y="61"/>
                    <a:pt x="23" y="57"/>
                  </a:cubicBezTo>
                  <a:cubicBezTo>
                    <a:pt x="24" y="52"/>
                    <a:pt x="24" y="20"/>
                    <a:pt x="25" y="14"/>
                  </a:cubicBezTo>
                  <a:cubicBezTo>
                    <a:pt x="25" y="9"/>
                    <a:pt x="25" y="3"/>
                    <a:pt x="25" y="2"/>
                  </a:cubicBezTo>
                  <a:cubicBezTo>
                    <a:pt x="25" y="1"/>
                    <a:pt x="22" y="0"/>
                    <a:pt x="22" y="2"/>
                  </a:cubicBezTo>
                  <a:close/>
                </a:path>
              </a:pathLst>
            </a:custGeom>
            <a:solidFill>
              <a:srgbClr val="CCFFCC"/>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grpSp>
      <p:grpSp>
        <p:nvGrpSpPr>
          <p:cNvPr id="594124" name="Group 204"/>
          <p:cNvGrpSpPr>
            <a:grpSpLocks/>
          </p:cNvGrpSpPr>
          <p:nvPr userDrawn="1"/>
        </p:nvGrpSpPr>
        <p:grpSpPr bwMode="auto">
          <a:xfrm>
            <a:off x="1096963" y="2486025"/>
            <a:ext cx="533400" cy="492125"/>
            <a:chOff x="96" y="2784"/>
            <a:chExt cx="1062" cy="981"/>
          </a:xfrm>
        </p:grpSpPr>
        <p:sp>
          <p:nvSpPr>
            <p:cNvPr id="594125" name="Freeform 205"/>
            <p:cNvSpPr>
              <a:spLocks/>
            </p:cNvSpPr>
            <p:nvPr userDrawn="1"/>
          </p:nvSpPr>
          <p:spPr bwMode="auto">
            <a:xfrm>
              <a:off x="121" y="2784"/>
              <a:ext cx="207" cy="81"/>
            </a:xfrm>
            <a:custGeom>
              <a:avLst/>
              <a:gdLst>
                <a:gd name="T0" fmla="*/ 30 w 41"/>
                <a:gd name="T1" fmla="*/ 12 h 16"/>
                <a:gd name="T2" fmla="*/ 37 w 41"/>
                <a:gd name="T3" fmla="*/ 10 h 16"/>
                <a:gd name="T4" fmla="*/ 38 w 41"/>
                <a:gd name="T5" fmla="*/ 9 h 16"/>
                <a:gd name="T6" fmla="*/ 31 w 41"/>
                <a:gd name="T7" fmla="*/ 1 h 16"/>
                <a:gd name="T8" fmla="*/ 8 w 41"/>
                <a:gd name="T9" fmla="*/ 11 h 16"/>
                <a:gd name="T10" fmla="*/ 30 w 41"/>
                <a:gd name="T11" fmla="*/ 12 h 16"/>
              </a:gdLst>
              <a:ahLst/>
              <a:cxnLst>
                <a:cxn ang="0">
                  <a:pos x="T0" y="T1"/>
                </a:cxn>
                <a:cxn ang="0">
                  <a:pos x="T2" y="T3"/>
                </a:cxn>
                <a:cxn ang="0">
                  <a:pos x="T4" y="T5"/>
                </a:cxn>
                <a:cxn ang="0">
                  <a:pos x="T6" y="T7"/>
                </a:cxn>
                <a:cxn ang="0">
                  <a:pos x="T8" y="T9"/>
                </a:cxn>
                <a:cxn ang="0">
                  <a:pos x="T10" y="T11"/>
                </a:cxn>
              </a:cxnLst>
              <a:rect l="0" t="0" r="r" b="b"/>
              <a:pathLst>
                <a:path w="41" h="16">
                  <a:moveTo>
                    <a:pt x="30" y="12"/>
                  </a:moveTo>
                  <a:cubicBezTo>
                    <a:pt x="34" y="11"/>
                    <a:pt x="36" y="10"/>
                    <a:pt x="37" y="10"/>
                  </a:cubicBezTo>
                  <a:cubicBezTo>
                    <a:pt x="37" y="10"/>
                    <a:pt x="38" y="9"/>
                    <a:pt x="38" y="9"/>
                  </a:cubicBezTo>
                  <a:cubicBezTo>
                    <a:pt x="41" y="6"/>
                    <a:pt x="37" y="1"/>
                    <a:pt x="31" y="1"/>
                  </a:cubicBezTo>
                  <a:cubicBezTo>
                    <a:pt x="31" y="1"/>
                    <a:pt x="0" y="0"/>
                    <a:pt x="8" y="11"/>
                  </a:cubicBezTo>
                  <a:cubicBezTo>
                    <a:pt x="8" y="11"/>
                    <a:pt x="15" y="16"/>
                    <a:pt x="30" y="12"/>
                  </a:cubicBezTo>
                  <a:close/>
                </a:path>
              </a:pathLst>
            </a:custGeom>
            <a:solidFill>
              <a:srgbClr val="FFFF99"/>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594126" name="Freeform 206"/>
            <p:cNvSpPr>
              <a:spLocks noEditPoints="1"/>
            </p:cNvSpPr>
            <p:nvPr userDrawn="1"/>
          </p:nvSpPr>
          <p:spPr bwMode="auto">
            <a:xfrm>
              <a:off x="96" y="2789"/>
              <a:ext cx="1062" cy="976"/>
            </a:xfrm>
            <a:custGeom>
              <a:avLst/>
              <a:gdLst>
                <a:gd name="T0" fmla="*/ 163 w 210"/>
                <a:gd name="T1" fmla="*/ 155 h 193"/>
                <a:gd name="T2" fmla="*/ 152 w 210"/>
                <a:gd name="T3" fmla="*/ 125 h 193"/>
                <a:gd name="T4" fmla="*/ 142 w 210"/>
                <a:gd name="T5" fmla="*/ 99 h 193"/>
                <a:gd name="T6" fmla="*/ 165 w 210"/>
                <a:gd name="T7" fmla="*/ 93 h 193"/>
                <a:gd name="T8" fmla="*/ 146 w 210"/>
                <a:gd name="T9" fmla="*/ 82 h 193"/>
                <a:gd name="T10" fmla="*/ 157 w 210"/>
                <a:gd name="T11" fmla="*/ 83 h 193"/>
                <a:gd name="T12" fmla="*/ 157 w 210"/>
                <a:gd name="T13" fmla="*/ 77 h 193"/>
                <a:gd name="T14" fmla="*/ 135 w 210"/>
                <a:gd name="T15" fmla="*/ 78 h 193"/>
                <a:gd name="T16" fmla="*/ 128 w 210"/>
                <a:gd name="T17" fmla="*/ 125 h 193"/>
                <a:gd name="T18" fmla="*/ 124 w 210"/>
                <a:gd name="T19" fmla="*/ 84 h 193"/>
                <a:gd name="T20" fmla="*/ 118 w 210"/>
                <a:gd name="T21" fmla="*/ 67 h 193"/>
                <a:gd name="T22" fmla="*/ 124 w 210"/>
                <a:gd name="T23" fmla="*/ 51 h 193"/>
                <a:gd name="T24" fmla="*/ 121 w 210"/>
                <a:gd name="T25" fmla="*/ 37 h 193"/>
                <a:gd name="T26" fmla="*/ 119 w 210"/>
                <a:gd name="T27" fmla="*/ 24 h 193"/>
                <a:gd name="T28" fmla="*/ 132 w 210"/>
                <a:gd name="T29" fmla="*/ 39 h 193"/>
                <a:gd name="T30" fmla="*/ 149 w 210"/>
                <a:gd name="T31" fmla="*/ 18 h 193"/>
                <a:gd name="T32" fmla="*/ 147 w 210"/>
                <a:gd name="T33" fmla="*/ 36 h 193"/>
                <a:gd name="T34" fmla="*/ 143 w 210"/>
                <a:gd name="T35" fmla="*/ 48 h 193"/>
                <a:gd name="T36" fmla="*/ 144 w 210"/>
                <a:gd name="T37" fmla="*/ 67 h 193"/>
                <a:gd name="T38" fmla="*/ 199 w 210"/>
                <a:gd name="T39" fmla="*/ 29 h 193"/>
                <a:gd name="T40" fmla="*/ 90 w 210"/>
                <a:gd name="T41" fmla="*/ 1 h 193"/>
                <a:gd name="T42" fmla="*/ 56 w 210"/>
                <a:gd name="T43" fmla="*/ 8 h 193"/>
                <a:gd name="T44" fmla="*/ 85 w 210"/>
                <a:gd name="T45" fmla="*/ 12 h 193"/>
                <a:gd name="T46" fmla="*/ 60 w 210"/>
                <a:gd name="T47" fmla="*/ 22 h 193"/>
                <a:gd name="T48" fmla="*/ 58 w 210"/>
                <a:gd name="T49" fmla="*/ 29 h 193"/>
                <a:gd name="T50" fmla="*/ 38 w 210"/>
                <a:gd name="T51" fmla="*/ 17 h 193"/>
                <a:gd name="T52" fmla="*/ 13 w 210"/>
                <a:gd name="T53" fmla="*/ 115 h 193"/>
                <a:gd name="T54" fmla="*/ 61 w 210"/>
                <a:gd name="T55" fmla="*/ 146 h 193"/>
                <a:gd name="T56" fmla="*/ 45 w 210"/>
                <a:gd name="T57" fmla="*/ 133 h 193"/>
                <a:gd name="T58" fmla="*/ 35 w 210"/>
                <a:gd name="T59" fmla="*/ 145 h 193"/>
                <a:gd name="T60" fmla="*/ 32 w 210"/>
                <a:gd name="T61" fmla="*/ 128 h 193"/>
                <a:gd name="T62" fmla="*/ 46 w 210"/>
                <a:gd name="T63" fmla="*/ 86 h 193"/>
                <a:gd name="T64" fmla="*/ 67 w 210"/>
                <a:gd name="T65" fmla="*/ 83 h 193"/>
                <a:gd name="T66" fmla="*/ 71 w 210"/>
                <a:gd name="T67" fmla="*/ 95 h 193"/>
                <a:gd name="T68" fmla="*/ 61 w 210"/>
                <a:gd name="T69" fmla="*/ 121 h 193"/>
                <a:gd name="T70" fmla="*/ 91 w 210"/>
                <a:gd name="T71" fmla="*/ 180 h 193"/>
                <a:gd name="T72" fmla="*/ 186 w 210"/>
                <a:gd name="T73" fmla="*/ 166 h 193"/>
                <a:gd name="T74" fmla="*/ 182 w 210"/>
                <a:gd name="T75" fmla="*/ 66 h 193"/>
                <a:gd name="T76" fmla="*/ 165 w 210"/>
                <a:gd name="T77" fmla="*/ 60 h 193"/>
                <a:gd name="T78" fmla="*/ 113 w 210"/>
                <a:gd name="T79" fmla="*/ 61 h 193"/>
                <a:gd name="T80" fmla="*/ 108 w 210"/>
                <a:gd name="T81" fmla="*/ 87 h 193"/>
                <a:gd name="T82" fmla="*/ 114 w 210"/>
                <a:gd name="T83" fmla="*/ 50 h 193"/>
                <a:gd name="T84" fmla="*/ 89 w 210"/>
                <a:gd name="T85" fmla="*/ 26 h 193"/>
                <a:gd name="T86" fmla="*/ 105 w 210"/>
                <a:gd name="T87" fmla="*/ 35 h 193"/>
                <a:gd name="T88" fmla="*/ 61 w 210"/>
                <a:gd name="T89" fmla="*/ 72 h 193"/>
                <a:gd name="T90" fmla="*/ 24 w 210"/>
                <a:gd name="T91" fmla="*/ 37 h 193"/>
                <a:gd name="T92" fmla="*/ 68 w 210"/>
                <a:gd name="T93" fmla="*/ 40 h 193"/>
                <a:gd name="T94" fmla="*/ 79 w 210"/>
                <a:gd name="T95" fmla="*/ 40 h 193"/>
                <a:gd name="T96" fmla="*/ 108 w 210"/>
                <a:gd name="T97" fmla="*/ 45 h 193"/>
                <a:gd name="T98" fmla="*/ 99 w 210"/>
                <a:gd name="T99" fmla="*/ 93 h 193"/>
                <a:gd name="T100" fmla="*/ 93 w 210"/>
                <a:gd name="T101" fmla="*/ 51 h 193"/>
                <a:gd name="T102" fmla="*/ 61 w 210"/>
                <a:gd name="T103" fmla="*/ 72 h 193"/>
                <a:gd name="T104" fmla="*/ 80 w 210"/>
                <a:gd name="T105" fmla="*/ 82 h 193"/>
                <a:gd name="T106" fmla="*/ 88 w 210"/>
                <a:gd name="T107" fmla="*/ 58 h 193"/>
                <a:gd name="T108" fmla="*/ 102 w 210"/>
                <a:gd name="T109" fmla="*/ 145 h 193"/>
                <a:gd name="T110" fmla="*/ 82 w 210"/>
                <a:gd name="T111" fmla="*/ 96 h 193"/>
                <a:gd name="T112" fmla="*/ 117 w 210"/>
                <a:gd name="T113" fmla="*/ 106 h 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10" h="193">
                  <a:moveTo>
                    <a:pt x="186" y="166"/>
                  </a:moveTo>
                  <a:cubicBezTo>
                    <a:pt x="167" y="166"/>
                    <a:pt x="163" y="155"/>
                    <a:pt x="163" y="155"/>
                  </a:cubicBezTo>
                  <a:cubicBezTo>
                    <a:pt x="163" y="155"/>
                    <a:pt x="162" y="147"/>
                    <a:pt x="154" y="145"/>
                  </a:cubicBezTo>
                  <a:cubicBezTo>
                    <a:pt x="135" y="140"/>
                    <a:pt x="147" y="128"/>
                    <a:pt x="152" y="125"/>
                  </a:cubicBezTo>
                  <a:cubicBezTo>
                    <a:pt x="157" y="123"/>
                    <a:pt x="154" y="122"/>
                    <a:pt x="150" y="120"/>
                  </a:cubicBezTo>
                  <a:cubicBezTo>
                    <a:pt x="142" y="115"/>
                    <a:pt x="141" y="109"/>
                    <a:pt x="142" y="99"/>
                  </a:cubicBezTo>
                  <a:cubicBezTo>
                    <a:pt x="142" y="88"/>
                    <a:pt x="149" y="91"/>
                    <a:pt x="149" y="91"/>
                  </a:cubicBezTo>
                  <a:cubicBezTo>
                    <a:pt x="149" y="91"/>
                    <a:pt x="160" y="96"/>
                    <a:pt x="165" y="93"/>
                  </a:cubicBezTo>
                  <a:cubicBezTo>
                    <a:pt x="169" y="91"/>
                    <a:pt x="167" y="88"/>
                    <a:pt x="165" y="89"/>
                  </a:cubicBezTo>
                  <a:cubicBezTo>
                    <a:pt x="163" y="91"/>
                    <a:pt x="148" y="89"/>
                    <a:pt x="146" y="82"/>
                  </a:cubicBezTo>
                  <a:cubicBezTo>
                    <a:pt x="144" y="74"/>
                    <a:pt x="150" y="78"/>
                    <a:pt x="151" y="78"/>
                  </a:cubicBezTo>
                  <a:cubicBezTo>
                    <a:pt x="153" y="79"/>
                    <a:pt x="153" y="81"/>
                    <a:pt x="157" y="83"/>
                  </a:cubicBezTo>
                  <a:cubicBezTo>
                    <a:pt x="168" y="88"/>
                    <a:pt x="162" y="82"/>
                    <a:pt x="162" y="82"/>
                  </a:cubicBezTo>
                  <a:cubicBezTo>
                    <a:pt x="162" y="82"/>
                    <a:pt x="162" y="82"/>
                    <a:pt x="157" y="77"/>
                  </a:cubicBezTo>
                  <a:cubicBezTo>
                    <a:pt x="152" y="71"/>
                    <a:pt x="145" y="73"/>
                    <a:pt x="139" y="73"/>
                  </a:cubicBezTo>
                  <a:cubicBezTo>
                    <a:pt x="133" y="73"/>
                    <a:pt x="135" y="78"/>
                    <a:pt x="135" y="78"/>
                  </a:cubicBezTo>
                  <a:cubicBezTo>
                    <a:pt x="135" y="78"/>
                    <a:pt x="134" y="88"/>
                    <a:pt x="133" y="106"/>
                  </a:cubicBezTo>
                  <a:cubicBezTo>
                    <a:pt x="132" y="124"/>
                    <a:pt x="129" y="126"/>
                    <a:pt x="128" y="125"/>
                  </a:cubicBezTo>
                  <a:cubicBezTo>
                    <a:pt x="127" y="123"/>
                    <a:pt x="125" y="114"/>
                    <a:pt x="125" y="111"/>
                  </a:cubicBezTo>
                  <a:cubicBezTo>
                    <a:pt x="125" y="108"/>
                    <a:pt x="123" y="97"/>
                    <a:pt x="124" y="84"/>
                  </a:cubicBezTo>
                  <a:cubicBezTo>
                    <a:pt x="125" y="72"/>
                    <a:pt x="128" y="77"/>
                    <a:pt x="120" y="74"/>
                  </a:cubicBezTo>
                  <a:cubicBezTo>
                    <a:pt x="111" y="71"/>
                    <a:pt x="116" y="67"/>
                    <a:pt x="118" y="67"/>
                  </a:cubicBezTo>
                  <a:cubicBezTo>
                    <a:pt x="121" y="67"/>
                    <a:pt x="125" y="69"/>
                    <a:pt x="126" y="67"/>
                  </a:cubicBezTo>
                  <a:cubicBezTo>
                    <a:pt x="127" y="59"/>
                    <a:pt x="128" y="52"/>
                    <a:pt x="124" y="51"/>
                  </a:cubicBezTo>
                  <a:cubicBezTo>
                    <a:pt x="115" y="47"/>
                    <a:pt x="119" y="45"/>
                    <a:pt x="122" y="44"/>
                  </a:cubicBezTo>
                  <a:cubicBezTo>
                    <a:pt x="125" y="43"/>
                    <a:pt x="126" y="35"/>
                    <a:pt x="121" y="37"/>
                  </a:cubicBezTo>
                  <a:cubicBezTo>
                    <a:pt x="112" y="40"/>
                    <a:pt x="113" y="32"/>
                    <a:pt x="115" y="31"/>
                  </a:cubicBezTo>
                  <a:cubicBezTo>
                    <a:pt x="117" y="30"/>
                    <a:pt x="120" y="32"/>
                    <a:pt x="119" y="24"/>
                  </a:cubicBezTo>
                  <a:cubicBezTo>
                    <a:pt x="117" y="17"/>
                    <a:pt x="124" y="14"/>
                    <a:pt x="126" y="21"/>
                  </a:cubicBezTo>
                  <a:cubicBezTo>
                    <a:pt x="127" y="28"/>
                    <a:pt x="130" y="42"/>
                    <a:pt x="132" y="39"/>
                  </a:cubicBezTo>
                  <a:cubicBezTo>
                    <a:pt x="134" y="35"/>
                    <a:pt x="138" y="22"/>
                    <a:pt x="142" y="16"/>
                  </a:cubicBezTo>
                  <a:cubicBezTo>
                    <a:pt x="145" y="10"/>
                    <a:pt x="150" y="15"/>
                    <a:pt x="149" y="18"/>
                  </a:cubicBezTo>
                  <a:cubicBezTo>
                    <a:pt x="144" y="33"/>
                    <a:pt x="152" y="34"/>
                    <a:pt x="152" y="34"/>
                  </a:cubicBezTo>
                  <a:cubicBezTo>
                    <a:pt x="152" y="34"/>
                    <a:pt x="151" y="36"/>
                    <a:pt x="147" y="36"/>
                  </a:cubicBezTo>
                  <a:cubicBezTo>
                    <a:pt x="137" y="35"/>
                    <a:pt x="141" y="41"/>
                    <a:pt x="145" y="43"/>
                  </a:cubicBezTo>
                  <a:cubicBezTo>
                    <a:pt x="154" y="46"/>
                    <a:pt x="148" y="48"/>
                    <a:pt x="143" y="48"/>
                  </a:cubicBezTo>
                  <a:cubicBezTo>
                    <a:pt x="139" y="48"/>
                    <a:pt x="136" y="50"/>
                    <a:pt x="135" y="55"/>
                  </a:cubicBezTo>
                  <a:cubicBezTo>
                    <a:pt x="132" y="70"/>
                    <a:pt x="144" y="67"/>
                    <a:pt x="144" y="67"/>
                  </a:cubicBezTo>
                  <a:cubicBezTo>
                    <a:pt x="162" y="72"/>
                    <a:pt x="189" y="69"/>
                    <a:pt x="189" y="69"/>
                  </a:cubicBezTo>
                  <a:cubicBezTo>
                    <a:pt x="209" y="75"/>
                    <a:pt x="200" y="45"/>
                    <a:pt x="199" y="29"/>
                  </a:cubicBezTo>
                  <a:cubicBezTo>
                    <a:pt x="197" y="13"/>
                    <a:pt x="195" y="5"/>
                    <a:pt x="181" y="2"/>
                  </a:cubicBezTo>
                  <a:cubicBezTo>
                    <a:pt x="168" y="0"/>
                    <a:pt x="90" y="1"/>
                    <a:pt x="90" y="1"/>
                  </a:cubicBezTo>
                  <a:cubicBezTo>
                    <a:pt x="87" y="2"/>
                    <a:pt x="56" y="1"/>
                    <a:pt x="56" y="1"/>
                  </a:cubicBezTo>
                  <a:cubicBezTo>
                    <a:pt x="56" y="1"/>
                    <a:pt x="54" y="8"/>
                    <a:pt x="56" y="8"/>
                  </a:cubicBezTo>
                  <a:cubicBezTo>
                    <a:pt x="61" y="8"/>
                    <a:pt x="80" y="9"/>
                    <a:pt x="80" y="9"/>
                  </a:cubicBezTo>
                  <a:cubicBezTo>
                    <a:pt x="81" y="9"/>
                    <a:pt x="90" y="8"/>
                    <a:pt x="85" y="12"/>
                  </a:cubicBezTo>
                  <a:cubicBezTo>
                    <a:pt x="80" y="16"/>
                    <a:pt x="69" y="16"/>
                    <a:pt x="62" y="16"/>
                  </a:cubicBezTo>
                  <a:cubicBezTo>
                    <a:pt x="47" y="15"/>
                    <a:pt x="54" y="22"/>
                    <a:pt x="60" y="22"/>
                  </a:cubicBezTo>
                  <a:cubicBezTo>
                    <a:pt x="78" y="22"/>
                    <a:pt x="82" y="26"/>
                    <a:pt x="74" y="27"/>
                  </a:cubicBezTo>
                  <a:cubicBezTo>
                    <a:pt x="67" y="28"/>
                    <a:pt x="65" y="28"/>
                    <a:pt x="58" y="29"/>
                  </a:cubicBezTo>
                  <a:cubicBezTo>
                    <a:pt x="2" y="38"/>
                    <a:pt x="21" y="23"/>
                    <a:pt x="26" y="23"/>
                  </a:cubicBezTo>
                  <a:cubicBezTo>
                    <a:pt x="49" y="23"/>
                    <a:pt x="44" y="15"/>
                    <a:pt x="38" y="17"/>
                  </a:cubicBezTo>
                  <a:cubicBezTo>
                    <a:pt x="32" y="18"/>
                    <a:pt x="12" y="11"/>
                    <a:pt x="9" y="24"/>
                  </a:cubicBezTo>
                  <a:cubicBezTo>
                    <a:pt x="7" y="37"/>
                    <a:pt x="15" y="103"/>
                    <a:pt x="13" y="115"/>
                  </a:cubicBezTo>
                  <a:cubicBezTo>
                    <a:pt x="0" y="193"/>
                    <a:pt x="71" y="176"/>
                    <a:pt x="71" y="176"/>
                  </a:cubicBezTo>
                  <a:cubicBezTo>
                    <a:pt x="56" y="164"/>
                    <a:pt x="62" y="153"/>
                    <a:pt x="61" y="146"/>
                  </a:cubicBezTo>
                  <a:cubicBezTo>
                    <a:pt x="57" y="125"/>
                    <a:pt x="55" y="122"/>
                    <a:pt x="51" y="124"/>
                  </a:cubicBezTo>
                  <a:cubicBezTo>
                    <a:pt x="43" y="128"/>
                    <a:pt x="44" y="130"/>
                    <a:pt x="45" y="133"/>
                  </a:cubicBezTo>
                  <a:cubicBezTo>
                    <a:pt x="51" y="151"/>
                    <a:pt x="37" y="137"/>
                    <a:pt x="37" y="137"/>
                  </a:cubicBezTo>
                  <a:cubicBezTo>
                    <a:pt x="35" y="138"/>
                    <a:pt x="34" y="142"/>
                    <a:pt x="35" y="145"/>
                  </a:cubicBezTo>
                  <a:cubicBezTo>
                    <a:pt x="47" y="168"/>
                    <a:pt x="36" y="162"/>
                    <a:pt x="33" y="158"/>
                  </a:cubicBezTo>
                  <a:cubicBezTo>
                    <a:pt x="22" y="142"/>
                    <a:pt x="33" y="133"/>
                    <a:pt x="32" y="128"/>
                  </a:cubicBezTo>
                  <a:cubicBezTo>
                    <a:pt x="27" y="108"/>
                    <a:pt x="42" y="100"/>
                    <a:pt x="44" y="97"/>
                  </a:cubicBezTo>
                  <a:cubicBezTo>
                    <a:pt x="46" y="93"/>
                    <a:pt x="45" y="92"/>
                    <a:pt x="46" y="86"/>
                  </a:cubicBezTo>
                  <a:cubicBezTo>
                    <a:pt x="48" y="72"/>
                    <a:pt x="55" y="79"/>
                    <a:pt x="55" y="84"/>
                  </a:cubicBezTo>
                  <a:cubicBezTo>
                    <a:pt x="53" y="100"/>
                    <a:pt x="63" y="88"/>
                    <a:pt x="67" y="83"/>
                  </a:cubicBezTo>
                  <a:cubicBezTo>
                    <a:pt x="78" y="68"/>
                    <a:pt x="77" y="84"/>
                    <a:pt x="75" y="87"/>
                  </a:cubicBezTo>
                  <a:cubicBezTo>
                    <a:pt x="72" y="89"/>
                    <a:pt x="71" y="93"/>
                    <a:pt x="71" y="95"/>
                  </a:cubicBezTo>
                  <a:cubicBezTo>
                    <a:pt x="74" y="103"/>
                    <a:pt x="69" y="111"/>
                    <a:pt x="67" y="112"/>
                  </a:cubicBezTo>
                  <a:cubicBezTo>
                    <a:pt x="66" y="112"/>
                    <a:pt x="61" y="114"/>
                    <a:pt x="61" y="121"/>
                  </a:cubicBezTo>
                  <a:cubicBezTo>
                    <a:pt x="61" y="127"/>
                    <a:pt x="69" y="139"/>
                    <a:pt x="69" y="143"/>
                  </a:cubicBezTo>
                  <a:cubicBezTo>
                    <a:pt x="69" y="178"/>
                    <a:pt x="84" y="181"/>
                    <a:pt x="91" y="180"/>
                  </a:cubicBezTo>
                  <a:cubicBezTo>
                    <a:pt x="98" y="179"/>
                    <a:pt x="159" y="177"/>
                    <a:pt x="185" y="175"/>
                  </a:cubicBezTo>
                  <a:cubicBezTo>
                    <a:pt x="210" y="173"/>
                    <a:pt x="193" y="166"/>
                    <a:pt x="186" y="166"/>
                  </a:cubicBezTo>
                  <a:close/>
                  <a:moveTo>
                    <a:pt x="165" y="60"/>
                  </a:moveTo>
                  <a:cubicBezTo>
                    <a:pt x="203" y="61"/>
                    <a:pt x="185" y="64"/>
                    <a:pt x="182" y="66"/>
                  </a:cubicBezTo>
                  <a:cubicBezTo>
                    <a:pt x="178" y="68"/>
                    <a:pt x="182" y="66"/>
                    <a:pt x="167" y="65"/>
                  </a:cubicBezTo>
                  <a:cubicBezTo>
                    <a:pt x="152" y="65"/>
                    <a:pt x="165" y="60"/>
                    <a:pt x="165" y="60"/>
                  </a:cubicBezTo>
                  <a:close/>
                  <a:moveTo>
                    <a:pt x="114" y="50"/>
                  </a:moveTo>
                  <a:cubicBezTo>
                    <a:pt x="121" y="55"/>
                    <a:pt x="113" y="61"/>
                    <a:pt x="113" y="61"/>
                  </a:cubicBezTo>
                  <a:cubicBezTo>
                    <a:pt x="113" y="61"/>
                    <a:pt x="108" y="70"/>
                    <a:pt x="112" y="78"/>
                  </a:cubicBezTo>
                  <a:cubicBezTo>
                    <a:pt x="116" y="87"/>
                    <a:pt x="116" y="97"/>
                    <a:pt x="108" y="87"/>
                  </a:cubicBezTo>
                  <a:cubicBezTo>
                    <a:pt x="100" y="78"/>
                    <a:pt x="105" y="58"/>
                    <a:pt x="107" y="53"/>
                  </a:cubicBezTo>
                  <a:cubicBezTo>
                    <a:pt x="107" y="53"/>
                    <a:pt x="107" y="44"/>
                    <a:pt x="114" y="50"/>
                  </a:cubicBezTo>
                  <a:close/>
                  <a:moveTo>
                    <a:pt x="83" y="29"/>
                  </a:moveTo>
                  <a:cubicBezTo>
                    <a:pt x="83" y="25"/>
                    <a:pt x="89" y="26"/>
                    <a:pt x="89" y="26"/>
                  </a:cubicBezTo>
                  <a:cubicBezTo>
                    <a:pt x="89" y="26"/>
                    <a:pt x="99" y="30"/>
                    <a:pt x="104" y="30"/>
                  </a:cubicBezTo>
                  <a:cubicBezTo>
                    <a:pt x="108" y="29"/>
                    <a:pt x="114" y="35"/>
                    <a:pt x="105" y="35"/>
                  </a:cubicBezTo>
                  <a:cubicBezTo>
                    <a:pt x="96" y="35"/>
                    <a:pt x="82" y="39"/>
                    <a:pt x="83" y="29"/>
                  </a:cubicBezTo>
                  <a:close/>
                  <a:moveTo>
                    <a:pt x="61" y="72"/>
                  </a:moveTo>
                  <a:cubicBezTo>
                    <a:pt x="55" y="72"/>
                    <a:pt x="16" y="87"/>
                    <a:pt x="16" y="48"/>
                  </a:cubicBezTo>
                  <a:cubicBezTo>
                    <a:pt x="16" y="39"/>
                    <a:pt x="14" y="31"/>
                    <a:pt x="24" y="37"/>
                  </a:cubicBezTo>
                  <a:cubicBezTo>
                    <a:pt x="35" y="42"/>
                    <a:pt x="25" y="42"/>
                    <a:pt x="49" y="40"/>
                  </a:cubicBezTo>
                  <a:cubicBezTo>
                    <a:pt x="49" y="40"/>
                    <a:pt x="66" y="41"/>
                    <a:pt x="68" y="40"/>
                  </a:cubicBezTo>
                  <a:cubicBezTo>
                    <a:pt x="71" y="38"/>
                    <a:pt x="69" y="34"/>
                    <a:pt x="74" y="34"/>
                  </a:cubicBezTo>
                  <a:cubicBezTo>
                    <a:pt x="80" y="34"/>
                    <a:pt x="79" y="40"/>
                    <a:pt x="79" y="40"/>
                  </a:cubicBezTo>
                  <a:cubicBezTo>
                    <a:pt x="79" y="40"/>
                    <a:pt x="74" y="46"/>
                    <a:pt x="109" y="41"/>
                  </a:cubicBezTo>
                  <a:cubicBezTo>
                    <a:pt x="113" y="41"/>
                    <a:pt x="117" y="45"/>
                    <a:pt x="108" y="45"/>
                  </a:cubicBezTo>
                  <a:cubicBezTo>
                    <a:pt x="104" y="45"/>
                    <a:pt x="97" y="48"/>
                    <a:pt x="100" y="53"/>
                  </a:cubicBezTo>
                  <a:cubicBezTo>
                    <a:pt x="102" y="58"/>
                    <a:pt x="99" y="93"/>
                    <a:pt x="99" y="93"/>
                  </a:cubicBezTo>
                  <a:cubicBezTo>
                    <a:pt x="99" y="93"/>
                    <a:pt x="97" y="100"/>
                    <a:pt x="94" y="90"/>
                  </a:cubicBezTo>
                  <a:cubicBezTo>
                    <a:pt x="93" y="86"/>
                    <a:pt x="94" y="53"/>
                    <a:pt x="93" y="51"/>
                  </a:cubicBezTo>
                  <a:cubicBezTo>
                    <a:pt x="93" y="48"/>
                    <a:pt x="77" y="45"/>
                    <a:pt x="77" y="57"/>
                  </a:cubicBezTo>
                  <a:cubicBezTo>
                    <a:pt x="77" y="68"/>
                    <a:pt x="73" y="71"/>
                    <a:pt x="61" y="72"/>
                  </a:cubicBezTo>
                  <a:close/>
                  <a:moveTo>
                    <a:pt x="85" y="84"/>
                  </a:moveTo>
                  <a:cubicBezTo>
                    <a:pt x="82" y="88"/>
                    <a:pt x="78" y="90"/>
                    <a:pt x="80" y="82"/>
                  </a:cubicBezTo>
                  <a:cubicBezTo>
                    <a:pt x="81" y="74"/>
                    <a:pt x="83" y="63"/>
                    <a:pt x="83" y="57"/>
                  </a:cubicBezTo>
                  <a:cubicBezTo>
                    <a:pt x="83" y="57"/>
                    <a:pt x="87" y="50"/>
                    <a:pt x="88" y="58"/>
                  </a:cubicBezTo>
                  <a:cubicBezTo>
                    <a:pt x="89" y="66"/>
                    <a:pt x="87" y="81"/>
                    <a:pt x="85" y="84"/>
                  </a:cubicBezTo>
                  <a:close/>
                  <a:moveTo>
                    <a:pt x="102" y="145"/>
                  </a:moveTo>
                  <a:cubicBezTo>
                    <a:pt x="78" y="144"/>
                    <a:pt x="77" y="148"/>
                    <a:pt x="77" y="117"/>
                  </a:cubicBezTo>
                  <a:cubicBezTo>
                    <a:pt x="77" y="86"/>
                    <a:pt x="81" y="93"/>
                    <a:pt x="82" y="96"/>
                  </a:cubicBezTo>
                  <a:cubicBezTo>
                    <a:pt x="82" y="96"/>
                    <a:pt x="90" y="116"/>
                    <a:pt x="111" y="101"/>
                  </a:cubicBezTo>
                  <a:cubicBezTo>
                    <a:pt x="114" y="98"/>
                    <a:pt x="116" y="96"/>
                    <a:pt x="117" y="106"/>
                  </a:cubicBezTo>
                  <a:cubicBezTo>
                    <a:pt x="117" y="117"/>
                    <a:pt x="127" y="145"/>
                    <a:pt x="102" y="145"/>
                  </a:cubicBezTo>
                  <a:close/>
                </a:path>
              </a:pathLst>
            </a:custGeom>
            <a:solidFill>
              <a:srgbClr val="FFFF99"/>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594127" name="Freeform 207"/>
            <p:cNvSpPr>
              <a:spLocks/>
            </p:cNvSpPr>
            <p:nvPr userDrawn="1"/>
          </p:nvSpPr>
          <p:spPr bwMode="auto">
            <a:xfrm>
              <a:off x="348" y="3254"/>
              <a:ext cx="86" cy="102"/>
            </a:xfrm>
            <a:custGeom>
              <a:avLst/>
              <a:gdLst>
                <a:gd name="T0" fmla="*/ 14 w 17"/>
                <a:gd name="T1" fmla="*/ 5 h 20"/>
                <a:gd name="T2" fmla="*/ 9 w 17"/>
                <a:gd name="T3" fmla="*/ 20 h 20"/>
                <a:gd name="T4" fmla="*/ 14 w 17"/>
                <a:gd name="T5" fmla="*/ 5 h 20"/>
              </a:gdLst>
              <a:ahLst/>
              <a:cxnLst>
                <a:cxn ang="0">
                  <a:pos x="T0" y="T1"/>
                </a:cxn>
                <a:cxn ang="0">
                  <a:pos x="T2" y="T3"/>
                </a:cxn>
                <a:cxn ang="0">
                  <a:pos x="T4" y="T5"/>
                </a:cxn>
              </a:cxnLst>
              <a:rect l="0" t="0" r="r" b="b"/>
              <a:pathLst>
                <a:path w="17" h="20">
                  <a:moveTo>
                    <a:pt x="14" y="5"/>
                  </a:moveTo>
                  <a:cubicBezTo>
                    <a:pt x="13" y="0"/>
                    <a:pt x="0" y="8"/>
                    <a:pt x="9" y="20"/>
                  </a:cubicBezTo>
                  <a:cubicBezTo>
                    <a:pt x="9" y="20"/>
                    <a:pt x="17" y="17"/>
                    <a:pt x="14" y="5"/>
                  </a:cubicBezTo>
                  <a:close/>
                </a:path>
              </a:pathLst>
            </a:custGeom>
            <a:solidFill>
              <a:srgbClr val="FFFF99"/>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594128" name="Freeform 208"/>
            <p:cNvSpPr>
              <a:spLocks/>
            </p:cNvSpPr>
            <p:nvPr userDrawn="1"/>
          </p:nvSpPr>
          <p:spPr bwMode="auto">
            <a:xfrm>
              <a:off x="267" y="3295"/>
              <a:ext cx="76" cy="136"/>
            </a:xfrm>
            <a:custGeom>
              <a:avLst/>
              <a:gdLst>
                <a:gd name="T0" fmla="*/ 7 w 15"/>
                <a:gd name="T1" fmla="*/ 10 h 27"/>
                <a:gd name="T2" fmla="*/ 4 w 15"/>
                <a:gd name="T3" fmla="*/ 25 h 27"/>
                <a:gd name="T4" fmla="*/ 15 w 15"/>
                <a:gd name="T5" fmla="*/ 16 h 27"/>
                <a:gd name="T6" fmla="*/ 13 w 15"/>
                <a:gd name="T7" fmla="*/ 8 h 27"/>
                <a:gd name="T8" fmla="*/ 7 w 15"/>
                <a:gd name="T9" fmla="*/ 10 h 27"/>
              </a:gdLst>
              <a:ahLst/>
              <a:cxnLst>
                <a:cxn ang="0">
                  <a:pos x="T0" y="T1"/>
                </a:cxn>
                <a:cxn ang="0">
                  <a:pos x="T2" y="T3"/>
                </a:cxn>
                <a:cxn ang="0">
                  <a:pos x="T4" y="T5"/>
                </a:cxn>
                <a:cxn ang="0">
                  <a:pos x="T6" y="T7"/>
                </a:cxn>
                <a:cxn ang="0">
                  <a:pos x="T8" y="T9"/>
                </a:cxn>
              </a:cxnLst>
              <a:rect l="0" t="0" r="r" b="b"/>
              <a:pathLst>
                <a:path w="15" h="27">
                  <a:moveTo>
                    <a:pt x="7" y="10"/>
                  </a:moveTo>
                  <a:cubicBezTo>
                    <a:pt x="0" y="19"/>
                    <a:pt x="2" y="23"/>
                    <a:pt x="4" y="25"/>
                  </a:cubicBezTo>
                  <a:cubicBezTo>
                    <a:pt x="7" y="27"/>
                    <a:pt x="11" y="26"/>
                    <a:pt x="15" y="16"/>
                  </a:cubicBezTo>
                  <a:cubicBezTo>
                    <a:pt x="15" y="16"/>
                    <a:pt x="12" y="11"/>
                    <a:pt x="13" y="8"/>
                  </a:cubicBezTo>
                  <a:cubicBezTo>
                    <a:pt x="15" y="6"/>
                    <a:pt x="14" y="0"/>
                    <a:pt x="7" y="10"/>
                  </a:cubicBezTo>
                  <a:close/>
                </a:path>
              </a:pathLst>
            </a:custGeom>
            <a:solidFill>
              <a:srgbClr val="FFFF99"/>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594129" name="Freeform 209"/>
            <p:cNvSpPr>
              <a:spLocks/>
            </p:cNvSpPr>
            <p:nvPr userDrawn="1"/>
          </p:nvSpPr>
          <p:spPr bwMode="auto">
            <a:xfrm>
              <a:off x="222" y="3022"/>
              <a:ext cx="243" cy="116"/>
            </a:xfrm>
            <a:custGeom>
              <a:avLst/>
              <a:gdLst>
                <a:gd name="T0" fmla="*/ 40 w 48"/>
                <a:gd name="T1" fmla="*/ 2 h 23"/>
                <a:gd name="T2" fmla="*/ 9 w 48"/>
                <a:gd name="T3" fmla="*/ 1 h 23"/>
                <a:gd name="T4" fmla="*/ 1 w 48"/>
                <a:gd name="T5" fmla="*/ 9 h 23"/>
                <a:gd name="T6" fmla="*/ 22 w 48"/>
                <a:gd name="T7" fmla="*/ 21 h 23"/>
                <a:gd name="T8" fmla="*/ 34 w 48"/>
                <a:gd name="T9" fmla="*/ 20 h 23"/>
                <a:gd name="T10" fmla="*/ 40 w 48"/>
                <a:gd name="T11" fmla="*/ 19 h 23"/>
                <a:gd name="T12" fmla="*/ 40 w 48"/>
                <a:gd name="T13" fmla="*/ 2 h 23"/>
              </a:gdLst>
              <a:ahLst/>
              <a:cxnLst>
                <a:cxn ang="0">
                  <a:pos x="T0" y="T1"/>
                </a:cxn>
                <a:cxn ang="0">
                  <a:pos x="T2" y="T3"/>
                </a:cxn>
                <a:cxn ang="0">
                  <a:pos x="T4" y="T5"/>
                </a:cxn>
                <a:cxn ang="0">
                  <a:pos x="T6" y="T7"/>
                </a:cxn>
                <a:cxn ang="0">
                  <a:pos x="T8" y="T9"/>
                </a:cxn>
                <a:cxn ang="0">
                  <a:pos x="T10" y="T11"/>
                </a:cxn>
                <a:cxn ang="0">
                  <a:pos x="T12" y="T13"/>
                </a:cxn>
              </a:cxnLst>
              <a:rect l="0" t="0" r="r" b="b"/>
              <a:pathLst>
                <a:path w="48" h="23">
                  <a:moveTo>
                    <a:pt x="40" y="2"/>
                  </a:moveTo>
                  <a:cubicBezTo>
                    <a:pt x="38" y="3"/>
                    <a:pt x="9" y="1"/>
                    <a:pt x="9" y="1"/>
                  </a:cubicBezTo>
                  <a:cubicBezTo>
                    <a:pt x="5" y="1"/>
                    <a:pt x="1" y="0"/>
                    <a:pt x="1" y="9"/>
                  </a:cubicBezTo>
                  <a:cubicBezTo>
                    <a:pt x="0" y="23"/>
                    <a:pt x="17" y="21"/>
                    <a:pt x="22" y="21"/>
                  </a:cubicBezTo>
                  <a:cubicBezTo>
                    <a:pt x="26" y="21"/>
                    <a:pt x="30" y="18"/>
                    <a:pt x="34" y="20"/>
                  </a:cubicBezTo>
                  <a:cubicBezTo>
                    <a:pt x="34" y="20"/>
                    <a:pt x="38" y="23"/>
                    <a:pt x="40" y="19"/>
                  </a:cubicBezTo>
                  <a:cubicBezTo>
                    <a:pt x="48" y="5"/>
                    <a:pt x="43" y="0"/>
                    <a:pt x="40" y="2"/>
                  </a:cubicBezTo>
                  <a:close/>
                </a:path>
              </a:pathLst>
            </a:custGeom>
            <a:solidFill>
              <a:srgbClr val="FFFF99"/>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594130" name="Freeform 210"/>
            <p:cNvSpPr>
              <a:spLocks/>
            </p:cNvSpPr>
            <p:nvPr userDrawn="1"/>
          </p:nvSpPr>
          <p:spPr bwMode="auto">
            <a:xfrm>
              <a:off x="500" y="3345"/>
              <a:ext cx="177" cy="187"/>
            </a:xfrm>
            <a:custGeom>
              <a:avLst/>
              <a:gdLst>
                <a:gd name="T0" fmla="*/ 24 w 35"/>
                <a:gd name="T1" fmla="*/ 2 h 37"/>
                <a:gd name="T2" fmla="*/ 11 w 35"/>
                <a:gd name="T3" fmla="*/ 2 h 37"/>
                <a:gd name="T4" fmla="*/ 4 w 35"/>
                <a:gd name="T5" fmla="*/ 20 h 37"/>
                <a:gd name="T6" fmla="*/ 28 w 35"/>
                <a:gd name="T7" fmla="*/ 22 h 37"/>
                <a:gd name="T8" fmla="*/ 24 w 35"/>
                <a:gd name="T9" fmla="*/ 2 h 37"/>
              </a:gdLst>
              <a:ahLst/>
              <a:cxnLst>
                <a:cxn ang="0">
                  <a:pos x="T0" y="T1"/>
                </a:cxn>
                <a:cxn ang="0">
                  <a:pos x="T2" y="T3"/>
                </a:cxn>
                <a:cxn ang="0">
                  <a:pos x="T4" y="T5"/>
                </a:cxn>
                <a:cxn ang="0">
                  <a:pos x="T6" y="T7"/>
                </a:cxn>
                <a:cxn ang="0">
                  <a:pos x="T8" y="T9"/>
                </a:cxn>
              </a:cxnLst>
              <a:rect l="0" t="0" r="r" b="b"/>
              <a:pathLst>
                <a:path w="35" h="37">
                  <a:moveTo>
                    <a:pt x="24" y="2"/>
                  </a:moveTo>
                  <a:cubicBezTo>
                    <a:pt x="19" y="3"/>
                    <a:pt x="11" y="2"/>
                    <a:pt x="11" y="2"/>
                  </a:cubicBezTo>
                  <a:cubicBezTo>
                    <a:pt x="0" y="2"/>
                    <a:pt x="5" y="14"/>
                    <a:pt x="4" y="20"/>
                  </a:cubicBezTo>
                  <a:cubicBezTo>
                    <a:pt x="3" y="27"/>
                    <a:pt x="22" y="37"/>
                    <a:pt x="28" y="22"/>
                  </a:cubicBezTo>
                  <a:cubicBezTo>
                    <a:pt x="35" y="7"/>
                    <a:pt x="28" y="0"/>
                    <a:pt x="24" y="2"/>
                  </a:cubicBezTo>
                  <a:close/>
                </a:path>
              </a:pathLst>
            </a:custGeom>
            <a:solidFill>
              <a:srgbClr val="FFFF99"/>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594131" name="Freeform 211"/>
            <p:cNvSpPr>
              <a:spLocks/>
            </p:cNvSpPr>
            <p:nvPr userDrawn="1"/>
          </p:nvSpPr>
          <p:spPr bwMode="auto">
            <a:xfrm>
              <a:off x="905" y="3158"/>
              <a:ext cx="177" cy="36"/>
            </a:xfrm>
            <a:custGeom>
              <a:avLst/>
              <a:gdLst>
                <a:gd name="T0" fmla="*/ 5 w 35"/>
                <a:gd name="T1" fmla="*/ 0 h 7"/>
                <a:gd name="T2" fmla="*/ 14 w 35"/>
                <a:gd name="T3" fmla="*/ 5 h 7"/>
                <a:gd name="T4" fmla="*/ 5 w 35"/>
                <a:gd name="T5" fmla="*/ 0 h 7"/>
              </a:gdLst>
              <a:ahLst/>
              <a:cxnLst>
                <a:cxn ang="0">
                  <a:pos x="T0" y="T1"/>
                </a:cxn>
                <a:cxn ang="0">
                  <a:pos x="T2" y="T3"/>
                </a:cxn>
                <a:cxn ang="0">
                  <a:pos x="T4" y="T5"/>
                </a:cxn>
              </a:cxnLst>
              <a:rect l="0" t="0" r="r" b="b"/>
              <a:pathLst>
                <a:path w="35" h="7">
                  <a:moveTo>
                    <a:pt x="5" y="0"/>
                  </a:moveTo>
                  <a:cubicBezTo>
                    <a:pt x="0" y="0"/>
                    <a:pt x="7" y="7"/>
                    <a:pt x="14" y="5"/>
                  </a:cubicBezTo>
                  <a:cubicBezTo>
                    <a:pt x="35" y="1"/>
                    <a:pt x="5" y="0"/>
                    <a:pt x="5" y="0"/>
                  </a:cubicBezTo>
                  <a:close/>
                </a:path>
              </a:pathLst>
            </a:custGeom>
            <a:solidFill>
              <a:srgbClr val="FFFF99"/>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594132" name="Freeform 212"/>
            <p:cNvSpPr>
              <a:spLocks/>
            </p:cNvSpPr>
            <p:nvPr userDrawn="1"/>
          </p:nvSpPr>
          <p:spPr bwMode="auto">
            <a:xfrm>
              <a:off x="965" y="3153"/>
              <a:ext cx="137" cy="81"/>
            </a:xfrm>
            <a:custGeom>
              <a:avLst/>
              <a:gdLst>
                <a:gd name="T0" fmla="*/ 7 w 27"/>
                <a:gd name="T1" fmla="*/ 13 h 16"/>
                <a:gd name="T2" fmla="*/ 25 w 27"/>
                <a:gd name="T3" fmla="*/ 6 h 16"/>
                <a:gd name="T4" fmla="*/ 17 w 27"/>
                <a:gd name="T5" fmla="*/ 1 h 16"/>
                <a:gd name="T6" fmla="*/ 7 w 27"/>
                <a:gd name="T7" fmla="*/ 11 h 16"/>
                <a:gd name="T8" fmla="*/ 7 w 27"/>
                <a:gd name="T9" fmla="*/ 13 h 16"/>
              </a:gdLst>
              <a:ahLst/>
              <a:cxnLst>
                <a:cxn ang="0">
                  <a:pos x="T0" y="T1"/>
                </a:cxn>
                <a:cxn ang="0">
                  <a:pos x="T2" y="T3"/>
                </a:cxn>
                <a:cxn ang="0">
                  <a:pos x="T4" y="T5"/>
                </a:cxn>
                <a:cxn ang="0">
                  <a:pos x="T6" y="T7"/>
                </a:cxn>
                <a:cxn ang="0">
                  <a:pos x="T8" y="T9"/>
                </a:cxn>
              </a:cxnLst>
              <a:rect l="0" t="0" r="r" b="b"/>
              <a:pathLst>
                <a:path w="27" h="16">
                  <a:moveTo>
                    <a:pt x="7" y="13"/>
                  </a:moveTo>
                  <a:cubicBezTo>
                    <a:pt x="7" y="13"/>
                    <a:pt x="18" y="16"/>
                    <a:pt x="25" y="6"/>
                  </a:cubicBezTo>
                  <a:cubicBezTo>
                    <a:pt x="27" y="2"/>
                    <a:pt x="23" y="0"/>
                    <a:pt x="17" y="1"/>
                  </a:cubicBezTo>
                  <a:cubicBezTo>
                    <a:pt x="13" y="1"/>
                    <a:pt x="14" y="11"/>
                    <a:pt x="7" y="11"/>
                  </a:cubicBezTo>
                  <a:cubicBezTo>
                    <a:pt x="0" y="11"/>
                    <a:pt x="7" y="13"/>
                    <a:pt x="7" y="13"/>
                  </a:cubicBezTo>
                  <a:close/>
                </a:path>
              </a:pathLst>
            </a:custGeom>
            <a:solidFill>
              <a:srgbClr val="FFFF99"/>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594133" name="Freeform 213"/>
            <p:cNvSpPr>
              <a:spLocks/>
            </p:cNvSpPr>
            <p:nvPr userDrawn="1"/>
          </p:nvSpPr>
          <p:spPr bwMode="auto">
            <a:xfrm>
              <a:off x="960" y="3204"/>
              <a:ext cx="177" cy="86"/>
            </a:xfrm>
            <a:custGeom>
              <a:avLst/>
              <a:gdLst>
                <a:gd name="T0" fmla="*/ 25 w 35"/>
                <a:gd name="T1" fmla="*/ 6 h 17"/>
                <a:gd name="T2" fmla="*/ 8 w 35"/>
                <a:gd name="T3" fmla="*/ 10 h 17"/>
                <a:gd name="T4" fmla="*/ 6 w 35"/>
                <a:gd name="T5" fmla="*/ 13 h 17"/>
                <a:gd name="T6" fmla="*/ 27 w 35"/>
                <a:gd name="T7" fmla="*/ 12 h 17"/>
                <a:gd name="T8" fmla="*/ 25 w 35"/>
                <a:gd name="T9" fmla="*/ 6 h 17"/>
              </a:gdLst>
              <a:ahLst/>
              <a:cxnLst>
                <a:cxn ang="0">
                  <a:pos x="T0" y="T1"/>
                </a:cxn>
                <a:cxn ang="0">
                  <a:pos x="T2" y="T3"/>
                </a:cxn>
                <a:cxn ang="0">
                  <a:pos x="T4" y="T5"/>
                </a:cxn>
                <a:cxn ang="0">
                  <a:pos x="T6" y="T7"/>
                </a:cxn>
                <a:cxn ang="0">
                  <a:pos x="T8" y="T9"/>
                </a:cxn>
              </a:cxnLst>
              <a:rect l="0" t="0" r="r" b="b"/>
              <a:pathLst>
                <a:path w="35" h="17">
                  <a:moveTo>
                    <a:pt x="25" y="6"/>
                  </a:moveTo>
                  <a:cubicBezTo>
                    <a:pt x="20" y="12"/>
                    <a:pt x="8" y="10"/>
                    <a:pt x="8" y="10"/>
                  </a:cubicBezTo>
                  <a:cubicBezTo>
                    <a:pt x="8" y="10"/>
                    <a:pt x="0" y="9"/>
                    <a:pt x="6" y="13"/>
                  </a:cubicBezTo>
                  <a:cubicBezTo>
                    <a:pt x="11" y="17"/>
                    <a:pt x="18" y="15"/>
                    <a:pt x="27" y="12"/>
                  </a:cubicBezTo>
                  <a:cubicBezTo>
                    <a:pt x="35" y="8"/>
                    <a:pt x="31" y="0"/>
                    <a:pt x="25" y="6"/>
                  </a:cubicBezTo>
                  <a:close/>
                </a:path>
              </a:pathLst>
            </a:custGeom>
            <a:solidFill>
              <a:srgbClr val="FFFF99"/>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594134" name="Freeform 214"/>
            <p:cNvSpPr>
              <a:spLocks/>
            </p:cNvSpPr>
            <p:nvPr userDrawn="1"/>
          </p:nvSpPr>
          <p:spPr bwMode="auto">
            <a:xfrm>
              <a:off x="844" y="3285"/>
              <a:ext cx="248" cy="60"/>
            </a:xfrm>
            <a:custGeom>
              <a:avLst/>
              <a:gdLst>
                <a:gd name="T0" fmla="*/ 40 w 49"/>
                <a:gd name="T1" fmla="*/ 3 h 12"/>
                <a:gd name="T2" fmla="*/ 29 w 49"/>
                <a:gd name="T3" fmla="*/ 1 h 12"/>
                <a:gd name="T4" fmla="*/ 7 w 49"/>
                <a:gd name="T5" fmla="*/ 0 h 12"/>
                <a:gd name="T6" fmla="*/ 2 w 49"/>
                <a:gd name="T7" fmla="*/ 5 h 12"/>
                <a:gd name="T8" fmla="*/ 20 w 49"/>
                <a:gd name="T9" fmla="*/ 8 h 12"/>
                <a:gd name="T10" fmla="*/ 41 w 49"/>
                <a:gd name="T11" fmla="*/ 8 h 12"/>
                <a:gd name="T12" fmla="*/ 40 w 49"/>
                <a:gd name="T13" fmla="*/ 3 h 12"/>
              </a:gdLst>
              <a:ahLst/>
              <a:cxnLst>
                <a:cxn ang="0">
                  <a:pos x="T0" y="T1"/>
                </a:cxn>
                <a:cxn ang="0">
                  <a:pos x="T2" y="T3"/>
                </a:cxn>
                <a:cxn ang="0">
                  <a:pos x="T4" y="T5"/>
                </a:cxn>
                <a:cxn ang="0">
                  <a:pos x="T6" y="T7"/>
                </a:cxn>
                <a:cxn ang="0">
                  <a:pos x="T8" y="T9"/>
                </a:cxn>
                <a:cxn ang="0">
                  <a:pos x="T10" y="T11"/>
                </a:cxn>
                <a:cxn ang="0">
                  <a:pos x="T12" y="T13"/>
                </a:cxn>
              </a:cxnLst>
              <a:rect l="0" t="0" r="r" b="b"/>
              <a:pathLst>
                <a:path w="49" h="12">
                  <a:moveTo>
                    <a:pt x="40" y="3"/>
                  </a:moveTo>
                  <a:cubicBezTo>
                    <a:pt x="37" y="2"/>
                    <a:pt x="36" y="0"/>
                    <a:pt x="29" y="1"/>
                  </a:cubicBezTo>
                  <a:cubicBezTo>
                    <a:pt x="13" y="4"/>
                    <a:pt x="7" y="0"/>
                    <a:pt x="7" y="0"/>
                  </a:cubicBezTo>
                  <a:cubicBezTo>
                    <a:pt x="7" y="0"/>
                    <a:pt x="0" y="3"/>
                    <a:pt x="2" y="5"/>
                  </a:cubicBezTo>
                  <a:cubicBezTo>
                    <a:pt x="5" y="7"/>
                    <a:pt x="17" y="8"/>
                    <a:pt x="20" y="8"/>
                  </a:cubicBezTo>
                  <a:cubicBezTo>
                    <a:pt x="23" y="8"/>
                    <a:pt x="34" y="12"/>
                    <a:pt x="41" y="8"/>
                  </a:cubicBezTo>
                  <a:cubicBezTo>
                    <a:pt x="49" y="4"/>
                    <a:pt x="44" y="3"/>
                    <a:pt x="40" y="3"/>
                  </a:cubicBezTo>
                  <a:close/>
                </a:path>
              </a:pathLst>
            </a:custGeom>
            <a:solidFill>
              <a:srgbClr val="FFFF99"/>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594135" name="Freeform 215"/>
            <p:cNvSpPr>
              <a:spLocks/>
            </p:cNvSpPr>
            <p:nvPr userDrawn="1"/>
          </p:nvSpPr>
          <p:spPr bwMode="auto">
            <a:xfrm>
              <a:off x="869" y="3340"/>
              <a:ext cx="203" cy="56"/>
            </a:xfrm>
            <a:custGeom>
              <a:avLst/>
              <a:gdLst>
                <a:gd name="T0" fmla="*/ 37 w 40"/>
                <a:gd name="T1" fmla="*/ 2 h 11"/>
                <a:gd name="T2" fmla="*/ 26 w 40"/>
                <a:gd name="T3" fmla="*/ 4 h 11"/>
                <a:gd name="T4" fmla="*/ 13 w 40"/>
                <a:gd name="T5" fmla="*/ 3 h 11"/>
                <a:gd name="T6" fmla="*/ 1 w 40"/>
                <a:gd name="T7" fmla="*/ 2 h 11"/>
                <a:gd name="T8" fmla="*/ 35 w 40"/>
                <a:gd name="T9" fmla="*/ 8 h 11"/>
                <a:gd name="T10" fmla="*/ 37 w 40"/>
                <a:gd name="T11" fmla="*/ 2 h 11"/>
              </a:gdLst>
              <a:ahLst/>
              <a:cxnLst>
                <a:cxn ang="0">
                  <a:pos x="T0" y="T1"/>
                </a:cxn>
                <a:cxn ang="0">
                  <a:pos x="T2" y="T3"/>
                </a:cxn>
                <a:cxn ang="0">
                  <a:pos x="T4" y="T5"/>
                </a:cxn>
                <a:cxn ang="0">
                  <a:pos x="T6" y="T7"/>
                </a:cxn>
                <a:cxn ang="0">
                  <a:pos x="T8" y="T9"/>
                </a:cxn>
                <a:cxn ang="0">
                  <a:pos x="T10" y="T11"/>
                </a:cxn>
              </a:cxnLst>
              <a:rect l="0" t="0" r="r" b="b"/>
              <a:pathLst>
                <a:path w="40" h="11">
                  <a:moveTo>
                    <a:pt x="37" y="2"/>
                  </a:moveTo>
                  <a:cubicBezTo>
                    <a:pt x="34" y="4"/>
                    <a:pt x="30" y="4"/>
                    <a:pt x="26" y="4"/>
                  </a:cubicBezTo>
                  <a:cubicBezTo>
                    <a:pt x="23" y="4"/>
                    <a:pt x="16" y="2"/>
                    <a:pt x="13" y="3"/>
                  </a:cubicBezTo>
                  <a:cubicBezTo>
                    <a:pt x="10" y="4"/>
                    <a:pt x="1" y="2"/>
                    <a:pt x="1" y="2"/>
                  </a:cubicBezTo>
                  <a:cubicBezTo>
                    <a:pt x="0" y="11"/>
                    <a:pt x="30" y="10"/>
                    <a:pt x="35" y="8"/>
                  </a:cubicBezTo>
                  <a:cubicBezTo>
                    <a:pt x="40" y="5"/>
                    <a:pt x="40" y="0"/>
                    <a:pt x="37" y="2"/>
                  </a:cubicBezTo>
                  <a:close/>
                </a:path>
              </a:pathLst>
            </a:custGeom>
            <a:solidFill>
              <a:srgbClr val="FFFF99"/>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594136" name="Freeform 216"/>
            <p:cNvSpPr>
              <a:spLocks/>
            </p:cNvSpPr>
            <p:nvPr userDrawn="1"/>
          </p:nvSpPr>
          <p:spPr bwMode="auto">
            <a:xfrm>
              <a:off x="859" y="3386"/>
              <a:ext cx="207" cy="172"/>
            </a:xfrm>
            <a:custGeom>
              <a:avLst/>
              <a:gdLst>
                <a:gd name="T0" fmla="*/ 28 w 41"/>
                <a:gd name="T1" fmla="*/ 9 h 34"/>
                <a:gd name="T2" fmla="*/ 13 w 41"/>
                <a:gd name="T3" fmla="*/ 6 h 34"/>
                <a:gd name="T4" fmla="*/ 4 w 41"/>
                <a:gd name="T5" fmla="*/ 15 h 34"/>
                <a:gd name="T6" fmla="*/ 1 w 41"/>
                <a:gd name="T7" fmla="*/ 19 h 34"/>
                <a:gd name="T8" fmla="*/ 9 w 41"/>
                <a:gd name="T9" fmla="*/ 19 h 34"/>
                <a:gd name="T10" fmla="*/ 17 w 41"/>
                <a:gd name="T11" fmla="*/ 27 h 34"/>
                <a:gd name="T12" fmla="*/ 21 w 41"/>
                <a:gd name="T13" fmla="*/ 30 h 34"/>
                <a:gd name="T14" fmla="*/ 29 w 41"/>
                <a:gd name="T15" fmla="*/ 19 h 34"/>
                <a:gd name="T16" fmla="*/ 39 w 41"/>
                <a:gd name="T17" fmla="*/ 19 h 34"/>
                <a:gd name="T18" fmla="*/ 28 w 41"/>
                <a:gd name="T19" fmla="*/ 9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1" h="34">
                  <a:moveTo>
                    <a:pt x="28" y="9"/>
                  </a:moveTo>
                  <a:cubicBezTo>
                    <a:pt x="28" y="6"/>
                    <a:pt x="14" y="0"/>
                    <a:pt x="13" y="6"/>
                  </a:cubicBezTo>
                  <a:cubicBezTo>
                    <a:pt x="11" y="12"/>
                    <a:pt x="4" y="15"/>
                    <a:pt x="4" y="15"/>
                  </a:cubicBezTo>
                  <a:cubicBezTo>
                    <a:pt x="0" y="16"/>
                    <a:pt x="0" y="16"/>
                    <a:pt x="1" y="19"/>
                  </a:cubicBezTo>
                  <a:cubicBezTo>
                    <a:pt x="1" y="22"/>
                    <a:pt x="4" y="24"/>
                    <a:pt x="9" y="19"/>
                  </a:cubicBezTo>
                  <a:cubicBezTo>
                    <a:pt x="17" y="10"/>
                    <a:pt x="17" y="26"/>
                    <a:pt x="17" y="27"/>
                  </a:cubicBezTo>
                  <a:cubicBezTo>
                    <a:pt x="18" y="29"/>
                    <a:pt x="19" y="34"/>
                    <a:pt x="21" y="30"/>
                  </a:cubicBezTo>
                  <a:cubicBezTo>
                    <a:pt x="22" y="26"/>
                    <a:pt x="25" y="14"/>
                    <a:pt x="29" y="19"/>
                  </a:cubicBezTo>
                  <a:cubicBezTo>
                    <a:pt x="35" y="27"/>
                    <a:pt x="41" y="19"/>
                    <a:pt x="39" y="19"/>
                  </a:cubicBezTo>
                  <a:cubicBezTo>
                    <a:pt x="38" y="18"/>
                    <a:pt x="28" y="13"/>
                    <a:pt x="28" y="9"/>
                  </a:cubicBezTo>
                  <a:close/>
                </a:path>
              </a:pathLst>
            </a:custGeom>
            <a:solidFill>
              <a:srgbClr val="FFFF99"/>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594137" name="Freeform 217"/>
            <p:cNvSpPr>
              <a:spLocks/>
            </p:cNvSpPr>
            <p:nvPr userDrawn="1"/>
          </p:nvSpPr>
          <p:spPr bwMode="auto">
            <a:xfrm>
              <a:off x="996" y="3305"/>
              <a:ext cx="126" cy="318"/>
            </a:xfrm>
            <a:custGeom>
              <a:avLst/>
              <a:gdLst>
                <a:gd name="T0" fmla="*/ 22 w 25"/>
                <a:gd name="T1" fmla="*/ 2 h 63"/>
                <a:gd name="T2" fmla="*/ 18 w 25"/>
                <a:gd name="T3" fmla="*/ 17 h 63"/>
                <a:gd name="T4" fmla="*/ 7 w 25"/>
                <a:gd name="T5" fmla="*/ 20 h 63"/>
                <a:gd name="T6" fmla="*/ 7 w 25"/>
                <a:gd name="T7" fmla="*/ 23 h 63"/>
                <a:gd name="T8" fmla="*/ 17 w 25"/>
                <a:gd name="T9" fmla="*/ 34 h 63"/>
                <a:gd name="T10" fmla="*/ 12 w 25"/>
                <a:gd name="T11" fmla="*/ 45 h 63"/>
                <a:gd name="T12" fmla="*/ 0 w 25"/>
                <a:gd name="T13" fmla="*/ 55 h 63"/>
                <a:gd name="T14" fmla="*/ 5 w 25"/>
                <a:gd name="T15" fmla="*/ 58 h 63"/>
                <a:gd name="T16" fmla="*/ 16 w 25"/>
                <a:gd name="T17" fmla="*/ 62 h 63"/>
                <a:gd name="T18" fmla="*/ 23 w 25"/>
                <a:gd name="T19" fmla="*/ 57 h 63"/>
                <a:gd name="T20" fmla="*/ 25 w 25"/>
                <a:gd name="T21" fmla="*/ 14 h 63"/>
                <a:gd name="T22" fmla="*/ 25 w 25"/>
                <a:gd name="T23" fmla="*/ 2 h 63"/>
                <a:gd name="T24" fmla="*/ 22 w 25"/>
                <a:gd name="T25" fmla="*/ 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5" h="63">
                  <a:moveTo>
                    <a:pt x="22" y="2"/>
                  </a:moveTo>
                  <a:cubicBezTo>
                    <a:pt x="22" y="2"/>
                    <a:pt x="20" y="15"/>
                    <a:pt x="18" y="17"/>
                  </a:cubicBezTo>
                  <a:cubicBezTo>
                    <a:pt x="15" y="19"/>
                    <a:pt x="10" y="20"/>
                    <a:pt x="7" y="20"/>
                  </a:cubicBezTo>
                  <a:cubicBezTo>
                    <a:pt x="4" y="19"/>
                    <a:pt x="4" y="22"/>
                    <a:pt x="7" y="23"/>
                  </a:cubicBezTo>
                  <a:cubicBezTo>
                    <a:pt x="10" y="24"/>
                    <a:pt x="17" y="29"/>
                    <a:pt x="17" y="34"/>
                  </a:cubicBezTo>
                  <a:cubicBezTo>
                    <a:pt x="17" y="40"/>
                    <a:pt x="17" y="44"/>
                    <a:pt x="12" y="45"/>
                  </a:cubicBezTo>
                  <a:cubicBezTo>
                    <a:pt x="6" y="46"/>
                    <a:pt x="0" y="47"/>
                    <a:pt x="0" y="55"/>
                  </a:cubicBezTo>
                  <a:cubicBezTo>
                    <a:pt x="0" y="55"/>
                    <a:pt x="3" y="57"/>
                    <a:pt x="5" y="58"/>
                  </a:cubicBezTo>
                  <a:cubicBezTo>
                    <a:pt x="8" y="58"/>
                    <a:pt x="14" y="61"/>
                    <a:pt x="16" y="62"/>
                  </a:cubicBezTo>
                  <a:cubicBezTo>
                    <a:pt x="18" y="63"/>
                    <a:pt x="23" y="61"/>
                    <a:pt x="23" y="57"/>
                  </a:cubicBezTo>
                  <a:cubicBezTo>
                    <a:pt x="24" y="52"/>
                    <a:pt x="24" y="20"/>
                    <a:pt x="25" y="14"/>
                  </a:cubicBezTo>
                  <a:cubicBezTo>
                    <a:pt x="25" y="9"/>
                    <a:pt x="25" y="3"/>
                    <a:pt x="25" y="2"/>
                  </a:cubicBezTo>
                  <a:cubicBezTo>
                    <a:pt x="25" y="1"/>
                    <a:pt x="22" y="0"/>
                    <a:pt x="22" y="2"/>
                  </a:cubicBezTo>
                  <a:close/>
                </a:path>
              </a:pathLst>
            </a:custGeom>
            <a:solidFill>
              <a:srgbClr val="FFFF99"/>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grpSp>
      <p:pic>
        <p:nvPicPr>
          <p:cNvPr id="594193" name="Picture 273" descr="校徽blue2"/>
          <p:cNvPicPr>
            <a:picLocks noChangeAspect="1" noChangeArrowheads="1"/>
          </p:cNvPicPr>
          <p:nvPr userDrawn="1"/>
        </p:nvPicPr>
        <p:blipFill>
          <a:blip r:embed="rId13">
            <a:lum bright="90000" contrast="-6000"/>
            <a:extLst>
              <a:ext uri="{28A0092B-C50C-407E-A947-70E740481C1C}">
                <a14:useLocalDpi xmlns:a14="http://schemas.microsoft.com/office/drawing/2010/main" val="0"/>
              </a:ext>
            </a:extLst>
          </a:blip>
          <a:srcRect/>
          <a:stretch>
            <a:fillRect/>
          </a:stretch>
        </p:blipFill>
        <p:spPr bwMode="auto">
          <a:xfrm>
            <a:off x="5505450" y="280988"/>
            <a:ext cx="3387725" cy="3392487"/>
          </a:xfrm>
          <a:prstGeom prst="rect">
            <a:avLst/>
          </a:prstGeom>
          <a:noFill/>
          <a:extLst>
            <a:ext uri="{909E8E84-426E-40DD-AFC4-6F175D3DCCD1}">
              <a14:hiddenFill xmlns:a14="http://schemas.microsoft.com/office/drawing/2010/main">
                <a:solidFill>
                  <a:srgbClr val="FFFFFF"/>
                </a:solidFill>
              </a14:hiddenFill>
            </a:ext>
          </a:extLst>
        </p:spPr>
      </p:pic>
    </p:spTree>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p:transition spd="med">
    <p:wipe dir="d"/>
  </p:transition>
  <p:timing>
    <p:tnLst>
      <p:par>
        <p:cTn id="1" dur="indefinite" restart="never" nodeType="tmRoot"/>
      </p:par>
    </p:tnLst>
  </p:timing>
  <p:txStyles>
    <p:titleStyle>
      <a:lvl1pPr algn="ctr" rtl="0" fontAlgn="base">
        <a:spcBef>
          <a:spcPct val="0"/>
        </a:spcBef>
        <a:spcAft>
          <a:spcPct val="0"/>
        </a:spcAft>
        <a:defRPr sz="4000">
          <a:solidFill>
            <a:schemeClr val="tx1"/>
          </a:solidFill>
          <a:latin typeface="+mj-lt"/>
          <a:ea typeface="+mj-ea"/>
          <a:cs typeface="+mj-cs"/>
        </a:defRPr>
      </a:lvl1pPr>
      <a:lvl2pPr algn="ctr" rtl="0" fontAlgn="base">
        <a:spcBef>
          <a:spcPct val="0"/>
        </a:spcBef>
        <a:spcAft>
          <a:spcPct val="0"/>
        </a:spcAft>
        <a:defRPr sz="4000">
          <a:solidFill>
            <a:schemeClr val="tx1"/>
          </a:solidFill>
          <a:latin typeface="Arial" charset="0"/>
          <a:ea typeface="华文新魏" pitchFamily="2" charset="-122"/>
        </a:defRPr>
      </a:lvl2pPr>
      <a:lvl3pPr algn="ctr" rtl="0" fontAlgn="base">
        <a:spcBef>
          <a:spcPct val="0"/>
        </a:spcBef>
        <a:spcAft>
          <a:spcPct val="0"/>
        </a:spcAft>
        <a:defRPr sz="4000">
          <a:solidFill>
            <a:schemeClr val="tx1"/>
          </a:solidFill>
          <a:latin typeface="Arial" charset="0"/>
          <a:ea typeface="华文新魏" pitchFamily="2" charset="-122"/>
        </a:defRPr>
      </a:lvl3pPr>
      <a:lvl4pPr algn="ctr" rtl="0" fontAlgn="base">
        <a:spcBef>
          <a:spcPct val="0"/>
        </a:spcBef>
        <a:spcAft>
          <a:spcPct val="0"/>
        </a:spcAft>
        <a:defRPr sz="4000">
          <a:solidFill>
            <a:schemeClr val="tx1"/>
          </a:solidFill>
          <a:latin typeface="Arial" charset="0"/>
          <a:ea typeface="华文新魏" pitchFamily="2" charset="-122"/>
        </a:defRPr>
      </a:lvl4pPr>
      <a:lvl5pPr algn="ctr" rtl="0" fontAlgn="base">
        <a:spcBef>
          <a:spcPct val="0"/>
        </a:spcBef>
        <a:spcAft>
          <a:spcPct val="0"/>
        </a:spcAft>
        <a:defRPr sz="4000">
          <a:solidFill>
            <a:schemeClr val="tx1"/>
          </a:solidFill>
          <a:latin typeface="Arial" charset="0"/>
          <a:ea typeface="华文新魏" pitchFamily="2" charset="-122"/>
        </a:defRPr>
      </a:lvl5pPr>
      <a:lvl6pPr marL="457200" algn="ctr" rtl="0" fontAlgn="base">
        <a:spcBef>
          <a:spcPct val="0"/>
        </a:spcBef>
        <a:spcAft>
          <a:spcPct val="0"/>
        </a:spcAft>
        <a:defRPr sz="4000">
          <a:solidFill>
            <a:schemeClr val="tx1"/>
          </a:solidFill>
          <a:latin typeface="Arial" charset="0"/>
          <a:ea typeface="华文新魏" pitchFamily="2" charset="-122"/>
        </a:defRPr>
      </a:lvl6pPr>
      <a:lvl7pPr marL="914400" algn="ctr" rtl="0" fontAlgn="base">
        <a:spcBef>
          <a:spcPct val="0"/>
        </a:spcBef>
        <a:spcAft>
          <a:spcPct val="0"/>
        </a:spcAft>
        <a:defRPr sz="4000">
          <a:solidFill>
            <a:schemeClr val="tx1"/>
          </a:solidFill>
          <a:latin typeface="Arial" charset="0"/>
          <a:ea typeface="华文新魏" pitchFamily="2" charset="-122"/>
        </a:defRPr>
      </a:lvl7pPr>
      <a:lvl8pPr marL="1371600" algn="ctr" rtl="0" fontAlgn="base">
        <a:spcBef>
          <a:spcPct val="0"/>
        </a:spcBef>
        <a:spcAft>
          <a:spcPct val="0"/>
        </a:spcAft>
        <a:defRPr sz="4000">
          <a:solidFill>
            <a:schemeClr val="tx1"/>
          </a:solidFill>
          <a:latin typeface="Arial" charset="0"/>
          <a:ea typeface="华文新魏" pitchFamily="2" charset="-122"/>
        </a:defRPr>
      </a:lvl8pPr>
      <a:lvl9pPr marL="1828800" algn="ctr" rtl="0" fontAlgn="base">
        <a:spcBef>
          <a:spcPct val="0"/>
        </a:spcBef>
        <a:spcAft>
          <a:spcPct val="0"/>
        </a:spcAft>
        <a:defRPr sz="4000">
          <a:solidFill>
            <a:schemeClr val="tx1"/>
          </a:solidFill>
          <a:latin typeface="Arial" charset="0"/>
          <a:ea typeface="华文新魏" pitchFamily="2" charset="-122"/>
        </a:defRPr>
      </a:lvl9pPr>
    </p:titleStyle>
    <p:bodyStyle>
      <a:lvl1pPr marL="342900" indent="-342900" algn="l" rtl="0" fontAlgn="base">
        <a:spcBef>
          <a:spcPct val="20000"/>
        </a:spcBef>
        <a:spcAft>
          <a:spcPct val="0"/>
        </a:spcAft>
        <a:buClr>
          <a:schemeClr val="hlink"/>
        </a:buClr>
        <a:buFont typeface="Wingdings" pitchFamily="2" charset="2"/>
        <a:buChar char="§"/>
        <a:defRPr sz="3200">
          <a:solidFill>
            <a:schemeClr val="tx1"/>
          </a:solidFill>
          <a:latin typeface="+mn-lt"/>
          <a:ea typeface="+mn-ea"/>
          <a:cs typeface="+mn-cs"/>
        </a:defRPr>
      </a:lvl1pPr>
      <a:lvl2pPr marL="742950" indent="-285750" algn="l" rtl="0" fontAlgn="base">
        <a:spcBef>
          <a:spcPct val="20000"/>
        </a:spcBef>
        <a:spcAft>
          <a:spcPct val="0"/>
        </a:spcAft>
        <a:buClr>
          <a:schemeClr val="tx2"/>
        </a:buClr>
        <a:buSzPct val="85000"/>
        <a:buFont typeface="Wingdings" pitchFamily="2" charset="2"/>
        <a:buChar char="Ø"/>
        <a:defRPr sz="2800">
          <a:solidFill>
            <a:schemeClr val="tx1"/>
          </a:solidFill>
          <a:latin typeface="+mn-lt"/>
          <a:ea typeface="+mn-ea"/>
        </a:defRPr>
      </a:lvl2pPr>
      <a:lvl3pPr marL="1143000" indent="-228600" algn="l" rtl="0" fontAlgn="base">
        <a:spcBef>
          <a:spcPct val="20000"/>
        </a:spcBef>
        <a:spcAft>
          <a:spcPct val="0"/>
        </a:spcAft>
        <a:buClr>
          <a:schemeClr val="hlink"/>
        </a:buClr>
        <a:buSzPct val="95000"/>
        <a:buFont typeface="Wingdings 2" pitchFamily="18" charset="2"/>
        <a:buChar char="¡"/>
        <a:defRPr sz="2400">
          <a:solidFill>
            <a:schemeClr val="tx1"/>
          </a:solidFill>
          <a:latin typeface="+mn-lt"/>
          <a:ea typeface="+mn-ea"/>
        </a:defRPr>
      </a:lvl3pPr>
      <a:lvl4pPr marL="1600200" indent="-228600" algn="l" rtl="0" fontAlgn="base">
        <a:spcBef>
          <a:spcPct val="20000"/>
        </a:spcBef>
        <a:spcAft>
          <a:spcPct val="0"/>
        </a:spcAft>
        <a:buClr>
          <a:schemeClr val="tx2"/>
        </a:buClr>
        <a:buSzPct val="90000"/>
        <a:buFont typeface="Wingdings" pitchFamily="2" charset="2"/>
        <a:buChar char="Ø"/>
        <a:defRPr sz="2000">
          <a:solidFill>
            <a:schemeClr val="tx1"/>
          </a:solidFill>
          <a:latin typeface="+mn-lt"/>
          <a:ea typeface="+mn-ea"/>
        </a:defRPr>
      </a:lvl4pPr>
      <a:lvl5pPr marL="2057400" indent="-228600" algn="l" rtl="0" fontAlgn="base">
        <a:spcBef>
          <a:spcPct val="20000"/>
        </a:spcBef>
        <a:spcAft>
          <a:spcPct val="0"/>
        </a:spcAft>
        <a:buClr>
          <a:schemeClr val="hlink"/>
        </a:buClr>
        <a:buFont typeface="Wingdings 2" pitchFamily="18" charset="2"/>
        <a:buChar char="¡"/>
        <a:defRPr sz="2000">
          <a:solidFill>
            <a:schemeClr val="tx1"/>
          </a:solidFill>
          <a:latin typeface="+mn-lt"/>
          <a:ea typeface="+mn-ea"/>
        </a:defRPr>
      </a:lvl5pPr>
      <a:lvl6pPr marL="2514600" indent="-228600" algn="l" rtl="0" fontAlgn="base">
        <a:spcBef>
          <a:spcPct val="20000"/>
        </a:spcBef>
        <a:spcAft>
          <a:spcPct val="0"/>
        </a:spcAft>
        <a:buClr>
          <a:schemeClr val="hlink"/>
        </a:buClr>
        <a:buFont typeface="Wingdings 2" pitchFamily="18" charset="2"/>
        <a:buChar char="¡"/>
        <a:defRPr sz="2000">
          <a:solidFill>
            <a:schemeClr val="tx1"/>
          </a:solidFill>
          <a:latin typeface="+mn-lt"/>
          <a:ea typeface="+mn-ea"/>
        </a:defRPr>
      </a:lvl6pPr>
      <a:lvl7pPr marL="2971800" indent="-228600" algn="l" rtl="0" fontAlgn="base">
        <a:spcBef>
          <a:spcPct val="20000"/>
        </a:spcBef>
        <a:spcAft>
          <a:spcPct val="0"/>
        </a:spcAft>
        <a:buClr>
          <a:schemeClr val="hlink"/>
        </a:buClr>
        <a:buFont typeface="Wingdings 2" pitchFamily="18" charset="2"/>
        <a:buChar char="¡"/>
        <a:defRPr sz="2000">
          <a:solidFill>
            <a:schemeClr val="tx1"/>
          </a:solidFill>
          <a:latin typeface="+mn-lt"/>
          <a:ea typeface="+mn-ea"/>
        </a:defRPr>
      </a:lvl7pPr>
      <a:lvl8pPr marL="3429000" indent="-228600" algn="l" rtl="0" fontAlgn="base">
        <a:spcBef>
          <a:spcPct val="20000"/>
        </a:spcBef>
        <a:spcAft>
          <a:spcPct val="0"/>
        </a:spcAft>
        <a:buClr>
          <a:schemeClr val="hlink"/>
        </a:buClr>
        <a:buFont typeface="Wingdings 2" pitchFamily="18" charset="2"/>
        <a:buChar char="¡"/>
        <a:defRPr sz="2000">
          <a:solidFill>
            <a:schemeClr val="tx1"/>
          </a:solidFill>
          <a:latin typeface="+mn-lt"/>
          <a:ea typeface="+mn-ea"/>
        </a:defRPr>
      </a:lvl8pPr>
      <a:lvl9pPr marL="3886200" indent="-228600" algn="l" rtl="0" fontAlgn="base">
        <a:spcBef>
          <a:spcPct val="20000"/>
        </a:spcBef>
        <a:spcAft>
          <a:spcPct val="0"/>
        </a:spcAft>
        <a:buClr>
          <a:schemeClr val="hlink"/>
        </a:buClr>
        <a:buFont typeface="Wingdings 2" pitchFamily="18" charset="2"/>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1B3B741-5216-414E-B74B-795A24EA3A0B}" type="slidenum">
              <a:rPr lang="zh-CN" altLang="en-US" smtClean="0"/>
              <a:t>‹#›</a:t>
            </a:fld>
            <a:endParaRPr lang="zh-CN" altLang="en-US" dirty="0"/>
          </a:p>
        </p:txBody>
      </p:sp>
      <p:pic>
        <p:nvPicPr>
          <p:cNvPr id="16" name="Picture 13" descr="xbhs"/>
          <p:cNvPicPr>
            <a:picLocks noChangeAspect="1" noChangeArrowheads="1"/>
          </p:cNvPicPr>
          <p:nvPr userDrawn="1"/>
        </p:nvPicPr>
        <p:blipFill>
          <a:blip r:embed="rId14">
            <a:extLst>
              <a:ext uri="{28A0092B-C50C-407E-A947-70E740481C1C}">
                <a14:useLocalDpi xmlns:a14="http://schemas.microsoft.com/office/drawing/2010/main" val="0"/>
              </a:ext>
            </a:extLst>
          </a:blip>
          <a:srcRect r="53241" b="57249"/>
          <a:stretch>
            <a:fillRect/>
          </a:stretch>
        </p:blipFill>
        <p:spPr bwMode="auto">
          <a:xfrm>
            <a:off x="423817" y="5489135"/>
            <a:ext cx="1174241" cy="1181247"/>
          </a:xfrm>
          <a:prstGeom prst="rect">
            <a:avLst/>
          </a:prstGeom>
          <a:noFill/>
          <a:extLst>
            <a:ext uri="{909E8E84-426E-40DD-AFC4-6F175D3DCCD1}">
              <a14:hiddenFill xmlns:a14="http://schemas.microsoft.com/office/drawing/2010/main">
                <a:solidFill>
                  <a:srgbClr val="FFFFFF"/>
                </a:solidFill>
              </a14:hiddenFill>
            </a:ext>
          </a:extLst>
        </p:spPr>
      </p:pic>
      <p:sp>
        <p:nvSpPr>
          <p:cNvPr id="17" name="矩形 16"/>
          <p:cNvSpPr/>
          <p:nvPr userDrawn="1"/>
        </p:nvSpPr>
        <p:spPr>
          <a:xfrm>
            <a:off x="7101555" y="491380"/>
            <a:ext cx="2042446" cy="115368"/>
          </a:xfrm>
          <a:prstGeom prst="rect">
            <a:avLst/>
          </a:prstGeom>
          <a:solidFill>
            <a:srgbClr val="A74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TextBox 17"/>
          <p:cNvSpPr txBox="1"/>
          <p:nvPr userDrawn="1"/>
        </p:nvSpPr>
        <p:spPr>
          <a:xfrm>
            <a:off x="7007545" y="59819"/>
            <a:ext cx="2159566" cy="446276"/>
          </a:xfrm>
          <a:prstGeom prst="rect">
            <a:avLst/>
          </a:prstGeom>
          <a:noFill/>
        </p:spPr>
        <p:txBody>
          <a:bodyPr wrap="none" rtlCol="0">
            <a:spAutoFit/>
          </a:bodyPr>
          <a:lstStyle/>
          <a:p>
            <a:r>
              <a:rPr lang="zh-CN" altLang="en-US" sz="2000" b="1" kern="1000" spc="-170" baseline="0" dirty="0" smtClean="0">
                <a:solidFill>
                  <a:srgbClr val="C00000"/>
                </a:solidFill>
              </a:rPr>
              <a:t>智者乐水  仁者乐山</a:t>
            </a:r>
            <a:endParaRPr lang="zh-CN" altLang="en-US" sz="2000" b="1" kern="1000" spc="-170" baseline="0" dirty="0">
              <a:solidFill>
                <a:srgbClr val="C00000"/>
              </a:solidFill>
            </a:endParaRPr>
          </a:p>
        </p:txBody>
      </p:sp>
    </p:spTree>
  </p:cSld>
  <p:clrMap bg1="lt1" tx1="dk1" bg2="lt2" tx2="dk2" accent1="accent1" accent2="accent2" accent3="accent3" accent4="accent4" accent5="accent5" accent6="accent6" hlink="hlink" folHlink="folHlink"/>
  <p:sldLayoutIdLst>
    <p:sldLayoutId id="2147483756" r:id="rId1"/>
    <p:sldLayoutId id="2147483757" r:id="rId2"/>
    <p:sldLayoutId id="2147483758" r:id="rId3"/>
    <p:sldLayoutId id="2147483759" r:id="rId4"/>
    <p:sldLayoutId id="2147483760" r:id="rId5"/>
    <p:sldLayoutId id="2147483761" r:id="rId6"/>
    <p:sldLayoutId id="2147483762" r:id="rId7"/>
    <p:sldLayoutId id="2147483763" r:id="rId8"/>
    <p:sldLayoutId id="2147483764" r:id="rId9"/>
    <p:sldLayoutId id="2147483765" r:id="rId10"/>
    <p:sldLayoutId id="2147483766" r:id="rId11"/>
    <p:sldLayoutId id="2147483767" r:id="rId12"/>
  </p:sldLayoutIdLst>
  <p:transition spd="med">
    <p:wipe dir="d"/>
  </p:transition>
  <p:timing>
    <p:tnLst>
      <p:par>
        <p:cTn id="1" dur="indefinite" restart="never" nodeType="tmRoot"/>
      </p:par>
    </p:tnLst>
  </p:timing>
  <p:txStyles>
    <p:titleStyle>
      <a:lvl1pPr algn="l" rtl="0" fontAlgn="base">
        <a:spcBef>
          <a:spcPct val="0"/>
        </a:spcBef>
        <a:spcAft>
          <a:spcPct val="0"/>
        </a:spcAft>
        <a:defRPr sz="4000" b="1">
          <a:solidFill>
            <a:schemeClr val="tx1"/>
          </a:solidFill>
          <a:latin typeface="+mj-lt"/>
          <a:ea typeface="+mj-ea"/>
          <a:cs typeface="+mj-cs"/>
        </a:defRPr>
      </a:lvl1pPr>
      <a:lvl2pPr algn="l" rtl="0" fontAlgn="base">
        <a:spcBef>
          <a:spcPct val="0"/>
        </a:spcBef>
        <a:spcAft>
          <a:spcPct val="0"/>
        </a:spcAft>
        <a:defRPr sz="4000" b="1">
          <a:solidFill>
            <a:schemeClr val="tx1"/>
          </a:solidFill>
          <a:latin typeface="Arial" charset="0"/>
          <a:ea typeface="华文新魏" pitchFamily="2" charset="-122"/>
        </a:defRPr>
      </a:lvl2pPr>
      <a:lvl3pPr algn="l" rtl="0" fontAlgn="base">
        <a:spcBef>
          <a:spcPct val="0"/>
        </a:spcBef>
        <a:spcAft>
          <a:spcPct val="0"/>
        </a:spcAft>
        <a:defRPr sz="4000" b="1">
          <a:solidFill>
            <a:schemeClr val="tx1"/>
          </a:solidFill>
          <a:latin typeface="Arial" charset="0"/>
          <a:ea typeface="华文新魏" pitchFamily="2" charset="-122"/>
        </a:defRPr>
      </a:lvl3pPr>
      <a:lvl4pPr algn="l" rtl="0" fontAlgn="base">
        <a:spcBef>
          <a:spcPct val="0"/>
        </a:spcBef>
        <a:spcAft>
          <a:spcPct val="0"/>
        </a:spcAft>
        <a:defRPr sz="4000" b="1">
          <a:solidFill>
            <a:schemeClr val="tx1"/>
          </a:solidFill>
          <a:latin typeface="Arial" charset="0"/>
          <a:ea typeface="华文新魏" pitchFamily="2" charset="-122"/>
        </a:defRPr>
      </a:lvl4pPr>
      <a:lvl5pPr algn="l" rtl="0" fontAlgn="base">
        <a:spcBef>
          <a:spcPct val="0"/>
        </a:spcBef>
        <a:spcAft>
          <a:spcPct val="0"/>
        </a:spcAft>
        <a:defRPr sz="4000" b="1">
          <a:solidFill>
            <a:schemeClr val="tx1"/>
          </a:solidFill>
          <a:latin typeface="Arial" charset="0"/>
          <a:ea typeface="华文新魏" pitchFamily="2" charset="-122"/>
        </a:defRPr>
      </a:lvl5pPr>
      <a:lvl6pPr marL="457200" algn="l" rtl="0" fontAlgn="base">
        <a:spcBef>
          <a:spcPct val="0"/>
        </a:spcBef>
        <a:spcAft>
          <a:spcPct val="0"/>
        </a:spcAft>
        <a:defRPr sz="4000" b="1">
          <a:solidFill>
            <a:schemeClr val="tx1"/>
          </a:solidFill>
          <a:latin typeface="Arial" charset="0"/>
          <a:ea typeface="华文新魏" pitchFamily="2" charset="-122"/>
        </a:defRPr>
      </a:lvl6pPr>
      <a:lvl7pPr marL="914400" algn="l" rtl="0" fontAlgn="base">
        <a:spcBef>
          <a:spcPct val="0"/>
        </a:spcBef>
        <a:spcAft>
          <a:spcPct val="0"/>
        </a:spcAft>
        <a:defRPr sz="4000" b="1">
          <a:solidFill>
            <a:schemeClr val="tx1"/>
          </a:solidFill>
          <a:latin typeface="Arial" charset="0"/>
          <a:ea typeface="华文新魏" pitchFamily="2" charset="-122"/>
        </a:defRPr>
      </a:lvl7pPr>
      <a:lvl8pPr marL="1371600" algn="l" rtl="0" fontAlgn="base">
        <a:spcBef>
          <a:spcPct val="0"/>
        </a:spcBef>
        <a:spcAft>
          <a:spcPct val="0"/>
        </a:spcAft>
        <a:defRPr sz="4000" b="1">
          <a:solidFill>
            <a:schemeClr val="tx1"/>
          </a:solidFill>
          <a:latin typeface="Arial" charset="0"/>
          <a:ea typeface="华文新魏" pitchFamily="2" charset="-122"/>
        </a:defRPr>
      </a:lvl8pPr>
      <a:lvl9pPr marL="1828800" algn="l" rtl="0" fontAlgn="base">
        <a:spcBef>
          <a:spcPct val="0"/>
        </a:spcBef>
        <a:spcAft>
          <a:spcPct val="0"/>
        </a:spcAft>
        <a:defRPr sz="4000" b="1">
          <a:solidFill>
            <a:schemeClr val="tx1"/>
          </a:solidFill>
          <a:latin typeface="Arial" charset="0"/>
          <a:ea typeface="华文新魏" pitchFamily="2" charset="-122"/>
        </a:defRPr>
      </a:lvl9pPr>
    </p:titleStyle>
    <p:bodyStyle>
      <a:lvl1pPr marL="342900" indent="-342900" algn="l" rtl="0" fontAlgn="base">
        <a:spcBef>
          <a:spcPct val="20000"/>
        </a:spcBef>
        <a:spcAft>
          <a:spcPct val="0"/>
        </a:spcAft>
        <a:buClr>
          <a:schemeClr val="tx2"/>
        </a:buClr>
        <a:buSzPct val="70000"/>
        <a:buFont typeface="Wingdings" pitchFamily="2" charset="2"/>
        <a:buChar char="¡"/>
        <a:defRPr sz="2900">
          <a:solidFill>
            <a:schemeClr val="tx1"/>
          </a:solidFill>
          <a:latin typeface="+mn-lt"/>
          <a:ea typeface="+mn-ea"/>
          <a:cs typeface="+mn-cs"/>
        </a:defRPr>
      </a:lvl1pPr>
      <a:lvl2pPr marL="742950" indent="-285750" algn="l" rtl="0" fontAlgn="base">
        <a:spcBef>
          <a:spcPct val="20000"/>
        </a:spcBef>
        <a:spcAft>
          <a:spcPct val="0"/>
        </a:spcAft>
        <a:buClr>
          <a:schemeClr val="accent2"/>
        </a:buClr>
        <a:buSzPct val="70000"/>
        <a:buFont typeface="Wingdings" pitchFamily="2" charset="2"/>
        <a:buChar char="l"/>
        <a:defRPr sz="2500">
          <a:solidFill>
            <a:schemeClr val="tx1"/>
          </a:solidFill>
          <a:latin typeface="+mn-lt"/>
          <a:ea typeface="+mn-ea"/>
        </a:defRPr>
      </a:lvl2pPr>
      <a:lvl3pPr marL="1143000" indent="-228600" algn="l" rtl="0" fontAlgn="base">
        <a:spcBef>
          <a:spcPct val="20000"/>
        </a:spcBef>
        <a:spcAft>
          <a:spcPct val="0"/>
        </a:spcAft>
        <a:buClr>
          <a:schemeClr val="tx2"/>
        </a:buClr>
        <a:buSzPct val="65000"/>
        <a:buFont typeface="Wingdings" pitchFamily="2" charset="2"/>
        <a:buChar char="¡"/>
        <a:defRPr sz="2200">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itchFamily="2" charset="2"/>
        <a:buChar char="l"/>
        <a:defRPr sz="1900">
          <a:solidFill>
            <a:schemeClr val="tx1"/>
          </a:solidFill>
          <a:latin typeface="+mn-lt"/>
          <a:ea typeface="+mn-ea"/>
        </a:defRPr>
      </a:lvl4pPr>
      <a:lvl5pPr marL="20574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5pPr>
      <a:lvl6pPr marL="25146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6pPr>
      <a:lvl7pPr marL="29718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7pPr>
      <a:lvl8pPr marL="34290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8pPr>
      <a:lvl9pPr marL="38862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7.xml"/><Relationship Id="rId1" Type="http://schemas.openxmlformats.org/officeDocument/2006/relationships/slideLayout" Target="../slideLayouts/slideLayout18.xml"/><Relationship Id="rId6" Type="http://schemas.openxmlformats.org/officeDocument/2006/relationships/image" Target="../media/image7.jpg"/><Relationship Id="rId5" Type="http://schemas.openxmlformats.org/officeDocument/2006/relationships/image" Target="../media/image6.jpg"/><Relationship Id="rId4" Type="http://schemas.openxmlformats.org/officeDocument/2006/relationships/image" Target="../media/image5.jpeg"/></Relationships>
</file>

<file path=ppt/slides/_rels/slide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8.xml"/><Relationship Id="rId1" Type="http://schemas.openxmlformats.org/officeDocument/2006/relationships/slideLayout" Target="../slideLayouts/slideLayout18.xml"/><Relationship Id="rId6" Type="http://schemas.openxmlformats.org/officeDocument/2006/relationships/image" Target="../media/image11.jpg"/><Relationship Id="rId5" Type="http://schemas.openxmlformats.org/officeDocument/2006/relationships/image" Target="../media/image10.jpeg"/><Relationship Id="rId4" Type="http://schemas.openxmlformats.org/officeDocument/2006/relationships/image" Target="../media/image9.jpeg"/></Relationships>
</file>

<file path=ppt/slides/_rels/slide9.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9.xml"/><Relationship Id="rId1" Type="http://schemas.openxmlformats.org/officeDocument/2006/relationships/slideLayout" Target="../slideLayouts/slideLayout18.xml"/><Relationship Id="rId6" Type="http://schemas.openxmlformats.org/officeDocument/2006/relationships/image" Target="../media/image15.jpg"/><Relationship Id="rId5" Type="http://schemas.openxmlformats.org/officeDocument/2006/relationships/image" Target="../media/image14.jpg"/><Relationship Id="rId4" Type="http://schemas.openxmlformats.org/officeDocument/2006/relationships/image" Target="../media/image13.jpg"/></Relationships>
</file>

<file path=ppt/slides/_rels/slide10.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10.xml"/><Relationship Id="rId1" Type="http://schemas.openxmlformats.org/officeDocument/2006/relationships/slideLayout" Target="../slideLayouts/slideLayout18.xml"/><Relationship Id="rId5" Type="http://schemas.openxmlformats.org/officeDocument/2006/relationships/image" Target="../media/image18.jpg"/><Relationship Id="rId4" Type="http://schemas.openxmlformats.org/officeDocument/2006/relationships/image" Target="../media/image17.jpg"/></Relationships>
</file>

<file path=ppt/slides/_rels/slide11.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11.xml"/><Relationship Id="rId1" Type="http://schemas.openxmlformats.org/officeDocument/2006/relationships/slideLayout" Target="../slideLayouts/slideLayout18.xml"/><Relationship Id="rId6" Type="http://schemas.openxmlformats.org/officeDocument/2006/relationships/image" Target="../media/image21.jpeg"/><Relationship Id="rId5" Type="http://schemas.openxmlformats.org/officeDocument/2006/relationships/image" Target="../media/image20.jpg"/><Relationship Id="rId4" Type="http://schemas.openxmlformats.org/officeDocument/2006/relationships/image" Target="../media/image19.jpg"/></Relationships>
</file>

<file path=ppt/slides/_rels/slide12.xml.rels><?xml version="1.0" encoding="UTF-8" standalone="yes"?>
<Relationships xmlns="http://schemas.openxmlformats.org/package/2006/relationships"><Relationship Id="rId3" Type="http://schemas.openxmlformats.org/officeDocument/2006/relationships/image" Target="../media/image22.wmf"/><Relationship Id="rId2" Type="http://schemas.openxmlformats.org/officeDocument/2006/relationships/notesSlide" Target="../notesSlides/notesSlide12.xml"/><Relationship Id="rId1" Type="http://schemas.openxmlformats.org/officeDocument/2006/relationships/slideLayout" Target="../slideLayouts/slideLayout18.xml"/><Relationship Id="rId5" Type="http://schemas.openxmlformats.org/officeDocument/2006/relationships/image" Target="../media/image24.jpeg"/><Relationship Id="rId4" Type="http://schemas.openxmlformats.org/officeDocument/2006/relationships/image" Target="../media/image23.png"/></Relationships>
</file>

<file path=ppt/slides/_rels/slide13.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13.xml"/><Relationship Id="rId1" Type="http://schemas.openxmlformats.org/officeDocument/2006/relationships/slideLayout" Target="../slideLayouts/slideLayout18.xml"/><Relationship Id="rId5" Type="http://schemas.openxmlformats.org/officeDocument/2006/relationships/image" Target="../media/image27.jpeg"/><Relationship Id="rId4" Type="http://schemas.openxmlformats.org/officeDocument/2006/relationships/image" Target="../media/image26.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8.xml"/><Relationship Id="rId1" Type="http://schemas.openxmlformats.org/officeDocument/2006/relationships/vmlDrawing" Target="../drawings/vmlDrawing1.vml"/><Relationship Id="rId6" Type="http://schemas.openxmlformats.org/officeDocument/2006/relationships/image" Target="../media/image29.jpeg"/><Relationship Id="rId5" Type="http://schemas.openxmlformats.org/officeDocument/2006/relationships/image" Target="../media/image28.png"/><Relationship Id="rId4" Type="http://schemas.openxmlformats.org/officeDocument/2006/relationships/oleObject" Target="../embeddings/oleObject1.bin"/></Relationships>
</file>

<file path=ppt/slides/_rels/slide1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5.xml"/><Relationship Id="rId1" Type="http://schemas.openxmlformats.org/officeDocument/2006/relationships/slideLayout" Target="../slideLayouts/slideLayout18.xml"/><Relationship Id="rId4" Type="http://schemas.openxmlformats.org/officeDocument/2006/relationships/image" Target="../media/image31.jpeg"/></Relationships>
</file>

<file path=ppt/slides/_rels/slide16.xml.rels><?xml version="1.0" encoding="UTF-8" standalone="yes"?>
<Relationships xmlns="http://schemas.openxmlformats.org/package/2006/relationships"><Relationship Id="rId3" Type="http://schemas.openxmlformats.org/officeDocument/2006/relationships/image" Target="../media/image32.jpeg"/><Relationship Id="rId7" Type="http://schemas.openxmlformats.org/officeDocument/2006/relationships/image" Target="../media/image34.jpeg"/><Relationship Id="rId2" Type="http://schemas.openxmlformats.org/officeDocument/2006/relationships/notesSlide" Target="../notesSlides/notesSlide16.xml"/><Relationship Id="rId1" Type="http://schemas.openxmlformats.org/officeDocument/2006/relationships/slideLayout" Target="../slideLayouts/slideLayout18.xml"/><Relationship Id="rId6" Type="http://schemas.openxmlformats.org/officeDocument/2006/relationships/hyperlink" Target="http://www.time.com/time/photoessays/salvadorquake/3.html" TargetMode="External"/><Relationship Id="rId5" Type="http://schemas.microsoft.com/office/2007/relationships/hdphoto" Target="../media/hdphoto1.wdp"/><Relationship Id="rId4" Type="http://schemas.openxmlformats.org/officeDocument/2006/relationships/image" Target="../media/image33.jpeg"/></Relationships>
</file>

<file path=ppt/slides/_rels/slide17.xml.rels><?xml version="1.0" encoding="UTF-8" standalone="yes"?>
<Relationships xmlns="http://schemas.openxmlformats.org/package/2006/relationships"><Relationship Id="rId3" Type="http://schemas.openxmlformats.org/officeDocument/2006/relationships/image" Target="../media/image35.jpg"/><Relationship Id="rId2" Type="http://schemas.openxmlformats.org/officeDocument/2006/relationships/notesSlide" Target="../notesSlides/notesSlide17.xml"/><Relationship Id="rId1" Type="http://schemas.openxmlformats.org/officeDocument/2006/relationships/slideLayout" Target="../slideLayouts/slideLayout18.xml"/><Relationship Id="rId4" Type="http://schemas.openxmlformats.org/officeDocument/2006/relationships/image" Target="../media/image36.gif"/></Relationships>
</file>

<file path=ppt/slides/_rels/slide18.xml.rels><?xml version="1.0" encoding="UTF-8" standalone="yes"?>
<Relationships xmlns="http://schemas.openxmlformats.org/package/2006/relationships"><Relationship Id="rId3" Type="http://schemas.openxmlformats.org/officeDocument/2006/relationships/image" Target="../media/image37.gif"/><Relationship Id="rId2" Type="http://schemas.openxmlformats.org/officeDocument/2006/relationships/notesSlide" Target="../notesSlides/notesSlide18.xml"/><Relationship Id="rId1" Type="http://schemas.openxmlformats.org/officeDocument/2006/relationships/slideLayout" Target="../slideLayouts/slideLayout18.xml"/><Relationship Id="rId6" Type="http://schemas.openxmlformats.org/officeDocument/2006/relationships/hyperlink" Target="&#23454;&#25293;&#28145;&#22323;&#23665;&#20307;&#28369;&#22369;&#23548;&#33268;&#22823;&#29255;&#25151;&#23627;&#20498;&#22604;&#30636;&#38388;.flv" TargetMode="External"/><Relationship Id="rId5" Type="http://schemas.openxmlformats.org/officeDocument/2006/relationships/image" Target="../media/image39.jpg"/><Relationship Id="rId4" Type="http://schemas.openxmlformats.org/officeDocument/2006/relationships/image" Target="../media/image38.jpe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8.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8.xml"/></Relationships>
</file>

<file path=ppt/slides/_rels/slide23.xml.rels><?xml version="1.0" encoding="UTF-8" standalone="yes"?>
<Relationships xmlns="http://schemas.openxmlformats.org/package/2006/relationships"><Relationship Id="rId8" Type="http://schemas.openxmlformats.org/officeDocument/2006/relationships/oleObject" Target="../embeddings/oleObject4.bin"/><Relationship Id="rId3" Type="http://schemas.openxmlformats.org/officeDocument/2006/relationships/notesSlide" Target="../notesSlides/notesSlide23.xml"/><Relationship Id="rId7" Type="http://schemas.openxmlformats.org/officeDocument/2006/relationships/image" Target="../media/image41.wmf"/><Relationship Id="rId2" Type="http://schemas.openxmlformats.org/officeDocument/2006/relationships/slideLayout" Target="../slideLayouts/slideLayout18.xml"/><Relationship Id="rId1" Type="http://schemas.openxmlformats.org/officeDocument/2006/relationships/vmlDrawing" Target="../drawings/vmlDrawing2.vml"/><Relationship Id="rId6" Type="http://schemas.openxmlformats.org/officeDocument/2006/relationships/oleObject" Target="../embeddings/oleObject3.bin"/><Relationship Id="rId5" Type="http://schemas.openxmlformats.org/officeDocument/2006/relationships/image" Target="../media/image40.wmf"/><Relationship Id="rId4" Type="http://schemas.openxmlformats.org/officeDocument/2006/relationships/oleObject" Target="../embeddings/oleObject2.bin"/><Relationship Id="rId9" Type="http://schemas.openxmlformats.org/officeDocument/2006/relationships/image" Target="../media/image42.wmf"/></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18.xml"/><Relationship Id="rId1" Type="http://schemas.openxmlformats.org/officeDocument/2006/relationships/vmlDrawing" Target="../drawings/vmlDrawing3.vml"/><Relationship Id="rId6" Type="http://schemas.openxmlformats.org/officeDocument/2006/relationships/image" Target="../media/image44.jpeg"/><Relationship Id="rId5" Type="http://schemas.openxmlformats.org/officeDocument/2006/relationships/image" Target="../media/image43.wmf"/><Relationship Id="rId4" Type="http://schemas.openxmlformats.org/officeDocument/2006/relationships/oleObject" Target="../embeddings/oleObject5.bin"/></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18.xml"/><Relationship Id="rId1" Type="http://schemas.openxmlformats.org/officeDocument/2006/relationships/vmlDrawing" Target="../drawings/vmlDrawing4.vml"/><Relationship Id="rId5" Type="http://schemas.openxmlformats.org/officeDocument/2006/relationships/image" Target="../media/image45.wmf"/><Relationship Id="rId4" Type="http://schemas.openxmlformats.org/officeDocument/2006/relationships/oleObject" Target="../embeddings/oleObject6.bin"/></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8.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18.xml"/><Relationship Id="rId1" Type="http://schemas.openxmlformats.org/officeDocument/2006/relationships/vmlDrawing" Target="../drawings/vmlDrawing5.vml"/><Relationship Id="rId5" Type="http://schemas.openxmlformats.org/officeDocument/2006/relationships/image" Target="../media/image46.wmf"/><Relationship Id="rId4" Type="http://schemas.openxmlformats.org/officeDocument/2006/relationships/oleObject" Target="../embeddings/oleObject7.bin"/></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18.xml"/><Relationship Id="rId1" Type="http://schemas.openxmlformats.org/officeDocument/2006/relationships/vmlDrawing" Target="../drawings/vmlDrawing6.vml"/><Relationship Id="rId5" Type="http://schemas.openxmlformats.org/officeDocument/2006/relationships/image" Target="../media/image47.wmf"/><Relationship Id="rId4" Type="http://schemas.openxmlformats.org/officeDocument/2006/relationships/oleObject" Target="../embeddings/oleObject8.bin"/></Relationships>
</file>

<file path=ppt/slides/_rels/slide29.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notesSlide" Target="../notesSlides/notesSlide29.xml"/><Relationship Id="rId1" Type="http://schemas.openxmlformats.org/officeDocument/2006/relationships/slideLayout" Target="../slideLayouts/slideLayout18.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7" Type="http://schemas.openxmlformats.org/officeDocument/2006/relationships/image" Target="../media/image50.wmf"/><Relationship Id="rId2" Type="http://schemas.openxmlformats.org/officeDocument/2006/relationships/slideLayout" Target="../slideLayouts/slideLayout18.xml"/><Relationship Id="rId1" Type="http://schemas.openxmlformats.org/officeDocument/2006/relationships/vmlDrawing" Target="../drawings/vmlDrawing7.vml"/><Relationship Id="rId6" Type="http://schemas.openxmlformats.org/officeDocument/2006/relationships/oleObject" Target="../embeddings/oleObject10.bin"/><Relationship Id="rId5" Type="http://schemas.openxmlformats.org/officeDocument/2006/relationships/image" Target="../media/image49.wmf"/><Relationship Id="rId4" Type="http://schemas.openxmlformats.org/officeDocument/2006/relationships/oleObject" Target="../embeddings/oleObject9.bin"/></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8.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8.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18.xml"/><Relationship Id="rId1" Type="http://schemas.openxmlformats.org/officeDocument/2006/relationships/vmlDrawing" Target="../drawings/vmlDrawing8.vml"/><Relationship Id="rId6" Type="http://schemas.openxmlformats.org/officeDocument/2006/relationships/image" Target="../media/image52.jpeg"/><Relationship Id="rId5" Type="http://schemas.openxmlformats.org/officeDocument/2006/relationships/image" Target="../media/image51.wmf"/><Relationship Id="rId4" Type="http://schemas.openxmlformats.org/officeDocument/2006/relationships/oleObject" Target="../embeddings/oleObject11.bin"/></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7" Type="http://schemas.openxmlformats.org/officeDocument/2006/relationships/image" Target="../media/image54.wmf"/><Relationship Id="rId2" Type="http://schemas.openxmlformats.org/officeDocument/2006/relationships/slideLayout" Target="../slideLayouts/slideLayout18.xml"/><Relationship Id="rId1" Type="http://schemas.openxmlformats.org/officeDocument/2006/relationships/vmlDrawing" Target="../drawings/vmlDrawing9.vml"/><Relationship Id="rId6" Type="http://schemas.openxmlformats.org/officeDocument/2006/relationships/oleObject" Target="../embeddings/oleObject13.bin"/><Relationship Id="rId5" Type="http://schemas.openxmlformats.org/officeDocument/2006/relationships/image" Target="../media/image53.wmf"/><Relationship Id="rId4" Type="http://schemas.openxmlformats.org/officeDocument/2006/relationships/oleObject" Target="../embeddings/oleObject12.bin"/></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8.xml"/></Relationships>
</file>

<file path=ppt/slides/_rels/slide37.xml.rels><?xml version="1.0" encoding="UTF-8" standalone="yes"?>
<Relationships xmlns="http://schemas.openxmlformats.org/package/2006/relationships"><Relationship Id="rId3" Type="http://schemas.openxmlformats.org/officeDocument/2006/relationships/image" Target="../media/image55.emf"/><Relationship Id="rId2" Type="http://schemas.openxmlformats.org/officeDocument/2006/relationships/notesSlide" Target="../notesSlides/notesSlide37.xml"/><Relationship Id="rId1" Type="http://schemas.openxmlformats.org/officeDocument/2006/relationships/slideLayout" Target="../slideLayouts/slideLayout18.xml"/><Relationship Id="rId4" Type="http://schemas.openxmlformats.org/officeDocument/2006/relationships/image" Target="../media/image44.jpeg"/></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8.xml"/></Relationships>
</file>

<file path=ppt/slides/_rels/slide39.xml.rels><?xml version="1.0" encoding="UTF-8" standalone="yes"?>
<Relationships xmlns="http://schemas.openxmlformats.org/package/2006/relationships"><Relationship Id="rId8" Type="http://schemas.openxmlformats.org/officeDocument/2006/relationships/oleObject" Target="../embeddings/oleObject16.bin"/><Relationship Id="rId3" Type="http://schemas.openxmlformats.org/officeDocument/2006/relationships/notesSlide" Target="../notesSlides/notesSlide39.xml"/><Relationship Id="rId7" Type="http://schemas.openxmlformats.org/officeDocument/2006/relationships/image" Target="../media/image57.wmf"/><Relationship Id="rId2" Type="http://schemas.openxmlformats.org/officeDocument/2006/relationships/slideLayout" Target="../slideLayouts/slideLayout18.xml"/><Relationship Id="rId1" Type="http://schemas.openxmlformats.org/officeDocument/2006/relationships/vmlDrawing" Target="../drawings/vmlDrawing10.vml"/><Relationship Id="rId6" Type="http://schemas.openxmlformats.org/officeDocument/2006/relationships/oleObject" Target="../embeddings/oleObject15.bin"/><Relationship Id="rId5" Type="http://schemas.openxmlformats.org/officeDocument/2006/relationships/image" Target="../media/image56.wmf"/><Relationship Id="rId4" Type="http://schemas.openxmlformats.org/officeDocument/2006/relationships/oleObject" Target="../embeddings/oleObject14.bin"/><Relationship Id="rId9" Type="http://schemas.openxmlformats.org/officeDocument/2006/relationships/image" Target="../media/image58.wmf"/></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8.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8.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8.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8.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8.xml"/></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45.xml"/><Relationship Id="rId7" Type="http://schemas.openxmlformats.org/officeDocument/2006/relationships/image" Target="../media/image60.wmf"/><Relationship Id="rId2" Type="http://schemas.openxmlformats.org/officeDocument/2006/relationships/slideLayout" Target="../slideLayouts/slideLayout18.xml"/><Relationship Id="rId1" Type="http://schemas.openxmlformats.org/officeDocument/2006/relationships/vmlDrawing" Target="../drawings/vmlDrawing11.vml"/><Relationship Id="rId6" Type="http://schemas.openxmlformats.org/officeDocument/2006/relationships/oleObject" Target="../embeddings/oleObject18.bin"/><Relationship Id="rId5" Type="http://schemas.openxmlformats.org/officeDocument/2006/relationships/image" Target="../media/image59.wmf"/><Relationship Id="rId4" Type="http://schemas.openxmlformats.org/officeDocument/2006/relationships/oleObject" Target="../embeddings/oleObject17.bin"/></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8.xml"/></Relationships>
</file>

<file path=ppt/slides/_rels/slide47.xml.rels><?xml version="1.0" encoding="UTF-8" standalone="yes"?>
<Relationships xmlns="http://schemas.openxmlformats.org/package/2006/relationships"><Relationship Id="rId8" Type="http://schemas.openxmlformats.org/officeDocument/2006/relationships/oleObject" Target="../embeddings/oleObject21.bin"/><Relationship Id="rId3" Type="http://schemas.openxmlformats.org/officeDocument/2006/relationships/notesSlide" Target="../notesSlides/notesSlide47.xml"/><Relationship Id="rId7" Type="http://schemas.openxmlformats.org/officeDocument/2006/relationships/image" Target="../media/image62.wmf"/><Relationship Id="rId2" Type="http://schemas.openxmlformats.org/officeDocument/2006/relationships/slideLayout" Target="../slideLayouts/slideLayout18.xml"/><Relationship Id="rId1" Type="http://schemas.openxmlformats.org/officeDocument/2006/relationships/vmlDrawing" Target="../drawings/vmlDrawing12.vml"/><Relationship Id="rId6" Type="http://schemas.openxmlformats.org/officeDocument/2006/relationships/oleObject" Target="../embeddings/oleObject20.bin"/><Relationship Id="rId11" Type="http://schemas.openxmlformats.org/officeDocument/2006/relationships/image" Target="../media/image64.wmf"/><Relationship Id="rId5" Type="http://schemas.openxmlformats.org/officeDocument/2006/relationships/image" Target="../media/image61.wmf"/><Relationship Id="rId10" Type="http://schemas.openxmlformats.org/officeDocument/2006/relationships/oleObject" Target="../embeddings/oleObject22.bin"/><Relationship Id="rId4" Type="http://schemas.openxmlformats.org/officeDocument/2006/relationships/oleObject" Target="../embeddings/oleObject19.bin"/><Relationship Id="rId9" Type="http://schemas.openxmlformats.org/officeDocument/2006/relationships/image" Target="../media/image63.wmf"/></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18.xml"/><Relationship Id="rId1" Type="http://schemas.openxmlformats.org/officeDocument/2006/relationships/vmlDrawing" Target="../drawings/vmlDrawing13.vml"/><Relationship Id="rId5" Type="http://schemas.openxmlformats.org/officeDocument/2006/relationships/image" Target="../media/image65.wmf"/><Relationship Id="rId4" Type="http://schemas.openxmlformats.org/officeDocument/2006/relationships/oleObject" Target="../embeddings/oleObject23.bin"/></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49.xml"/><Relationship Id="rId2" Type="http://schemas.openxmlformats.org/officeDocument/2006/relationships/slideLayout" Target="../slideLayouts/slideLayout18.xml"/><Relationship Id="rId1" Type="http://schemas.openxmlformats.org/officeDocument/2006/relationships/vmlDrawing" Target="../drawings/vmlDrawing14.vml"/><Relationship Id="rId5" Type="http://schemas.openxmlformats.org/officeDocument/2006/relationships/image" Target="../media/image66.wmf"/><Relationship Id="rId4" Type="http://schemas.openxmlformats.org/officeDocument/2006/relationships/oleObject" Target="../embeddings/oleObject24.bin"/></Relationships>
</file>

<file path=ppt/slides/_rels/slide50.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notesSlide" Target="../notesSlides/notesSlide50.xml"/><Relationship Id="rId1" Type="http://schemas.openxmlformats.org/officeDocument/2006/relationships/slideLayout" Target="../slideLayouts/slideLayout18.xml"/></Relationships>
</file>

<file path=ppt/slides/_rels/slide51.xml.rels><?xml version="1.0" encoding="UTF-8" standalone="yes"?>
<Relationships xmlns="http://schemas.openxmlformats.org/package/2006/relationships"><Relationship Id="rId2" Type="http://schemas.openxmlformats.org/officeDocument/2006/relationships/image" Target="../media/image48.jpeg"/><Relationship Id="rId1" Type="http://schemas.openxmlformats.org/officeDocument/2006/relationships/slideLayout" Target="../slideLayouts/slideLayout18.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8.xml"/></Relationships>
</file>

<file path=ppt/slides/_rels/slide53.xml.rels><?xml version="1.0" encoding="UTF-8" standalone="yes"?>
<Relationships xmlns="http://schemas.openxmlformats.org/package/2006/relationships"><Relationship Id="rId8" Type="http://schemas.openxmlformats.org/officeDocument/2006/relationships/oleObject" Target="../embeddings/oleObject27.bin"/><Relationship Id="rId3" Type="http://schemas.openxmlformats.org/officeDocument/2006/relationships/notesSlide" Target="../notesSlides/notesSlide52.xml"/><Relationship Id="rId7" Type="http://schemas.openxmlformats.org/officeDocument/2006/relationships/image" Target="../media/image68.wmf"/><Relationship Id="rId2" Type="http://schemas.openxmlformats.org/officeDocument/2006/relationships/slideLayout" Target="../slideLayouts/slideLayout18.xml"/><Relationship Id="rId1" Type="http://schemas.openxmlformats.org/officeDocument/2006/relationships/vmlDrawing" Target="../drawings/vmlDrawing15.vml"/><Relationship Id="rId6" Type="http://schemas.openxmlformats.org/officeDocument/2006/relationships/oleObject" Target="../embeddings/oleObject26.bin"/><Relationship Id="rId11" Type="http://schemas.openxmlformats.org/officeDocument/2006/relationships/image" Target="../media/image70.wmf"/><Relationship Id="rId5" Type="http://schemas.openxmlformats.org/officeDocument/2006/relationships/image" Target="../media/image67.wmf"/><Relationship Id="rId10" Type="http://schemas.openxmlformats.org/officeDocument/2006/relationships/oleObject" Target="../embeddings/oleObject28.bin"/><Relationship Id="rId4" Type="http://schemas.openxmlformats.org/officeDocument/2006/relationships/oleObject" Target="../embeddings/oleObject25.bin"/><Relationship Id="rId9" Type="http://schemas.openxmlformats.org/officeDocument/2006/relationships/image" Target="../media/image69.wmf"/></Relationships>
</file>

<file path=ppt/slides/_rels/slide54.xml.rels><?xml version="1.0" encoding="UTF-8" standalone="yes"?>
<Relationships xmlns="http://schemas.openxmlformats.org/package/2006/relationships"><Relationship Id="rId8" Type="http://schemas.openxmlformats.org/officeDocument/2006/relationships/oleObject" Target="../embeddings/oleObject31.bin"/><Relationship Id="rId3" Type="http://schemas.openxmlformats.org/officeDocument/2006/relationships/notesSlide" Target="../notesSlides/notesSlide53.xml"/><Relationship Id="rId7" Type="http://schemas.openxmlformats.org/officeDocument/2006/relationships/image" Target="../media/image72.wmf"/><Relationship Id="rId2" Type="http://schemas.openxmlformats.org/officeDocument/2006/relationships/slideLayout" Target="../slideLayouts/slideLayout18.xml"/><Relationship Id="rId1" Type="http://schemas.openxmlformats.org/officeDocument/2006/relationships/vmlDrawing" Target="../drawings/vmlDrawing16.vml"/><Relationship Id="rId6" Type="http://schemas.openxmlformats.org/officeDocument/2006/relationships/oleObject" Target="../embeddings/oleObject30.bin"/><Relationship Id="rId5" Type="http://schemas.openxmlformats.org/officeDocument/2006/relationships/image" Target="../media/image71.wmf"/><Relationship Id="rId4" Type="http://schemas.openxmlformats.org/officeDocument/2006/relationships/oleObject" Target="../embeddings/oleObject29.bin"/><Relationship Id="rId9" Type="http://schemas.openxmlformats.org/officeDocument/2006/relationships/image" Target="../media/image73.wmf"/></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54.xml"/><Relationship Id="rId2" Type="http://schemas.openxmlformats.org/officeDocument/2006/relationships/slideLayout" Target="../slideLayouts/slideLayout18.xml"/><Relationship Id="rId1" Type="http://schemas.openxmlformats.org/officeDocument/2006/relationships/vmlDrawing" Target="../drawings/vmlDrawing17.vml"/><Relationship Id="rId5" Type="http://schemas.openxmlformats.org/officeDocument/2006/relationships/image" Target="../media/image74.wmf"/><Relationship Id="rId4" Type="http://schemas.openxmlformats.org/officeDocument/2006/relationships/oleObject" Target="../embeddings/oleObject32.bin"/></Relationships>
</file>

<file path=ppt/slides/_rels/slide56.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notesSlide" Target="../notesSlides/notesSlide55.xml"/><Relationship Id="rId1" Type="http://schemas.openxmlformats.org/officeDocument/2006/relationships/slideLayout" Target="../slideLayouts/slideLayout18.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8.xml"/></Relationships>
</file>

<file path=ppt/slides/_rels/slide58.xml.rels><?xml version="1.0" encoding="UTF-8" standalone="yes"?>
<Relationships xmlns="http://schemas.openxmlformats.org/package/2006/relationships"><Relationship Id="rId8" Type="http://schemas.openxmlformats.org/officeDocument/2006/relationships/oleObject" Target="../embeddings/oleObject35.bin"/><Relationship Id="rId3" Type="http://schemas.openxmlformats.org/officeDocument/2006/relationships/notesSlide" Target="../notesSlides/notesSlide57.xml"/><Relationship Id="rId7" Type="http://schemas.openxmlformats.org/officeDocument/2006/relationships/image" Target="../media/image76.wmf"/><Relationship Id="rId2" Type="http://schemas.openxmlformats.org/officeDocument/2006/relationships/slideLayout" Target="../slideLayouts/slideLayout18.xml"/><Relationship Id="rId1" Type="http://schemas.openxmlformats.org/officeDocument/2006/relationships/vmlDrawing" Target="../drawings/vmlDrawing18.vml"/><Relationship Id="rId6" Type="http://schemas.openxmlformats.org/officeDocument/2006/relationships/oleObject" Target="../embeddings/oleObject34.bin"/><Relationship Id="rId5" Type="http://schemas.openxmlformats.org/officeDocument/2006/relationships/image" Target="../media/image75.wmf"/><Relationship Id="rId4" Type="http://schemas.openxmlformats.org/officeDocument/2006/relationships/oleObject" Target="../embeddings/oleObject33.bin"/><Relationship Id="rId9" Type="http://schemas.openxmlformats.org/officeDocument/2006/relationships/image" Target="../media/image77.wmf"/></Relationships>
</file>

<file path=ppt/slides/_rels/slide59.xml.rels><?xml version="1.0" encoding="UTF-8" standalone="yes"?>
<Relationships xmlns="http://schemas.openxmlformats.org/package/2006/relationships"><Relationship Id="rId3" Type="http://schemas.openxmlformats.org/officeDocument/2006/relationships/notesSlide" Target="../notesSlides/notesSlide58.xml"/><Relationship Id="rId2" Type="http://schemas.openxmlformats.org/officeDocument/2006/relationships/slideLayout" Target="../slideLayouts/slideLayout18.xml"/><Relationship Id="rId1" Type="http://schemas.openxmlformats.org/officeDocument/2006/relationships/vmlDrawing" Target="../drawings/vmlDrawing19.vml"/><Relationship Id="rId5" Type="http://schemas.openxmlformats.org/officeDocument/2006/relationships/image" Target="../media/image78.wmf"/><Relationship Id="rId4" Type="http://schemas.openxmlformats.org/officeDocument/2006/relationships/oleObject" Target="../embeddings/oleObject36.bin"/></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8.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8.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8.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8.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8.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7.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8.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8.xml"/></Relationships>
</file>

<file path=ppt/slides/_rels/slide68.xml.rels><?xml version="1.0" encoding="UTF-8" standalone="yes"?>
<Relationships xmlns="http://schemas.openxmlformats.org/package/2006/relationships"><Relationship Id="rId8" Type="http://schemas.openxmlformats.org/officeDocument/2006/relationships/image" Target="../media/image80.wmf"/><Relationship Id="rId3" Type="http://schemas.openxmlformats.org/officeDocument/2006/relationships/notesSlide" Target="../notesSlides/notesSlide67.xml"/><Relationship Id="rId7" Type="http://schemas.openxmlformats.org/officeDocument/2006/relationships/oleObject" Target="../embeddings/oleObject38.bin"/><Relationship Id="rId2" Type="http://schemas.openxmlformats.org/officeDocument/2006/relationships/slideLayout" Target="../slideLayouts/slideLayout18.xml"/><Relationship Id="rId1" Type="http://schemas.openxmlformats.org/officeDocument/2006/relationships/vmlDrawing" Target="../drawings/vmlDrawing20.vml"/><Relationship Id="rId6" Type="http://schemas.openxmlformats.org/officeDocument/2006/relationships/image" Target="../media/image79.wmf"/><Relationship Id="rId5" Type="http://schemas.openxmlformats.org/officeDocument/2006/relationships/oleObject" Target="../embeddings/oleObject37.bin"/><Relationship Id="rId4" Type="http://schemas.openxmlformats.org/officeDocument/2006/relationships/image" Target="../media/image81.jpeg"/></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8.xml"/></Relationships>
</file>

<file path=ppt/slides/_rels/slide70.xml.rels><?xml version="1.0" encoding="UTF-8" standalone="yes"?>
<Relationships xmlns="http://schemas.openxmlformats.org/package/2006/relationships"><Relationship Id="rId3" Type="http://schemas.openxmlformats.org/officeDocument/2006/relationships/image" Target="../media/image82.jpeg"/><Relationship Id="rId2" Type="http://schemas.openxmlformats.org/officeDocument/2006/relationships/notesSlide" Target="../notesSlides/notesSlide69.xml"/><Relationship Id="rId1" Type="http://schemas.openxmlformats.org/officeDocument/2006/relationships/slideLayout" Target="../slideLayouts/slideLayout18.xml"/><Relationship Id="rId4" Type="http://schemas.openxmlformats.org/officeDocument/2006/relationships/image" Target="../media/image81.jpeg"/></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8.xml"/></Relationships>
</file>

<file path=ppt/slides/_rels/slide72.xml.rels><?xml version="1.0" encoding="UTF-8" standalone="yes"?>
<Relationships xmlns="http://schemas.openxmlformats.org/package/2006/relationships"><Relationship Id="rId3" Type="http://schemas.openxmlformats.org/officeDocument/2006/relationships/notesSlide" Target="../notesSlides/notesSlide71.xml"/><Relationship Id="rId2" Type="http://schemas.openxmlformats.org/officeDocument/2006/relationships/slideLayout" Target="../slideLayouts/slideLayout18.xml"/><Relationship Id="rId1" Type="http://schemas.openxmlformats.org/officeDocument/2006/relationships/vmlDrawing" Target="../drawings/vmlDrawing21.vml"/><Relationship Id="rId5" Type="http://schemas.openxmlformats.org/officeDocument/2006/relationships/image" Target="../media/image83.wmf"/><Relationship Id="rId4" Type="http://schemas.openxmlformats.org/officeDocument/2006/relationships/oleObject" Target="../embeddings/oleObject39.bin"/></Relationships>
</file>

<file path=ppt/slides/_rels/slide73.xml.rels><?xml version="1.0" encoding="UTF-8" standalone="yes"?>
<Relationships xmlns="http://schemas.openxmlformats.org/package/2006/relationships"><Relationship Id="rId3" Type="http://schemas.openxmlformats.org/officeDocument/2006/relationships/notesSlide" Target="../notesSlides/notesSlide72.xml"/><Relationship Id="rId2" Type="http://schemas.openxmlformats.org/officeDocument/2006/relationships/slideLayout" Target="../slideLayouts/slideLayout18.xml"/><Relationship Id="rId1" Type="http://schemas.openxmlformats.org/officeDocument/2006/relationships/vmlDrawing" Target="../drawings/vmlDrawing22.vml"/><Relationship Id="rId5" Type="http://schemas.openxmlformats.org/officeDocument/2006/relationships/image" Target="../media/image84.wmf"/><Relationship Id="rId4" Type="http://schemas.openxmlformats.org/officeDocument/2006/relationships/oleObject" Target="../embeddings/oleObject40.bin"/></Relationships>
</file>

<file path=ppt/slides/_rels/slide74.xml.rels><?xml version="1.0" encoding="UTF-8" standalone="yes"?>
<Relationships xmlns="http://schemas.openxmlformats.org/package/2006/relationships"><Relationship Id="rId8" Type="http://schemas.openxmlformats.org/officeDocument/2006/relationships/oleObject" Target="../embeddings/oleObject43.bin"/><Relationship Id="rId3" Type="http://schemas.openxmlformats.org/officeDocument/2006/relationships/notesSlide" Target="../notesSlides/notesSlide73.xml"/><Relationship Id="rId7" Type="http://schemas.openxmlformats.org/officeDocument/2006/relationships/image" Target="../media/image86.wmf"/><Relationship Id="rId2" Type="http://schemas.openxmlformats.org/officeDocument/2006/relationships/slideLayout" Target="../slideLayouts/slideLayout18.xml"/><Relationship Id="rId1" Type="http://schemas.openxmlformats.org/officeDocument/2006/relationships/vmlDrawing" Target="../drawings/vmlDrawing23.vml"/><Relationship Id="rId6" Type="http://schemas.openxmlformats.org/officeDocument/2006/relationships/oleObject" Target="../embeddings/oleObject42.bin"/><Relationship Id="rId5" Type="http://schemas.openxmlformats.org/officeDocument/2006/relationships/image" Target="../media/image85.wmf"/><Relationship Id="rId4" Type="http://schemas.openxmlformats.org/officeDocument/2006/relationships/oleObject" Target="../embeddings/oleObject41.bin"/><Relationship Id="rId9" Type="http://schemas.openxmlformats.org/officeDocument/2006/relationships/image" Target="../media/image87.wmf"/></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18.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18.xml"/></Relationships>
</file>

<file path=ppt/slides/_rels/slide77.xml.rels><?xml version="1.0" encoding="UTF-8" standalone="yes"?>
<Relationships xmlns="http://schemas.openxmlformats.org/package/2006/relationships"><Relationship Id="rId3" Type="http://schemas.openxmlformats.org/officeDocument/2006/relationships/notesSlide" Target="../notesSlides/notesSlide76.xml"/><Relationship Id="rId7" Type="http://schemas.openxmlformats.org/officeDocument/2006/relationships/image" Target="../media/image89.wmf"/><Relationship Id="rId2" Type="http://schemas.openxmlformats.org/officeDocument/2006/relationships/slideLayout" Target="../slideLayouts/slideLayout18.xml"/><Relationship Id="rId1" Type="http://schemas.openxmlformats.org/officeDocument/2006/relationships/vmlDrawing" Target="../drawings/vmlDrawing24.vml"/><Relationship Id="rId6" Type="http://schemas.openxmlformats.org/officeDocument/2006/relationships/oleObject" Target="../embeddings/oleObject45.bin"/><Relationship Id="rId5" Type="http://schemas.openxmlformats.org/officeDocument/2006/relationships/image" Target="../media/image88.wmf"/><Relationship Id="rId4" Type="http://schemas.openxmlformats.org/officeDocument/2006/relationships/oleObject" Target="../embeddings/oleObject44.bin"/></Relationships>
</file>

<file path=ppt/slides/_rels/slide78.xml.rels><?xml version="1.0" encoding="UTF-8" standalone="yes"?>
<Relationships xmlns="http://schemas.openxmlformats.org/package/2006/relationships"><Relationship Id="rId3" Type="http://schemas.openxmlformats.org/officeDocument/2006/relationships/notesSlide" Target="../notesSlides/notesSlide77.xml"/><Relationship Id="rId7" Type="http://schemas.openxmlformats.org/officeDocument/2006/relationships/image" Target="../media/image91.wmf"/><Relationship Id="rId2" Type="http://schemas.openxmlformats.org/officeDocument/2006/relationships/slideLayout" Target="../slideLayouts/slideLayout18.xml"/><Relationship Id="rId1" Type="http://schemas.openxmlformats.org/officeDocument/2006/relationships/vmlDrawing" Target="../drawings/vmlDrawing25.vml"/><Relationship Id="rId6" Type="http://schemas.openxmlformats.org/officeDocument/2006/relationships/oleObject" Target="../embeddings/oleObject47.bin"/><Relationship Id="rId5" Type="http://schemas.openxmlformats.org/officeDocument/2006/relationships/image" Target="../media/image90.wmf"/><Relationship Id="rId4" Type="http://schemas.openxmlformats.org/officeDocument/2006/relationships/oleObject" Target="../embeddings/oleObject46.bin"/></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18.xml"/></Relationships>
</file>

<file path=ppt/slides/_rels/slide80.xml.rels><?xml version="1.0" encoding="UTF-8" standalone="yes"?>
<Relationships xmlns="http://schemas.openxmlformats.org/package/2006/relationships"><Relationship Id="rId3" Type="http://schemas.openxmlformats.org/officeDocument/2006/relationships/notesSlide" Target="../notesSlides/notesSlide79.xml"/><Relationship Id="rId7" Type="http://schemas.openxmlformats.org/officeDocument/2006/relationships/image" Target="../media/image93.wmf"/><Relationship Id="rId2" Type="http://schemas.openxmlformats.org/officeDocument/2006/relationships/slideLayout" Target="../slideLayouts/slideLayout18.xml"/><Relationship Id="rId1" Type="http://schemas.openxmlformats.org/officeDocument/2006/relationships/vmlDrawing" Target="../drawings/vmlDrawing26.vml"/><Relationship Id="rId6" Type="http://schemas.openxmlformats.org/officeDocument/2006/relationships/oleObject" Target="../embeddings/oleObject49.bin"/><Relationship Id="rId5" Type="http://schemas.openxmlformats.org/officeDocument/2006/relationships/image" Target="../media/image92.wmf"/><Relationship Id="rId4" Type="http://schemas.openxmlformats.org/officeDocument/2006/relationships/oleObject" Target="../embeddings/oleObject48.bin"/></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18.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17.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81" name="Text Box 61"/>
          <p:cNvSpPr txBox="1">
            <a:spLocks noChangeArrowheads="1"/>
          </p:cNvSpPr>
          <p:nvPr/>
        </p:nvSpPr>
        <p:spPr bwMode="auto">
          <a:xfrm>
            <a:off x="1869989" y="1811338"/>
            <a:ext cx="5502876"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0"/>
              </a:spcBef>
              <a:spcAft>
                <a:spcPct val="0"/>
              </a:spcAft>
              <a:defRPr kumimoji="1" sz="2400">
                <a:solidFill>
                  <a:schemeClr val="tx1"/>
                </a:solidFill>
                <a:latin typeface="Times New Roman" pitchFamily="18" charset="0"/>
                <a:ea typeface="宋体" charset="-122"/>
              </a:defRPr>
            </a:lvl1pPr>
            <a:lvl2pPr marL="1431925">
              <a:spcBef>
                <a:spcPct val="0"/>
              </a:spcBef>
              <a:spcAft>
                <a:spcPct val="0"/>
              </a:spcAft>
              <a:defRPr kumimoji="1" sz="2400">
                <a:solidFill>
                  <a:schemeClr val="tx1"/>
                </a:solidFill>
                <a:latin typeface="Times New Roman" pitchFamily="18" charset="0"/>
                <a:ea typeface="宋体" charset="-122"/>
              </a:defRPr>
            </a:lvl2pPr>
            <a:lvl3pPr marL="1611313">
              <a:spcBef>
                <a:spcPct val="0"/>
              </a:spcBef>
              <a:spcAft>
                <a:spcPct val="0"/>
              </a:spcAft>
              <a:defRPr kumimoji="1" sz="2400">
                <a:solidFill>
                  <a:schemeClr val="tx1"/>
                </a:solidFill>
                <a:latin typeface="Times New Roman" pitchFamily="18" charset="0"/>
                <a:ea typeface="宋体" charset="-122"/>
              </a:defRPr>
            </a:lvl3pPr>
            <a:lvl4pPr marL="1790700">
              <a:spcBef>
                <a:spcPct val="0"/>
              </a:spcBef>
              <a:spcAft>
                <a:spcPct val="0"/>
              </a:spcAft>
              <a:defRPr kumimoji="1" sz="2400">
                <a:solidFill>
                  <a:schemeClr val="tx1"/>
                </a:solidFill>
                <a:latin typeface="Times New Roman" pitchFamily="18" charset="0"/>
                <a:ea typeface="宋体" charset="-122"/>
              </a:defRPr>
            </a:lvl4pPr>
            <a:lvl5pPr marL="1970088">
              <a:spcBef>
                <a:spcPct val="0"/>
              </a:spcBef>
              <a:spcAft>
                <a:spcPct val="0"/>
              </a:spcAft>
              <a:defRPr kumimoji="1" sz="2400">
                <a:solidFill>
                  <a:schemeClr val="tx1"/>
                </a:solidFill>
                <a:latin typeface="Times New Roman" pitchFamily="18" charset="0"/>
                <a:ea typeface="宋体" charset="-122"/>
              </a:defRPr>
            </a:lvl5pPr>
            <a:lvl6pPr marL="2427288" fontAlgn="base">
              <a:spcBef>
                <a:spcPct val="0"/>
              </a:spcBef>
              <a:spcAft>
                <a:spcPct val="0"/>
              </a:spcAft>
              <a:defRPr kumimoji="1" sz="2400">
                <a:solidFill>
                  <a:schemeClr val="tx1"/>
                </a:solidFill>
                <a:latin typeface="Times New Roman" pitchFamily="18" charset="0"/>
                <a:ea typeface="宋体" charset="-122"/>
              </a:defRPr>
            </a:lvl6pPr>
            <a:lvl7pPr marL="2884488" fontAlgn="base">
              <a:spcBef>
                <a:spcPct val="0"/>
              </a:spcBef>
              <a:spcAft>
                <a:spcPct val="0"/>
              </a:spcAft>
              <a:defRPr kumimoji="1" sz="2400">
                <a:solidFill>
                  <a:schemeClr val="tx1"/>
                </a:solidFill>
                <a:latin typeface="Times New Roman" pitchFamily="18" charset="0"/>
                <a:ea typeface="宋体" charset="-122"/>
              </a:defRPr>
            </a:lvl7pPr>
            <a:lvl8pPr marL="3341688" fontAlgn="base">
              <a:spcBef>
                <a:spcPct val="0"/>
              </a:spcBef>
              <a:spcAft>
                <a:spcPct val="0"/>
              </a:spcAft>
              <a:defRPr kumimoji="1" sz="2400">
                <a:solidFill>
                  <a:schemeClr val="tx1"/>
                </a:solidFill>
                <a:latin typeface="Times New Roman" pitchFamily="18" charset="0"/>
                <a:ea typeface="宋体" charset="-122"/>
              </a:defRPr>
            </a:lvl8pPr>
            <a:lvl9pPr marL="3798888" fontAlgn="base">
              <a:spcBef>
                <a:spcPct val="0"/>
              </a:spcBef>
              <a:spcAft>
                <a:spcPct val="0"/>
              </a:spcAft>
              <a:defRPr kumimoji="1" sz="2400">
                <a:solidFill>
                  <a:schemeClr val="tx1"/>
                </a:solidFill>
                <a:latin typeface="Times New Roman" pitchFamily="18" charset="0"/>
                <a:ea typeface="宋体" charset="-122"/>
              </a:defRPr>
            </a:lvl9pPr>
          </a:lstStyle>
          <a:p>
            <a:pPr algn="ctr">
              <a:lnSpc>
                <a:spcPct val="100000"/>
              </a:lnSpc>
            </a:pPr>
            <a:r>
              <a:rPr lang="zh-CN" altLang="en-US" sz="4400" b="1" dirty="0" smtClean="0">
                <a:solidFill>
                  <a:srgbClr val="000066"/>
                </a:solidFill>
                <a:latin typeface="黑体" pitchFamily="2" charset="-122"/>
                <a:ea typeface="黑体" pitchFamily="2" charset="-122"/>
                <a:sym typeface="Symbol" pitchFamily="18" charset="2"/>
              </a:rPr>
              <a:t>土坡稳定分析</a:t>
            </a:r>
            <a:endParaRPr lang="zh-CN" altLang="en-US" sz="4400" b="1" dirty="0">
              <a:solidFill>
                <a:srgbClr val="000066"/>
              </a:solidFill>
              <a:latin typeface="黑体" pitchFamily="2" charset="-122"/>
              <a:ea typeface="黑体" pitchFamily="2" charset="-122"/>
              <a:sym typeface="Symbol" pitchFamily="18" charset="2"/>
            </a:endParaRPr>
          </a:p>
        </p:txBody>
      </p:sp>
      <p:sp>
        <p:nvSpPr>
          <p:cNvPr id="21" name="Text Box 6"/>
          <p:cNvSpPr txBox="1">
            <a:spLocks noChangeArrowheads="1"/>
          </p:cNvSpPr>
          <p:nvPr/>
        </p:nvSpPr>
        <p:spPr bwMode="auto">
          <a:xfrm>
            <a:off x="3849688" y="3218503"/>
            <a:ext cx="211772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zh-CN" altLang="en-US" sz="3200" b="1" dirty="0">
                <a:solidFill>
                  <a:srgbClr val="000066"/>
                </a:solidFill>
                <a:latin typeface="幼圆" pitchFamily="49" charset="-122"/>
                <a:ea typeface="幼圆" pitchFamily="49" charset="-122"/>
              </a:rPr>
              <a:t>张 丙 印</a:t>
            </a:r>
          </a:p>
        </p:txBody>
      </p:sp>
      <p:sp>
        <p:nvSpPr>
          <p:cNvPr id="22" name="Text Box 59"/>
          <p:cNvSpPr txBox="1">
            <a:spLocks noChangeArrowheads="1"/>
          </p:cNvSpPr>
          <p:nvPr/>
        </p:nvSpPr>
        <p:spPr bwMode="auto">
          <a:xfrm>
            <a:off x="2519465" y="822480"/>
            <a:ext cx="31877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en-US" altLang="zh-CN" sz="2400" b="1" dirty="0" smtClean="0">
                <a:solidFill>
                  <a:srgbClr val="990000"/>
                </a:solidFill>
                <a:latin typeface="黑体" pitchFamily="2" charset="-122"/>
                <a:ea typeface="黑体" pitchFamily="2" charset="-122"/>
              </a:rPr>
              <a:t>《</a:t>
            </a:r>
            <a:r>
              <a:rPr kumimoji="1" lang="zh-CN" altLang="en-US" sz="2400" b="1" dirty="0" smtClean="0">
                <a:solidFill>
                  <a:srgbClr val="990000"/>
                </a:solidFill>
                <a:latin typeface="黑体" pitchFamily="2" charset="-122"/>
                <a:ea typeface="黑体" pitchFamily="2" charset="-122"/>
              </a:rPr>
              <a:t>土力学</a:t>
            </a:r>
            <a:r>
              <a:rPr kumimoji="1" lang="en-US" altLang="zh-CN" sz="2400" b="1" dirty="0" smtClean="0">
                <a:solidFill>
                  <a:srgbClr val="990000"/>
                </a:solidFill>
                <a:latin typeface="黑体" pitchFamily="2" charset="-122"/>
                <a:ea typeface="黑体" pitchFamily="2" charset="-122"/>
              </a:rPr>
              <a:t>》</a:t>
            </a:r>
            <a:r>
              <a:rPr kumimoji="1" lang="zh-CN" altLang="en-US" sz="2400" b="1" dirty="0">
                <a:solidFill>
                  <a:srgbClr val="990000"/>
                </a:solidFill>
                <a:latin typeface="黑体" pitchFamily="2" charset="-122"/>
                <a:ea typeface="黑体" pitchFamily="2" charset="-122"/>
              </a:rPr>
              <a:t>之</a:t>
            </a:r>
            <a:r>
              <a:rPr kumimoji="1" lang="zh-CN" altLang="en-US" sz="2400" b="1" dirty="0" smtClean="0">
                <a:solidFill>
                  <a:srgbClr val="990000"/>
                </a:solidFill>
                <a:latin typeface="黑体" pitchFamily="2" charset="-122"/>
                <a:ea typeface="黑体" pitchFamily="2" charset="-122"/>
              </a:rPr>
              <a:t>第七章</a:t>
            </a:r>
            <a:endParaRPr kumimoji="1" lang="zh-CN" altLang="en-US" sz="2400" b="1" dirty="0">
              <a:solidFill>
                <a:srgbClr val="990000"/>
              </a:solidFill>
              <a:latin typeface="黑体" pitchFamily="2" charset="-122"/>
              <a:ea typeface="黑体" pitchFamily="2" charset="-122"/>
            </a:endParaRPr>
          </a:p>
        </p:txBody>
      </p:sp>
      <p:sp>
        <p:nvSpPr>
          <p:cNvPr id="23" name="Rectangle 2"/>
          <p:cNvSpPr>
            <a:spLocks noChangeArrowheads="1"/>
          </p:cNvSpPr>
          <p:nvPr/>
        </p:nvSpPr>
        <p:spPr bwMode="auto">
          <a:xfrm>
            <a:off x="1602555" y="4390958"/>
            <a:ext cx="6424613"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25000"/>
              </a:lnSpc>
              <a:spcBef>
                <a:spcPct val="0"/>
              </a:spcBef>
              <a:spcAft>
                <a:spcPct val="0"/>
              </a:spcAft>
              <a:tabLst>
                <a:tab pos="1620838" algn="l"/>
              </a:tabLst>
            </a:pPr>
            <a:r>
              <a:rPr kumimoji="1" lang="zh-CN" altLang="en-US" sz="2400" b="1" dirty="0">
                <a:solidFill>
                  <a:srgbClr val="660066"/>
                </a:solidFill>
                <a:latin typeface="幼圆" pitchFamily="49" charset="-122"/>
                <a:ea typeface="幼圆" pitchFamily="49" charset="-122"/>
              </a:rPr>
              <a:t>	</a:t>
            </a:r>
            <a:r>
              <a:rPr kumimoji="1" lang="zh-CN" altLang="en-US" sz="3200" b="1" dirty="0" smtClean="0">
                <a:solidFill>
                  <a:srgbClr val="660066"/>
                </a:solidFill>
                <a:latin typeface="黑体" pitchFamily="2" charset="-122"/>
                <a:ea typeface="黑体" pitchFamily="2" charset="-122"/>
              </a:rPr>
              <a:t>清华大学水利系      </a:t>
            </a:r>
            <a:endParaRPr kumimoji="1" lang="zh-CN" altLang="en-US" sz="3200" b="1" dirty="0">
              <a:solidFill>
                <a:srgbClr val="660066"/>
              </a:solidFill>
              <a:latin typeface="黑体" pitchFamily="2" charset="-122"/>
              <a:ea typeface="黑体" pitchFamily="2" charset="-122"/>
            </a:endParaRPr>
          </a:p>
          <a:p>
            <a:pPr>
              <a:lnSpc>
                <a:spcPct val="125000"/>
              </a:lnSpc>
              <a:spcBef>
                <a:spcPct val="0"/>
              </a:spcBef>
              <a:spcAft>
                <a:spcPct val="0"/>
              </a:spcAft>
              <a:tabLst>
                <a:tab pos="1620838" algn="l"/>
              </a:tabLst>
            </a:pPr>
            <a:r>
              <a:rPr kumimoji="1" lang="zh-CN" altLang="en-US" sz="3200" b="1" dirty="0">
                <a:solidFill>
                  <a:srgbClr val="660066"/>
                </a:solidFill>
                <a:latin typeface="黑体" pitchFamily="2" charset="-122"/>
                <a:ea typeface="黑体" pitchFamily="2" charset="-122"/>
              </a:rPr>
              <a:t>      	</a:t>
            </a:r>
            <a:r>
              <a:rPr kumimoji="1" lang="zh-CN" altLang="en-US" sz="3200" b="1" dirty="0" smtClean="0">
                <a:solidFill>
                  <a:srgbClr val="660066"/>
                </a:solidFill>
                <a:latin typeface="黑体" pitchFamily="2" charset="-122"/>
                <a:ea typeface="黑体" pitchFamily="2" charset="-122"/>
              </a:rPr>
              <a:t>岩土工程研究所</a:t>
            </a:r>
            <a:endParaRPr kumimoji="1" lang="zh-CN" altLang="en-US" sz="3200" b="1" dirty="0">
              <a:solidFill>
                <a:srgbClr val="660066"/>
              </a:solidFill>
              <a:latin typeface="黑体" pitchFamily="2" charset="-122"/>
              <a:ea typeface="黑体" pitchFamily="2" charset="-122"/>
            </a:endParaRP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7"/>
          <p:cNvSpPr txBox="1">
            <a:spLocks noChangeArrowheads="1"/>
          </p:cNvSpPr>
          <p:nvPr/>
        </p:nvSpPr>
        <p:spPr bwMode="auto">
          <a:xfrm>
            <a:off x="0" y="0"/>
            <a:ext cx="3689350"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zh-CN" altLang="en-US" sz="2000" b="1" kern="900" spc="-140" dirty="0" smtClean="0">
                <a:solidFill>
                  <a:srgbClr val="C00000"/>
                </a:solidFill>
                <a:latin typeface="宋体" pitchFamily="2" charset="-122"/>
              </a:rPr>
              <a:t>第七章：本章概要</a:t>
            </a:r>
            <a:r>
              <a:rPr lang="zh-CN" altLang="en-US" sz="2000" kern="900" spc="-140" dirty="0" smtClean="0">
                <a:solidFill>
                  <a:srgbClr val="C00000"/>
                </a:solidFill>
                <a:latin typeface="宋体" pitchFamily="2" charset="-122"/>
              </a:rPr>
              <a:t> </a:t>
            </a:r>
            <a:endParaRPr lang="zh-CN" altLang="en-US" sz="2000" kern="900" spc="-140" dirty="0">
              <a:solidFill>
                <a:srgbClr val="C00000"/>
              </a:solidFill>
              <a:latin typeface="宋体" pitchFamily="2" charset="-122"/>
            </a:endParaRPr>
          </a:p>
        </p:txBody>
      </p:sp>
      <p:sp>
        <p:nvSpPr>
          <p:cNvPr id="8" name="Text Box 12"/>
          <p:cNvSpPr txBox="1">
            <a:spLocks noChangeArrowheads="1"/>
          </p:cNvSpPr>
          <p:nvPr/>
        </p:nvSpPr>
        <p:spPr bwMode="auto">
          <a:xfrm>
            <a:off x="1073150" y="2286000"/>
            <a:ext cx="2651125" cy="2560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20000"/>
              </a:lnSpc>
              <a:spcBef>
                <a:spcPct val="0"/>
              </a:spcBef>
              <a:spcAft>
                <a:spcPct val="0"/>
              </a:spcAft>
              <a:buFont typeface="Wingdings" pitchFamily="2" charset="2"/>
              <a:buChar char="²"/>
            </a:pPr>
            <a:r>
              <a:rPr lang="zh-CN" altLang="en-US" sz="2800" b="1" dirty="0">
                <a:solidFill>
                  <a:srgbClr val="A50021"/>
                </a:solidFill>
                <a:latin typeface="幼圆" pitchFamily="49" charset="-122"/>
                <a:ea typeface="幼圆" pitchFamily="49" charset="-122"/>
              </a:rPr>
              <a:t> 本章提要</a:t>
            </a:r>
          </a:p>
          <a:p>
            <a:pPr eaLnBrk="1" hangingPunct="1">
              <a:lnSpc>
                <a:spcPct val="120000"/>
              </a:lnSpc>
              <a:spcBef>
                <a:spcPct val="45000"/>
              </a:spcBef>
              <a:spcAft>
                <a:spcPct val="110000"/>
              </a:spcAft>
              <a:buFont typeface="Wingdings" pitchFamily="2" charset="2"/>
              <a:buChar char="²"/>
            </a:pPr>
            <a:endParaRPr lang="zh-CN" altLang="en-US" sz="2400" b="1" dirty="0">
              <a:solidFill>
                <a:srgbClr val="A50021"/>
              </a:solidFill>
              <a:latin typeface="幼圆" pitchFamily="49" charset="-122"/>
              <a:ea typeface="幼圆" pitchFamily="49" charset="-122"/>
            </a:endParaRPr>
          </a:p>
          <a:p>
            <a:pPr eaLnBrk="1" hangingPunct="1">
              <a:lnSpc>
                <a:spcPct val="120000"/>
              </a:lnSpc>
              <a:spcBef>
                <a:spcPct val="0"/>
              </a:spcBef>
              <a:spcAft>
                <a:spcPct val="0"/>
              </a:spcAft>
              <a:buFont typeface="Wingdings" pitchFamily="2" charset="2"/>
              <a:buChar char="²"/>
            </a:pPr>
            <a:endParaRPr lang="zh-CN" altLang="en-US" sz="2400" b="1" dirty="0">
              <a:solidFill>
                <a:srgbClr val="A50021"/>
              </a:solidFill>
              <a:latin typeface="幼圆" pitchFamily="49" charset="-122"/>
              <a:ea typeface="幼圆" pitchFamily="49" charset="-122"/>
            </a:endParaRPr>
          </a:p>
          <a:p>
            <a:pPr eaLnBrk="1" hangingPunct="1">
              <a:lnSpc>
                <a:spcPct val="120000"/>
              </a:lnSpc>
              <a:spcBef>
                <a:spcPct val="0"/>
              </a:spcBef>
              <a:spcAft>
                <a:spcPct val="0"/>
              </a:spcAft>
              <a:buFont typeface="Wingdings" pitchFamily="2" charset="2"/>
              <a:buChar char="²"/>
            </a:pPr>
            <a:r>
              <a:rPr lang="zh-CN" altLang="en-US" sz="2800" b="1" dirty="0">
                <a:solidFill>
                  <a:srgbClr val="A50021"/>
                </a:solidFill>
                <a:latin typeface="幼圆" pitchFamily="49" charset="-122"/>
                <a:ea typeface="幼圆" pitchFamily="49" charset="-122"/>
              </a:rPr>
              <a:t> 学习难点</a:t>
            </a:r>
            <a:endParaRPr lang="en-US" altLang="zh-CN" sz="2400" b="1" dirty="0">
              <a:solidFill>
                <a:srgbClr val="A50021"/>
              </a:solidFill>
              <a:latin typeface="幼圆" pitchFamily="49" charset="-122"/>
              <a:ea typeface="幼圆" pitchFamily="49" charset="-122"/>
            </a:endParaRPr>
          </a:p>
        </p:txBody>
      </p:sp>
      <p:sp>
        <p:nvSpPr>
          <p:cNvPr id="9" name="Text Box 13"/>
          <p:cNvSpPr txBox="1">
            <a:spLocks noChangeArrowheads="1"/>
          </p:cNvSpPr>
          <p:nvPr/>
        </p:nvSpPr>
        <p:spPr bwMode="auto">
          <a:xfrm>
            <a:off x="1865313" y="954088"/>
            <a:ext cx="535622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1252538" indent="-1252538"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zh-CN" altLang="en-US" sz="3200" b="1" dirty="0" smtClean="0">
                <a:solidFill>
                  <a:srgbClr val="000066"/>
                </a:solidFill>
                <a:latin typeface="黑体" pitchFamily="2" charset="-122"/>
                <a:ea typeface="黑体" pitchFamily="2" charset="-122"/>
              </a:rPr>
              <a:t>第七章</a:t>
            </a:r>
            <a:r>
              <a:rPr lang="zh-CN" altLang="en-US" sz="3200" b="1" dirty="0">
                <a:solidFill>
                  <a:srgbClr val="000066"/>
                </a:solidFill>
                <a:latin typeface="黑体" pitchFamily="2" charset="-122"/>
                <a:ea typeface="黑体" pitchFamily="2" charset="-122"/>
              </a:rPr>
              <a:t>：土坡稳定</a:t>
            </a:r>
            <a:r>
              <a:rPr lang="zh-CN" altLang="en-US" sz="3200" b="1" dirty="0" smtClean="0">
                <a:solidFill>
                  <a:srgbClr val="000066"/>
                </a:solidFill>
                <a:latin typeface="黑体" pitchFamily="2" charset="-122"/>
                <a:ea typeface="黑体" pitchFamily="2" charset="-122"/>
              </a:rPr>
              <a:t>分析</a:t>
            </a:r>
            <a:endParaRPr lang="zh-CN" altLang="en-US" sz="3200" b="1" dirty="0">
              <a:solidFill>
                <a:srgbClr val="000066"/>
              </a:solidFill>
              <a:latin typeface="黑体" pitchFamily="2" charset="-122"/>
              <a:ea typeface="黑体" pitchFamily="2" charset="-122"/>
            </a:endParaRPr>
          </a:p>
        </p:txBody>
      </p:sp>
      <p:sp>
        <p:nvSpPr>
          <p:cNvPr id="10" name="Text Box 14"/>
          <p:cNvSpPr txBox="1">
            <a:spLocks noChangeArrowheads="1"/>
          </p:cNvSpPr>
          <p:nvPr/>
        </p:nvSpPr>
        <p:spPr bwMode="auto">
          <a:xfrm>
            <a:off x="3379788" y="2081213"/>
            <a:ext cx="5111069" cy="31947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20000"/>
              </a:lnSpc>
              <a:spcBef>
                <a:spcPct val="0"/>
              </a:spcBef>
              <a:spcAft>
                <a:spcPct val="0"/>
              </a:spcAft>
              <a:buClr>
                <a:srgbClr val="A50021"/>
              </a:buClr>
              <a:buFontTx/>
              <a:buChar char="•"/>
            </a:pPr>
            <a:r>
              <a:rPr kumimoji="1" lang="zh-CN" altLang="en-US" sz="2400" b="1" dirty="0" smtClean="0">
                <a:solidFill>
                  <a:srgbClr val="000066"/>
                </a:solidFill>
                <a:ea typeface="幼圆" pitchFamily="49" charset="-122"/>
              </a:rPr>
              <a:t>  无</a:t>
            </a:r>
            <a:r>
              <a:rPr kumimoji="1" lang="zh-CN" altLang="en-US" sz="2400" b="1" dirty="0">
                <a:solidFill>
                  <a:srgbClr val="000066"/>
                </a:solidFill>
                <a:ea typeface="幼圆" pitchFamily="49" charset="-122"/>
              </a:rPr>
              <a:t>黏性</a:t>
            </a:r>
            <a:r>
              <a:rPr kumimoji="1" lang="zh-CN" altLang="en-US" sz="2400" b="1" dirty="0" smtClean="0">
                <a:solidFill>
                  <a:srgbClr val="000066"/>
                </a:solidFill>
                <a:ea typeface="幼圆" pitchFamily="49" charset="-122"/>
              </a:rPr>
              <a:t>土坡的稳定分析</a:t>
            </a:r>
            <a:endParaRPr kumimoji="1" lang="zh-CN" altLang="en-US" sz="2400" b="1" dirty="0">
              <a:solidFill>
                <a:srgbClr val="000066"/>
              </a:solidFill>
              <a:ea typeface="幼圆" pitchFamily="49" charset="-122"/>
            </a:endParaRPr>
          </a:p>
          <a:p>
            <a:pPr eaLnBrk="1" hangingPunct="1">
              <a:lnSpc>
                <a:spcPct val="120000"/>
              </a:lnSpc>
              <a:spcBef>
                <a:spcPct val="0"/>
              </a:spcBef>
              <a:spcAft>
                <a:spcPct val="0"/>
              </a:spcAft>
              <a:buClr>
                <a:srgbClr val="A50021"/>
              </a:buClr>
              <a:buFontTx/>
              <a:buChar char="•"/>
            </a:pPr>
            <a:r>
              <a:rPr kumimoji="1" lang="zh-CN" altLang="en-US" sz="2400" b="1" dirty="0" smtClean="0">
                <a:solidFill>
                  <a:srgbClr val="000066"/>
                </a:solidFill>
                <a:ea typeface="幼圆" pitchFamily="49" charset="-122"/>
                <a:cs typeface="Times New Roman" panose="02020603050405020304" pitchFamily="18" charset="0"/>
              </a:rPr>
              <a:t>  黏性土坡的稳定分析</a:t>
            </a:r>
            <a:endParaRPr kumimoji="1" lang="en-US" altLang="zh-CN" sz="2400" b="1" dirty="0" smtClean="0">
              <a:solidFill>
                <a:srgbClr val="000066"/>
              </a:solidFill>
              <a:ea typeface="幼圆" pitchFamily="49" charset="-122"/>
              <a:cs typeface="Times New Roman" panose="02020603050405020304" pitchFamily="18" charset="0"/>
            </a:endParaRPr>
          </a:p>
          <a:p>
            <a:pPr eaLnBrk="1" hangingPunct="1">
              <a:lnSpc>
                <a:spcPct val="120000"/>
              </a:lnSpc>
              <a:spcBef>
                <a:spcPct val="0"/>
              </a:spcBef>
              <a:spcAft>
                <a:spcPct val="0"/>
              </a:spcAft>
              <a:buClr>
                <a:srgbClr val="A50021"/>
              </a:buClr>
              <a:buFontTx/>
              <a:buChar char="•"/>
            </a:pPr>
            <a:r>
              <a:rPr kumimoji="1" lang="zh-CN" altLang="en-US" sz="2400" b="1" dirty="0" smtClean="0">
                <a:solidFill>
                  <a:srgbClr val="000066"/>
                </a:solidFill>
                <a:ea typeface="幼圆" pitchFamily="49" charset="-122"/>
              </a:rPr>
              <a:t>  稳定分析的总应力和有效应力法</a:t>
            </a:r>
            <a:endParaRPr kumimoji="1" lang="zh-CN" altLang="en-US" sz="2400" b="1" dirty="0">
              <a:solidFill>
                <a:srgbClr val="000066"/>
              </a:solidFill>
              <a:ea typeface="幼圆" pitchFamily="49" charset="-122"/>
            </a:endParaRPr>
          </a:p>
          <a:p>
            <a:pPr eaLnBrk="1" hangingPunct="1">
              <a:lnSpc>
                <a:spcPct val="120000"/>
              </a:lnSpc>
              <a:spcBef>
                <a:spcPct val="0"/>
              </a:spcBef>
              <a:spcAft>
                <a:spcPct val="0"/>
              </a:spcAft>
              <a:buClr>
                <a:srgbClr val="A50021"/>
              </a:buClr>
              <a:buFontTx/>
              <a:buChar char="•"/>
            </a:pPr>
            <a:endParaRPr kumimoji="1" lang="zh-CN" altLang="en-US" sz="2400" b="1" dirty="0">
              <a:solidFill>
                <a:srgbClr val="000066"/>
              </a:solidFill>
              <a:ea typeface="幼圆" pitchFamily="49" charset="-122"/>
            </a:endParaRPr>
          </a:p>
          <a:p>
            <a:pPr eaLnBrk="1" hangingPunct="1">
              <a:lnSpc>
                <a:spcPct val="120000"/>
              </a:lnSpc>
              <a:spcBef>
                <a:spcPct val="0"/>
              </a:spcBef>
              <a:spcAft>
                <a:spcPct val="0"/>
              </a:spcAft>
              <a:buClr>
                <a:srgbClr val="A50021"/>
              </a:buClr>
              <a:buFontTx/>
              <a:buChar char="•"/>
            </a:pPr>
            <a:r>
              <a:rPr kumimoji="1" lang="zh-CN" altLang="en-US" sz="2400" b="1" dirty="0" smtClean="0">
                <a:solidFill>
                  <a:srgbClr val="000066"/>
                </a:solidFill>
                <a:ea typeface="幼圆" pitchFamily="49" charset="-122"/>
              </a:rPr>
              <a:t>  条分法基本原理</a:t>
            </a:r>
            <a:endParaRPr lang="zh-CN" altLang="en-US" sz="2400" b="1" dirty="0">
              <a:solidFill>
                <a:srgbClr val="000066"/>
              </a:solidFill>
              <a:latin typeface="幼圆" pitchFamily="49" charset="-122"/>
              <a:ea typeface="幼圆" pitchFamily="49" charset="-122"/>
            </a:endParaRPr>
          </a:p>
          <a:p>
            <a:pPr eaLnBrk="1" hangingPunct="1">
              <a:lnSpc>
                <a:spcPct val="120000"/>
              </a:lnSpc>
              <a:spcBef>
                <a:spcPct val="0"/>
              </a:spcBef>
              <a:spcAft>
                <a:spcPct val="0"/>
              </a:spcAft>
              <a:buClr>
                <a:srgbClr val="A50021"/>
              </a:buClr>
              <a:buFontTx/>
              <a:buChar char="•"/>
            </a:pPr>
            <a:r>
              <a:rPr kumimoji="1" lang="zh-CN" altLang="en-US" sz="2400" b="1" dirty="0" smtClean="0">
                <a:solidFill>
                  <a:srgbClr val="000066"/>
                </a:solidFill>
                <a:ea typeface="幼圆" pitchFamily="49" charset="-122"/>
              </a:rPr>
              <a:t>  有渗流土坡的稳定分析</a:t>
            </a:r>
            <a:endParaRPr kumimoji="1" lang="zh-CN" altLang="en-US" sz="2400" b="1" dirty="0">
              <a:solidFill>
                <a:srgbClr val="000066"/>
              </a:solidFill>
              <a:ea typeface="幼圆" pitchFamily="49" charset="-122"/>
            </a:endParaRPr>
          </a:p>
          <a:p>
            <a:pPr eaLnBrk="1" hangingPunct="1">
              <a:lnSpc>
                <a:spcPct val="120000"/>
              </a:lnSpc>
              <a:spcBef>
                <a:spcPct val="0"/>
              </a:spcBef>
              <a:spcAft>
                <a:spcPct val="0"/>
              </a:spcAft>
              <a:buClr>
                <a:srgbClr val="A50021"/>
              </a:buClr>
              <a:buFontTx/>
              <a:buChar char="•"/>
            </a:pPr>
            <a:r>
              <a:rPr kumimoji="1" lang="zh-CN" altLang="en-US" sz="2400" b="1" dirty="0" smtClean="0">
                <a:solidFill>
                  <a:srgbClr val="000066"/>
                </a:solidFill>
                <a:ea typeface="幼圆" pitchFamily="49" charset="-122"/>
              </a:rPr>
              <a:t>  稳定</a:t>
            </a:r>
            <a:r>
              <a:rPr kumimoji="1" lang="zh-CN" altLang="en-US" sz="2400" b="1" dirty="0">
                <a:solidFill>
                  <a:srgbClr val="000066"/>
                </a:solidFill>
                <a:ea typeface="幼圆" pitchFamily="49" charset="-122"/>
              </a:rPr>
              <a:t>分析应采用的强度指标</a:t>
            </a:r>
          </a:p>
        </p:txBody>
      </p:sp>
      <p:sp>
        <p:nvSpPr>
          <p:cNvPr id="11"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2</a:t>
            </a:fld>
            <a:endParaRPr lang="zh-CN" altLang="en-US" dirty="0">
              <a:solidFill>
                <a:srgbClr val="C00000"/>
              </a:solidFill>
            </a:endParaRPr>
          </a:p>
        </p:txBody>
      </p:sp>
    </p:spTree>
  </p:cSld>
  <p:clrMapOvr>
    <a:masterClrMapping/>
  </p:clrMapOvr>
  <p:transition spd="med">
    <p:wipe dir="d"/>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549275" y="679450"/>
            <a:ext cx="1423988" cy="1516063"/>
            <a:chOff x="6502400" y="546100"/>
            <a:chExt cx="1423988" cy="1516063"/>
          </a:xfrm>
        </p:grpSpPr>
        <p:sp>
          <p:nvSpPr>
            <p:cNvPr id="1447938" name="AutoShape 2"/>
            <p:cNvSpPr>
              <a:spLocks noChangeArrowheads="1"/>
            </p:cNvSpPr>
            <p:nvPr/>
          </p:nvSpPr>
          <p:spPr bwMode="auto">
            <a:xfrm>
              <a:off x="7008813" y="1212850"/>
              <a:ext cx="371475" cy="849313"/>
            </a:xfrm>
            <a:prstGeom prst="cube">
              <a:avLst>
                <a:gd name="adj" fmla="val 25000"/>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47939" name="Freeform 3"/>
            <p:cNvSpPr>
              <a:spLocks/>
            </p:cNvSpPr>
            <p:nvPr/>
          </p:nvSpPr>
          <p:spPr bwMode="auto">
            <a:xfrm flipH="1">
              <a:off x="6502400" y="546100"/>
              <a:ext cx="1423988" cy="950913"/>
            </a:xfrm>
            <a:custGeom>
              <a:avLst/>
              <a:gdLst>
                <a:gd name="T0" fmla="*/ 130 w 783"/>
                <a:gd name="T1" fmla="*/ 133 h 551"/>
                <a:gd name="T2" fmla="*/ 293 w 783"/>
                <a:gd name="T3" fmla="*/ 108 h 551"/>
                <a:gd name="T4" fmla="*/ 520 w 783"/>
                <a:gd name="T5" fmla="*/ 56 h 551"/>
                <a:gd name="T6" fmla="*/ 686 w 783"/>
                <a:gd name="T7" fmla="*/ 12 h 551"/>
                <a:gd name="T8" fmla="*/ 763 w 783"/>
                <a:gd name="T9" fmla="*/ 130 h 551"/>
                <a:gd name="T10" fmla="*/ 779 w 783"/>
                <a:gd name="T11" fmla="*/ 338 h 551"/>
                <a:gd name="T12" fmla="*/ 738 w 783"/>
                <a:gd name="T13" fmla="*/ 504 h 551"/>
                <a:gd name="T14" fmla="*/ 507 w 783"/>
                <a:gd name="T15" fmla="*/ 546 h 551"/>
                <a:gd name="T16" fmla="*/ 238 w 783"/>
                <a:gd name="T17" fmla="*/ 533 h 551"/>
                <a:gd name="T18" fmla="*/ 37 w 783"/>
                <a:gd name="T19" fmla="*/ 469 h 551"/>
                <a:gd name="T20" fmla="*/ 14 w 783"/>
                <a:gd name="T21" fmla="*/ 296 h 551"/>
                <a:gd name="T22" fmla="*/ 46 w 783"/>
                <a:gd name="T23" fmla="*/ 178 h 551"/>
                <a:gd name="T24" fmla="*/ 130 w 783"/>
                <a:gd name="T25" fmla="*/ 133 h 5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3" h="551">
                  <a:moveTo>
                    <a:pt x="130" y="133"/>
                  </a:moveTo>
                  <a:cubicBezTo>
                    <a:pt x="171" y="121"/>
                    <a:pt x="228" y="121"/>
                    <a:pt x="293" y="108"/>
                  </a:cubicBezTo>
                  <a:cubicBezTo>
                    <a:pt x="358" y="95"/>
                    <a:pt x="455" y="72"/>
                    <a:pt x="520" y="56"/>
                  </a:cubicBezTo>
                  <a:cubicBezTo>
                    <a:pt x="585" y="40"/>
                    <a:pt x="646" y="0"/>
                    <a:pt x="686" y="12"/>
                  </a:cubicBezTo>
                  <a:cubicBezTo>
                    <a:pt x="726" y="24"/>
                    <a:pt x="748" y="76"/>
                    <a:pt x="763" y="130"/>
                  </a:cubicBezTo>
                  <a:cubicBezTo>
                    <a:pt x="778" y="184"/>
                    <a:pt x="783" y="276"/>
                    <a:pt x="779" y="338"/>
                  </a:cubicBezTo>
                  <a:cubicBezTo>
                    <a:pt x="775" y="400"/>
                    <a:pt x="783" y="469"/>
                    <a:pt x="738" y="504"/>
                  </a:cubicBezTo>
                  <a:cubicBezTo>
                    <a:pt x="693" y="539"/>
                    <a:pt x="590" y="541"/>
                    <a:pt x="507" y="546"/>
                  </a:cubicBezTo>
                  <a:cubicBezTo>
                    <a:pt x="424" y="551"/>
                    <a:pt x="316" y="546"/>
                    <a:pt x="238" y="533"/>
                  </a:cubicBezTo>
                  <a:cubicBezTo>
                    <a:pt x="160" y="520"/>
                    <a:pt x="74" y="508"/>
                    <a:pt x="37" y="469"/>
                  </a:cubicBezTo>
                  <a:cubicBezTo>
                    <a:pt x="0" y="430"/>
                    <a:pt x="13" y="344"/>
                    <a:pt x="14" y="296"/>
                  </a:cubicBezTo>
                  <a:cubicBezTo>
                    <a:pt x="15" y="248"/>
                    <a:pt x="27" y="205"/>
                    <a:pt x="46" y="178"/>
                  </a:cubicBezTo>
                  <a:cubicBezTo>
                    <a:pt x="65" y="151"/>
                    <a:pt x="89" y="145"/>
                    <a:pt x="130" y="133"/>
                  </a:cubicBezTo>
                  <a:close/>
                </a:path>
              </a:pathLst>
            </a:custGeom>
            <a:solidFill>
              <a:srgbClr val="DBC9FF"/>
            </a:solidFill>
            <a:ln w="28575"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447940" name="WordArt 4"/>
            <p:cNvSpPr>
              <a:spLocks noChangeArrowheads="1" noChangeShapeType="1" noTextEdit="1"/>
            </p:cNvSpPr>
            <p:nvPr/>
          </p:nvSpPr>
          <p:spPr bwMode="auto">
            <a:xfrm>
              <a:off x="6646863" y="566738"/>
              <a:ext cx="1065212" cy="822325"/>
            </a:xfrm>
            <a:prstGeom prst="rect">
              <a:avLst/>
            </a:prstGeom>
          </p:spPr>
          <p:txBody>
            <a:bodyPr wrap="none" fromWordArt="1">
              <a:prstTxWarp prst="textCurveDown">
                <a:avLst>
                  <a:gd name="adj" fmla="val 43477"/>
                </a:avLst>
              </a:prstTxWarp>
            </a:bodyPr>
            <a:lstStyle/>
            <a:p>
              <a:pPr algn="ctr"/>
              <a:r>
                <a:rPr lang="zh-CN" altLang="en-US" sz="3600" kern="10">
                  <a:ln w="12700">
                    <a:solidFill>
                      <a:srgbClr val="000000"/>
                    </a:solidFill>
                    <a:round/>
                    <a:headEnd/>
                    <a:tailEnd/>
                  </a:ln>
                  <a:solidFill>
                    <a:srgbClr val="FFCC00"/>
                  </a:solidFill>
                  <a:effectLst>
                    <a:outerShdw dist="45791" dir="2021404" algn="ctr" rotWithShape="0">
                      <a:srgbClr val="808080">
                        <a:alpha val="80000"/>
                      </a:srgbClr>
                    </a:outerShdw>
                  </a:effectLst>
                  <a:latin typeface="华文新魏"/>
                  <a:ea typeface="华文新魏"/>
                </a:rPr>
                <a:t>作业</a:t>
              </a:r>
            </a:p>
          </p:txBody>
        </p:sp>
      </p:grpSp>
      <p:sp>
        <p:nvSpPr>
          <p:cNvPr id="7"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3</a:t>
            </a:fld>
            <a:endParaRPr lang="zh-CN" altLang="en-US" dirty="0">
              <a:solidFill>
                <a:srgbClr val="C00000"/>
              </a:solidFill>
            </a:endParaRPr>
          </a:p>
        </p:txBody>
      </p:sp>
      <p:sp>
        <p:nvSpPr>
          <p:cNvPr id="9" name="Rectangle 6"/>
          <p:cNvSpPr>
            <a:spLocks noChangeArrowheads="1"/>
          </p:cNvSpPr>
          <p:nvPr/>
        </p:nvSpPr>
        <p:spPr bwMode="auto">
          <a:xfrm>
            <a:off x="3559175" y="5663553"/>
            <a:ext cx="24066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00000"/>
              </a:lnSpc>
              <a:spcBef>
                <a:spcPct val="50000"/>
              </a:spcBef>
              <a:spcAft>
                <a:spcPct val="0"/>
              </a:spcAft>
              <a:buFont typeface="Wingdings" pitchFamily="2" charset="2"/>
              <a:buNone/>
            </a:pPr>
            <a:r>
              <a:rPr kumimoji="1" lang="zh-CN" altLang="en-US" sz="4000" b="1" dirty="0">
                <a:solidFill>
                  <a:srgbClr val="000066"/>
                </a:solidFill>
                <a:latin typeface="黑体" pitchFamily="2" charset="-122"/>
                <a:ea typeface="黑体" pitchFamily="2" charset="-122"/>
              </a:rPr>
              <a:t>本章作业</a:t>
            </a:r>
            <a:r>
              <a:rPr kumimoji="1" lang="en-US" altLang="zh-CN" sz="4000" b="1" dirty="0">
                <a:solidFill>
                  <a:srgbClr val="000066"/>
                </a:solidFill>
                <a:latin typeface="黑体" pitchFamily="2" charset="-122"/>
                <a:ea typeface="黑体" pitchFamily="2" charset="-122"/>
              </a:rPr>
              <a:t> </a:t>
            </a:r>
          </a:p>
        </p:txBody>
      </p:sp>
      <p:sp>
        <p:nvSpPr>
          <p:cNvPr id="10" name="Text Box 9"/>
          <p:cNvSpPr txBox="1">
            <a:spLocks noChangeArrowheads="1"/>
          </p:cNvSpPr>
          <p:nvPr/>
        </p:nvSpPr>
        <p:spPr bwMode="auto">
          <a:xfrm>
            <a:off x="3366250" y="2060575"/>
            <a:ext cx="1642327" cy="16743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square" lIns="0" tIns="0" rIns="0" bIns="0">
            <a:spAutoFit/>
          </a:bodyPr>
          <a:lstStyle>
            <a:lvl1pPr marL="990600" indent="-990600"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20000"/>
              </a:lnSpc>
              <a:spcBef>
                <a:spcPct val="0"/>
              </a:spcBef>
              <a:spcAft>
                <a:spcPct val="0"/>
              </a:spcAft>
            </a:pPr>
            <a:r>
              <a:rPr lang="en-US" altLang="zh-CN" sz="3200" b="1" dirty="0" smtClean="0">
                <a:solidFill>
                  <a:srgbClr val="000066"/>
                </a:solidFill>
                <a:latin typeface="幼圆" pitchFamily="49" charset="-122"/>
                <a:ea typeface="幼圆" pitchFamily="49" charset="-122"/>
              </a:rPr>
              <a:t>7-1</a:t>
            </a:r>
          </a:p>
          <a:p>
            <a:pPr eaLnBrk="1" hangingPunct="1">
              <a:lnSpc>
                <a:spcPct val="120000"/>
              </a:lnSpc>
              <a:spcBef>
                <a:spcPct val="0"/>
              </a:spcBef>
              <a:spcAft>
                <a:spcPct val="0"/>
              </a:spcAft>
            </a:pPr>
            <a:r>
              <a:rPr lang="en-US" altLang="zh-CN" sz="3200" b="1" dirty="0" smtClean="0">
                <a:solidFill>
                  <a:srgbClr val="000066"/>
                </a:solidFill>
                <a:latin typeface="幼圆" pitchFamily="49" charset="-122"/>
                <a:ea typeface="幼圆" pitchFamily="49" charset="-122"/>
              </a:rPr>
              <a:t>7-3</a:t>
            </a:r>
            <a:endParaRPr lang="en-US" altLang="zh-CN" sz="3200" b="1" dirty="0">
              <a:solidFill>
                <a:srgbClr val="000066"/>
              </a:solidFill>
              <a:latin typeface="幼圆" pitchFamily="49" charset="-122"/>
              <a:ea typeface="幼圆" pitchFamily="49" charset="-122"/>
            </a:endParaRPr>
          </a:p>
          <a:p>
            <a:pPr eaLnBrk="1" hangingPunct="1">
              <a:lnSpc>
                <a:spcPct val="100000"/>
              </a:lnSpc>
              <a:spcBef>
                <a:spcPct val="0"/>
              </a:spcBef>
              <a:spcAft>
                <a:spcPct val="0"/>
              </a:spcAft>
            </a:pPr>
            <a:r>
              <a:rPr lang="en-US" altLang="zh-CN" sz="3200" b="1" dirty="0" smtClean="0">
                <a:solidFill>
                  <a:srgbClr val="000066"/>
                </a:solidFill>
                <a:latin typeface="幼圆" pitchFamily="49" charset="-122"/>
                <a:ea typeface="幼圆" pitchFamily="49" charset="-122"/>
              </a:rPr>
              <a:t>7-7</a:t>
            </a:r>
            <a:endParaRPr lang="en-US" altLang="zh-CN" sz="3200" b="1" dirty="0">
              <a:solidFill>
                <a:srgbClr val="000066"/>
              </a:solidFill>
              <a:latin typeface="幼圆" pitchFamily="49" charset="-122"/>
              <a:ea typeface="幼圆" pitchFamily="49" charset="-122"/>
            </a:endParaRPr>
          </a:p>
        </p:txBody>
      </p:sp>
    </p:spTree>
  </p:cSld>
  <p:clrMapOvr>
    <a:masterClrMapping/>
  </p:clrMapOvr>
  <p:transition spd="med">
    <p:wipe dir="d"/>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28"/>
          <p:cNvSpPr txBox="1">
            <a:spLocks noChangeArrowheads="1"/>
          </p:cNvSpPr>
          <p:nvPr/>
        </p:nvSpPr>
        <p:spPr bwMode="auto">
          <a:xfrm>
            <a:off x="1987550" y="1922463"/>
            <a:ext cx="5153479" cy="24991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spAutoFit/>
          </a:bodyPr>
          <a:lstStyle>
            <a:lvl1pPr marL="609600" indent="-609600"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30000"/>
              </a:lnSpc>
              <a:spcBef>
                <a:spcPct val="10000"/>
              </a:spcBef>
              <a:spcAft>
                <a:spcPct val="10000"/>
              </a:spcAft>
            </a:pPr>
            <a:r>
              <a:rPr kumimoji="1" lang="en-US" altLang="zh-CN" sz="2800" b="1" dirty="0" smtClean="0">
                <a:solidFill>
                  <a:srgbClr val="000066"/>
                </a:solidFill>
                <a:ea typeface="幼圆" pitchFamily="49" charset="-122"/>
                <a:cs typeface="Times New Roman" panose="02020603050405020304" pitchFamily="18" charset="0"/>
              </a:rPr>
              <a:t>§7.1 </a:t>
            </a:r>
            <a:r>
              <a:rPr kumimoji="1" lang="zh-CN" altLang="en-US" sz="2800" b="1" dirty="0" smtClean="0">
                <a:solidFill>
                  <a:srgbClr val="000066"/>
                </a:solidFill>
                <a:ea typeface="幼圆" pitchFamily="49" charset="-122"/>
                <a:cs typeface="Times New Roman" panose="02020603050405020304" pitchFamily="18" charset="0"/>
              </a:rPr>
              <a:t>概述 </a:t>
            </a:r>
            <a:r>
              <a:rPr kumimoji="1" lang="en-US" altLang="zh-CN" sz="2800" b="1" dirty="0" smtClean="0">
                <a:solidFill>
                  <a:srgbClr val="000066"/>
                </a:solidFill>
                <a:ea typeface="幼圆" pitchFamily="49" charset="-122"/>
                <a:cs typeface="Times New Roman" panose="02020603050405020304" pitchFamily="18" charset="0"/>
              </a:rPr>
              <a:t>– </a:t>
            </a:r>
            <a:r>
              <a:rPr kumimoji="1" lang="zh-CN" altLang="en-US" sz="2800" b="1" dirty="0">
                <a:solidFill>
                  <a:srgbClr val="000066"/>
                </a:solidFill>
                <a:ea typeface="幼圆" pitchFamily="49" charset="-122"/>
                <a:cs typeface="Times New Roman" panose="02020603050405020304" pitchFamily="18" charset="0"/>
              </a:rPr>
              <a:t>土</a:t>
            </a:r>
            <a:r>
              <a:rPr kumimoji="1" lang="zh-CN" altLang="en-US" sz="2800" b="1" dirty="0" smtClean="0">
                <a:solidFill>
                  <a:srgbClr val="000066"/>
                </a:solidFill>
                <a:ea typeface="幼圆" pitchFamily="49" charset="-122"/>
                <a:cs typeface="Times New Roman" panose="02020603050405020304" pitchFamily="18" charset="0"/>
              </a:rPr>
              <a:t>坡与滑坡</a:t>
            </a:r>
            <a:endParaRPr kumimoji="1" lang="zh-CN" altLang="en-US" sz="2800" b="1" dirty="0">
              <a:solidFill>
                <a:srgbClr val="000066"/>
              </a:solidFill>
              <a:ea typeface="幼圆" pitchFamily="49" charset="-122"/>
              <a:cs typeface="Times New Roman" panose="02020603050405020304" pitchFamily="18" charset="0"/>
            </a:endParaRPr>
          </a:p>
          <a:p>
            <a:pPr eaLnBrk="1" hangingPunct="1">
              <a:lnSpc>
                <a:spcPct val="130000"/>
              </a:lnSpc>
              <a:spcBef>
                <a:spcPct val="10000"/>
              </a:spcBef>
              <a:spcAft>
                <a:spcPct val="10000"/>
              </a:spcAft>
            </a:pPr>
            <a:r>
              <a:rPr kumimoji="1" lang="en-US" altLang="zh-CN" sz="2800" b="1" dirty="0" smtClean="0">
                <a:solidFill>
                  <a:srgbClr val="000066"/>
                </a:solidFill>
                <a:ea typeface="幼圆" pitchFamily="49" charset="-122"/>
                <a:cs typeface="Times New Roman" panose="02020603050405020304" pitchFamily="18" charset="0"/>
              </a:rPr>
              <a:t>§7.2 </a:t>
            </a:r>
            <a:r>
              <a:rPr kumimoji="1" lang="zh-CN" altLang="en-US" sz="2800" b="1" dirty="0" smtClean="0">
                <a:solidFill>
                  <a:srgbClr val="000066"/>
                </a:solidFill>
                <a:ea typeface="幼圆" pitchFamily="49" charset="-122"/>
                <a:cs typeface="Times New Roman" panose="02020603050405020304" pitchFamily="18" charset="0"/>
              </a:rPr>
              <a:t>无</a:t>
            </a:r>
            <a:r>
              <a:rPr kumimoji="1" lang="zh-CN" altLang="en-US" sz="2800" b="1" dirty="0">
                <a:solidFill>
                  <a:srgbClr val="000066"/>
                </a:solidFill>
                <a:ea typeface="幼圆" pitchFamily="49" charset="-122"/>
                <a:cs typeface="Times New Roman" panose="02020603050405020304" pitchFamily="18" charset="0"/>
              </a:rPr>
              <a:t>黏性土坡的稳定</a:t>
            </a:r>
            <a:r>
              <a:rPr kumimoji="1" lang="zh-CN" altLang="en-US" sz="2800" b="1" dirty="0" smtClean="0">
                <a:solidFill>
                  <a:srgbClr val="000066"/>
                </a:solidFill>
                <a:ea typeface="幼圆" pitchFamily="49" charset="-122"/>
                <a:cs typeface="Times New Roman" panose="02020603050405020304" pitchFamily="18" charset="0"/>
              </a:rPr>
              <a:t>分析</a:t>
            </a:r>
            <a:endParaRPr kumimoji="1" lang="en-US" altLang="zh-CN" sz="2800" b="1" dirty="0" smtClean="0">
              <a:solidFill>
                <a:srgbClr val="000066"/>
              </a:solidFill>
              <a:ea typeface="幼圆" pitchFamily="49" charset="-122"/>
              <a:cs typeface="Times New Roman" panose="02020603050405020304" pitchFamily="18" charset="0"/>
            </a:endParaRPr>
          </a:p>
          <a:p>
            <a:pPr eaLnBrk="1" hangingPunct="1">
              <a:lnSpc>
                <a:spcPct val="130000"/>
              </a:lnSpc>
              <a:spcBef>
                <a:spcPct val="10000"/>
              </a:spcBef>
              <a:spcAft>
                <a:spcPct val="10000"/>
              </a:spcAft>
            </a:pPr>
            <a:r>
              <a:rPr kumimoji="1" lang="en-US" altLang="zh-CN" sz="2800" b="1" dirty="0" smtClean="0">
                <a:solidFill>
                  <a:srgbClr val="000066"/>
                </a:solidFill>
                <a:ea typeface="幼圆" pitchFamily="49" charset="-122"/>
                <a:cs typeface="Times New Roman" panose="02020603050405020304" pitchFamily="18" charset="0"/>
              </a:rPr>
              <a:t>§7.3 </a:t>
            </a:r>
            <a:r>
              <a:rPr kumimoji="1" lang="zh-CN" altLang="en-US" sz="2800" b="1" dirty="0">
                <a:solidFill>
                  <a:srgbClr val="000066"/>
                </a:solidFill>
                <a:ea typeface="幼圆" pitchFamily="49" charset="-122"/>
                <a:cs typeface="Times New Roman" panose="02020603050405020304" pitchFamily="18" charset="0"/>
              </a:rPr>
              <a:t>黏性土坡的稳定分析</a:t>
            </a:r>
          </a:p>
          <a:p>
            <a:pPr eaLnBrk="1" hangingPunct="1">
              <a:lnSpc>
                <a:spcPct val="130000"/>
              </a:lnSpc>
              <a:spcBef>
                <a:spcPct val="10000"/>
              </a:spcBef>
              <a:spcAft>
                <a:spcPct val="10000"/>
              </a:spcAft>
            </a:pPr>
            <a:r>
              <a:rPr kumimoji="1" lang="en-US" altLang="zh-CN" sz="2800" b="1" dirty="0" smtClean="0">
                <a:solidFill>
                  <a:srgbClr val="000066"/>
                </a:solidFill>
                <a:ea typeface="幼圆" pitchFamily="49" charset="-122"/>
                <a:cs typeface="Times New Roman" panose="02020603050405020304" pitchFamily="18" charset="0"/>
              </a:rPr>
              <a:t>§7.4 </a:t>
            </a:r>
            <a:r>
              <a:rPr kumimoji="1" lang="zh-CN" altLang="en-US" sz="2800" b="1" dirty="0">
                <a:solidFill>
                  <a:srgbClr val="000066"/>
                </a:solidFill>
                <a:ea typeface="幼圆" pitchFamily="49" charset="-122"/>
                <a:cs typeface="Times New Roman" panose="02020603050405020304" pitchFamily="18" charset="0"/>
              </a:rPr>
              <a:t>总应力法与有效应力</a:t>
            </a:r>
            <a:r>
              <a:rPr kumimoji="1" lang="zh-CN" altLang="en-US" sz="2800" b="1" dirty="0" smtClean="0">
                <a:solidFill>
                  <a:srgbClr val="000066"/>
                </a:solidFill>
                <a:ea typeface="幼圆" pitchFamily="49" charset="-122"/>
                <a:cs typeface="Times New Roman" panose="02020603050405020304" pitchFamily="18" charset="0"/>
              </a:rPr>
              <a:t>法</a:t>
            </a:r>
            <a:endParaRPr kumimoji="1" lang="zh-CN" altLang="en-US" sz="2800" b="1" dirty="0">
              <a:solidFill>
                <a:srgbClr val="000066"/>
              </a:solidFill>
              <a:ea typeface="幼圆" pitchFamily="49" charset="-122"/>
              <a:cs typeface="Times New Roman" panose="02020603050405020304" pitchFamily="18" charset="0"/>
            </a:endParaRPr>
          </a:p>
        </p:txBody>
      </p:sp>
      <p:sp>
        <p:nvSpPr>
          <p:cNvPr id="5" name="Text Box 29"/>
          <p:cNvSpPr txBox="1">
            <a:spLocks noChangeArrowheads="1"/>
          </p:cNvSpPr>
          <p:nvPr/>
        </p:nvSpPr>
        <p:spPr bwMode="auto">
          <a:xfrm>
            <a:off x="1675722" y="863600"/>
            <a:ext cx="5136973"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1252538" indent="-1252538"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zh-CN" altLang="en-US" sz="3600" b="1" dirty="0" smtClean="0">
                <a:solidFill>
                  <a:srgbClr val="000066"/>
                </a:solidFill>
                <a:latin typeface="黑体" pitchFamily="2" charset="-122"/>
                <a:ea typeface="黑体" pitchFamily="2" charset="-122"/>
              </a:rPr>
              <a:t>第七章</a:t>
            </a:r>
            <a:r>
              <a:rPr lang="zh-CN" altLang="en-US" sz="3600" b="1" dirty="0">
                <a:solidFill>
                  <a:srgbClr val="000066"/>
                </a:solidFill>
                <a:latin typeface="黑体" pitchFamily="2" charset="-122"/>
                <a:ea typeface="黑体" pitchFamily="2" charset="-122"/>
              </a:rPr>
              <a:t>：土坡稳定分析</a:t>
            </a:r>
            <a:endParaRPr lang="en-US" altLang="zh-CN" sz="3600" b="1" dirty="0">
              <a:solidFill>
                <a:srgbClr val="000066"/>
              </a:solidFill>
              <a:latin typeface="黑体" pitchFamily="2" charset="-122"/>
              <a:ea typeface="黑体" pitchFamily="2" charset="-122"/>
            </a:endParaRPr>
          </a:p>
        </p:txBody>
      </p:sp>
      <p:sp>
        <p:nvSpPr>
          <p:cNvPr id="6"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4</a:t>
            </a:fld>
            <a:endParaRPr lang="zh-CN" altLang="en-US" dirty="0">
              <a:solidFill>
                <a:srgbClr val="C00000"/>
              </a:solidFill>
            </a:endParaRPr>
          </a:p>
        </p:txBody>
      </p:sp>
      <p:sp>
        <p:nvSpPr>
          <p:cNvPr id="9" name="Text Box 4"/>
          <p:cNvSpPr txBox="1">
            <a:spLocks noChangeArrowheads="1"/>
          </p:cNvSpPr>
          <p:nvPr/>
        </p:nvSpPr>
        <p:spPr bwMode="auto">
          <a:xfrm>
            <a:off x="1998003" y="1914892"/>
            <a:ext cx="4251968" cy="633412"/>
          </a:xfrm>
          <a:prstGeom prst="rect">
            <a:avLst/>
          </a:prstGeom>
          <a:solidFill>
            <a:srgbClr val="FF9900"/>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lIns="0" tIns="0" rIns="0" bIns="0"/>
          <a:lstStyle>
            <a:lvl1pPr marL="609600" indent="-609600"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30000"/>
              </a:lnSpc>
              <a:spcBef>
                <a:spcPct val="10000"/>
              </a:spcBef>
              <a:spcAft>
                <a:spcPct val="10000"/>
              </a:spcAft>
            </a:pPr>
            <a:r>
              <a:rPr kumimoji="1" lang="en-US" altLang="zh-CN" sz="2800" b="1" dirty="0" smtClean="0">
                <a:solidFill>
                  <a:srgbClr val="003399"/>
                </a:solidFill>
                <a:ea typeface="幼圆" pitchFamily="49" charset="-122"/>
                <a:cs typeface="Times New Roman" panose="02020603050405020304" pitchFamily="18" charset="0"/>
              </a:rPr>
              <a:t>§7.1 </a:t>
            </a:r>
            <a:r>
              <a:rPr kumimoji="1" lang="zh-CN" altLang="en-US" sz="2800" b="1" dirty="0" smtClean="0">
                <a:solidFill>
                  <a:srgbClr val="003399"/>
                </a:solidFill>
                <a:ea typeface="幼圆" pitchFamily="49" charset="-122"/>
                <a:cs typeface="Times New Roman" panose="02020603050405020304" pitchFamily="18" charset="0"/>
              </a:rPr>
              <a:t>概述 </a:t>
            </a:r>
            <a:r>
              <a:rPr kumimoji="1" lang="en-US" altLang="zh-CN" sz="2800" b="1" dirty="0" smtClean="0">
                <a:solidFill>
                  <a:srgbClr val="003399"/>
                </a:solidFill>
                <a:ea typeface="幼圆" pitchFamily="49" charset="-122"/>
                <a:cs typeface="Times New Roman" panose="02020603050405020304" pitchFamily="18" charset="0"/>
              </a:rPr>
              <a:t>– </a:t>
            </a:r>
            <a:r>
              <a:rPr kumimoji="1" lang="zh-CN" altLang="en-US" sz="2800" b="1" dirty="0" smtClean="0">
                <a:solidFill>
                  <a:srgbClr val="003399"/>
                </a:solidFill>
                <a:ea typeface="幼圆" pitchFamily="49" charset="-122"/>
                <a:cs typeface="Times New Roman" panose="02020603050405020304" pitchFamily="18" charset="0"/>
              </a:rPr>
              <a:t>土坡</a:t>
            </a:r>
            <a:r>
              <a:rPr kumimoji="1" lang="zh-CN" altLang="en-US" sz="2800" b="1" dirty="0">
                <a:solidFill>
                  <a:srgbClr val="003399"/>
                </a:solidFill>
                <a:ea typeface="幼圆" pitchFamily="49" charset="-122"/>
                <a:cs typeface="Times New Roman" panose="02020603050405020304" pitchFamily="18" charset="0"/>
              </a:rPr>
              <a:t>与滑坡</a:t>
            </a:r>
          </a:p>
        </p:txBody>
      </p:sp>
    </p:spTree>
    <p:extLst>
      <p:ext uri="{BB962C8B-B14F-4D97-AF65-F5344CB8AC3E}">
        <p14:creationId xmlns:p14="http://schemas.microsoft.com/office/powerpoint/2010/main" val="3104958412"/>
      </p:ext>
    </p:extLst>
  </p:cSld>
  <p:clrMapOvr>
    <a:masterClrMapping/>
  </p:clrMapOvr>
  <p:transition spd="med">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6134" name="Text Box 6"/>
          <p:cNvSpPr txBox="1">
            <a:spLocks noChangeArrowheads="1"/>
          </p:cNvSpPr>
          <p:nvPr/>
        </p:nvSpPr>
        <p:spPr bwMode="auto">
          <a:xfrm>
            <a:off x="2196545" y="1723848"/>
            <a:ext cx="4062853" cy="22036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533400" indent="-533400"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50000"/>
              </a:lnSpc>
              <a:spcBef>
                <a:spcPct val="10000"/>
              </a:spcBef>
              <a:spcAft>
                <a:spcPct val="10000"/>
              </a:spcAft>
              <a:buClr>
                <a:srgbClr val="A50021"/>
              </a:buClr>
              <a:buSzPct val="130000"/>
              <a:buFont typeface="+mj-lt"/>
              <a:buAutoNum type="arabicPeriod"/>
            </a:pPr>
            <a:r>
              <a:rPr lang="zh-CN" altLang="en-US" sz="2800" b="1" dirty="0" smtClean="0">
                <a:solidFill>
                  <a:srgbClr val="000066"/>
                </a:solidFill>
                <a:ea typeface="幼圆" pitchFamily="49" charset="-122"/>
              </a:rPr>
              <a:t>土坡及实例</a:t>
            </a:r>
            <a:endParaRPr lang="en-US" altLang="zh-CN" sz="2800" b="1" dirty="0" smtClean="0">
              <a:solidFill>
                <a:srgbClr val="000066"/>
              </a:solidFill>
              <a:ea typeface="幼圆" pitchFamily="49" charset="-122"/>
            </a:endParaRPr>
          </a:p>
          <a:p>
            <a:pPr eaLnBrk="1" hangingPunct="1">
              <a:lnSpc>
                <a:spcPct val="150000"/>
              </a:lnSpc>
              <a:spcBef>
                <a:spcPct val="10000"/>
              </a:spcBef>
              <a:spcAft>
                <a:spcPct val="10000"/>
              </a:spcAft>
              <a:buClr>
                <a:srgbClr val="A50021"/>
              </a:buClr>
              <a:buSzPct val="130000"/>
              <a:buFont typeface="+mj-lt"/>
              <a:buAutoNum type="arabicPeriod"/>
            </a:pPr>
            <a:r>
              <a:rPr lang="zh-CN" altLang="en-US" sz="2800" b="1" dirty="0" smtClean="0">
                <a:solidFill>
                  <a:srgbClr val="000066"/>
                </a:solidFill>
                <a:ea typeface="幼圆" pitchFamily="49" charset="-122"/>
              </a:rPr>
              <a:t>滑坡形式及实例</a:t>
            </a:r>
            <a:endParaRPr lang="en-US" altLang="zh-CN" sz="2800" b="1" dirty="0" smtClean="0">
              <a:solidFill>
                <a:srgbClr val="000066"/>
              </a:solidFill>
              <a:ea typeface="幼圆" pitchFamily="49" charset="-122"/>
            </a:endParaRPr>
          </a:p>
          <a:p>
            <a:pPr eaLnBrk="1" hangingPunct="1">
              <a:lnSpc>
                <a:spcPct val="150000"/>
              </a:lnSpc>
              <a:spcBef>
                <a:spcPct val="10000"/>
              </a:spcBef>
              <a:spcAft>
                <a:spcPct val="10000"/>
              </a:spcAft>
              <a:buClr>
                <a:srgbClr val="A50021"/>
              </a:buClr>
              <a:buSzPct val="130000"/>
              <a:buFont typeface="+mj-lt"/>
              <a:buAutoNum type="arabicPeriod"/>
            </a:pPr>
            <a:r>
              <a:rPr lang="zh-CN" altLang="en-US" sz="2800" b="1" dirty="0">
                <a:solidFill>
                  <a:srgbClr val="000066"/>
                </a:solidFill>
                <a:ea typeface="幼圆" pitchFamily="49" charset="-122"/>
              </a:rPr>
              <a:t>滑坡的主要诱因</a:t>
            </a:r>
            <a:endParaRPr lang="zh-CN" altLang="en-US" sz="2800" b="1" dirty="0" smtClean="0">
              <a:solidFill>
                <a:srgbClr val="000066"/>
              </a:solidFill>
              <a:ea typeface="幼圆" pitchFamily="49" charset="-122"/>
            </a:endParaRPr>
          </a:p>
        </p:txBody>
      </p:sp>
      <p:sp>
        <p:nvSpPr>
          <p:cNvPr id="46087" name="Text Box 7"/>
          <p:cNvSpPr txBox="1">
            <a:spLocks noChangeArrowheads="1"/>
          </p:cNvSpPr>
          <p:nvPr/>
        </p:nvSpPr>
        <p:spPr bwMode="auto">
          <a:xfrm>
            <a:off x="3205327" y="5730875"/>
            <a:ext cx="3072925"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zh-CN" altLang="en-US" sz="4000" b="1" dirty="0" smtClean="0">
                <a:solidFill>
                  <a:srgbClr val="000066"/>
                </a:solidFill>
                <a:ea typeface="黑体" pitchFamily="2" charset="-122"/>
              </a:rPr>
              <a:t>土坡</a:t>
            </a:r>
            <a:r>
              <a:rPr lang="zh-CN" altLang="en-US" sz="4000" b="1" dirty="0">
                <a:solidFill>
                  <a:srgbClr val="000066"/>
                </a:solidFill>
                <a:ea typeface="黑体" pitchFamily="2" charset="-122"/>
              </a:rPr>
              <a:t>与滑坡</a:t>
            </a:r>
          </a:p>
        </p:txBody>
      </p:sp>
      <p:sp>
        <p:nvSpPr>
          <p:cNvPr id="17"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5</a:t>
            </a:fld>
            <a:endParaRPr lang="zh-CN" altLang="en-US" dirty="0">
              <a:solidFill>
                <a:srgbClr val="C00000"/>
              </a:solidFill>
            </a:endParaRPr>
          </a:p>
        </p:txBody>
      </p:sp>
      <p:sp>
        <p:nvSpPr>
          <p:cNvPr id="6" name="Text Box 7"/>
          <p:cNvSpPr txBox="1">
            <a:spLocks noChangeArrowheads="1"/>
          </p:cNvSpPr>
          <p:nvPr/>
        </p:nvSpPr>
        <p:spPr bwMode="auto">
          <a:xfrm>
            <a:off x="0" y="0"/>
            <a:ext cx="3714750"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1800" b="1" kern="900" spc="130" dirty="0" smtClean="0">
                <a:solidFill>
                  <a:srgbClr val="000066"/>
                </a:solidFill>
                <a:ea typeface="黑体" panose="02010609060101010101" pitchFamily="49" charset="-122"/>
                <a:cs typeface="Times New Roman" panose="02020603050405020304" pitchFamily="18" charset="0"/>
              </a:rPr>
              <a:t>§7.1  </a:t>
            </a:r>
            <a:r>
              <a:rPr lang="zh-CN" altLang="en-US" sz="1800" b="1" kern="900" spc="130" dirty="0" smtClean="0">
                <a:solidFill>
                  <a:srgbClr val="000066"/>
                </a:solidFill>
                <a:ea typeface="黑体" panose="02010609060101010101" pitchFamily="49" charset="-122"/>
                <a:cs typeface="Times New Roman" panose="02020603050405020304" pitchFamily="18" charset="0"/>
              </a:rPr>
              <a:t>概述 </a:t>
            </a:r>
            <a:r>
              <a:rPr lang="en-US" altLang="zh-CN" sz="1800" b="1" kern="900" spc="130" dirty="0" smtClean="0">
                <a:solidFill>
                  <a:srgbClr val="000066"/>
                </a:solidFill>
                <a:ea typeface="黑体" panose="02010609060101010101" pitchFamily="49" charset="-122"/>
                <a:cs typeface="Times New Roman" panose="02020603050405020304" pitchFamily="18" charset="0"/>
              </a:rPr>
              <a:t>– </a:t>
            </a:r>
            <a:r>
              <a:rPr lang="zh-CN" altLang="en-US" sz="1800" b="1" kern="900" spc="130" dirty="0">
                <a:solidFill>
                  <a:srgbClr val="000066"/>
                </a:solidFill>
                <a:ea typeface="黑体" panose="02010609060101010101" pitchFamily="49" charset="-122"/>
                <a:cs typeface="Times New Roman" panose="02020603050405020304" pitchFamily="18" charset="0"/>
              </a:rPr>
              <a:t>土坡与滑坡</a:t>
            </a:r>
          </a:p>
        </p:txBody>
      </p:sp>
    </p:spTree>
    <p:extLst>
      <p:ext uri="{BB962C8B-B14F-4D97-AF65-F5344CB8AC3E}">
        <p14:creationId xmlns:p14="http://schemas.microsoft.com/office/powerpoint/2010/main" val="3649856676"/>
      </p:ext>
    </p:extLst>
  </p:cSld>
  <p:clrMapOvr>
    <a:masterClrMapping/>
  </p:clrMapOvr>
  <p:transition spd="med">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1456134"/>
                                        </p:tgtEl>
                                        <p:attrNameLst>
                                          <p:attrName>style.visibility</p:attrName>
                                        </p:attrNameLst>
                                      </p:cBhvr>
                                      <p:to>
                                        <p:strVal val="visible"/>
                                      </p:to>
                                    </p:set>
                                    <p:animEffect transition="in" filter="wipe(up)">
                                      <p:cBhvr>
                                        <p:cTn id="7" dur="1000"/>
                                        <p:tgtEl>
                                          <p:spTgt spid="14561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5613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组合 15"/>
          <p:cNvGrpSpPr/>
          <p:nvPr/>
        </p:nvGrpSpPr>
        <p:grpSpPr>
          <a:xfrm flipH="1">
            <a:off x="4643012" y="1431235"/>
            <a:ext cx="4254472" cy="2286309"/>
            <a:chOff x="482503" y="2435128"/>
            <a:chExt cx="5105497" cy="2506640"/>
          </a:xfrm>
        </p:grpSpPr>
        <p:sp>
          <p:nvSpPr>
            <p:cNvPr id="217" name="Freeform 178" descr="画布"/>
            <p:cNvSpPr>
              <a:spLocks/>
            </p:cNvSpPr>
            <p:nvPr/>
          </p:nvSpPr>
          <p:spPr bwMode="auto">
            <a:xfrm flipH="1">
              <a:off x="605957" y="2935190"/>
              <a:ext cx="3857878" cy="1947386"/>
            </a:xfrm>
            <a:custGeom>
              <a:avLst/>
              <a:gdLst>
                <a:gd name="T0" fmla="*/ 0 w 2672"/>
                <a:gd name="T1" fmla="*/ 1349 h 1363"/>
                <a:gd name="T2" fmla="*/ 2672 w 2672"/>
                <a:gd name="T3" fmla="*/ 1363 h 1363"/>
                <a:gd name="T4" fmla="*/ 2672 w 2672"/>
                <a:gd name="T5" fmla="*/ 0 h 1363"/>
                <a:gd name="T6" fmla="*/ 1529 w 2672"/>
                <a:gd name="T7" fmla="*/ 0 h 1363"/>
                <a:gd name="T8" fmla="*/ 0 w 2672"/>
                <a:gd name="T9" fmla="*/ 1349 h 1363"/>
                <a:gd name="T10" fmla="*/ 0 60000 65536"/>
                <a:gd name="T11" fmla="*/ 0 60000 65536"/>
                <a:gd name="T12" fmla="*/ 0 60000 65536"/>
                <a:gd name="T13" fmla="*/ 0 60000 65536"/>
                <a:gd name="T14" fmla="*/ 0 60000 65536"/>
                <a:gd name="connsiteX0" fmla="*/ 0 w 10062"/>
                <a:gd name="connsiteY0" fmla="*/ 9970 h 10000"/>
                <a:gd name="connsiteX1" fmla="*/ 10062 w 10062"/>
                <a:gd name="connsiteY1" fmla="*/ 10000 h 10000"/>
                <a:gd name="connsiteX2" fmla="*/ 10062 w 10062"/>
                <a:gd name="connsiteY2" fmla="*/ 0 h 10000"/>
                <a:gd name="connsiteX3" fmla="*/ 5784 w 10062"/>
                <a:gd name="connsiteY3" fmla="*/ 0 h 10000"/>
                <a:gd name="connsiteX4" fmla="*/ 0 w 10062"/>
                <a:gd name="connsiteY4" fmla="*/ 997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62" h="10000">
                  <a:moveTo>
                    <a:pt x="0" y="9970"/>
                  </a:moveTo>
                  <a:lnTo>
                    <a:pt x="10062" y="10000"/>
                  </a:lnTo>
                  <a:lnTo>
                    <a:pt x="10062" y="0"/>
                  </a:lnTo>
                  <a:lnTo>
                    <a:pt x="5784" y="0"/>
                  </a:lnTo>
                  <a:lnTo>
                    <a:pt x="0" y="9970"/>
                  </a:lnTo>
                  <a:close/>
                </a:path>
              </a:pathLst>
            </a:custGeom>
            <a:pattFill prst="pct5">
              <a:fgClr>
                <a:schemeClr val="tx1"/>
              </a:fgClr>
              <a:bgClr>
                <a:srgbClr val="F5D0AB"/>
              </a:bgClr>
            </a:pattFill>
            <a:ln>
              <a:noFill/>
            </a:ln>
            <a:effectLst/>
            <a:extLst/>
          </p:spPr>
          <p:txBody>
            <a:bodyPr wrap="none" anchor="ctr"/>
            <a:lstStyle/>
            <a:p>
              <a:endParaRPr lang="zh-CN" altLang="en-US">
                <a:ea typeface="幼圆" panose="02010509060101010101" pitchFamily="49" charset="-122"/>
                <a:cs typeface="Times New Roman" panose="02020603050405020304" pitchFamily="18" charset="0"/>
              </a:endParaRPr>
            </a:p>
          </p:txBody>
        </p:sp>
        <p:sp>
          <p:nvSpPr>
            <p:cNvPr id="218" name="Text Box 180"/>
            <p:cNvSpPr txBox="1">
              <a:spLocks noChangeArrowheads="1"/>
            </p:cNvSpPr>
            <p:nvPr/>
          </p:nvSpPr>
          <p:spPr bwMode="auto">
            <a:xfrm flipH="1">
              <a:off x="482503" y="2435128"/>
              <a:ext cx="1842114" cy="4892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800">
                  <a:solidFill>
                    <a:schemeClr val="tx1"/>
                  </a:solidFill>
                  <a:latin typeface="Times New Roman" pitchFamily="18" charset="0"/>
                  <a:ea typeface="宋体" charset="-122"/>
                </a:defRPr>
              </a:lvl1pPr>
              <a:lvl2pPr marL="742950" indent="-285750" eaLnBrk="0" hangingPunct="0">
                <a:defRPr kumimoji="1" sz="2800">
                  <a:solidFill>
                    <a:schemeClr val="tx1"/>
                  </a:solidFill>
                  <a:latin typeface="Times New Roman" pitchFamily="18" charset="0"/>
                  <a:ea typeface="宋体" charset="-122"/>
                </a:defRPr>
              </a:lvl2pPr>
              <a:lvl3pPr marL="1143000" indent="-228600" eaLnBrk="0" hangingPunct="0">
                <a:defRPr kumimoji="1" sz="2800">
                  <a:solidFill>
                    <a:schemeClr val="tx1"/>
                  </a:solidFill>
                  <a:latin typeface="Times New Roman" pitchFamily="18" charset="0"/>
                  <a:ea typeface="宋体" charset="-122"/>
                </a:defRPr>
              </a:lvl3pPr>
              <a:lvl4pPr marL="1600200" indent="-228600" eaLnBrk="0" hangingPunct="0">
                <a:defRPr kumimoji="1" sz="2800">
                  <a:solidFill>
                    <a:schemeClr val="tx1"/>
                  </a:solidFill>
                  <a:latin typeface="Times New Roman" pitchFamily="18" charset="0"/>
                  <a:ea typeface="宋体" charset="-122"/>
                </a:defRPr>
              </a:lvl4pPr>
              <a:lvl5pPr marL="2057400" indent="-228600" eaLnBrk="0" hangingPunct="0">
                <a:defRPr kumimoji="1" sz="2800">
                  <a:solidFill>
                    <a:schemeClr val="tx1"/>
                  </a:solidFill>
                  <a:latin typeface="Times New Roman" pitchFamily="18" charset="0"/>
                  <a:ea typeface="宋体" charset="-122"/>
                </a:defRPr>
              </a:lvl5pPr>
              <a:lvl6pPr marL="2514600" indent="-228600" eaLnBrk="0" fontAlgn="base" hangingPunct="0">
                <a:spcBef>
                  <a:spcPct val="50000"/>
                </a:spcBef>
                <a:spcAft>
                  <a:spcPct val="0"/>
                </a:spcAft>
                <a:defRPr kumimoji="1" sz="2800">
                  <a:solidFill>
                    <a:schemeClr val="tx1"/>
                  </a:solidFill>
                  <a:latin typeface="Times New Roman" pitchFamily="18" charset="0"/>
                  <a:ea typeface="宋体" charset="-122"/>
                </a:defRPr>
              </a:lvl6pPr>
              <a:lvl7pPr marL="2971800" indent="-228600" eaLnBrk="0" fontAlgn="base" hangingPunct="0">
                <a:spcBef>
                  <a:spcPct val="50000"/>
                </a:spcBef>
                <a:spcAft>
                  <a:spcPct val="0"/>
                </a:spcAft>
                <a:defRPr kumimoji="1" sz="2800">
                  <a:solidFill>
                    <a:schemeClr val="tx1"/>
                  </a:solidFill>
                  <a:latin typeface="Times New Roman" pitchFamily="18" charset="0"/>
                  <a:ea typeface="宋体" charset="-122"/>
                </a:defRPr>
              </a:lvl7pPr>
              <a:lvl8pPr marL="3429000" indent="-228600" eaLnBrk="0" fontAlgn="base" hangingPunct="0">
                <a:spcBef>
                  <a:spcPct val="50000"/>
                </a:spcBef>
                <a:spcAft>
                  <a:spcPct val="0"/>
                </a:spcAft>
                <a:defRPr kumimoji="1" sz="2800">
                  <a:solidFill>
                    <a:schemeClr val="tx1"/>
                  </a:solidFill>
                  <a:latin typeface="Times New Roman" pitchFamily="18" charset="0"/>
                  <a:ea typeface="宋体" charset="-122"/>
                </a:defRPr>
              </a:lvl8pPr>
              <a:lvl9pPr marL="3886200" indent="-228600" eaLnBrk="0" fontAlgn="base" hangingPunct="0">
                <a:spcBef>
                  <a:spcPct val="50000"/>
                </a:spcBef>
                <a:spcAft>
                  <a:spcPct val="0"/>
                </a:spcAft>
                <a:defRPr kumimoji="1" sz="2800">
                  <a:solidFill>
                    <a:schemeClr val="tx1"/>
                  </a:solidFill>
                  <a:latin typeface="Times New Roman" pitchFamily="18" charset="0"/>
                  <a:ea typeface="宋体" charset="-122"/>
                </a:defRPr>
              </a:lvl9pPr>
            </a:lstStyle>
            <a:p>
              <a:pPr eaLnBrk="1" hangingPunct="1"/>
              <a:r>
                <a:rPr lang="zh-CN" altLang="en-US" sz="2000" b="1" dirty="0">
                  <a:solidFill>
                    <a:srgbClr val="000066"/>
                  </a:solidFill>
                  <a:ea typeface="幼圆" panose="02010509060101010101" pitchFamily="49" charset="-122"/>
                  <a:cs typeface="Times New Roman" panose="02020603050405020304" pitchFamily="18" charset="0"/>
                </a:rPr>
                <a:t>坡</a:t>
              </a:r>
              <a:r>
                <a:rPr lang="zh-CN" altLang="en-US" sz="2000" b="1" dirty="0" smtClean="0">
                  <a:solidFill>
                    <a:srgbClr val="000066"/>
                  </a:solidFill>
                  <a:ea typeface="幼圆" panose="02010509060101010101" pitchFamily="49" charset="-122"/>
                  <a:cs typeface="Times New Roman" panose="02020603050405020304" pitchFamily="18" charset="0"/>
                </a:rPr>
                <a:t>肩     坡</a:t>
              </a:r>
              <a:r>
                <a:rPr lang="zh-CN" altLang="en-US" sz="2000" b="1" dirty="0">
                  <a:solidFill>
                    <a:srgbClr val="000066"/>
                  </a:solidFill>
                  <a:ea typeface="幼圆" panose="02010509060101010101" pitchFamily="49" charset="-122"/>
                  <a:cs typeface="Times New Roman" panose="02020603050405020304" pitchFamily="18" charset="0"/>
                </a:rPr>
                <a:t>顶</a:t>
              </a:r>
            </a:p>
          </p:txBody>
        </p:sp>
        <p:sp>
          <p:nvSpPr>
            <p:cNvPr id="226" name="Text Box 185"/>
            <p:cNvSpPr txBox="1">
              <a:spLocks noChangeArrowheads="1"/>
            </p:cNvSpPr>
            <p:nvPr/>
          </p:nvSpPr>
          <p:spPr bwMode="auto">
            <a:xfrm rot="2531662" flipH="1">
              <a:off x="3328396" y="3889402"/>
              <a:ext cx="926934" cy="3109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800">
                  <a:solidFill>
                    <a:schemeClr val="tx1"/>
                  </a:solidFill>
                  <a:latin typeface="Times New Roman" pitchFamily="18" charset="0"/>
                  <a:ea typeface="宋体" charset="-122"/>
                </a:defRPr>
              </a:lvl1pPr>
              <a:lvl2pPr marL="742950" indent="-285750" eaLnBrk="0" hangingPunct="0">
                <a:defRPr kumimoji="1" sz="2800">
                  <a:solidFill>
                    <a:schemeClr val="tx1"/>
                  </a:solidFill>
                  <a:latin typeface="Times New Roman" pitchFamily="18" charset="0"/>
                  <a:ea typeface="宋体" charset="-122"/>
                </a:defRPr>
              </a:lvl2pPr>
              <a:lvl3pPr marL="1143000" indent="-228600" eaLnBrk="0" hangingPunct="0">
                <a:defRPr kumimoji="1" sz="2800">
                  <a:solidFill>
                    <a:schemeClr val="tx1"/>
                  </a:solidFill>
                  <a:latin typeface="Times New Roman" pitchFamily="18" charset="0"/>
                  <a:ea typeface="宋体" charset="-122"/>
                </a:defRPr>
              </a:lvl3pPr>
              <a:lvl4pPr marL="1600200" indent="-228600" eaLnBrk="0" hangingPunct="0">
                <a:defRPr kumimoji="1" sz="2800">
                  <a:solidFill>
                    <a:schemeClr val="tx1"/>
                  </a:solidFill>
                  <a:latin typeface="Times New Roman" pitchFamily="18" charset="0"/>
                  <a:ea typeface="宋体" charset="-122"/>
                </a:defRPr>
              </a:lvl4pPr>
              <a:lvl5pPr marL="2057400" indent="-228600" eaLnBrk="0" hangingPunct="0">
                <a:defRPr kumimoji="1" sz="2800">
                  <a:solidFill>
                    <a:schemeClr val="tx1"/>
                  </a:solidFill>
                  <a:latin typeface="Times New Roman" pitchFamily="18" charset="0"/>
                  <a:ea typeface="宋体" charset="-122"/>
                </a:defRPr>
              </a:lvl5pPr>
              <a:lvl6pPr marL="2514600" indent="-228600" eaLnBrk="0" fontAlgn="base" hangingPunct="0">
                <a:spcBef>
                  <a:spcPct val="50000"/>
                </a:spcBef>
                <a:spcAft>
                  <a:spcPct val="0"/>
                </a:spcAft>
                <a:defRPr kumimoji="1" sz="2800">
                  <a:solidFill>
                    <a:schemeClr val="tx1"/>
                  </a:solidFill>
                  <a:latin typeface="Times New Roman" pitchFamily="18" charset="0"/>
                  <a:ea typeface="宋体" charset="-122"/>
                </a:defRPr>
              </a:lvl6pPr>
              <a:lvl7pPr marL="2971800" indent="-228600" eaLnBrk="0" fontAlgn="base" hangingPunct="0">
                <a:spcBef>
                  <a:spcPct val="50000"/>
                </a:spcBef>
                <a:spcAft>
                  <a:spcPct val="0"/>
                </a:spcAft>
                <a:defRPr kumimoji="1" sz="2800">
                  <a:solidFill>
                    <a:schemeClr val="tx1"/>
                  </a:solidFill>
                  <a:latin typeface="Times New Roman" pitchFamily="18" charset="0"/>
                  <a:ea typeface="宋体" charset="-122"/>
                </a:defRPr>
              </a:lvl7pPr>
              <a:lvl8pPr marL="3429000" indent="-228600" eaLnBrk="0" fontAlgn="base" hangingPunct="0">
                <a:spcBef>
                  <a:spcPct val="50000"/>
                </a:spcBef>
                <a:spcAft>
                  <a:spcPct val="0"/>
                </a:spcAft>
                <a:defRPr kumimoji="1" sz="2800">
                  <a:solidFill>
                    <a:schemeClr val="tx1"/>
                  </a:solidFill>
                  <a:latin typeface="Times New Roman" pitchFamily="18" charset="0"/>
                  <a:ea typeface="宋体" charset="-122"/>
                </a:defRPr>
              </a:lvl8pPr>
              <a:lvl9pPr marL="3886200" indent="-228600" eaLnBrk="0" fontAlgn="base" hangingPunct="0">
                <a:spcBef>
                  <a:spcPct val="50000"/>
                </a:spcBef>
                <a:spcAft>
                  <a:spcPct val="0"/>
                </a:spcAft>
                <a:defRPr kumimoji="1" sz="2800">
                  <a:solidFill>
                    <a:schemeClr val="tx1"/>
                  </a:solidFill>
                  <a:latin typeface="Times New Roman" pitchFamily="18" charset="0"/>
                  <a:ea typeface="宋体" charset="-122"/>
                </a:defRPr>
              </a:lvl9pPr>
            </a:lstStyle>
            <a:p>
              <a:pPr algn="ctr" eaLnBrk="1" hangingPunct="1">
                <a:lnSpc>
                  <a:spcPct val="70000"/>
                </a:lnSpc>
                <a:spcBef>
                  <a:spcPct val="0"/>
                </a:spcBef>
              </a:pPr>
              <a:r>
                <a:rPr lang="zh-CN" altLang="en-US" sz="2000" b="1" dirty="0" smtClean="0">
                  <a:solidFill>
                    <a:srgbClr val="000066"/>
                  </a:solidFill>
                  <a:ea typeface="幼圆" panose="02010509060101010101" pitchFamily="49" charset="-122"/>
                  <a:cs typeface="Times New Roman" panose="02020603050405020304" pitchFamily="18" charset="0"/>
                </a:rPr>
                <a:t>坡面</a:t>
              </a:r>
              <a:endParaRPr lang="en-US" altLang="zh-CN" sz="2000" b="1" dirty="0">
                <a:solidFill>
                  <a:srgbClr val="000066"/>
                </a:solidFill>
                <a:ea typeface="幼圆" panose="02010509060101010101" pitchFamily="49" charset="-122"/>
                <a:cs typeface="Times New Roman" panose="02020603050405020304" pitchFamily="18" charset="0"/>
              </a:endParaRPr>
            </a:p>
          </p:txBody>
        </p:sp>
        <p:sp>
          <p:nvSpPr>
            <p:cNvPr id="227" name="Line 186"/>
            <p:cNvSpPr>
              <a:spLocks noChangeShapeType="1"/>
            </p:cNvSpPr>
            <p:nvPr/>
          </p:nvSpPr>
          <p:spPr bwMode="auto">
            <a:xfrm flipH="1">
              <a:off x="2432410" y="4877814"/>
              <a:ext cx="202036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幼圆" panose="02010509060101010101" pitchFamily="49" charset="-122"/>
                <a:cs typeface="Times New Roman" panose="02020603050405020304" pitchFamily="18" charset="0"/>
              </a:endParaRPr>
            </a:p>
          </p:txBody>
        </p:sp>
        <p:sp>
          <p:nvSpPr>
            <p:cNvPr id="228" name="Freeform 187"/>
            <p:cNvSpPr>
              <a:spLocks/>
            </p:cNvSpPr>
            <p:nvPr/>
          </p:nvSpPr>
          <p:spPr bwMode="auto">
            <a:xfrm flipH="1">
              <a:off x="3921261" y="4504682"/>
              <a:ext cx="108351" cy="375858"/>
            </a:xfrm>
            <a:custGeom>
              <a:avLst/>
              <a:gdLst>
                <a:gd name="T0" fmla="*/ 0 w 160"/>
                <a:gd name="T1" fmla="*/ 0 h 288"/>
                <a:gd name="T2" fmla="*/ 96 w 160"/>
                <a:gd name="T3" fmla="*/ 96 h 288"/>
                <a:gd name="T4" fmla="*/ 144 w 160"/>
                <a:gd name="T5" fmla="*/ 288 h 288"/>
                <a:gd name="T6" fmla="*/ 0 60000 65536"/>
                <a:gd name="T7" fmla="*/ 0 60000 65536"/>
                <a:gd name="T8" fmla="*/ 0 60000 65536"/>
              </a:gdLst>
              <a:ahLst/>
              <a:cxnLst>
                <a:cxn ang="T6">
                  <a:pos x="T0" y="T1"/>
                </a:cxn>
                <a:cxn ang="T7">
                  <a:pos x="T2" y="T3"/>
                </a:cxn>
                <a:cxn ang="T8">
                  <a:pos x="T4" y="T5"/>
                </a:cxn>
              </a:cxnLst>
              <a:rect l="0" t="0" r="r" b="b"/>
              <a:pathLst>
                <a:path w="160" h="288">
                  <a:moveTo>
                    <a:pt x="0" y="0"/>
                  </a:moveTo>
                  <a:cubicBezTo>
                    <a:pt x="36" y="24"/>
                    <a:pt x="72" y="48"/>
                    <a:pt x="96" y="96"/>
                  </a:cubicBezTo>
                  <a:cubicBezTo>
                    <a:pt x="120" y="144"/>
                    <a:pt x="160" y="224"/>
                    <a:pt x="144" y="288"/>
                  </a:cubicBezTo>
                </a:path>
              </a:pathLst>
            </a:custGeom>
            <a:noFill/>
            <a:ln w="12700" cap="flat" cmpd="sng">
              <a:solidFill>
                <a:schemeClr val="tx1"/>
              </a:solidFill>
              <a:prstDash val="solid"/>
              <a:round/>
              <a:headEnd type="triangl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幼圆" panose="02010509060101010101" pitchFamily="49" charset="-122"/>
                <a:cs typeface="Times New Roman" panose="02020603050405020304" pitchFamily="18" charset="0"/>
              </a:endParaRPr>
            </a:p>
          </p:txBody>
        </p:sp>
        <p:sp>
          <p:nvSpPr>
            <p:cNvPr id="229" name="Text Box 188"/>
            <p:cNvSpPr txBox="1">
              <a:spLocks noChangeArrowheads="1"/>
            </p:cNvSpPr>
            <p:nvPr/>
          </p:nvSpPr>
          <p:spPr bwMode="auto">
            <a:xfrm flipH="1">
              <a:off x="2782077" y="4452484"/>
              <a:ext cx="1113064" cy="4892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800">
                  <a:solidFill>
                    <a:schemeClr val="tx1"/>
                  </a:solidFill>
                  <a:latin typeface="Times New Roman" pitchFamily="18" charset="0"/>
                  <a:ea typeface="宋体" charset="-122"/>
                </a:defRPr>
              </a:lvl1pPr>
              <a:lvl2pPr marL="742950" indent="-285750" eaLnBrk="0" hangingPunct="0">
                <a:defRPr kumimoji="1" sz="2800">
                  <a:solidFill>
                    <a:schemeClr val="tx1"/>
                  </a:solidFill>
                  <a:latin typeface="Times New Roman" pitchFamily="18" charset="0"/>
                  <a:ea typeface="宋体" charset="-122"/>
                </a:defRPr>
              </a:lvl2pPr>
              <a:lvl3pPr marL="1143000" indent="-228600" eaLnBrk="0" hangingPunct="0">
                <a:defRPr kumimoji="1" sz="2800">
                  <a:solidFill>
                    <a:schemeClr val="tx1"/>
                  </a:solidFill>
                  <a:latin typeface="Times New Roman" pitchFamily="18" charset="0"/>
                  <a:ea typeface="宋体" charset="-122"/>
                </a:defRPr>
              </a:lvl3pPr>
              <a:lvl4pPr marL="1600200" indent="-228600" eaLnBrk="0" hangingPunct="0">
                <a:defRPr kumimoji="1" sz="2800">
                  <a:solidFill>
                    <a:schemeClr val="tx1"/>
                  </a:solidFill>
                  <a:latin typeface="Times New Roman" pitchFamily="18" charset="0"/>
                  <a:ea typeface="宋体" charset="-122"/>
                </a:defRPr>
              </a:lvl4pPr>
              <a:lvl5pPr marL="2057400" indent="-228600" eaLnBrk="0" hangingPunct="0">
                <a:defRPr kumimoji="1" sz="2800">
                  <a:solidFill>
                    <a:schemeClr val="tx1"/>
                  </a:solidFill>
                  <a:latin typeface="Times New Roman" pitchFamily="18" charset="0"/>
                  <a:ea typeface="宋体" charset="-122"/>
                </a:defRPr>
              </a:lvl5pPr>
              <a:lvl6pPr marL="2514600" indent="-228600" eaLnBrk="0" fontAlgn="base" hangingPunct="0">
                <a:spcBef>
                  <a:spcPct val="50000"/>
                </a:spcBef>
                <a:spcAft>
                  <a:spcPct val="0"/>
                </a:spcAft>
                <a:defRPr kumimoji="1" sz="2800">
                  <a:solidFill>
                    <a:schemeClr val="tx1"/>
                  </a:solidFill>
                  <a:latin typeface="Times New Roman" pitchFamily="18" charset="0"/>
                  <a:ea typeface="宋体" charset="-122"/>
                </a:defRPr>
              </a:lvl6pPr>
              <a:lvl7pPr marL="2971800" indent="-228600" eaLnBrk="0" fontAlgn="base" hangingPunct="0">
                <a:spcBef>
                  <a:spcPct val="50000"/>
                </a:spcBef>
                <a:spcAft>
                  <a:spcPct val="0"/>
                </a:spcAft>
                <a:defRPr kumimoji="1" sz="2800">
                  <a:solidFill>
                    <a:schemeClr val="tx1"/>
                  </a:solidFill>
                  <a:latin typeface="Times New Roman" pitchFamily="18" charset="0"/>
                  <a:ea typeface="宋体" charset="-122"/>
                </a:defRPr>
              </a:lvl7pPr>
              <a:lvl8pPr marL="3429000" indent="-228600" eaLnBrk="0" fontAlgn="base" hangingPunct="0">
                <a:spcBef>
                  <a:spcPct val="50000"/>
                </a:spcBef>
                <a:spcAft>
                  <a:spcPct val="0"/>
                </a:spcAft>
                <a:defRPr kumimoji="1" sz="2800">
                  <a:solidFill>
                    <a:schemeClr val="tx1"/>
                  </a:solidFill>
                  <a:latin typeface="Times New Roman" pitchFamily="18" charset="0"/>
                  <a:ea typeface="宋体" charset="-122"/>
                </a:defRPr>
              </a:lvl8pPr>
              <a:lvl9pPr marL="3886200" indent="-228600" eaLnBrk="0" fontAlgn="base" hangingPunct="0">
                <a:spcBef>
                  <a:spcPct val="50000"/>
                </a:spcBef>
                <a:spcAft>
                  <a:spcPct val="0"/>
                </a:spcAft>
                <a:defRPr kumimoji="1" sz="2800">
                  <a:solidFill>
                    <a:schemeClr val="tx1"/>
                  </a:solidFill>
                  <a:latin typeface="Times New Roman" pitchFamily="18" charset="0"/>
                  <a:ea typeface="宋体" charset="-122"/>
                </a:defRPr>
              </a:lvl9pPr>
            </a:lstStyle>
            <a:p>
              <a:pPr eaLnBrk="1" hangingPunct="1"/>
              <a:r>
                <a:rPr lang="zh-CN" altLang="en-US" sz="2000" b="1" dirty="0">
                  <a:solidFill>
                    <a:srgbClr val="000066"/>
                  </a:solidFill>
                  <a:ea typeface="幼圆" panose="02010509060101010101" pitchFamily="49" charset="-122"/>
                  <a:cs typeface="Times New Roman" panose="02020603050405020304" pitchFamily="18" charset="0"/>
                </a:rPr>
                <a:t>坡角</a:t>
              </a:r>
              <a:r>
                <a:rPr lang="zh-CN" altLang="en-US" sz="2000" dirty="0">
                  <a:solidFill>
                    <a:srgbClr val="000066"/>
                  </a:solidFill>
                  <a:ea typeface="幼圆" panose="02010509060101010101" pitchFamily="49" charset="-122"/>
                  <a:cs typeface="Times New Roman" panose="02020603050405020304" pitchFamily="18" charset="0"/>
                </a:rPr>
                <a:t> </a:t>
              </a:r>
              <a:endParaRPr lang="en-US" altLang="zh-CN" sz="2000" dirty="0">
                <a:solidFill>
                  <a:srgbClr val="000066"/>
                </a:solidFill>
                <a:ea typeface="幼圆" panose="02010509060101010101" pitchFamily="49" charset="-122"/>
                <a:cs typeface="Times New Roman" panose="02020603050405020304" pitchFamily="18" charset="0"/>
              </a:endParaRPr>
            </a:p>
          </p:txBody>
        </p:sp>
        <p:sp>
          <p:nvSpPr>
            <p:cNvPr id="230" name="Text Box 189"/>
            <p:cNvSpPr txBox="1">
              <a:spLocks noChangeArrowheads="1"/>
            </p:cNvSpPr>
            <p:nvPr/>
          </p:nvSpPr>
          <p:spPr bwMode="auto">
            <a:xfrm flipH="1">
              <a:off x="4108389" y="4426490"/>
              <a:ext cx="1053546" cy="4892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800">
                  <a:solidFill>
                    <a:schemeClr val="tx1"/>
                  </a:solidFill>
                  <a:latin typeface="Times New Roman" pitchFamily="18" charset="0"/>
                  <a:ea typeface="宋体" charset="-122"/>
                </a:defRPr>
              </a:lvl1pPr>
              <a:lvl2pPr marL="742950" indent="-285750" eaLnBrk="0" hangingPunct="0">
                <a:defRPr kumimoji="1" sz="2800">
                  <a:solidFill>
                    <a:schemeClr val="tx1"/>
                  </a:solidFill>
                  <a:latin typeface="Times New Roman" pitchFamily="18" charset="0"/>
                  <a:ea typeface="宋体" charset="-122"/>
                </a:defRPr>
              </a:lvl2pPr>
              <a:lvl3pPr marL="1143000" indent="-228600" eaLnBrk="0" hangingPunct="0">
                <a:defRPr kumimoji="1" sz="2800">
                  <a:solidFill>
                    <a:schemeClr val="tx1"/>
                  </a:solidFill>
                  <a:latin typeface="Times New Roman" pitchFamily="18" charset="0"/>
                  <a:ea typeface="宋体" charset="-122"/>
                </a:defRPr>
              </a:lvl3pPr>
              <a:lvl4pPr marL="1600200" indent="-228600" eaLnBrk="0" hangingPunct="0">
                <a:defRPr kumimoji="1" sz="2800">
                  <a:solidFill>
                    <a:schemeClr val="tx1"/>
                  </a:solidFill>
                  <a:latin typeface="Times New Roman" pitchFamily="18" charset="0"/>
                  <a:ea typeface="宋体" charset="-122"/>
                </a:defRPr>
              </a:lvl4pPr>
              <a:lvl5pPr marL="2057400" indent="-228600" eaLnBrk="0" hangingPunct="0">
                <a:defRPr kumimoji="1" sz="2800">
                  <a:solidFill>
                    <a:schemeClr val="tx1"/>
                  </a:solidFill>
                  <a:latin typeface="Times New Roman" pitchFamily="18" charset="0"/>
                  <a:ea typeface="宋体" charset="-122"/>
                </a:defRPr>
              </a:lvl5pPr>
              <a:lvl6pPr marL="2514600" indent="-228600" eaLnBrk="0" fontAlgn="base" hangingPunct="0">
                <a:spcBef>
                  <a:spcPct val="50000"/>
                </a:spcBef>
                <a:spcAft>
                  <a:spcPct val="0"/>
                </a:spcAft>
                <a:defRPr kumimoji="1" sz="2800">
                  <a:solidFill>
                    <a:schemeClr val="tx1"/>
                  </a:solidFill>
                  <a:latin typeface="Times New Roman" pitchFamily="18" charset="0"/>
                  <a:ea typeface="宋体" charset="-122"/>
                </a:defRPr>
              </a:lvl6pPr>
              <a:lvl7pPr marL="2971800" indent="-228600" eaLnBrk="0" fontAlgn="base" hangingPunct="0">
                <a:spcBef>
                  <a:spcPct val="50000"/>
                </a:spcBef>
                <a:spcAft>
                  <a:spcPct val="0"/>
                </a:spcAft>
                <a:defRPr kumimoji="1" sz="2800">
                  <a:solidFill>
                    <a:schemeClr val="tx1"/>
                  </a:solidFill>
                  <a:latin typeface="Times New Roman" pitchFamily="18" charset="0"/>
                  <a:ea typeface="宋体" charset="-122"/>
                </a:defRPr>
              </a:lvl7pPr>
              <a:lvl8pPr marL="3429000" indent="-228600" eaLnBrk="0" fontAlgn="base" hangingPunct="0">
                <a:spcBef>
                  <a:spcPct val="50000"/>
                </a:spcBef>
                <a:spcAft>
                  <a:spcPct val="0"/>
                </a:spcAft>
                <a:defRPr kumimoji="1" sz="2800">
                  <a:solidFill>
                    <a:schemeClr val="tx1"/>
                  </a:solidFill>
                  <a:latin typeface="Times New Roman" pitchFamily="18" charset="0"/>
                  <a:ea typeface="宋体" charset="-122"/>
                </a:defRPr>
              </a:lvl8pPr>
              <a:lvl9pPr marL="3886200" indent="-228600" eaLnBrk="0" fontAlgn="base" hangingPunct="0">
                <a:spcBef>
                  <a:spcPct val="50000"/>
                </a:spcBef>
                <a:spcAft>
                  <a:spcPct val="0"/>
                </a:spcAft>
                <a:defRPr kumimoji="1" sz="2800">
                  <a:solidFill>
                    <a:schemeClr val="tx1"/>
                  </a:solidFill>
                  <a:latin typeface="Times New Roman" pitchFamily="18" charset="0"/>
                  <a:ea typeface="宋体" charset="-122"/>
                </a:defRPr>
              </a:lvl9pPr>
            </a:lstStyle>
            <a:p>
              <a:pPr eaLnBrk="1" hangingPunct="1"/>
              <a:r>
                <a:rPr lang="zh-CN" altLang="en-US" sz="2000" b="1" dirty="0">
                  <a:solidFill>
                    <a:srgbClr val="000066"/>
                  </a:solidFill>
                  <a:ea typeface="幼圆" panose="02010509060101010101" pitchFamily="49" charset="-122"/>
                  <a:cs typeface="Times New Roman" panose="02020603050405020304" pitchFamily="18" charset="0"/>
                </a:rPr>
                <a:t>坡趾</a:t>
              </a:r>
            </a:p>
          </p:txBody>
        </p:sp>
        <p:sp>
          <p:nvSpPr>
            <p:cNvPr id="238" name="Line 197"/>
            <p:cNvSpPr>
              <a:spLocks noChangeShapeType="1"/>
            </p:cNvSpPr>
            <p:nvPr/>
          </p:nvSpPr>
          <p:spPr bwMode="auto">
            <a:xfrm flipH="1">
              <a:off x="1327521" y="3886738"/>
              <a:ext cx="357295" cy="461486"/>
            </a:xfrm>
            <a:prstGeom prst="line">
              <a:avLst/>
            </a:prstGeom>
            <a:noFill/>
            <a:ln w="57150" cmpd="thickThin">
              <a:solidFill>
                <a:schemeClr val="accent6">
                  <a:lumMod val="75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幼圆" panose="02010509060101010101" pitchFamily="49" charset="-122"/>
                <a:cs typeface="Times New Roman" panose="02020603050405020304" pitchFamily="18" charset="0"/>
              </a:endParaRPr>
            </a:p>
          </p:txBody>
        </p:sp>
        <p:sp>
          <p:nvSpPr>
            <p:cNvPr id="239" name="Line 198"/>
            <p:cNvSpPr>
              <a:spLocks noChangeShapeType="1"/>
            </p:cNvSpPr>
            <p:nvPr/>
          </p:nvSpPr>
          <p:spPr bwMode="auto">
            <a:xfrm flipH="1" flipV="1">
              <a:off x="1303128" y="3809585"/>
              <a:ext cx="472089" cy="314325"/>
            </a:xfrm>
            <a:prstGeom prst="line">
              <a:avLst/>
            </a:prstGeom>
            <a:noFill/>
            <a:ln w="57150" cmpd="thinThick">
              <a:solidFill>
                <a:schemeClr val="accent6">
                  <a:lumMod val="75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幼圆" panose="02010509060101010101" pitchFamily="49" charset="-122"/>
                <a:cs typeface="Times New Roman" panose="02020603050405020304" pitchFamily="18" charset="0"/>
              </a:endParaRPr>
            </a:p>
          </p:txBody>
        </p:sp>
        <p:sp>
          <p:nvSpPr>
            <p:cNvPr id="240" name="Line 199"/>
            <p:cNvSpPr>
              <a:spLocks noChangeShapeType="1"/>
            </p:cNvSpPr>
            <p:nvPr/>
          </p:nvSpPr>
          <p:spPr bwMode="auto">
            <a:xfrm flipH="1">
              <a:off x="1151026" y="3749578"/>
              <a:ext cx="357295" cy="461486"/>
            </a:xfrm>
            <a:prstGeom prst="line">
              <a:avLst/>
            </a:prstGeom>
            <a:noFill/>
            <a:ln w="57150" cmpd="thickThin">
              <a:solidFill>
                <a:schemeClr val="accent6">
                  <a:lumMod val="75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幼圆" panose="02010509060101010101" pitchFamily="49" charset="-122"/>
                <a:cs typeface="Times New Roman" panose="02020603050405020304" pitchFamily="18" charset="0"/>
              </a:endParaRPr>
            </a:p>
          </p:txBody>
        </p:sp>
        <p:sp>
          <p:nvSpPr>
            <p:cNvPr id="241" name="Line 200"/>
            <p:cNvSpPr>
              <a:spLocks noChangeShapeType="1"/>
            </p:cNvSpPr>
            <p:nvPr/>
          </p:nvSpPr>
          <p:spPr bwMode="auto">
            <a:xfrm flipH="1" flipV="1">
              <a:off x="1165375" y="4001038"/>
              <a:ext cx="472089" cy="314325"/>
            </a:xfrm>
            <a:prstGeom prst="line">
              <a:avLst/>
            </a:prstGeom>
            <a:noFill/>
            <a:ln w="57150" cmpd="thinThick">
              <a:solidFill>
                <a:schemeClr val="accent6">
                  <a:lumMod val="75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幼圆" panose="02010509060101010101" pitchFamily="49" charset="-122"/>
                <a:cs typeface="Times New Roman" panose="02020603050405020304" pitchFamily="18" charset="0"/>
              </a:endParaRPr>
            </a:p>
          </p:txBody>
        </p:sp>
        <p:sp>
          <p:nvSpPr>
            <p:cNvPr id="243" name="Line 202"/>
            <p:cNvSpPr>
              <a:spLocks noChangeShapeType="1"/>
            </p:cNvSpPr>
            <p:nvPr/>
          </p:nvSpPr>
          <p:spPr bwMode="auto">
            <a:xfrm flipH="1">
              <a:off x="5134364" y="2915188"/>
              <a:ext cx="0" cy="1947386"/>
            </a:xfrm>
            <a:prstGeom prst="line">
              <a:avLst/>
            </a:prstGeom>
            <a:noFill/>
            <a:ln w="1270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幼圆" panose="02010509060101010101" pitchFamily="49" charset="-122"/>
                <a:cs typeface="Times New Roman" panose="02020603050405020304" pitchFamily="18" charset="0"/>
              </a:endParaRPr>
            </a:p>
          </p:txBody>
        </p:sp>
        <p:sp>
          <p:nvSpPr>
            <p:cNvPr id="244" name="Text Box 203"/>
            <p:cNvSpPr txBox="1">
              <a:spLocks noChangeArrowheads="1"/>
            </p:cNvSpPr>
            <p:nvPr/>
          </p:nvSpPr>
          <p:spPr bwMode="auto">
            <a:xfrm flipH="1">
              <a:off x="4341652" y="3706407"/>
              <a:ext cx="895390" cy="3385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a:solidFill>
                    <a:schemeClr val="tx1"/>
                  </a:solidFill>
                  <a:latin typeface="Times New Roman" pitchFamily="18" charset="0"/>
                  <a:ea typeface="宋体" charset="-122"/>
                </a:defRPr>
              </a:lvl1pPr>
              <a:lvl2pPr marL="742950" indent="-285750" eaLnBrk="0" hangingPunct="0">
                <a:defRPr kumimoji="1" sz="2800">
                  <a:solidFill>
                    <a:schemeClr val="tx1"/>
                  </a:solidFill>
                  <a:latin typeface="Times New Roman" pitchFamily="18" charset="0"/>
                  <a:ea typeface="宋体" charset="-122"/>
                </a:defRPr>
              </a:lvl2pPr>
              <a:lvl3pPr marL="1143000" indent="-228600" eaLnBrk="0" hangingPunct="0">
                <a:defRPr kumimoji="1" sz="2800">
                  <a:solidFill>
                    <a:schemeClr val="tx1"/>
                  </a:solidFill>
                  <a:latin typeface="Times New Roman" pitchFamily="18" charset="0"/>
                  <a:ea typeface="宋体" charset="-122"/>
                </a:defRPr>
              </a:lvl3pPr>
              <a:lvl4pPr marL="1600200" indent="-228600" eaLnBrk="0" hangingPunct="0">
                <a:defRPr kumimoji="1" sz="2800">
                  <a:solidFill>
                    <a:schemeClr val="tx1"/>
                  </a:solidFill>
                  <a:latin typeface="Times New Roman" pitchFamily="18" charset="0"/>
                  <a:ea typeface="宋体" charset="-122"/>
                </a:defRPr>
              </a:lvl4pPr>
              <a:lvl5pPr marL="2057400" indent="-228600" eaLnBrk="0" hangingPunct="0">
                <a:defRPr kumimoji="1" sz="2800">
                  <a:solidFill>
                    <a:schemeClr val="tx1"/>
                  </a:solidFill>
                  <a:latin typeface="Times New Roman" pitchFamily="18" charset="0"/>
                  <a:ea typeface="宋体" charset="-122"/>
                </a:defRPr>
              </a:lvl5pPr>
              <a:lvl6pPr marL="2514600" indent="-228600" eaLnBrk="0" fontAlgn="base" hangingPunct="0">
                <a:spcBef>
                  <a:spcPct val="50000"/>
                </a:spcBef>
                <a:spcAft>
                  <a:spcPct val="0"/>
                </a:spcAft>
                <a:defRPr kumimoji="1" sz="2800">
                  <a:solidFill>
                    <a:schemeClr val="tx1"/>
                  </a:solidFill>
                  <a:latin typeface="Times New Roman" pitchFamily="18" charset="0"/>
                  <a:ea typeface="宋体" charset="-122"/>
                </a:defRPr>
              </a:lvl6pPr>
              <a:lvl7pPr marL="2971800" indent="-228600" eaLnBrk="0" fontAlgn="base" hangingPunct="0">
                <a:spcBef>
                  <a:spcPct val="50000"/>
                </a:spcBef>
                <a:spcAft>
                  <a:spcPct val="0"/>
                </a:spcAft>
                <a:defRPr kumimoji="1" sz="2800">
                  <a:solidFill>
                    <a:schemeClr val="tx1"/>
                  </a:solidFill>
                  <a:latin typeface="Times New Roman" pitchFamily="18" charset="0"/>
                  <a:ea typeface="宋体" charset="-122"/>
                </a:defRPr>
              </a:lvl7pPr>
              <a:lvl8pPr marL="3429000" indent="-228600" eaLnBrk="0" fontAlgn="base" hangingPunct="0">
                <a:spcBef>
                  <a:spcPct val="50000"/>
                </a:spcBef>
                <a:spcAft>
                  <a:spcPct val="0"/>
                </a:spcAft>
                <a:defRPr kumimoji="1" sz="2800">
                  <a:solidFill>
                    <a:schemeClr val="tx1"/>
                  </a:solidFill>
                  <a:latin typeface="Times New Roman" pitchFamily="18" charset="0"/>
                  <a:ea typeface="宋体" charset="-122"/>
                </a:defRPr>
              </a:lvl8pPr>
              <a:lvl9pPr marL="3886200" indent="-228600" eaLnBrk="0" fontAlgn="base" hangingPunct="0">
                <a:spcBef>
                  <a:spcPct val="50000"/>
                </a:spcBef>
                <a:spcAft>
                  <a:spcPct val="0"/>
                </a:spcAft>
                <a:defRPr kumimoji="1" sz="2800">
                  <a:solidFill>
                    <a:schemeClr val="tx1"/>
                  </a:solidFill>
                  <a:latin typeface="Times New Roman" pitchFamily="18" charset="0"/>
                  <a:ea typeface="宋体" charset="-122"/>
                </a:defRPr>
              </a:lvl9pPr>
            </a:lstStyle>
            <a:p>
              <a:pPr algn="ctr" eaLnBrk="1" hangingPunct="1">
                <a:lnSpc>
                  <a:spcPct val="80000"/>
                </a:lnSpc>
                <a:spcBef>
                  <a:spcPct val="0"/>
                </a:spcBef>
              </a:pPr>
              <a:r>
                <a:rPr lang="zh-CN" altLang="en-US" sz="2000" b="1" dirty="0">
                  <a:solidFill>
                    <a:srgbClr val="000066"/>
                  </a:solidFill>
                  <a:ea typeface="幼圆" panose="02010509060101010101" pitchFamily="49" charset="-122"/>
                  <a:cs typeface="Times New Roman" panose="02020603050405020304" pitchFamily="18" charset="0"/>
                </a:rPr>
                <a:t>坡高</a:t>
              </a:r>
            </a:p>
          </p:txBody>
        </p:sp>
        <p:grpSp>
          <p:nvGrpSpPr>
            <p:cNvPr id="250" name="Group 12"/>
            <p:cNvGrpSpPr>
              <a:grpSpLocks/>
            </p:cNvGrpSpPr>
            <p:nvPr/>
          </p:nvGrpSpPr>
          <p:grpSpPr bwMode="auto">
            <a:xfrm>
              <a:off x="807920" y="2929859"/>
              <a:ext cx="454614" cy="82278"/>
              <a:chOff x="2274" y="1204"/>
              <a:chExt cx="270" cy="44"/>
            </a:xfrm>
          </p:grpSpPr>
          <p:sp>
            <p:nvSpPr>
              <p:cNvPr id="251" name="Line 13"/>
              <p:cNvSpPr>
                <a:spLocks noChangeShapeType="1"/>
              </p:cNvSpPr>
              <p:nvPr/>
            </p:nvSpPr>
            <p:spPr bwMode="auto">
              <a:xfrm flipH="1">
                <a:off x="2274" y="1210"/>
                <a:ext cx="28" cy="34"/>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幼圆" panose="02010509060101010101" pitchFamily="49" charset="-122"/>
                  <a:cs typeface="Times New Roman" panose="02020603050405020304" pitchFamily="18" charset="0"/>
                </a:endParaRPr>
              </a:p>
            </p:txBody>
          </p:sp>
          <p:sp>
            <p:nvSpPr>
              <p:cNvPr id="252" name="Line 14"/>
              <p:cNvSpPr>
                <a:spLocks noChangeShapeType="1"/>
              </p:cNvSpPr>
              <p:nvPr/>
            </p:nvSpPr>
            <p:spPr bwMode="auto">
              <a:xfrm flipH="1">
                <a:off x="2304" y="1214"/>
                <a:ext cx="34" cy="34"/>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幼圆" panose="02010509060101010101" pitchFamily="49" charset="-122"/>
                  <a:cs typeface="Times New Roman" panose="02020603050405020304" pitchFamily="18" charset="0"/>
                </a:endParaRPr>
              </a:p>
            </p:txBody>
          </p:sp>
          <p:sp>
            <p:nvSpPr>
              <p:cNvPr id="253" name="Line 15"/>
              <p:cNvSpPr>
                <a:spLocks noChangeShapeType="1"/>
              </p:cNvSpPr>
              <p:nvPr/>
            </p:nvSpPr>
            <p:spPr bwMode="auto">
              <a:xfrm flipH="1">
                <a:off x="2346" y="1206"/>
                <a:ext cx="36" cy="42"/>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幼圆" panose="02010509060101010101" pitchFamily="49" charset="-122"/>
                  <a:cs typeface="Times New Roman" panose="02020603050405020304" pitchFamily="18" charset="0"/>
                </a:endParaRPr>
              </a:p>
            </p:txBody>
          </p:sp>
          <p:sp>
            <p:nvSpPr>
              <p:cNvPr id="254" name="Line 16"/>
              <p:cNvSpPr>
                <a:spLocks noChangeShapeType="1"/>
              </p:cNvSpPr>
              <p:nvPr/>
            </p:nvSpPr>
            <p:spPr bwMode="auto">
              <a:xfrm>
                <a:off x="2376" y="1206"/>
                <a:ext cx="40" cy="38"/>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幼圆" panose="02010509060101010101" pitchFamily="49" charset="-122"/>
                  <a:cs typeface="Times New Roman" panose="02020603050405020304" pitchFamily="18" charset="0"/>
                </a:endParaRPr>
              </a:p>
            </p:txBody>
          </p:sp>
          <p:sp>
            <p:nvSpPr>
              <p:cNvPr id="255" name="Line 17"/>
              <p:cNvSpPr>
                <a:spLocks noChangeShapeType="1"/>
              </p:cNvSpPr>
              <p:nvPr/>
            </p:nvSpPr>
            <p:spPr bwMode="auto">
              <a:xfrm>
                <a:off x="2420" y="1210"/>
                <a:ext cx="40" cy="34"/>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幼圆" panose="02010509060101010101" pitchFamily="49" charset="-122"/>
                  <a:cs typeface="Times New Roman" panose="02020603050405020304" pitchFamily="18" charset="0"/>
                </a:endParaRPr>
              </a:p>
            </p:txBody>
          </p:sp>
          <p:sp>
            <p:nvSpPr>
              <p:cNvPr id="256" name="Line 18"/>
              <p:cNvSpPr>
                <a:spLocks noChangeShapeType="1"/>
              </p:cNvSpPr>
              <p:nvPr/>
            </p:nvSpPr>
            <p:spPr bwMode="auto">
              <a:xfrm flipV="1">
                <a:off x="2460" y="1204"/>
                <a:ext cx="46" cy="42"/>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幼圆" panose="02010509060101010101" pitchFamily="49" charset="-122"/>
                  <a:cs typeface="Times New Roman" panose="02020603050405020304" pitchFamily="18" charset="0"/>
                </a:endParaRPr>
              </a:p>
            </p:txBody>
          </p:sp>
          <p:sp>
            <p:nvSpPr>
              <p:cNvPr id="257" name="Line 19"/>
              <p:cNvSpPr>
                <a:spLocks noChangeShapeType="1"/>
              </p:cNvSpPr>
              <p:nvPr/>
            </p:nvSpPr>
            <p:spPr bwMode="auto">
              <a:xfrm flipV="1">
                <a:off x="2512" y="1208"/>
                <a:ext cx="32" cy="36"/>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幼圆" panose="02010509060101010101" pitchFamily="49" charset="-122"/>
                  <a:cs typeface="Times New Roman" panose="02020603050405020304" pitchFamily="18" charset="0"/>
                </a:endParaRPr>
              </a:p>
            </p:txBody>
          </p:sp>
        </p:grpSp>
        <p:grpSp>
          <p:nvGrpSpPr>
            <p:cNvPr id="258" name="Group 12"/>
            <p:cNvGrpSpPr>
              <a:grpSpLocks/>
            </p:cNvGrpSpPr>
            <p:nvPr/>
          </p:nvGrpSpPr>
          <p:grpSpPr bwMode="auto">
            <a:xfrm>
              <a:off x="1523216" y="2922485"/>
              <a:ext cx="454614" cy="82278"/>
              <a:chOff x="2274" y="1204"/>
              <a:chExt cx="270" cy="44"/>
            </a:xfrm>
          </p:grpSpPr>
          <p:sp>
            <p:nvSpPr>
              <p:cNvPr id="259" name="Line 13"/>
              <p:cNvSpPr>
                <a:spLocks noChangeShapeType="1"/>
              </p:cNvSpPr>
              <p:nvPr/>
            </p:nvSpPr>
            <p:spPr bwMode="auto">
              <a:xfrm flipH="1">
                <a:off x="2274" y="1210"/>
                <a:ext cx="28" cy="34"/>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幼圆" panose="02010509060101010101" pitchFamily="49" charset="-122"/>
                  <a:cs typeface="Times New Roman" panose="02020603050405020304" pitchFamily="18" charset="0"/>
                </a:endParaRPr>
              </a:p>
            </p:txBody>
          </p:sp>
          <p:sp>
            <p:nvSpPr>
              <p:cNvPr id="260" name="Line 14"/>
              <p:cNvSpPr>
                <a:spLocks noChangeShapeType="1"/>
              </p:cNvSpPr>
              <p:nvPr/>
            </p:nvSpPr>
            <p:spPr bwMode="auto">
              <a:xfrm flipH="1">
                <a:off x="2304" y="1214"/>
                <a:ext cx="34" cy="34"/>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幼圆" panose="02010509060101010101" pitchFamily="49" charset="-122"/>
                  <a:cs typeface="Times New Roman" panose="02020603050405020304" pitchFamily="18" charset="0"/>
                </a:endParaRPr>
              </a:p>
            </p:txBody>
          </p:sp>
          <p:sp>
            <p:nvSpPr>
              <p:cNvPr id="261" name="Line 15"/>
              <p:cNvSpPr>
                <a:spLocks noChangeShapeType="1"/>
              </p:cNvSpPr>
              <p:nvPr/>
            </p:nvSpPr>
            <p:spPr bwMode="auto">
              <a:xfrm flipH="1">
                <a:off x="2346" y="1206"/>
                <a:ext cx="36" cy="42"/>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幼圆" panose="02010509060101010101" pitchFamily="49" charset="-122"/>
                  <a:cs typeface="Times New Roman" panose="02020603050405020304" pitchFamily="18" charset="0"/>
                </a:endParaRPr>
              </a:p>
            </p:txBody>
          </p:sp>
          <p:sp>
            <p:nvSpPr>
              <p:cNvPr id="262" name="Line 16"/>
              <p:cNvSpPr>
                <a:spLocks noChangeShapeType="1"/>
              </p:cNvSpPr>
              <p:nvPr/>
            </p:nvSpPr>
            <p:spPr bwMode="auto">
              <a:xfrm>
                <a:off x="2376" y="1206"/>
                <a:ext cx="40" cy="38"/>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幼圆" panose="02010509060101010101" pitchFamily="49" charset="-122"/>
                  <a:cs typeface="Times New Roman" panose="02020603050405020304" pitchFamily="18" charset="0"/>
                </a:endParaRPr>
              </a:p>
            </p:txBody>
          </p:sp>
          <p:sp>
            <p:nvSpPr>
              <p:cNvPr id="263" name="Line 17"/>
              <p:cNvSpPr>
                <a:spLocks noChangeShapeType="1"/>
              </p:cNvSpPr>
              <p:nvPr/>
            </p:nvSpPr>
            <p:spPr bwMode="auto">
              <a:xfrm>
                <a:off x="2420" y="1210"/>
                <a:ext cx="40" cy="34"/>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幼圆" panose="02010509060101010101" pitchFamily="49" charset="-122"/>
                  <a:cs typeface="Times New Roman" panose="02020603050405020304" pitchFamily="18" charset="0"/>
                </a:endParaRPr>
              </a:p>
            </p:txBody>
          </p:sp>
          <p:sp>
            <p:nvSpPr>
              <p:cNvPr id="264" name="Line 18"/>
              <p:cNvSpPr>
                <a:spLocks noChangeShapeType="1"/>
              </p:cNvSpPr>
              <p:nvPr/>
            </p:nvSpPr>
            <p:spPr bwMode="auto">
              <a:xfrm flipV="1">
                <a:off x="2460" y="1204"/>
                <a:ext cx="46" cy="42"/>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幼圆" panose="02010509060101010101" pitchFamily="49" charset="-122"/>
                  <a:cs typeface="Times New Roman" panose="02020603050405020304" pitchFamily="18" charset="0"/>
                </a:endParaRPr>
              </a:p>
            </p:txBody>
          </p:sp>
          <p:sp>
            <p:nvSpPr>
              <p:cNvPr id="265" name="Line 19"/>
              <p:cNvSpPr>
                <a:spLocks noChangeShapeType="1"/>
              </p:cNvSpPr>
              <p:nvPr/>
            </p:nvSpPr>
            <p:spPr bwMode="auto">
              <a:xfrm flipV="1">
                <a:off x="2512" y="1208"/>
                <a:ext cx="32" cy="36"/>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幼圆" panose="02010509060101010101" pitchFamily="49" charset="-122"/>
                  <a:cs typeface="Times New Roman" panose="02020603050405020304" pitchFamily="18" charset="0"/>
                </a:endParaRPr>
              </a:p>
            </p:txBody>
          </p:sp>
        </p:grpSp>
        <p:sp>
          <p:nvSpPr>
            <p:cNvPr id="266" name="任意多边形 265"/>
            <p:cNvSpPr/>
            <p:nvPr/>
          </p:nvSpPr>
          <p:spPr bwMode="auto">
            <a:xfrm>
              <a:off x="596900" y="2921000"/>
              <a:ext cx="4991100" cy="1955800"/>
            </a:xfrm>
            <a:custGeom>
              <a:avLst/>
              <a:gdLst>
                <a:gd name="connsiteX0" fmla="*/ 0 w 4991100"/>
                <a:gd name="connsiteY0" fmla="*/ 0 h 1955800"/>
                <a:gd name="connsiteX1" fmla="*/ 1651000 w 4991100"/>
                <a:gd name="connsiteY1" fmla="*/ 0 h 1955800"/>
                <a:gd name="connsiteX2" fmla="*/ 3860800 w 4991100"/>
                <a:gd name="connsiteY2" fmla="*/ 1955800 h 1955800"/>
                <a:gd name="connsiteX3" fmla="*/ 4991100 w 4991100"/>
                <a:gd name="connsiteY3" fmla="*/ 1955800 h 1955800"/>
              </a:gdLst>
              <a:ahLst/>
              <a:cxnLst>
                <a:cxn ang="0">
                  <a:pos x="connsiteX0" y="connsiteY0"/>
                </a:cxn>
                <a:cxn ang="0">
                  <a:pos x="connsiteX1" y="connsiteY1"/>
                </a:cxn>
                <a:cxn ang="0">
                  <a:pos x="connsiteX2" y="connsiteY2"/>
                </a:cxn>
                <a:cxn ang="0">
                  <a:pos x="connsiteX3" y="connsiteY3"/>
                </a:cxn>
              </a:cxnLst>
              <a:rect l="l" t="t" r="r" b="b"/>
              <a:pathLst>
                <a:path w="4991100" h="1955800">
                  <a:moveTo>
                    <a:pt x="0" y="0"/>
                  </a:moveTo>
                  <a:lnTo>
                    <a:pt x="1651000" y="0"/>
                  </a:lnTo>
                  <a:lnTo>
                    <a:pt x="3860800" y="1955800"/>
                  </a:lnTo>
                  <a:lnTo>
                    <a:pt x="4991100" y="1955800"/>
                  </a:lnTo>
                </a:path>
              </a:pathLst>
            </a:custGeom>
            <a:noFill/>
            <a:ln w="2857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cxnSp>
          <p:nvCxnSpPr>
            <p:cNvPr id="13" name="直接连接符 12"/>
            <p:cNvCxnSpPr/>
            <p:nvPr/>
          </p:nvCxnSpPr>
          <p:spPr bwMode="auto">
            <a:xfrm>
              <a:off x="4747476" y="2923955"/>
              <a:ext cx="648586" cy="0"/>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 name="任意多边形 13"/>
            <p:cNvSpPr/>
            <p:nvPr/>
          </p:nvSpPr>
          <p:spPr bwMode="auto">
            <a:xfrm>
              <a:off x="2583953" y="3231977"/>
              <a:ext cx="392688" cy="330979"/>
            </a:xfrm>
            <a:custGeom>
              <a:avLst/>
              <a:gdLst>
                <a:gd name="connsiteX0" fmla="*/ 0 w 392688"/>
                <a:gd name="connsiteY0" fmla="*/ 0 h 330979"/>
                <a:gd name="connsiteX1" fmla="*/ 0 w 392688"/>
                <a:gd name="connsiteY1" fmla="*/ 330979 h 330979"/>
                <a:gd name="connsiteX2" fmla="*/ 392688 w 392688"/>
                <a:gd name="connsiteY2" fmla="*/ 330979 h 330979"/>
              </a:gdLst>
              <a:ahLst/>
              <a:cxnLst>
                <a:cxn ang="0">
                  <a:pos x="connsiteX0" y="connsiteY0"/>
                </a:cxn>
                <a:cxn ang="0">
                  <a:pos x="connsiteX1" y="connsiteY1"/>
                </a:cxn>
                <a:cxn ang="0">
                  <a:pos x="connsiteX2" y="connsiteY2"/>
                </a:cxn>
              </a:cxnLst>
              <a:rect l="l" t="t" r="r" b="b"/>
              <a:pathLst>
                <a:path w="392688" h="330979">
                  <a:moveTo>
                    <a:pt x="0" y="0"/>
                  </a:moveTo>
                  <a:lnTo>
                    <a:pt x="0" y="330979"/>
                  </a:lnTo>
                  <a:lnTo>
                    <a:pt x="392688" y="330979"/>
                  </a:lnTo>
                </a:path>
              </a:pathLst>
            </a:cu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267" name="Text Box 180"/>
            <p:cNvSpPr txBox="1">
              <a:spLocks noChangeArrowheads="1"/>
            </p:cNvSpPr>
            <p:nvPr/>
          </p:nvSpPr>
          <p:spPr bwMode="auto">
            <a:xfrm flipH="1">
              <a:off x="2448111" y="2896002"/>
              <a:ext cx="1887463" cy="4547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800">
                  <a:solidFill>
                    <a:schemeClr val="tx1"/>
                  </a:solidFill>
                  <a:latin typeface="Times New Roman" pitchFamily="18" charset="0"/>
                  <a:ea typeface="宋体" charset="-122"/>
                </a:defRPr>
              </a:lvl1pPr>
              <a:lvl2pPr marL="742950" indent="-285750" eaLnBrk="0" hangingPunct="0">
                <a:defRPr kumimoji="1" sz="2800">
                  <a:solidFill>
                    <a:schemeClr val="tx1"/>
                  </a:solidFill>
                  <a:latin typeface="Times New Roman" pitchFamily="18" charset="0"/>
                  <a:ea typeface="宋体" charset="-122"/>
                </a:defRPr>
              </a:lvl2pPr>
              <a:lvl3pPr marL="1143000" indent="-228600" eaLnBrk="0" hangingPunct="0">
                <a:defRPr kumimoji="1" sz="2800">
                  <a:solidFill>
                    <a:schemeClr val="tx1"/>
                  </a:solidFill>
                  <a:latin typeface="Times New Roman" pitchFamily="18" charset="0"/>
                  <a:ea typeface="宋体" charset="-122"/>
                </a:defRPr>
              </a:lvl3pPr>
              <a:lvl4pPr marL="1600200" indent="-228600" eaLnBrk="0" hangingPunct="0">
                <a:defRPr kumimoji="1" sz="2800">
                  <a:solidFill>
                    <a:schemeClr val="tx1"/>
                  </a:solidFill>
                  <a:latin typeface="Times New Roman" pitchFamily="18" charset="0"/>
                  <a:ea typeface="宋体" charset="-122"/>
                </a:defRPr>
              </a:lvl4pPr>
              <a:lvl5pPr marL="2057400" indent="-228600" eaLnBrk="0" hangingPunct="0">
                <a:defRPr kumimoji="1" sz="2800">
                  <a:solidFill>
                    <a:schemeClr val="tx1"/>
                  </a:solidFill>
                  <a:latin typeface="Times New Roman" pitchFamily="18" charset="0"/>
                  <a:ea typeface="宋体" charset="-122"/>
                </a:defRPr>
              </a:lvl5pPr>
              <a:lvl6pPr marL="2514600" indent="-228600" eaLnBrk="0" fontAlgn="base" hangingPunct="0">
                <a:spcBef>
                  <a:spcPct val="50000"/>
                </a:spcBef>
                <a:spcAft>
                  <a:spcPct val="0"/>
                </a:spcAft>
                <a:defRPr kumimoji="1" sz="2800">
                  <a:solidFill>
                    <a:schemeClr val="tx1"/>
                  </a:solidFill>
                  <a:latin typeface="Times New Roman" pitchFamily="18" charset="0"/>
                  <a:ea typeface="宋体" charset="-122"/>
                </a:defRPr>
              </a:lvl6pPr>
              <a:lvl7pPr marL="2971800" indent="-228600" eaLnBrk="0" fontAlgn="base" hangingPunct="0">
                <a:spcBef>
                  <a:spcPct val="50000"/>
                </a:spcBef>
                <a:spcAft>
                  <a:spcPct val="0"/>
                </a:spcAft>
                <a:defRPr kumimoji="1" sz="2800">
                  <a:solidFill>
                    <a:schemeClr val="tx1"/>
                  </a:solidFill>
                  <a:latin typeface="Times New Roman" pitchFamily="18" charset="0"/>
                  <a:ea typeface="宋体" charset="-122"/>
                </a:defRPr>
              </a:lvl7pPr>
              <a:lvl8pPr marL="3429000" indent="-228600" eaLnBrk="0" fontAlgn="base" hangingPunct="0">
                <a:spcBef>
                  <a:spcPct val="50000"/>
                </a:spcBef>
                <a:spcAft>
                  <a:spcPct val="0"/>
                </a:spcAft>
                <a:defRPr kumimoji="1" sz="2800">
                  <a:solidFill>
                    <a:schemeClr val="tx1"/>
                  </a:solidFill>
                  <a:latin typeface="Times New Roman" pitchFamily="18" charset="0"/>
                  <a:ea typeface="宋体" charset="-122"/>
                </a:defRPr>
              </a:lvl8pPr>
              <a:lvl9pPr marL="3886200" indent="-228600" eaLnBrk="0" fontAlgn="base" hangingPunct="0">
                <a:spcBef>
                  <a:spcPct val="50000"/>
                </a:spcBef>
                <a:spcAft>
                  <a:spcPct val="0"/>
                </a:spcAft>
                <a:defRPr kumimoji="1" sz="2800">
                  <a:solidFill>
                    <a:schemeClr val="tx1"/>
                  </a:solidFill>
                  <a:latin typeface="Times New Roman" pitchFamily="18" charset="0"/>
                  <a:ea typeface="宋体" charset="-122"/>
                </a:defRPr>
              </a:lvl9pPr>
            </a:lstStyle>
            <a:p>
              <a:pPr eaLnBrk="1" hangingPunct="1"/>
              <a:r>
                <a:rPr lang="zh-CN" altLang="en-US" sz="2000" b="1" dirty="0" smtClean="0">
                  <a:solidFill>
                    <a:srgbClr val="000066"/>
                  </a:solidFill>
                  <a:ea typeface="幼圆" panose="02010509060101010101" pitchFamily="49" charset="-122"/>
                  <a:cs typeface="Times New Roman" panose="02020603050405020304" pitchFamily="18" charset="0"/>
                </a:rPr>
                <a:t>坡度：</a:t>
              </a:r>
              <a:r>
                <a:rPr lang="en-US" altLang="zh-CN" sz="2000" b="1" dirty="0" smtClean="0">
                  <a:solidFill>
                    <a:srgbClr val="000066"/>
                  </a:solidFill>
                  <a:ea typeface="幼圆" panose="02010509060101010101" pitchFamily="49" charset="-122"/>
                  <a:cs typeface="Times New Roman" panose="02020603050405020304" pitchFamily="18" charset="0"/>
                </a:rPr>
                <a:t>1</a:t>
              </a:r>
              <a:r>
                <a:rPr lang="en-US" altLang="zh-CN" sz="2000" b="1" dirty="0">
                  <a:solidFill>
                    <a:srgbClr val="000066"/>
                  </a:solidFill>
                  <a:ea typeface="幼圆" panose="02010509060101010101" pitchFamily="49" charset="-122"/>
                  <a:cs typeface="Times New Roman" panose="02020603050405020304" pitchFamily="18" charset="0"/>
                </a:rPr>
                <a:t>:</a:t>
              </a:r>
              <a:r>
                <a:rPr lang="en-US" altLang="zh-CN" sz="2000" b="1" i="1" dirty="0" smtClean="0">
                  <a:solidFill>
                    <a:srgbClr val="000066"/>
                  </a:solidFill>
                  <a:ea typeface="幼圆" panose="02010509060101010101" pitchFamily="49" charset="-122"/>
                  <a:cs typeface="Times New Roman" panose="02020603050405020304" pitchFamily="18" charset="0"/>
                </a:rPr>
                <a:t>m</a:t>
              </a:r>
              <a:endParaRPr lang="zh-CN" altLang="en-US" sz="2000" b="1" i="1" dirty="0">
                <a:solidFill>
                  <a:srgbClr val="000066"/>
                </a:solidFill>
                <a:ea typeface="幼圆" panose="02010509060101010101" pitchFamily="49" charset="-122"/>
                <a:cs typeface="Times New Roman" panose="02020603050405020304" pitchFamily="18" charset="0"/>
              </a:endParaRPr>
            </a:p>
          </p:txBody>
        </p:sp>
        <p:sp>
          <p:nvSpPr>
            <p:cNvPr id="269" name="Text Box 180"/>
            <p:cNvSpPr txBox="1">
              <a:spLocks noChangeArrowheads="1"/>
            </p:cNvSpPr>
            <p:nvPr/>
          </p:nvSpPr>
          <p:spPr bwMode="auto">
            <a:xfrm flipH="1">
              <a:off x="2604793" y="3538180"/>
              <a:ext cx="310139" cy="4462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800">
                  <a:solidFill>
                    <a:schemeClr val="tx1"/>
                  </a:solidFill>
                  <a:latin typeface="Times New Roman" pitchFamily="18" charset="0"/>
                  <a:ea typeface="宋体" charset="-122"/>
                </a:defRPr>
              </a:lvl1pPr>
              <a:lvl2pPr marL="742950" indent="-285750" eaLnBrk="0" hangingPunct="0">
                <a:defRPr kumimoji="1" sz="2800">
                  <a:solidFill>
                    <a:schemeClr val="tx1"/>
                  </a:solidFill>
                  <a:latin typeface="Times New Roman" pitchFamily="18" charset="0"/>
                  <a:ea typeface="宋体" charset="-122"/>
                </a:defRPr>
              </a:lvl2pPr>
              <a:lvl3pPr marL="1143000" indent="-228600" eaLnBrk="0" hangingPunct="0">
                <a:defRPr kumimoji="1" sz="2800">
                  <a:solidFill>
                    <a:schemeClr val="tx1"/>
                  </a:solidFill>
                  <a:latin typeface="Times New Roman" pitchFamily="18" charset="0"/>
                  <a:ea typeface="宋体" charset="-122"/>
                </a:defRPr>
              </a:lvl3pPr>
              <a:lvl4pPr marL="1600200" indent="-228600" eaLnBrk="0" hangingPunct="0">
                <a:defRPr kumimoji="1" sz="2800">
                  <a:solidFill>
                    <a:schemeClr val="tx1"/>
                  </a:solidFill>
                  <a:latin typeface="Times New Roman" pitchFamily="18" charset="0"/>
                  <a:ea typeface="宋体" charset="-122"/>
                </a:defRPr>
              </a:lvl4pPr>
              <a:lvl5pPr marL="2057400" indent="-228600" eaLnBrk="0" hangingPunct="0">
                <a:defRPr kumimoji="1" sz="2800">
                  <a:solidFill>
                    <a:schemeClr val="tx1"/>
                  </a:solidFill>
                  <a:latin typeface="Times New Roman" pitchFamily="18" charset="0"/>
                  <a:ea typeface="宋体" charset="-122"/>
                </a:defRPr>
              </a:lvl5pPr>
              <a:lvl6pPr marL="2514600" indent="-228600" eaLnBrk="0" fontAlgn="base" hangingPunct="0">
                <a:spcBef>
                  <a:spcPct val="50000"/>
                </a:spcBef>
                <a:spcAft>
                  <a:spcPct val="0"/>
                </a:spcAft>
                <a:defRPr kumimoji="1" sz="2800">
                  <a:solidFill>
                    <a:schemeClr val="tx1"/>
                  </a:solidFill>
                  <a:latin typeface="Times New Roman" pitchFamily="18" charset="0"/>
                  <a:ea typeface="宋体" charset="-122"/>
                </a:defRPr>
              </a:lvl6pPr>
              <a:lvl7pPr marL="2971800" indent="-228600" eaLnBrk="0" fontAlgn="base" hangingPunct="0">
                <a:spcBef>
                  <a:spcPct val="50000"/>
                </a:spcBef>
                <a:spcAft>
                  <a:spcPct val="0"/>
                </a:spcAft>
                <a:defRPr kumimoji="1" sz="2800">
                  <a:solidFill>
                    <a:schemeClr val="tx1"/>
                  </a:solidFill>
                  <a:latin typeface="Times New Roman" pitchFamily="18" charset="0"/>
                  <a:ea typeface="宋体" charset="-122"/>
                </a:defRPr>
              </a:lvl7pPr>
              <a:lvl8pPr marL="3429000" indent="-228600" eaLnBrk="0" fontAlgn="base" hangingPunct="0">
                <a:spcBef>
                  <a:spcPct val="50000"/>
                </a:spcBef>
                <a:spcAft>
                  <a:spcPct val="0"/>
                </a:spcAft>
                <a:defRPr kumimoji="1" sz="2800">
                  <a:solidFill>
                    <a:schemeClr val="tx1"/>
                  </a:solidFill>
                  <a:latin typeface="Times New Roman" pitchFamily="18" charset="0"/>
                  <a:ea typeface="宋体" charset="-122"/>
                </a:defRPr>
              </a:lvl8pPr>
              <a:lvl9pPr marL="3886200" indent="-228600" eaLnBrk="0" fontAlgn="base" hangingPunct="0">
                <a:spcBef>
                  <a:spcPct val="50000"/>
                </a:spcBef>
                <a:spcAft>
                  <a:spcPct val="0"/>
                </a:spcAft>
                <a:defRPr kumimoji="1" sz="2800">
                  <a:solidFill>
                    <a:schemeClr val="tx1"/>
                  </a:solidFill>
                  <a:latin typeface="Times New Roman" pitchFamily="18" charset="0"/>
                  <a:ea typeface="宋体" charset="-122"/>
                </a:defRPr>
              </a:lvl9pPr>
            </a:lstStyle>
            <a:p>
              <a:pPr eaLnBrk="1" hangingPunct="1"/>
              <a:r>
                <a:rPr lang="en-US" altLang="zh-CN" sz="2000" b="1" dirty="0" smtClean="0">
                  <a:solidFill>
                    <a:srgbClr val="000066"/>
                  </a:solidFill>
                  <a:ea typeface="幼圆" panose="02010509060101010101" pitchFamily="49" charset="-122"/>
                  <a:cs typeface="Times New Roman" panose="02020603050405020304" pitchFamily="18" charset="0"/>
                </a:rPr>
                <a:t>1</a:t>
              </a:r>
              <a:endParaRPr lang="zh-CN" altLang="en-US" sz="2000" b="1" dirty="0">
                <a:solidFill>
                  <a:srgbClr val="000066"/>
                </a:solidFill>
                <a:ea typeface="幼圆" panose="02010509060101010101" pitchFamily="49" charset="-122"/>
                <a:cs typeface="Times New Roman" panose="02020603050405020304" pitchFamily="18" charset="0"/>
              </a:endParaRPr>
            </a:p>
          </p:txBody>
        </p:sp>
        <p:sp>
          <p:nvSpPr>
            <p:cNvPr id="270" name="Text Box 180"/>
            <p:cNvSpPr txBox="1">
              <a:spLocks noChangeArrowheads="1"/>
            </p:cNvSpPr>
            <p:nvPr/>
          </p:nvSpPr>
          <p:spPr bwMode="auto">
            <a:xfrm flipH="1">
              <a:off x="2201819" y="3107160"/>
              <a:ext cx="404571" cy="4581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800">
                  <a:solidFill>
                    <a:schemeClr val="tx1"/>
                  </a:solidFill>
                  <a:latin typeface="Times New Roman" pitchFamily="18" charset="0"/>
                  <a:ea typeface="宋体" charset="-122"/>
                </a:defRPr>
              </a:lvl1pPr>
              <a:lvl2pPr marL="742950" indent="-285750" eaLnBrk="0" hangingPunct="0">
                <a:defRPr kumimoji="1" sz="2800">
                  <a:solidFill>
                    <a:schemeClr val="tx1"/>
                  </a:solidFill>
                  <a:latin typeface="Times New Roman" pitchFamily="18" charset="0"/>
                  <a:ea typeface="宋体" charset="-122"/>
                </a:defRPr>
              </a:lvl2pPr>
              <a:lvl3pPr marL="1143000" indent="-228600" eaLnBrk="0" hangingPunct="0">
                <a:defRPr kumimoji="1" sz="2800">
                  <a:solidFill>
                    <a:schemeClr val="tx1"/>
                  </a:solidFill>
                  <a:latin typeface="Times New Roman" pitchFamily="18" charset="0"/>
                  <a:ea typeface="宋体" charset="-122"/>
                </a:defRPr>
              </a:lvl3pPr>
              <a:lvl4pPr marL="1600200" indent="-228600" eaLnBrk="0" hangingPunct="0">
                <a:defRPr kumimoji="1" sz="2800">
                  <a:solidFill>
                    <a:schemeClr val="tx1"/>
                  </a:solidFill>
                  <a:latin typeface="Times New Roman" pitchFamily="18" charset="0"/>
                  <a:ea typeface="宋体" charset="-122"/>
                </a:defRPr>
              </a:lvl4pPr>
              <a:lvl5pPr marL="2057400" indent="-228600" eaLnBrk="0" hangingPunct="0">
                <a:defRPr kumimoji="1" sz="2800">
                  <a:solidFill>
                    <a:schemeClr val="tx1"/>
                  </a:solidFill>
                  <a:latin typeface="Times New Roman" pitchFamily="18" charset="0"/>
                  <a:ea typeface="宋体" charset="-122"/>
                </a:defRPr>
              </a:lvl5pPr>
              <a:lvl6pPr marL="2514600" indent="-228600" eaLnBrk="0" fontAlgn="base" hangingPunct="0">
                <a:spcBef>
                  <a:spcPct val="50000"/>
                </a:spcBef>
                <a:spcAft>
                  <a:spcPct val="0"/>
                </a:spcAft>
                <a:defRPr kumimoji="1" sz="2800">
                  <a:solidFill>
                    <a:schemeClr val="tx1"/>
                  </a:solidFill>
                  <a:latin typeface="Times New Roman" pitchFamily="18" charset="0"/>
                  <a:ea typeface="宋体" charset="-122"/>
                </a:defRPr>
              </a:lvl6pPr>
              <a:lvl7pPr marL="2971800" indent="-228600" eaLnBrk="0" fontAlgn="base" hangingPunct="0">
                <a:spcBef>
                  <a:spcPct val="50000"/>
                </a:spcBef>
                <a:spcAft>
                  <a:spcPct val="0"/>
                </a:spcAft>
                <a:defRPr kumimoji="1" sz="2800">
                  <a:solidFill>
                    <a:schemeClr val="tx1"/>
                  </a:solidFill>
                  <a:latin typeface="Times New Roman" pitchFamily="18" charset="0"/>
                  <a:ea typeface="宋体" charset="-122"/>
                </a:defRPr>
              </a:lvl7pPr>
              <a:lvl8pPr marL="3429000" indent="-228600" eaLnBrk="0" fontAlgn="base" hangingPunct="0">
                <a:spcBef>
                  <a:spcPct val="50000"/>
                </a:spcBef>
                <a:spcAft>
                  <a:spcPct val="0"/>
                </a:spcAft>
                <a:defRPr kumimoji="1" sz="2800">
                  <a:solidFill>
                    <a:schemeClr val="tx1"/>
                  </a:solidFill>
                  <a:latin typeface="Times New Roman" pitchFamily="18" charset="0"/>
                  <a:ea typeface="宋体" charset="-122"/>
                </a:defRPr>
              </a:lvl8pPr>
              <a:lvl9pPr marL="3886200" indent="-228600" eaLnBrk="0" fontAlgn="base" hangingPunct="0">
                <a:spcBef>
                  <a:spcPct val="50000"/>
                </a:spcBef>
                <a:spcAft>
                  <a:spcPct val="0"/>
                </a:spcAft>
                <a:defRPr kumimoji="1" sz="2800">
                  <a:solidFill>
                    <a:schemeClr val="tx1"/>
                  </a:solidFill>
                  <a:latin typeface="Times New Roman" pitchFamily="18" charset="0"/>
                  <a:ea typeface="宋体" charset="-122"/>
                </a:defRPr>
              </a:lvl9pPr>
            </a:lstStyle>
            <a:p>
              <a:pPr eaLnBrk="1" hangingPunct="1"/>
              <a:r>
                <a:rPr lang="en-US" altLang="zh-CN" sz="2000" b="1" i="1" dirty="0" smtClean="0">
                  <a:solidFill>
                    <a:srgbClr val="000066"/>
                  </a:solidFill>
                  <a:ea typeface="幼圆" panose="02010509060101010101" pitchFamily="49" charset="-122"/>
                  <a:cs typeface="Times New Roman" panose="02020603050405020304" pitchFamily="18" charset="0"/>
                </a:rPr>
                <a:t>m</a:t>
              </a:r>
              <a:endParaRPr lang="zh-CN" altLang="en-US" sz="2000" b="1" i="1" dirty="0">
                <a:solidFill>
                  <a:srgbClr val="000066"/>
                </a:solidFill>
                <a:ea typeface="幼圆" panose="02010509060101010101" pitchFamily="49" charset="-122"/>
                <a:cs typeface="Times New Roman" panose="02020603050405020304" pitchFamily="18" charset="0"/>
              </a:endParaRPr>
            </a:p>
          </p:txBody>
        </p:sp>
      </p:grpSp>
      <p:sp>
        <p:nvSpPr>
          <p:cNvPr id="15"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6</a:t>
            </a:fld>
            <a:endParaRPr lang="zh-CN" altLang="en-US" dirty="0">
              <a:solidFill>
                <a:srgbClr val="C00000"/>
              </a:solidFill>
            </a:endParaRPr>
          </a:p>
        </p:txBody>
      </p:sp>
      <p:sp>
        <p:nvSpPr>
          <p:cNvPr id="9" name="Text Box 46"/>
          <p:cNvSpPr txBox="1">
            <a:spLocks noChangeArrowheads="1"/>
          </p:cNvSpPr>
          <p:nvPr/>
        </p:nvSpPr>
        <p:spPr bwMode="auto">
          <a:xfrm>
            <a:off x="384649" y="808306"/>
            <a:ext cx="620698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buFont typeface="Wingdings" pitchFamily="2" charset="2"/>
              <a:buChar char="n"/>
            </a:pPr>
            <a:r>
              <a:rPr lang="zh-CN" altLang="en-US" sz="2800" b="1" dirty="0" smtClean="0">
                <a:solidFill>
                  <a:srgbClr val="A50021"/>
                </a:solidFill>
                <a:latin typeface="微软雅黑" panose="020B0503020204020204" pitchFamily="34" charset="-122"/>
                <a:ea typeface="微软雅黑" panose="020B0503020204020204" pitchFamily="34" charset="-122"/>
              </a:rPr>
              <a:t> 边坡：</a:t>
            </a:r>
            <a:r>
              <a:rPr lang="zh-CN" altLang="en-US" sz="2800" b="1" dirty="0">
                <a:solidFill>
                  <a:srgbClr val="000066"/>
                </a:solidFill>
                <a:ea typeface="幼圆" pitchFamily="49" charset="-122"/>
                <a:cs typeface="Times New Roman" panose="02020603050405020304" pitchFamily="18" charset="0"/>
                <a:sym typeface="Symbol" pitchFamily="18" charset="2"/>
              </a:rPr>
              <a:t>具有倾斜面的岩土</a:t>
            </a:r>
            <a:r>
              <a:rPr lang="zh-CN" altLang="en-US" sz="2800" b="1" dirty="0" smtClean="0">
                <a:solidFill>
                  <a:srgbClr val="000066"/>
                </a:solidFill>
                <a:ea typeface="幼圆" pitchFamily="49" charset="-122"/>
                <a:cs typeface="Times New Roman" panose="02020603050405020304" pitchFamily="18" charset="0"/>
                <a:sym typeface="Symbol" pitchFamily="18" charset="2"/>
              </a:rPr>
              <a:t>体</a:t>
            </a:r>
            <a:endParaRPr lang="zh-CN" altLang="en-US" sz="2800" b="1" dirty="0">
              <a:solidFill>
                <a:srgbClr val="A50021"/>
              </a:solidFill>
              <a:latin typeface="微软雅黑" panose="020B0503020204020204" pitchFamily="34" charset="-122"/>
              <a:ea typeface="微软雅黑" panose="020B0503020204020204" pitchFamily="34" charset="-122"/>
            </a:endParaRPr>
          </a:p>
        </p:txBody>
      </p:sp>
      <p:sp>
        <p:nvSpPr>
          <p:cNvPr id="222" name="Text Box 2"/>
          <p:cNvSpPr txBox="1">
            <a:spLocks noChangeArrowheads="1"/>
          </p:cNvSpPr>
          <p:nvPr/>
        </p:nvSpPr>
        <p:spPr bwMode="auto">
          <a:xfrm>
            <a:off x="2704757" y="5773566"/>
            <a:ext cx="486410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gn="ctr" eaLnBrk="1" hangingPunct="1">
              <a:lnSpc>
                <a:spcPct val="100000"/>
              </a:lnSpc>
              <a:spcBef>
                <a:spcPct val="0"/>
              </a:spcBef>
              <a:spcAft>
                <a:spcPct val="0"/>
              </a:spcAft>
            </a:pPr>
            <a:r>
              <a:rPr kumimoji="1" lang="zh-CN" altLang="en-US" sz="4000" b="1" dirty="0" smtClean="0">
                <a:solidFill>
                  <a:srgbClr val="000066"/>
                </a:solidFill>
                <a:latin typeface="黑体" pitchFamily="2" charset="-122"/>
                <a:ea typeface="黑体" pitchFamily="2" charset="-122"/>
              </a:rPr>
              <a:t>边坡及分类</a:t>
            </a:r>
            <a:endParaRPr kumimoji="1" lang="zh-CN" altLang="en-US" sz="4000" b="1" dirty="0">
              <a:solidFill>
                <a:srgbClr val="000066"/>
              </a:solidFill>
              <a:latin typeface="黑体" pitchFamily="2" charset="-122"/>
              <a:ea typeface="黑体" pitchFamily="2" charset="-122"/>
            </a:endParaRPr>
          </a:p>
        </p:txBody>
      </p:sp>
      <p:sp>
        <p:nvSpPr>
          <p:cNvPr id="273" name="Text Box 7"/>
          <p:cNvSpPr txBox="1">
            <a:spLocks noChangeArrowheads="1"/>
          </p:cNvSpPr>
          <p:nvPr/>
        </p:nvSpPr>
        <p:spPr bwMode="auto">
          <a:xfrm>
            <a:off x="0" y="0"/>
            <a:ext cx="3714750"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1800" b="1" kern="900" spc="130" dirty="0" smtClean="0">
                <a:solidFill>
                  <a:srgbClr val="000066"/>
                </a:solidFill>
                <a:ea typeface="黑体" panose="02010609060101010101" pitchFamily="49" charset="-122"/>
                <a:cs typeface="Times New Roman" panose="02020603050405020304" pitchFamily="18" charset="0"/>
              </a:rPr>
              <a:t>§7.1  </a:t>
            </a:r>
            <a:r>
              <a:rPr lang="zh-CN" altLang="en-US" sz="1800" b="1" kern="900" spc="130" dirty="0" smtClean="0">
                <a:solidFill>
                  <a:srgbClr val="000066"/>
                </a:solidFill>
                <a:ea typeface="黑体" panose="02010609060101010101" pitchFamily="49" charset="-122"/>
                <a:cs typeface="Times New Roman" panose="02020603050405020304" pitchFamily="18" charset="0"/>
              </a:rPr>
              <a:t>概述 </a:t>
            </a:r>
            <a:r>
              <a:rPr lang="en-US" altLang="zh-CN" sz="1800" b="1" kern="900" spc="130" dirty="0" smtClean="0">
                <a:solidFill>
                  <a:srgbClr val="000066"/>
                </a:solidFill>
                <a:ea typeface="黑体" panose="02010609060101010101" pitchFamily="49" charset="-122"/>
                <a:cs typeface="Times New Roman" panose="02020603050405020304" pitchFamily="18" charset="0"/>
              </a:rPr>
              <a:t>– </a:t>
            </a:r>
            <a:r>
              <a:rPr lang="zh-CN" altLang="en-US" sz="1800" b="1" kern="900" spc="130" dirty="0">
                <a:solidFill>
                  <a:srgbClr val="000066"/>
                </a:solidFill>
                <a:ea typeface="黑体" panose="02010609060101010101" pitchFamily="49" charset="-122"/>
                <a:cs typeface="Times New Roman" panose="02020603050405020304" pitchFamily="18" charset="0"/>
              </a:rPr>
              <a:t>土坡与滑坡</a:t>
            </a:r>
          </a:p>
        </p:txBody>
      </p:sp>
      <p:grpSp>
        <p:nvGrpSpPr>
          <p:cNvPr id="2" name="组合 1"/>
          <p:cNvGrpSpPr/>
          <p:nvPr/>
        </p:nvGrpSpPr>
        <p:grpSpPr>
          <a:xfrm>
            <a:off x="900113" y="2084265"/>
            <a:ext cx="2717735" cy="1159292"/>
            <a:chOff x="900113" y="2084265"/>
            <a:chExt cx="2717735" cy="1159292"/>
          </a:xfrm>
        </p:grpSpPr>
        <p:sp>
          <p:nvSpPr>
            <p:cNvPr id="272" name="Text Box 5"/>
            <p:cNvSpPr txBox="1">
              <a:spLocks noChangeArrowheads="1"/>
            </p:cNvSpPr>
            <p:nvPr/>
          </p:nvSpPr>
          <p:spPr bwMode="auto">
            <a:xfrm>
              <a:off x="1786831" y="2084265"/>
              <a:ext cx="1831017" cy="1159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spAutoFit/>
            </a:bodyPr>
            <a:lstStyle>
              <a:lvl1pPr marL="533400" indent="-533400"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266700" lvl="2" indent="-266700" eaLnBrk="1" hangingPunct="1">
                <a:lnSpc>
                  <a:spcPct val="150000"/>
                </a:lnSpc>
                <a:spcBef>
                  <a:spcPts val="200"/>
                </a:spcBef>
                <a:spcAft>
                  <a:spcPts val="200"/>
                </a:spcAft>
                <a:buClr>
                  <a:srgbClr val="A50021"/>
                </a:buClr>
                <a:buSzPct val="130000"/>
                <a:buFont typeface="Arial" panose="020B0604020202020204" pitchFamily="34" charset="0"/>
                <a:buChar char="•"/>
              </a:pPr>
              <a:r>
                <a:rPr lang="zh-CN" altLang="en-US" sz="2400" b="1" dirty="0">
                  <a:solidFill>
                    <a:srgbClr val="000066"/>
                  </a:solidFill>
                  <a:ea typeface="幼圆" pitchFamily="49" charset="-122"/>
                  <a:cs typeface="Times New Roman" panose="02020603050405020304" pitchFamily="18" charset="0"/>
                  <a:sym typeface="Symbol" pitchFamily="18" charset="2"/>
                </a:rPr>
                <a:t>岩质边坡</a:t>
              </a:r>
            </a:p>
            <a:p>
              <a:pPr marL="266700" lvl="2" indent="-266700" eaLnBrk="1" hangingPunct="1">
                <a:lnSpc>
                  <a:spcPct val="150000"/>
                </a:lnSpc>
                <a:spcBef>
                  <a:spcPts val="200"/>
                </a:spcBef>
                <a:spcAft>
                  <a:spcPts val="200"/>
                </a:spcAft>
                <a:buClr>
                  <a:srgbClr val="A50021"/>
                </a:buClr>
                <a:buSzPct val="130000"/>
                <a:buFont typeface="Arial" panose="020B0604020202020204" pitchFamily="34" charset="0"/>
                <a:buChar char="•"/>
              </a:pPr>
              <a:r>
                <a:rPr lang="zh-CN" altLang="en-US" sz="2400" b="1" dirty="0" smtClean="0">
                  <a:solidFill>
                    <a:srgbClr val="000066"/>
                  </a:solidFill>
                  <a:ea typeface="幼圆" pitchFamily="49" charset="-122"/>
                  <a:cs typeface="Times New Roman" panose="02020603050405020304" pitchFamily="18" charset="0"/>
                  <a:sym typeface="Symbol" pitchFamily="18" charset="2"/>
                </a:rPr>
                <a:t>土质边坡</a:t>
              </a:r>
              <a:endParaRPr lang="zh-CN" altLang="en-US" sz="2400" b="1" dirty="0">
                <a:solidFill>
                  <a:srgbClr val="000066"/>
                </a:solidFill>
                <a:ea typeface="幼圆" pitchFamily="49" charset="-122"/>
                <a:cs typeface="Times New Roman" panose="02020603050405020304" pitchFamily="18" charset="0"/>
                <a:sym typeface="Symbol" pitchFamily="18" charset="2"/>
              </a:endParaRPr>
            </a:p>
          </p:txBody>
        </p:sp>
        <p:sp>
          <p:nvSpPr>
            <p:cNvPr id="3" name="TextBox 2"/>
            <p:cNvSpPr txBox="1"/>
            <p:nvPr/>
          </p:nvSpPr>
          <p:spPr>
            <a:xfrm>
              <a:off x="900113" y="2282012"/>
              <a:ext cx="616900" cy="810478"/>
            </a:xfrm>
            <a:prstGeom prst="rect">
              <a:avLst/>
            </a:prstGeom>
            <a:solidFill>
              <a:srgbClr val="FFC000"/>
            </a:solidFill>
            <a:ln>
              <a:solidFill>
                <a:schemeClr val="accent1"/>
              </a:solidFill>
            </a:ln>
          </p:spPr>
          <p:txBody>
            <a:bodyPr vert="eaVert" wrap="none" rtlCol="0">
              <a:spAutoFit/>
            </a:bodyPr>
            <a:lstStyle/>
            <a:p>
              <a:r>
                <a:rPr lang="zh-CN" altLang="en-US" sz="2800" dirty="0" smtClean="0">
                  <a:solidFill>
                    <a:srgbClr val="A50021"/>
                  </a:solidFill>
                  <a:latin typeface="黑体" panose="02010609060101010101" pitchFamily="49" charset="-122"/>
                  <a:ea typeface="黑体" panose="02010609060101010101" pitchFamily="49" charset="-122"/>
                </a:rPr>
                <a:t>材料</a:t>
              </a:r>
              <a:endParaRPr lang="zh-CN" altLang="en-US" sz="2800" dirty="0">
                <a:solidFill>
                  <a:srgbClr val="A50021"/>
                </a:solidFill>
                <a:latin typeface="黑体" panose="02010609060101010101" pitchFamily="49" charset="-122"/>
                <a:ea typeface="黑体" panose="02010609060101010101" pitchFamily="49" charset="-122"/>
              </a:endParaRPr>
            </a:p>
          </p:txBody>
        </p:sp>
      </p:grpSp>
      <p:grpSp>
        <p:nvGrpSpPr>
          <p:cNvPr id="4" name="组合 3"/>
          <p:cNvGrpSpPr/>
          <p:nvPr/>
        </p:nvGrpSpPr>
        <p:grpSpPr>
          <a:xfrm>
            <a:off x="900113" y="3985954"/>
            <a:ext cx="8061011" cy="1159292"/>
            <a:chOff x="900113" y="3985954"/>
            <a:chExt cx="8061011" cy="1159292"/>
          </a:xfrm>
        </p:grpSpPr>
        <p:sp>
          <p:nvSpPr>
            <p:cNvPr id="49" name="TextBox 48"/>
            <p:cNvSpPr txBox="1"/>
            <p:nvPr/>
          </p:nvSpPr>
          <p:spPr>
            <a:xfrm>
              <a:off x="900113" y="4151893"/>
              <a:ext cx="616900" cy="810478"/>
            </a:xfrm>
            <a:prstGeom prst="rect">
              <a:avLst/>
            </a:prstGeom>
            <a:solidFill>
              <a:srgbClr val="FFC000"/>
            </a:solidFill>
            <a:ln>
              <a:solidFill>
                <a:schemeClr val="accent1"/>
              </a:solidFill>
            </a:ln>
          </p:spPr>
          <p:txBody>
            <a:bodyPr vert="eaVert" wrap="none" rtlCol="0">
              <a:spAutoFit/>
            </a:bodyPr>
            <a:lstStyle/>
            <a:p>
              <a:r>
                <a:rPr lang="zh-CN" altLang="en-US" sz="2800" dirty="0" smtClean="0">
                  <a:solidFill>
                    <a:srgbClr val="A50021"/>
                  </a:solidFill>
                  <a:latin typeface="黑体" panose="02010609060101010101" pitchFamily="49" charset="-122"/>
                  <a:ea typeface="黑体" panose="02010609060101010101" pitchFamily="49" charset="-122"/>
                </a:rPr>
                <a:t>成因</a:t>
              </a:r>
              <a:endParaRPr lang="zh-CN" altLang="en-US" sz="2800" dirty="0">
                <a:solidFill>
                  <a:srgbClr val="A50021"/>
                </a:solidFill>
                <a:latin typeface="黑体" panose="02010609060101010101" pitchFamily="49" charset="-122"/>
                <a:ea typeface="黑体" panose="02010609060101010101" pitchFamily="49" charset="-122"/>
              </a:endParaRPr>
            </a:p>
          </p:txBody>
        </p:sp>
        <p:sp>
          <p:nvSpPr>
            <p:cNvPr id="50" name="Text Box 5"/>
            <p:cNvSpPr txBox="1">
              <a:spLocks noChangeArrowheads="1"/>
            </p:cNvSpPr>
            <p:nvPr/>
          </p:nvSpPr>
          <p:spPr bwMode="auto">
            <a:xfrm>
              <a:off x="1812010" y="3985954"/>
              <a:ext cx="7149114" cy="1159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spAutoFit/>
            </a:bodyPr>
            <a:lstStyle>
              <a:lvl1pPr marL="533400" indent="-533400"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266700" lvl="2" indent="-266700" eaLnBrk="1" hangingPunct="1">
                <a:lnSpc>
                  <a:spcPct val="150000"/>
                </a:lnSpc>
                <a:spcBef>
                  <a:spcPts val="200"/>
                </a:spcBef>
                <a:spcAft>
                  <a:spcPts val="200"/>
                </a:spcAft>
                <a:buClr>
                  <a:srgbClr val="A50021"/>
                </a:buClr>
                <a:buSzPct val="130000"/>
                <a:buFont typeface="Arial" panose="020B0604020202020204" pitchFamily="34" charset="0"/>
                <a:buChar char="•"/>
              </a:pPr>
              <a:r>
                <a:rPr lang="zh-CN" altLang="en-US" sz="2400" b="1" dirty="0" smtClean="0">
                  <a:solidFill>
                    <a:srgbClr val="000066"/>
                  </a:solidFill>
                  <a:ea typeface="幼圆" pitchFamily="49" charset="-122"/>
                  <a:cs typeface="Times New Roman" panose="02020603050405020304" pitchFamily="18" charset="0"/>
                  <a:sym typeface="Symbol" pitchFamily="18" charset="2"/>
                </a:rPr>
                <a:t>天然边坡：山坡，江</a:t>
              </a:r>
              <a:r>
                <a:rPr lang="zh-CN" altLang="en-US" sz="2400" b="1" dirty="0">
                  <a:solidFill>
                    <a:srgbClr val="000066"/>
                  </a:solidFill>
                  <a:ea typeface="幼圆" pitchFamily="49" charset="-122"/>
                  <a:cs typeface="Times New Roman" panose="02020603050405020304" pitchFamily="18" charset="0"/>
                  <a:sym typeface="Symbol" pitchFamily="18" charset="2"/>
                </a:rPr>
                <a:t>、河、湖、</a:t>
              </a:r>
              <a:r>
                <a:rPr lang="zh-CN" altLang="en-US" sz="2400" b="1" dirty="0" smtClean="0">
                  <a:solidFill>
                    <a:srgbClr val="000066"/>
                  </a:solidFill>
                  <a:ea typeface="幼圆" pitchFamily="49" charset="-122"/>
                  <a:cs typeface="Times New Roman" panose="02020603050405020304" pitchFamily="18" charset="0"/>
                  <a:sym typeface="Symbol" pitchFamily="18" charset="2"/>
                </a:rPr>
                <a:t>海的岸</a:t>
              </a:r>
              <a:r>
                <a:rPr lang="zh-CN" altLang="en-US" sz="2400" b="1" dirty="0">
                  <a:solidFill>
                    <a:srgbClr val="000066"/>
                  </a:solidFill>
                  <a:ea typeface="幼圆" pitchFamily="49" charset="-122"/>
                  <a:cs typeface="Times New Roman" panose="02020603050405020304" pitchFamily="18" charset="0"/>
                  <a:sym typeface="Symbol" pitchFamily="18" charset="2"/>
                </a:rPr>
                <a:t>坡</a:t>
              </a:r>
            </a:p>
            <a:p>
              <a:pPr marL="266700" lvl="2" indent="-266700" eaLnBrk="1" hangingPunct="1">
                <a:lnSpc>
                  <a:spcPct val="150000"/>
                </a:lnSpc>
                <a:spcBef>
                  <a:spcPts val="200"/>
                </a:spcBef>
                <a:spcAft>
                  <a:spcPts val="200"/>
                </a:spcAft>
                <a:buClr>
                  <a:srgbClr val="A50021"/>
                </a:buClr>
                <a:buSzPct val="130000"/>
                <a:buFont typeface="Arial" panose="020B0604020202020204" pitchFamily="34" charset="0"/>
                <a:buChar char="•"/>
              </a:pPr>
              <a:r>
                <a:rPr lang="zh-CN" altLang="en-US" sz="2400" b="1" dirty="0" smtClean="0">
                  <a:solidFill>
                    <a:srgbClr val="000066"/>
                  </a:solidFill>
                  <a:ea typeface="幼圆" pitchFamily="49" charset="-122"/>
                  <a:cs typeface="Times New Roman" panose="02020603050405020304" pitchFamily="18" charset="0"/>
                  <a:sym typeface="Symbol" pitchFamily="18" charset="2"/>
                </a:rPr>
                <a:t>人工边坡 ：挖填</a:t>
              </a:r>
              <a:r>
                <a:rPr lang="zh-CN" altLang="en-US" sz="2400" b="1" dirty="0">
                  <a:solidFill>
                    <a:srgbClr val="000066"/>
                  </a:solidFill>
                  <a:ea typeface="幼圆" pitchFamily="49" charset="-122"/>
                  <a:cs typeface="Times New Roman" panose="02020603050405020304" pitchFamily="18" charset="0"/>
                  <a:sym typeface="Symbol" pitchFamily="18" charset="2"/>
                </a:rPr>
                <a:t>的</a:t>
              </a:r>
              <a:r>
                <a:rPr lang="zh-CN" altLang="en-US" sz="2400" b="1" dirty="0" smtClean="0">
                  <a:solidFill>
                    <a:srgbClr val="000066"/>
                  </a:solidFill>
                  <a:ea typeface="幼圆" pitchFamily="49" charset="-122"/>
                  <a:cs typeface="Times New Roman" panose="02020603050405020304" pitchFamily="18" charset="0"/>
                  <a:sym typeface="Symbol" pitchFamily="18" charset="2"/>
                </a:rPr>
                <a:t>基坑、渠道，填筑的土坝、路基</a:t>
              </a:r>
              <a:endParaRPr lang="zh-CN" altLang="en-US" sz="2400" b="1" dirty="0">
                <a:solidFill>
                  <a:srgbClr val="000066"/>
                </a:solidFill>
                <a:ea typeface="幼圆" pitchFamily="49" charset="-122"/>
                <a:cs typeface="Times New Roman" panose="02020603050405020304" pitchFamily="18" charset="0"/>
                <a:sym typeface="Symbol" pitchFamily="18" charset="2"/>
              </a:endParaRPr>
            </a:p>
          </p:txBody>
        </p:sp>
      </p:grpSp>
    </p:spTree>
  </p:cSld>
  <p:clrMapOvr>
    <a:masterClrMapping/>
  </p:clrMapOvr>
  <p:transition spd="med">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1000"/>
                                        <p:tgtEl>
                                          <p:spTgt spid="2"/>
                                        </p:tgtEl>
                                      </p:cBhvr>
                                    </p:animEffect>
                                  </p:childTnLst>
                                </p:cTn>
                              </p:par>
                            </p:childTnLst>
                          </p:cTn>
                        </p:par>
                        <p:par>
                          <p:cTn id="8" fill="hold">
                            <p:stCondLst>
                              <p:cond delay="1000"/>
                            </p:stCondLst>
                            <p:childTnLst>
                              <p:par>
                                <p:cTn id="9" presetID="22" presetClass="entr" presetSubtype="8" fill="hold"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wipe(left)">
                                      <p:cBhvr>
                                        <p:cTn id="11"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7</a:t>
            </a:fld>
            <a:endParaRPr lang="zh-CN" altLang="en-US" dirty="0">
              <a:solidFill>
                <a:srgbClr val="C00000"/>
              </a:solidFill>
            </a:endParaRPr>
          </a:p>
        </p:txBody>
      </p:sp>
      <p:sp>
        <p:nvSpPr>
          <p:cNvPr id="9" name="Text Box 46"/>
          <p:cNvSpPr txBox="1">
            <a:spLocks noChangeArrowheads="1"/>
          </p:cNvSpPr>
          <p:nvPr/>
        </p:nvSpPr>
        <p:spPr bwMode="auto">
          <a:xfrm>
            <a:off x="384649" y="704943"/>
            <a:ext cx="4433841"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buFont typeface="Wingdings" pitchFamily="2" charset="2"/>
              <a:buChar char="n"/>
            </a:pPr>
            <a:r>
              <a:rPr lang="zh-CN" altLang="en-US" sz="2800" b="1" dirty="0" smtClean="0">
                <a:solidFill>
                  <a:srgbClr val="A50021"/>
                </a:solidFill>
                <a:latin typeface="微软雅黑" panose="020B0503020204020204" pitchFamily="34" charset="-122"/>
                <a:ea typeface="微软雅黑" panose="020B0503020204020204" pitchFamily="34" charset="-122"/>
              </a:rPr>
              <a:t> 边坡实例 </a:t>
            </a:r>
            <a:r>
              <a:rPr lang="en-US" altLang="zh-CN" sz="2800" b="1" dirty="0" smtClean="0">
                <a:solidFill>
                  <a:srgbClr val="000066"/>
                </a:solidFill>
                <a:latin typeface="微软雅黑" panose="020B0503020204020204" pitchFamily="34" charset="-122"/>
                <a:ea typeface="微软雅黑" panose="020B0503020204020204" pitchFamily="34" charset="-122"/>
              </a:rPr>
              <a:t>- </a:t>
            </a:r>
            <a:r>
              <a:rPr lang="zh-CN" altLang="en-US" sz="2800" b="1" dirty="0" smtClean="0">
                <a:solidFill>
                  <a:srgbClr val="000066"/>
                </a:solidFill>
                <a:latin typeface="微软雅黑" panose="020B0503020204020204" pitchFamily="34" charset="-122"/>
                <a:ea typeface="微软雅黑" panose="020B0503020204020204" pitchFamily="34" charset="-122"/>
              </a:rPr>
              <a:t>天然边坡</a:t>
            </a:r>
            <a:endParaRPr lang="zh-CN" altLang="en-US" sz="2800" b="1" dirty="0">
              <a:solidFill>
                <a:srgbClr val="000066"/>
              </a:solidFill>
              <a:latin typeface="微软雅黑" panose="020B0503020204020204" pitchFamily="34" charset="-122"/>
              <a:ea typeface="微软雅黑" panose="020B0503020204020204" pitchFamily="34" charset="-122"/>
            </a:endParaRPr>
          </a:p>
        </p:txBody>
      </p:sp>
      <p:sp>
        <p:nvSpPr>
          <p:cNvPr id="222" name="Text Box 2"/>
          <p:cNvSpPr txBox="1">
            <a:spLocks noChangeArrowheads="1"/>
          </p:cNvSpPr>
          <p:nvPr/>
        </p:nvSpPr>
        <p:spPr bwMode="auto">
          <a:xfrm>
            <a:off x="2704757" y="5773566"/>
            <a:ext cx="486410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gn="ctr" eaLnBrk="1" hangingPunct="1">
              <a:lnSpc>
                <a:spcPct val="100000"/>
              </a:lnSpc>
              <a:spcBef>
                <a:spcPct val="0"/>
              </a:spcBef>
              <a:spcAft>
                <a:spcPct val="0"/>
              </a:spcAft>
            </a:pPr>
            <a:r>
              <a:rPr kumimoji="1" lang="zh-CN" altLang="en-US" sz="4000" b="1" dirty="0" smtClean="0">
                <a:solidFill>
                  <a:srgbClr val="000066"/>
                </a:solidFill>
                <a:latin typeface="黑体" pitchFamily="2" charset="-122"/>
                <a:ea typeface="黑体" pitchFamily="2" charset="-122"/>
              </a:rPr>
              <a:t>边坡及分类</a:t>
            </a:r>
            <a:endParaRPr kumimoji="1" lang="zh-CN" altLang="en-US" sz="4000" b="1" dirty="0">
              <a:solidFill>
                <a:srgbClr val="000066"/>
              </a:solidFill>
              <a:latin typeface="黑体" pitchFamily="2" charset="-122"/>
              <a:ea typeface="黑体" pitchFamily="2" charset="-122"/>
            </a:endParaRPr>
          </a:p>
        </p:txBody>
      </p:sp>
      <p:sp>
        <p:nvSpPr>
          <p:cNvPr id="273" name="Text Box 7"/>
          <p:cNvSpPr txBox="1">
            <a:spLocks noChangeArrowheads="1"/>
          </p:cNvSpPr>
          <p:nvPr/>
        </p:nvSpPr>
        <p:spPr bwMode="auto">
          <a:xfrm>
            <a:off x="0" y="0"/>
            <a:ext cx="3714750"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1800" b="1" kern="900" spc="130" dirty="0" smtClean="0">
                <a:solidFill>
                  <a:srgbClr val="000066"/>
                </a:solidFill>
                <a:ea typeface="黑体" panose="02010609060101010101" pitchFamily="49" charset="-122"/>
                <a:cs typeface="Times New Roman" panose="02020603050405020304" pitchFamily="18" charset="0"/>
              </a:rPr>
              <a:t>§7.1  </a:t>
            </a:r>
            <a:r>
              <a:rPr lang="zh-CN" altLang="en-US" sz="1800" b="1" kern="900" spc="130" dirty="0" smtClean="0">
                <a:solidFill>
                  <a:srgbClr val="000066"/>
                </a:solidFill>
                <a:ea typeface="黑体" panose="02010609060101010101" pitchFamily="49" charset="-122"/>
                <a:cs typeface="Times New Roman" panose="02020603050405020304" pitchFamily="18" charset="0"/>
              </a:rPr>
              <a:t>概述 </a:t>
            </a:r>
            <a:r>
              <a:rPr lang="en-US" altLang="zh-CN" sz="1800" b="1" kern="900" spc="130" dirty="0" smtClean="0">
                <a:solidFill>
                  <a:srgbClr val="000066"/>
                </a:solidFill>
                <a:ea typeface="黑体" panose="02010609060101010101" pitchFamily="49" charset="-122"/>
                <a:cs typeface="Times New Roman" panose="02020603050405020304" pitchFamily="18" charset="0"/>
              </a:rPr>
              <a:t>– </a:t>
            </a:r>
            <a:r>
              <a:rPr lang="zh-CN" altLang="en-US" sz="1800" b="1" kern="900" spc="130" dirty="0">
                <a:solidFill>
                  <a:srgbClr val="000066"/>
                </a:solidFill>
                <a:ea typeface="黑体" panose="02010609060101010101" pitchFamily="49" charset="-122"/>
                <a:cs typeface="Times New Roman" panose="02020603050405020304" pitchFamily="18" charset="0"/>
              </a:rPr>
              <a:t>土坡与滑坡</a:t>
            </a:r>
          </a:p>
        </p:txBody>
      </p:sp>
      <p:grpSp>
        <p:nvGrpSpPr>
          <p:cNvPr id="4" name="组合 3"/>
          <p:cNvGrpSpPr/>
          <p:nvPr/>
        </p:nvGrpSpPr>
        <p:grpSpPr>
          <a:xfrm>
            <a:off x="1386469" y="1358022"/>
            <a:ext cx="2969769" cy="4348420"/>
            <a:chOff x="1386469" y="1358022"/>
            <a:chExt cx="2969769" cy="4348420"/>
          </a:xfrm>
        </p:grpSpPr>
        <p:pic>
          <p:nvPicPr>
            <p:cNvPr id="46" name="Picture 1045"/>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1461102" y="3872273"/>
              <a:ext cx="2880000" cy="18341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8" name="Picture 17"/>
            <p:cNvPicPr>
              <a:picLocks noChangeAspect="1" noChangeArrowheads="1"/>
            </p:cNvPicPr>
            <p:nvPr/>
          </p:nvPicPr>
          <p:blipFill rotWithShape="1">
            <a:blip r:embed="rId4">
              <a:extLst>
                <a:ext uri="{28A0092B-C50C-407E-A947-70E740481C1C}">
                  <a14:useLocalDpi xmlns:a14="http://schemas.microsoft.com/office/drawing/2010/main"/>
                </a:ext>
              </a:extLst>
            </a:blip>
            <a:srcRect t="1359" r="1641"/>
            <a:stretch/>
          </p:blipFill>
          <p:spPr bwMode="auto">
            <a:xfrm>
              <a:off x="1476238" y="1754813"/>
              <a:ext cx="2880000" cy="20129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2" name="Rectangle 10"/>
            <p:cNvSpPr>
              <a:spLocks noChangeArrowheads="1"/>
            </p:cNvSpPr>
            <p:nvPr/>
          </p:nvSpPr>
          <p:spPr bwMode="auto">
            <a:xfrm>
              <a:off x="1386469" y="1358022"/>
              <a:ext cx="2843630" cy="446276"/>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marL="269875" indent="-269875">
                <a:spcBef>
                  <a:spcPct val="0"/>
                </a:spcBef>
                <a:buClr>
                  <a:srgbClr val="A50021"/>
                </a:buClr>
                <a:buSzPct val="135000"/>
                <a:buFont typeface="Arial" panose="020B0604020202020204" pitchFamily="34" charset="0"/>
                <a:buChar char="•"/>
              </a:pPr>
              <a:r>
                <a:rPr lang="zh-CN" altLang="en-US" sz="2000" b="1" dirty="0" smtClean="0">
                  <a:solidFill>
                    <a:srgbClr val="C00000"/>
                  </a:solidFill>
                  <a:latin typeface="黑体" panose="02010609060101010101" pitchFamily="49" charset="-122"/>
                  <a:ea typeface="黑体" panose="02010609060101010101" pitchFamily="49" charset="-122"/>
                </a:rPr>
                <a:t>江、河、湖、海岸坡</a:t>
              </a:r>
              <a:endParaRPr lang="zh-CN" altLang="en-US" sz="2000" b="1" dirty="0">
                <a:solidFill>
                  <a:srgbClr val="C00000"/>
                </a:solidFill>
                <a:latin typeface="黑体" panose="02010609060101010101" pitchFamily="49" charset="-122"/>
                <a:ea typeface="黑体" panose="02010609060101010101" pitchFamily="49" charset="-122"/>
              </a:endParaRPr>
            </a:p>
          </p:txBody>
        </p:sp>
      </p:grpSp>
      <p:grpSp>
        <p:nvGrpSpPr>
          <p:cNvPr id="5" name="组合 4"/>
          <p:cNvGrpSpPr/>
          <p:nvPr/>
        </p:nvGrpSpPr>
        <p:grpSpPr>
          <a:xfrm>
            <a:off x="4952717" y="1364648"/>
            <a:ext cx="2899214" cy="4324952"/>
            <a:chOff x="4952717" y="1364648"/>
            <a:chExt cx="2899214" cy="4324952"/>
          </a:xfrm>
        </p:grpSpPr>
        <p:sp>
          <p:nvSpPr>
            <p:cNvPr id="47" name="Rectangle 10"/>
            <p:cNvSpPr>
              <a:spLocks noChangeArrowheads="1"/>
            </p:cNvSpPr>
            <p:nvPr/>
          </p:nvSpPr>
          <p:spPr bwMode="auto">
            <a:xfrm>
              <a:off x="5026830" y="1364648"/>
              <a:ext cx="2359924" cy="446276"/>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marL="269875" indent="-269875">
                <a:spcBef>
                  <a:spcPct val="0"/>
                </a:spcBef>
                <a:buClr>
                  <a:srgbClr val="A50021"/>
                </a:buClr>
                <a:buSzPct val="135000"/>
                <a:buFont typeface="Arial" panose="020B0604020202020204" pitchFamily="34" charset="0"/>
                <a:buChar char="•"/>
              </a:pPr>
              <a:r>
                <a:rPr lang="zh-CN" altLang="en-US" sz="2000" b="1" dirty="0">
                  <a:solidFill>
                    <a:srgbClr val="C00000"/>
                  </a:solidFill>
                  <a:latin typeface="黑体" panose="02010609060101010101" pitchFamily="49" charset="-122"/>
                  <a:ea typeface="黑体" panose="02010609060101010101" pitchFamily="49" charset="-122"/>
                </a:rPr>
                <a:t>山、岭、丘、岗</a:t>
              </a:r>
            </a:p>
          </p:txBody>
        </p:sp>
        <p:pic>
          <p:nvPicPr>
            <p:cNvPr id="2" name="图片 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968523" y="1773238"/>
              <a:ext cx="2883408" cy="1950720"/>
            </a:xfrm>
            <a:prstGeom prst="rect">
              <a:avLst/>
            </a:prstGeom>
          </p:spPr>
        </p:pic>
        <p:pic>
          <p:nvPicPr>
            <p:cNvPr id="3" name="图片 2"/>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952717" y="3860800"/>
              <a:ext cx="2877312" cy="1828800"/>
            </a:xfrm>
            <a:prstGeom prst="rect">
              <a:avLst/>
            </a:prstGeom>
          </p:spPr>
        </p:pic>
      </p:grpSp>
    </p:spTree>
    <p:extLst>
      <p:ext uri="{BB962C8B-B14F-4D97-AF65-F5344CB8AC3E}">
        <p14:creationId xmlns:p14="http://schemas.microsoft.com/office/powerpoint/2010/main" val="3295368904"/>
      </p:ext>
    </p:extLst>
  </p:cSld>
  <p:clrMapOvr>
    <a:masterClrMapping/>
  </p:clrMapOvr>
  <p:transition spd="med">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1000" fill="hold"/>
                                        <p:tgtEl>
                                          <p:spTgt spid="4"/>
                                        </p:tgtEl>
                                        <p:attrNameLst>
                                          <p:attrName>ppt_w</p:attrName>
                                        </p:attrNameLst>
                                      </p:cBhvr>
                                      <p:tavLst>
                                        <p:tav tm="0">
                                          <p:val>
                                            <p:fltVal val="0"/>
                                          </p:val>
                                        </p:tav>
                                        <p:tav tm="100000">
                                          <p:val>
                                            <p:strVal val="#ppt_w"/>
                                          </p:val>
                                        </p:tav>
                                      </p:tavLst>
                                    </p:anim>
                                    <p:anim calcmode="lin" valueType="num">
                                      <p:cBhvr>
                                        <p:cTn id="8" dur="1000" fill="hold"/>
                                        <p:tgtEl>
                                          <p:spTgt spid="4"/>
                                        </p:tgtEl>
                                        <p:attrNameLst>
                                          <p:attrName>ppt_h</p:attrName>
                                        </p:attrNameLst>
                                      </p:cBhvr>
                                      <p:tavLst>
                                        <p:tav tm="0">
                                          <p:val>
                                            <p:fltVal val="0"/>
                                          </p:val>
                                        </p:tav>
                                        <p:tav tm="100000">
                                          <p:val>
                                            <p:strVal val="#ppt_h"/>
                                          </p:val>
                                        </p:tav>
                                      </p:tavLst>
                                    </p:anim>
                                    <p:anim calcmode="lin" valueType="num">
                                      <p:cBhvr>
                                        <p:cTn id="9" dur="1000" fill="hold"/>
                                        <p:tgtEl>
                                          <p:spTgt spid="4"/>
                                        </p:tgtEl>
                                        <p:attrNameLst>
                                          <p:attrName>style.rotation</p:attrName>
                                        </p:attrNameLst>
                                      </p:cBhvr>
                                      <p:tavLst>
                                        <p:tav tm="0">
                                          <p:val>
                                            <p:fltVal val="90"/>
                                          </p:val>
                                        </p:tav>
                                        <p:tav tm="100000">
                                          <p:val>
                                            <p:fltVal val="0"/>
                                          </p:val>
                                        </p:tav>
                                      </p:tavLst>
                                    </p:anim>
                                    <p:animEffect transition="in" filter="fade">
                                      <p:cBhvr>
                                        <p:cTn id="10" dur="1000"/>
                                        <p:tgtEl>
                                          <p:spTgt spid="4"/>
                                        </p:tgtEl>
                                      </p:cBhvr>
                                    </p:animEffect>
                                  </p:childTnLst>
                                </p:cTn>
                              </p:par>
                            </p:childTnLst>
                          </p:cTn>
                        </p:par>
                        <p:par>
                          <p:cTn id="11" fill="hold">
                            <p:stCondLst>
                              <p:cond delay="1000"/>
                            </p:stCondLst>
                            <p:childTnLst>
                              <p:par>
                                <p:cTn id="12" presetID="31" presetClass="entr" presetSubtype="0" fill="hold" nodeType="afterEffect">
                                  <p:stCondLst>
                                    <p:cond delay="0"/>
                                  </p:stCondLst>
                                  <p:childTnLst>
                                    <p:set>
                                      <p:cBhvr>
                                        <p:cTn id="13" dur="1" fill="hold">
                                          <p:stCondLst>
                                            <p:cond delay="0"/>
                                          </p:stCondLst>
                                        </p:cTn>
                                        <p:tgtEl>
                                          <p:spTgt spid="5"/>
                                        </p:tgtEl>
                                        <p:attrNameLst>
                                          <p:attrName>style.visibility</p:attrName>
                                        </p:attrNameLst>
                                      </p:cBhvr>
                                      <p:to>
                                        <p:strVal val="visible"/>
                                      </p:to>
                                    </p:set>
                                    <p:anim calcmode="lin" valueType="num">
                                      <p:cBhvr>
                                        <p:cTn id="14" dur="1000" fill="hold"/>
                                        <p:tgtEl>
                                          <p:spTgt spid="5"/>
                                        </p:tgtEl>
                                        <p:attrNameLst>
                                          <p:attrName>ppt_w</p:attrName>
                                        </p:attrNameLst>
                                      </p:cBhvr>
                                      <p:tavLst>
                                        <p:tav tm="0">
                                          <p:val>
                                            <p:fltVal val="0"/>
                                          </p:val>
                                        </p:tav>
                                        <p:tav tm="100000">
                                          <p:val>
                                            <p:strVal val="#ppt_w"/>
                                          </p:val>
                                        </p:tav>
                                      </p:tavLst>
                                    </p:anim>
                                    <p:anim calcmode="lin" valueType="num">
                                      <p:cBhvr>
                                        <p:cTn id="15" dur="1000" fill="hold"/>
                                        <p:tgtEl>
                                          <p:spTgt spid="5"/>
                                        </p:tgtEl>
                                        <p:attrNameLst>
                                          <p:attrName>ppt_h</p:attrName>
                                        </p:attrNameLst>
                                      </p:cBhvr>
                                      <p:tavLst>
                                        <p:tav tm="0">
                                          <p:val>
                                            <p:fltVal val="0"/>
                                          </p:val>
                                        </p:tav>
                                        <p:tav tm="100000">
                                          <p:val>
                                            <p:strVal val="#ppt_h"/>
                                          </p:val>
                                        </p:tav>
                                      </p:tavLst>
                                    </p:anim>
                                    <p:anim calcmode="lin" valueType="num">
                                      <p:cBhvr>
                                        <p:cTn id="16" dur="1000" fill="hold"/>
                                        <p:tgtEl>
                                          <p:spTgt spid="5"/>
                                        </p:tgtEl>
                                        <p:attrNameLst>
                                          <p:attrName>style.rotation</p:attrName>
                                        </p:attrNameLst>
                                      </p:cBhvr>
                                      <p:tavLst>
                                        <p:tav tm="0">
                                          <p:val>
                                            <p:fltVal val="90"/>
                                          </p:val>
                                        </p:tav>
                                        <p:tav tm="100000">
                                          <p:val>
                                            <p:fltVal val="0"/>
                                          </p:val>
                                        </p:tav>
                                      </p:tavLst>
                                    </p:anim>
                                    <p:animEffect transition="in" filter="fade">
                                      <p:cBhvr>
                                        <p:cTn id="17"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8</a:t>
            </a:fld>
            <a:endParaRPr lang="zh-CN" altLang="en-US" dirty="0">
              <a:solidFill>
                <a:srgbClr val="C00000"/>
              </a:solidFill>
            </a:endParaRPr>
          </a:p>
        </p:txBody>
      </p:sp>
      <p:sp>
        <p:nvSpPr>
          <p:cNvPr id="9" name="Text Box 46"/>
          <p:cNvSpPr txBox="1">
            <a:spLocks noChangeArrowheads="1"/>
          </p:cNvSpPr>
          <p:nvPr/>
        </p:nvSpPr>
        <p:spPr bwMode="auto">
          <a:xfrm>
            <a:off x="384649" y="601580"/>
            <a:ext cx="4433841"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buFont typeface="Wingdings" pitchFamily="2" charset="2"/>
              <a:buChar char="n"/>
            </a:pPr>
            <a:r>
              <a:rPr lang="zh-CN" altLang="en-US" sz="2800" b="1" dirty="0" smtClean="0">
                <a:solidFill>
                  <a:srgbClr val="A50021"/>
                </a:solidFill>
                <a:latin typeface="微软雅黑" panose="020B0503020204020204" pitchFamily="34" charset="-122"/>
                <a:ea typeface="微软雅黑" panose="020B0503020204020204" pitchFamily="34" charset="-122"/>
              </a:rPr>
              <a:t> 边坡实例 </a:t>
            </a:r>
            <a:r>
              <a:rPr lang="en-US" altLang="zh-CN" sz="2800" b="1" dirty="0" smtClean="0">
                <a:solidFill>
                  <a:srgbClr val="000066"/>
                </a:solidFill>
                <a:latin typeface="微软雅黑" panose="020B0503020204020204" pitchFamily="34" charset="-122"/>
                <a:ea typeface="微软雅黑" panose="020B0503020204020204" pitchFamily="34" charset="-122"/>
              </a:rPr>
              <a:t>– </a:t>
            </a:r>
            <a:r>
              <a:rPr lang="zh-CN" altLang="en-US" sz="2800" b="1" dirty="0" smtClean="0">
                <a:solidFill>
                  <a:srgbClr val="000066"/>
                </a:solidFill>
                <a:latin typeface="微软雅黑" panose="020B0503020204020204" pitchFamily="34" charset="-122"/>
                <a:ea typeface="微软雅黑" panose="020B0503020204020204" pitchFamily="34" charset="-122"/>
              </a:rPr>
              <a:t>人工边坡</a:t>
            </a:r>
            <a:endParaRPr lang="zh-CN" altLang="en-US" sz="2800" b="1" dirty="0">
              <a:solidFill>
                <a:srgbClr val="000066"/>
              </a:solidFill>
              <a:latin typeface="微软雅黑" panose="020B0503020204020204" pitchFamily="34" charset="-122"/>
              <a:ea typeface="微软雅黑" panose="020B0503020204020204" pitchFamily="34" charset="-122"/>
            </a:endParaRPr>
          </a:p>
        </p:txBody>
      </p:sp>
      <p:sp>
        <p:nvSpPr>
          <p:cNvPr id="222" name="Text Box 2"/>
          <p:cNvSpPr txBox="1">
            <a:spLocks noChangeArrowheads="1"/>
          </p:cNvSpPr>
          <p:nvPr/>
        </p:nvSpPr>
        <p:spPr bwMode="auto">
          <a:xfrm>
            <a:off x="2704757" y="5773566"/>
            <a:ext cx="486410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gn="ctr" eaLnBrk="1" hangingPunct="1">
              <a:lnSpc>
                <a:spcPct val="100000"/>
              </a:lnSpc>
              <a:spcBef>
                <a:spcPct val="0"/>
              </a:spcBef>
              <a:spcAft>
                <a:spcPct val="0"/>
              </a:spcAft>
            </a:pPr>
            <a:r>
              <a:rPr kumimoji="1" lang="zh-CN" altLang="en-US" sz="4000" b="1" dirty="0" smtClean="0">
                <a:solidFill>
                  <a:srgbClr val="000066"/>
                </a:solidFill>
                <a:latin typeface="黑体" pitchFamily="2" charset="-122"/>
                <a:ea typeface="黑体" pitchFamily="2" charset="-122"/>
              </a:rPr>
              <a:t>边坡及分类</a:t>
            </a:r>
            <a:endParaRPr kumimoji="1" lang="zh-CN" altLang="en-US" sz="4000" b="1" dirty="0">
              <a:solidFill>
                <a:srgbClr val="000066"/>
              </a:solidFill>
              <a:latin typeface="黑体" pitchFamily="2" charset="-122"/>
              <a:ea typeface="黑体" pitchFamily="2" charset="-122"/>
            </a:endParaRPr>
          </a:p>
        </p:txBody>
      </p:sp>
      <p:sp>
        <p:nvSpPr>
          <p:cNvPr id="273" name="Text Box 7"/>
          <p:cNvSpPr txBox="1">
            <a:spLocks noChangeArrowheads="1"/>
          </p:cNvSpPr>
          <p:nvPr/>
        </p:nvSpPr>
        <p:spPr bwMode="auto">
          <a:xfrm>
            <a:off x="0" y="0"/>
            <a:ext cx="3714750"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1800" b="1" kern="900" spc="130" dirty="0" smtClean="0">
                <a:solidFill>
                  <a:srgbClr val="000066"/>
                </a:solidFill>
                <a:ea typeface="黑体" panose="02010609060101010101" pitchFamily="49" charset="-122"/>
                <a:cs typeface="Times New Roman" panose="02020603050405020304" pitchFamily="18" charset="0"/>
              </a:rPr>
              <a:t>§7.1  </a:t>
            </a:r>
            <a:r>
              <a:rPr lang="zh-CN" altLang="en-US" sz="1800" b="1" kern="900" spc="130" dirty="0" smtClean="0">
                <a:solidFill>
                  <a:srgbClr val="000066"/>
                </a:solidFill>
                <a:ea typeface="黑体" panose="02010609060101010101" pitchFamily="49" charset="-122"/>
                <a:cs typeface="Times New Roman" panose="02020603050405020304" pitchFamily="18" charset="0"/>
              </a:rPr>
              <a:t>概述 </a:t>
            </a:r>
            <a:r>
              <a:rPr lang="en-US" altLang="zh-CN" sz="1800" b="1" kern="900" spc="130" dirty="0" smtClean="0">
                <a:solidFill>
                  <a:srgbClr val="000066"/>
                </a:solidFill>
                <a:ea typeface="黑体" panose="02010609060101010101" pitchFamily="49" charset="-122"/>
                <a:cs typeface="Times New Roman" panose="02020603050405020304" pitchFamily="18" charset="0"/>
              </a:rPr>
              <a:t>– </a:t>
            </a:r>
            <a:r>
              <a:rPr lang="zh-CN" altLang="en-US" sz="1800" b="1" kern="900" spc="130" dirty="0">
                <a:solidFill>
                  <a:srgbClr val="000066"/>
                </a:solidFill>
                <a:ea typeface="黑体" panose="02010609060101010101" pitchFamily="49" charset="-122"/>
                <a:cs typeface="Times New Roman" panose="02020603050405020304" pitchFamily="18" charset="0"/>
              </a:rPr>
              <a:t>土坡与滑坡</a:t>
            </a:r>
          </a:p>
        </p:txBody>
      </p:sp>
      <p:grpSp>
        <p:nvGrpSpPr>
          <p:cNvPr id="4" name="组合 3"/>
          <p:cNvGrpSpPr/>
          <p:nvPr/>
        </p:nvGrpSpPr>
        <p:grpSpPr>
          <a:xfrm>
            <a:off x="1265434" y="1206953"/>
            <a:ext cx="2988512" cy="4391806"/>
            <a:chOff x="1265434" y="1206953"/>
            <a:chExt cx="2988512" cy="4391806"/>
          </a:xfrm>
        </p:grpSpPr>
        <p:sp>
          <p:nvSpPr>
            <p:cNvPr id="52" name="Rectangle 10"/>
            <p:cNvSpPr>
              <a:spLocks noChangeArrowheads="1"/>
            </p:cNvSpPr>
            <p:nvPr/>
          </p:nvSpPr>
          <p:spPr bwMode="auto">
            <a:xfrm>
              <a:off x="1275155" y="1206953"/>
              <a:ext cx="1849706" cy="446276"/>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marL="269875" indent="-269875">
                <a:spcBef>
                  <a:spcPct val="0"/>
                </a:spcBef>
                <a:buClr>
                  <a:srgbClr val="A50021"/>
                </a:buClr>
                <a:buSzPct val="135000"/>
                <a:buFont typeface="Arial" panose="020B0604020202020204" pitchFamily="34" charset="0"/>
                <a:buChar char="•"/>
              </a:pPr>
              <a:r>
                <a:rPr lang="zh-CN" altLang="en-US" sz="2000" b="1" dirty="0">
                  <a:solidFill>
                    <a:srgbClr val="C00000"/>
                  </a:solidFill>
                  <a:latin typeface="黑体" panose="02010609060101010101" pitchFamily="49" charset="-122"/>
                  <a:ea typeface="黑体" panose="02010609060101010101" pitchFamily="49" charset="-122"/>
                </a:rPr>
                <a:t>矿坑</a:t>
              </a:r>
              <a:r>
                <a:rPr lang="zh-CN" altLang="en-US" sz="2000" b="1" dirty="0" smtClean="0">
                  <a:solidFill>
                    <a:srgbClr val="C00000"/>
                  </a:solidFill>
                  <a:latin typeface="黑体" panose="02010609060101010101" pitchFamily="49" charset="-122"/>
                  <a:ea typeface="黑体" panose="02010609060101010101" pitchFamily="49" charset="-122"/>
                </a:rPr>
                <a:t>、基坑</a:t>
              </a:r>
              <a:endParaRPr lang="zh-CN" altLang="en-US" sz="2000" b="1" dirty="0">
                <a:solidFill>
                  <a:srgbClr val="C00000"/>
                </a:solidFill>
                <a:latin typeface="黑体" panose="02010609060101010101" pitchFamily="49" charset="-122"/>
                <a:ea typeface="黑体" panose="02010609060101010101" pitchFamily="49" charset="-122"/>
              </a:endParaRPr>
            </a:p>
          </p:txBody>
        </p:sp>
        <p:pic>
          <p:nvPicPr>
            <p:cNvPr id="12" name="Picture 17"/>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1265434" y="1630029"/>
              <a:ext cx="2981478" cy="20551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747973" name="Picture 5" descr="H:\b141b8e2848b11e7acb300163e010ef1.jpg"/>
            <p:cNvPicPr>
              <a:picLocks noChangeAspect="1" noChangeArrowheads="1"/>
            </p:cNvPicPr>
            <p:nvPr/>
          </p:nvPicPr>
          <p:blipFill rotWithShape="1">
            <a:blip r:embed="rId4">
              <a:extLst>
                <a:ext uri="{28A0092B-C50C-407E-A947-70E740481C1C}">
                  <a14:useLocalDpi xmlns:a14="http://schemas.microsoft.com/office/drawing/2010/main" val="0"/>
                </a:ext>
              </a:extLst>
            </a:blip>
            <a:srcRect t="5618"/>
            <a:stretch/>
          </p:blipFill>
          <p:spPr bwMode="auto">
            <a:xfrm>
              <a:off x="1283384" y="3737128"/>
              <a:ext cx="2970562" cy="1861631"/>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3" name="组合 2"/>
          <p:cNvGrpSpPr/>
          <p:nvPr/>
        </p:nvGrpSpPr>
        <p:grpSpPr>
          <a:xfrm>
            <a:off x="4887925" y="1213579"/>
            <a:ext cx="3157728" cy="4389349"/>
            <a:chOff x="4887925" y="1213579"/>
            <a:chExt cx="3157728" cy="4389349"/>
          </a:xfrm>
        </p:grpSpPr>
        <p:sp>
          <p:nvSpPr>
            <p:cNvPr id="47" name="Rectangle 10"/>
            <p:cNvSpPr>
              <a:spLocks noChangeArrowheads="1"/>
            </p:cNvSpPr>
            <p:nvPr/>
          </p:nvSpPr>
          <p:spPr bwMode="auto">
            <a:xfrm>
              <a:off x="4915516" y="1213579"/>
              <a:ext cx="2359924" cy="446276"/>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marL="269875" indent="-269875">
                <a:spcBef>
                  <a:spcPct val="0"/>
                </a:spcBef>
                <a:buClr>
                  <a:srgbClr val="A50021"/>
                </a:buClr>
                <a:buSzPct val="135000"/>
                <a:buFont typeface="Arial" panose="020B0604020202020204" pitchFamily="34" charset="0"/>
                <a:buChar char="•"/>
              </a:pPr>
              <a:r>
                <a:rPr lang="zh-CN" altLang="en-US" sz="2000" b="1" dirty="0" smtClean="0">
                  <a:solidFill>
                    <a:srgbClr val="C00000"/>
                  </a:solidFill>
                  <a:latin typeface="黑体" panose="02010609060101010101" pitchFamily="49" charset="-122"/>
                  <a:ea typeface="黑体" panose="02010609060101010101" pitchFamily="49" charset="-122"/>
                </a:rPr>
                <a:t>土坝、土堤</a:t>
              </a:r>
              <a:endParaRPr lang="zh-CN" altLang="en-US" sz="2000" b="1" dirty="0">
                <a:solidFill>
                  <a:srgbClr val="C00000"/>
                </a:solidFill>
                <a:latin typeface="黑体" panose="02010609060101010101" pitchFamily="49" charset="-122"/>
                <a:ea typeface="黑体" panose="02010609060101010101" pitchFamily="49" charset="-122"/>
              </a:endParaRPr>
            </a:p>
          </p:txBody>
        </p:sp>
        <p:pic>
          <p:nvPicPr>
            <p:cNvPr id="14" name="Picture 5" descr="Dyke"/>
            <p:cNvPicPr>
              <a:picLocks noChangeAspect="1" noChangeArrowheads="1"/>
            </p:cNvPicPr>
            <p:nvPr/>
          </p:nvPicPr>
          <p:blipFill rotWithShape="1">
            <a:blip r:embed="rId5">
              <a:extLst>
                <a:ext uri="{28A0092B-C50C-407E-A947-70E740481C1C}">
                  <a14:useLocalDpi xmlns:a14="http://schemas.microsoft.com/office/drawing/2010/main"/>
                </a:ext>
              </a:extLst>
            </a:blip>
            <a:srcRect l="1759" r="2395" b="6803"/>
            <a:stretch/>
          </p:blipFill>
          <p:spPr bwMode="auto">
            <a:xfrm>
              <a:off x="4894025" y="3702450"/>
              <a:ext cx="3144129" cy="19004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图片 1"/>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887925" y="1650445"/>
              <a:ext cx="3157728" cy="2029968"/>
            </a:xfrm>
            <a:prstGeom prst="rect">
              <a:avLst/>
            </a:prstGeom>
          </p:spPr>
        </p:pic>
      </p:grpSp>
    </p:spTree>
    <p:extLst>
      <p:ext uri="{BB962C8B-B14F-4D97-AF65-F5344CB8AC3E}">
        <p14:creationId xmlns:p14="http://schemas.microsoft.com/office/powerpoint/2010/main" val="3072249780"/>
      </p:ext>
    </p:extLst>
  </p:cSld>
  <p:clrMapOvr>
    <a:masterClrMapping/>
  </p:clrMapOvr>
  <p:transition spd="med">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1000" fill="hold"/>
                                        <p:tgtEl>
                                          <p:spTgt spid="4"/>
                                        </p:tgtEl>
                                        <p:attrNameLst>
                                          <p:attrName>ppt_w</p:attrName>
                                        </p:attrNameLst>
                                      </p:cBhvr>
                                      <p:tavLst>
                                        <p:tav tm="0">
                                          <p:val>
                                            <p:fltVal val="0"/>
                                          </p:val>
                                        </p:tav>
                                        <p:tav tm="100000">
                                          <p:val>
                                            <p:strVal val="#ppt_w"/>
                                          </p:val>
                                        </p:tav>
                                      </p:tavLst>
                                    </p:anim>
                                    <p:anim calcmode="lin" valueType="num">
                                      <p:cBhvr>
                                        <p:cTn id="8" dur="1000" fill="hold"/>
                                        <p:tgtEl>
                                          <p:spTgt spid="4"/>
                                        </p:tgtEl>
                                        <p:attrNameLst>
                                          <p:attrName>ppt_h</p:attrName>
                                        </p:attrNameLst>
                                      </p:cBhvr>
                                      <p:tavLst>
                                        <p:tav tm="0">
                                          <p:val>
                                            <p:fltVal val="0"/>
                                          </p:val>
                                        </p:tav>
                                        <p:tav tm="100000">
                                          <p:val>
                                            <p:strVal val="#ppt_h"/>
                                          </p:val>
                                        </p:tav>
                                      </p:tavLst>
                                    </p:anim>
                                    <p:anim calcmode="lin" valueType="num">
                                      <p:cBhvr>
                                        <p:cTn id="9" dur="1000" fill="hold"/>
                                        <p:tgtEl>
                                          <p:spTgt spid="4"/>
                                        </p:tgtEl>
                                        <p:attrNameLst>
                                          <p:attrName>style.rotation</p:attrName>
                                        </p:attrNameLst>
                                      </p:cBhvr>
                                      <p:tavLst>
                                        <p:tav tm="0">
                                          <p:val>
                                            <p:fltVal val="90"/>
                                          </p:val>
                                        </p:tav>
                                        <p:tav tm="100000">
                                          <p:val>
                                            <p:fltVal val="0"/>
                                          </p:val>
                                        </p:tav>
                                      </p:tavLst>
                                    </p:anim>
                                    <p:animEffect transition="in" filter="fade">
                                      <p:cBhvr>
                                        <p:cTn id="10" dur="1000"/>
                                        <p:tgtEl>
                                          <p:spTgt spid="4"/>
                                        </p:tgtEl>
                                      </p:cBhvr>
                                    </p:animEffect>
                                  </p:childTnLst>
                                </p:cTn>
                              </p:par>
                            </p:childTnLst>
                          </p:cTn>
                        </p:par>
                        <p:par>
                          <p:cTn id="11" fill="hold">
                            <p:stCondLst>
                              <p:cond delay="1000"/>
                            </p:stCondLst>
                            <p:childTnLst>
                              <p:par>
                                <p:cTn id="12" presetID="31" presetClass="entr" presetSubtype="0" fill="hold" nodeType="afterEffect">
                                  <p:stCondLst>
                                    <p:cond delay="0"/>
                                  </p:stCondLst>
                                  <p:childTnLst>
                                    <p:set>
                                      <p:cBhvr>
                                        <p:cTn id="13" dur="1" fill="hold">
                                          <p:stCondLst>
                                            <p:cond delay="0"/>
                                          </p:stCondLst>
                                        </p:cTn>
                                        <p:tgtEl>
                                          <p:spTgt spid="3"/>
                                        </p:tgtEl>
                                        <p:attrNameLst>
                                          <p:attrName>style.visibility</p:attrName>
                                        </p:attrNameLst>
                                      </p:cBhvr>
                                      <p:to>
                                        <p:strVal val="visible"/>
                                      </p:to>
                                    </p:set>
                                    <p:anim calcmode="lin" valueType="num">
                                      <p:cBhvr>
                                        <p:cTn id="14" dur="1000" fill="hold"/>
                                        <p:tgtEl>
                                          <p:spTgt spid="3"/>
                                        </p:tgtEl>
                                        <p:attrNameLst>
                                          <p:attrName>ppt_w</p:attrName>
                                        </p:attrNameLst>
                                      </p:cBhvr>
                                      <p:tavLst>
                                        <p:tav tm="0">
                                          <p:val>
                                            <p:fltVal val="0"/>
                                          </p:val>
                                        </p:tav>
                                        <p:tav tm="100000">
                                          <p:val>
                                            <p:strVal val="#ppt_w"/>
                                          </p:val>
                                        </p:tav>
                                      </p:tavLst>
                                    </p:anim>
                                    <p:anim calcmode="lin" valueType="num">
                                      <p:cBhvr>
                                        <p:cTn id="15" dur="1000" fill="hold"/>
                                        <p:tgtEl>
                                          <p:spTgt spid="3"/>
                                        </p:tgtEl>
                                        <p:attrNameLst>
                                          <p:attrName>ppt_h</p:attrName>
                                        </p:attrNameLst>
                                      </p:cBhvr>
                                      <p:tavLst>
                                        <p:tav tm="0">
                                          <p:val>
                                            <p:fltVal val="0"/>
                                          </p:val>
                                        </p:tav>
                                        <p:tav tm="100000">
                                          <p:val>
                                            <p:strVal val="#ppt_h"/>
                                          </p:val>
                                        </p:tav>
                                      </p:tavLst>
                                    </p:anim>
                                    <p:anim calcmode="lin" valueType="num">
                                      <p:cBhvr>
                                        <p:cTn id="16" dur="1000" fill="hold"/>
                                        <p:tgtEl>
                                          <p:spTgt spid="3"/>
                                        </p:tgtEl>
                                        <p:attrNameLst>
                                          <p:attrName>style.rotation</p:attrName>
                                        </p:attrNameLst>
                                      </p:cBhvr>
                                      <p:tavLst>
                                        <p:tav tm="0">
                                          <p:val>
                                            <p:fltVal val="90"/>
                                          </p:val>
                                        </p:tav>
                                        <p:tav tm="100000">
                                          <p:val>
                                            <p:fltVal val="0"/>
                                          </p:val>
                                        </p:tav>
                                      </p:tavLst>
                                    </p:anim>
                                    <p:animEffect transition="in" filter="fade">
                                      <p:cBhvr>
                                        <p:cTn id="17"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9</a:t>
            </a:fld>
            <a:endParaRPr lang="zh-CN" altLang="en-US" dirty="0">
              <a:solidFill>
                <a:srgbClr val="C00000"/>
              </a:solidFill>
            </a:endParaRPr>
          </a:p>
        </p:txBody>
      </p:sp>
      <p:sp>
        <p:nvSpPr>
          <p:cNvPr id="222" name="Text Box 2"/>
          <p:cNvSpPr txBox="1">
            <a:spLocks noChangeArrowheads="1"/>
          </p:cNvSpPr>
          <p:nvPr/>
        </p:nvSpPr>
        <p:spPr bwMode="auto">
          <a:xfrm>
            <a:off x="2704757" y="5773566"/>
            <a:ext cx="486410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gn="ctr" eaLnBrk="1" hangingPunct="1">
              <a:lnSpc>
                <a:spcPct val="100000"/>
              </a:lnSpc>
              <a:spcBef>
                <a:spcPct val="0"/>
              </a:spcBef>
              <a:spcAft>
                <a:spcPct val="0"/>
              </a:spcAft>
            </a:pPr>
            <a:r>
              <a:rPr kumimoji="1" lang="zh-CN" altLang="en-US" sz="4000" b="1" dirty="0" smtClean="0">
                <a:solidFill>
                  <a:srgbClr val="000066"/>
                </a:solidFill>
                <a:latin typeface="黑体" pitchFamily="2" charset="-122"/>
                <a:ea typeface="黑体" pitchFamily="2" charset="-122"/>
              </a:rPr>
              <a:t>滑坡及类型</a:t>
            </a:r>
            <a:endParaRPr kumimoji="1" lang="zh-CN" altLang="en-US" sz="4000" b="1" dirty="0">
              <a:solidFill>
                <a:srgbClr val="000066"/>
              </a:solidFill>
              <a:latin typeface="黑体" pitchFamily="2" charset="-122"/>
              <a:ea typeface="黑体" pitchFamily="2" charset="-122"/>
            </a:endParaRPr>
          </a:p>
        </p:txBody>
      </p:sp>
      <p:sp>
        <p:nvSpPr>
          <p:cNvPr id="273" name="Text Box 7"/>
          <p:cNvSpPr txBox="1">
            <a:spLocks noChangeArrowheads="1"/>
          </p:cNvSpPr>
          <p:nvPr/>
        </p:nvSpPr>
        <p:spPr bwMode="auto">
          <a:xfrm>
            <a:off x="0" y="0"/>
            <a:ext cx="3714750"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1800" b="1" kern="900" spc="130" dirty="0" smtClean="0">
                <a:solidFill>
                  <a:srgbClr val="000066"/>
                </a:solidFill>
                <a:ea typeface="黑体" panose="02010609060101010101" pitchFamily="49" charset="-122"/>
                <a:cs typeface="Times New Roman" panose="02020603050405020304" pitchFamily="18" charset="0"/>
              </a:rPr>
              <a:t>§7.1  </a:t>
            </a:r>
            <a:r>
              <a:rPr lang="zh-CN" altLang="en-US" sz="1800" b="1" kern="900" spc="130" dirty="0" smtClean="0">
                <a:solidFill>
                  <a:srgbClr val="000066"/>
                </a:solidFill>
                <a:ea typeface="黑体" panose="02010609060101010101" pitchFamily="49" charset="-122"/>
                <a:cs typeface="Times New Roman" panose="02020603050405020304" pitchFamily="18" charset="0"/>
              </a:rPr>
              <a:t>概述 </a:t>
            </a:r>
            <a:r>
              <a:rPr lang="en-US" altLang="zh-CN" sz="1800" b="1" kern="900" spc="130" dirty="0" smtClean="0">
                <a:solidFill>
                  <a:srgbClr val="000066"/>
                </a:solidFill>
                <a:ea typeface="黑体" panose="02010609060101010101" pitchFamily="49" charset="-122"/>
                <a:cs typeface="Times New Roman" panose="02020603050405020304" pitchFamily="18" charset="0"/>
              </a:rPr>
              <a:t>– </a:t>
            </a:r>
            <a:r>
              <a:rPr lang="zh-CN" altLang="en-US" sz="1800" b="1" kern="900" spc="130" dirty="0">
                <a:solidFill>
                  <a:srgbClr val="000066"/>
                </a:solidFill>
                <a:ea typeface="黑体" panose="02010609060101010101" pitchFamily="49" charset="-122"/>
                <a:cs typeface="Times New Roman" panose="02020603050405020304" pitchFamily="18" charset="0"/>
              </a:rPr>
              <a:t>土坡与滑坡</a:t>
            </a:r>
          </a:p>
        </p:txBody>
      </p:sp>
      <p:sp>
        <p:nvSpPr>
          <p:cNvPr id="13" name="Text Box 46"/>
          <p:cNvSpPr txBox="1">
            <a:spLocks noChangeArrowheads="1"/>
          </p:cNvSpPr>
          <p:nvPr/>
        </p:nvSpPr>
        <p:spPr bwMode="auto">
          <a:xfrm>
            <a:off x="464160" y="720845"/>
            <a:ext cx="14362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buFont typeface="Wingdings" pitchFamily="2" charset="2"/>
              <a:buChar char="n"/>
            </a:pPr>
            <a:r>
              <a:rPr lang="zh-CN" altLang="en-US" sz="2800" b="1" dirty="0" smtClean="0">
                <a:solidFill>
                  <a:srgbClr val="A50021"/>
                </a:solidFill>
                <a:latin typeface="微软雅黑" panose="020B0503020204020204" pitchFamily="34" charset="-122"/>
                <a:ea typeface="微软雅黑" panose="020B0503020204020204" pitchFamily="34" charset="-122"/>
              </a:rPr>
              <a:t> 滑 坡</a:t>
            </a:r>
            <a:endParaRPr lang="zh-CN" altLang="en-US" sz="2800" b="1" dirty="0">
              <a:solidFill>
                <a:srgbClr val="000066"/>
              </a:solidFill>
              <a:latin typeface="微软雅黑" panose="020B0503020204020204" pitchFamily="34" charset="-122"/>
              <a:ea typeface="微软雅黑" panose="020B0503020204020204" pitchFamily="34" charset="-122"/>
            </a:endParaRPr>
          </a:p>
        </p:txBody>
      </p:sp>
      <p:sp>
        <p:nvSpPr>
          <p:cNvPr id="16" name="Text Box 5"/>
          <p:cNvSpPr txBox="1">
            <a:spLocks noChangeArrowheads="1"/>
          </p:cNvSpPr>
          <p:nvPr/>
        </p:nvSpPr>
        <p:spPr bwMode="auto">
          <a:xfrm>
            <a:off x="836471" y="1315996"/>
            <a:ext cx="5445060" cy="243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spAutoFit/>
          </a:bodyPr>
          <a:lstStyle>
            <a:lvl1pPr marL="533400" indent="-533400"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357188" indent="-357188" eaLnBrk="1" hangingPunct="1">
              <a:lnSpc>
                <a:spcPct val="120000"/>
              </a:lnSpc>
              <a:spcBef>
                <a:spcPts val="0"/>
              </a:spcBef>
              <a:spcAft>
                <a:spcPts val="400"/>
              </a:spcAft>
              <a:buClr>
                <a:srgbClr val="A50021"/>
              </a:buClr>
              <a:buSzPct val="120000"/>
              <a:buFont typeface="Wingdings" pitchFamily="2" charset="2"/>
              <a:buChar char="F"/>
            </a:pPr>
            <a:r>
              <a:rPr lang="zh-CN" altLang="en-US" sz="2200" b="1" dirty="0" smtClean="0">
                <a:solidFill>
                  <a:srgbClr val="000066"/>
                </a:solidFill>
                <a:ea typeface="幼圆" pitchFamily="49" charset="-122"/>
                <a:cs typeface="Times New Roman" panose="02020603050405020304" pitchFamily="18" charset="0"/>
                <a:sym typeface="Symbol" pitchFamily="18" charset="2"/>
              </a:rPr>
              <a:t>土体重量以及渗透力等在坡体内引起剪应力，如果剪应力大于土的抗剪强度，就要产生剪切破坏</a:t>
            </a:r>
            <a:endParaRPr lang="en-US" altLang="zh-CN" sz="2200" b="1" dirty="0" smtClean="0">
              <a:solidFill>
                <a:srgbClr val="000066"/>
              </a:solidFill>
              <a:ea typeface="幼圆" pitchFamily="49" charset="-122"/>
              <a:cs typeface="Times New Roman" panose="02020603050405020304" pitchFamily="18" charset="0"/>
              <a:sym typeface="Symbol" pitchFamily="18" charset="2"/>
            </a:endParaRPr>
          </a:p>
          <a:p>
            <a:pPr marL="357188" indent="-357188" eaLnBrk="1" hangingPunct="1">
              <a:lnSpc>
                <a:spcPct val="120000"/>
              </a:lnSpc>
              <a:spcBef>
                <a:spcPts val="0"/>
              </a:spcBef>
              <a:spcAft>
                <a:spcPts val="400"/>
              </a:spcAft>
              <a:buClr>
                <a:srgbClr val="A50021"/>
              </a:buClr>
              <a:buSzPct val="120000"/>
              <a:buFont typeface="Wingdings" pitchFamily="2" charset="2"/>
              <a:buChar char="F"/>
            </a:pPr>
            <a:r>
              <a:rPr lang="zh-CN" altLang="en-US" sz="2200" b="1" dirty="0" smtClean="0">
                <a:solidFill>
                  <a:srgbClr val="000066"/>
                </a:solidFill>
                <a:ea typeface="幼圆" pitchFamily="49" charset="-122"/>
                <a:cs typeface="Times New Roman" panose="02020603050405020304" pitchFamily="18" charset="0"/>
                <a:sym typeface="Symbol" pitchFamily="18" charset="2"/>
              </a:rPr>
              <a:t>如果坡面内剪切破坏的面积很大，则将发生一部分</a:t>
            </a:r>
            <a:r>
              <a:rPr lang="zh-CN" altLang="en-US" sz="2200" b="1" dirty="0">
                <a:solidFill>
                  <a:srgbClr val="000066"/>
                </a:solidFill>
                <a:ea typeface="幼圆" pitchFamily="49" charset="-122"/>
                <a:cs typeface="Times New Roman" panose="02020603050405020304" pitchFamily="18" charset="0"/>
                <a:sym typeface="Symbol" pitchFamily="18" charset="2"/>
              </a:rPr>
              <a:t>土</a:t>
            </a:r>
            <a:r>
              <a:rPr lang="zh-CN" altLang="en-US" sz="2200" b="1" dirty="0" smtClean="0">
                <a:solidFill>
                  <a:srgbClr val="000066"/>
                </a:solidFill>
                <a:ea typeface="幼圆" pitchFamily="49" charset="-122"/>
                <a:cs typeface="Times New Roman" panose="02020603050405020304" pitchFamily="18" charset="0"/>
                <a:sym typeface="Symbol" pitchFamily="18" charset="2"/>
              </a:rPr>
              <a:t>体相对于</a:t>
            </a:r>
            <a:r>
              <a:rPr lang="zh-CN" altLang="en-US" sz="2200" b="1" dirty="0">
                <a:solidFill>
                  <a:srgbClr val="000066"/>
                </a:solidFill>
                <a:ea typeface="幼圆" pitchFamily="49" charset="-122"/>
                <a:cs typeface="Times New Roman" panose="02020603050405020304" pitchFamily="18" charset="0"/>
                <a:sym typeface="Symbol" pitchFamily="18" charset="2"/>
              </a:rPr>
              <a:t>另一部分土体</a:t>
            </a:r>
            <a:r>
              <a:rPr lang="zh-CN" altLang="en-US" sz="2200" b="1" dirty="0" smtClean="0">
                <a:solidFill>
                  <a:srgbClr val="000066"/>
                </a:solidFill>
                <a:ea typeface="幼圆" pitchFamily="49" charset="-122"/>
                <a:cs typeface="Times New Roman" panose="02020603050405020304" pitchFamily="18" charset="0"/>
                <a:sym typeface="Symbol" pitchFamily="18" charset="2"/>
              </a:rPr>
              <a:t>滑动，称</a:t>
            </a:r>
            <a:r>
              <a:rPr lang="zh-CN" altLang="en-US" sz="2200" b="1" dirty="0" smtClean="0">
                <a:solidFill>
                  <a:srgbClr val="C00000"/>
                </a:solidFill>
                <a:latin typeface="黑体" panose="02010609060101010101" pitchFamily="49" charset="-122"/>
                <a:ea typeface="黑体" panose="02010609060101010101" pitchFamily="49" charset="-122"/>
                <a:cs typeface="Times New Roman" panose="02020603050405020304" pitchFamily="18" charset="0"/>
                <a:sym typeface="Symbol" pitchFamily="18" charset="2"/>
              </a:rPr>
              <a:t>滑坡</a:t>
            </a:r>
            <a:endParaRPr lang="zh-CN" altLang="en-US" sz="2200" b="1" dirty="0">
              <a:solidFill>
                <a:srgbClr val="C00000"/>
              </a:solidFill>
              <a:latin typeface="黑体" panose="02010609060101010101" pitchFamily="49" charset="-122"/>
              <a:ea typeface="黑体" panose="02010609060101010101" pitchFamily="49" charset="-122"/>
              <a:cs typeface="Times New Roman" panose="02020603050405020304" pitchFamily="18" charset="0"/>
            </a:endParaRPr>
          </a:p>
        </p:txBody>
      </p:sp>
      <p:pic>
        <p:nvPicPr>
          <p:cNvPr id="2" name="图片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58576" y="1367786"/>
            <a:ext cx="2705100" cy="2105094"/>
          </a:xfrm>
          <a:prstGeom prst="rect">
            <a:avLst/>
          </a:prstGeom>
        </p:spPr>
      </p:pic>
      <p:pic>
        <p:nvPicPr>
          <p:cNvPr id="3" name="图片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334860" y="3577994"/>
            <a:ext cx="2713153" cy="1774219"/>
          </a:xfrm>
          <a:prstGeom prst="rect">
            <a:avLst/>
          </a:prstGeom>
        </p:spPr>
      </p:pic>
      <p:pic>
        <p:nvPicPr>
          <p:cNvPr id="4" name="图片 3"/>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723775" y="3807927"/>
            <a:ext cx="2450592" cy="1542288"/>
          </a:xfrm>
          <a:prstGeom prst="rect">
            <a:avLst/>
          </a:prstGeom>
        </p:spPr>
      </p:pic>
      <p:pic>
        <p:nvPicPr>
          <p:cNvPr id="5" name="图片 4"/>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48460" y="3804238"/>
            <a:ext cx="2609088" cy="1536192"/>
          </a:xfrm>
          <a:prstGeom prst="rect">
            <a:avLst/>
          </a:prstGeom>
        </p:spPr>
      </p:pic>
    </p:spTree>
    <p:extLst>
      <p:ext uri="{BB962C8B-B14F-4D97-AF65-F5344CB8AC3E}">
        <p14:creationId xmlns:p14="http://schemas.microsoft.com/office/powerpoint/2010/main" val="3505796276"/>
      </p:ext>
    </p:extLst>
  </p:cSld>
  <p:clrMapOvr>
    <a:masterClrMapping/>
  </p:clrMapOvr>
  <p:transition spd="med">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animEffect transition="in" filter="fade">
                                      <p:cBhvr>
                                        <p:cTn id="7" dur="1000"/>
                                        <p:tgtEl>
                                          <p:spTgt spid="16">
                                            <p:txEl>
                                              <p:pRg st="0" end="0"/>
                                            </p:txEl>
                                          </p:spTgt>
                                        </p:tgtEl>
                                      </p:cBhvr>
                                    </p:animEffect>
                                    <p:anim calcmode="lin" valueType="num">
                                      <p:cBhvr>
                                        <p:cTn id="8" dur="1000" fill="hold"/>
                                        <p:tgtEl>
                                          <p:spTgt spid="16">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6">
                                            <p:txEl>
                                              <p:pRg st="0" end="0"/>
                                            </p:txEl>
                                          </p:spTgt>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grpId="0" nodeType="afterEffect">
                                  <p:stCondLst>
                                    <p:cond delay="0"/>
                                  </p:stCondLst>
                                  <p:childTnLst>
                                    <p:set>
                                      <p:cBhvr>
                                        <p:cTn id="12" dur="1" fill="hold">
                                          <p:stCondLst>
                                            <p:cond delay="0"/>
                                          </p:stCondLst>
                                        </p:cTn>
                                        <p:tgtEl>
                                          <p:spTgt spid="16">
                                            <p:txEl>
                                              <p:pRg st="1" end="1"/>
                                            </p:txEl>
                                          </p:spTgt>
                                        </p:tgtEl>
                                        <p:attrNameLst>
                                          <p:attrName>style.visibility</p:attrName>
                                        </p:attrNameLst>
                                      </p:cBhvr>
                                      <p:to>
                                        <p:strVal val="visible"/>
                                      </p:to>
                                    </p:set>
                                    <p:animEffect transition="in" filter="fade">
                                      <p:cBhvr>
                                        <p:cTn id="13" dur="1000"/>
                                        <p:tgtEl>
                                          <p:spTgt spid="16">
                                            <p:txEl>
                                              <p:pRg st="1" end="1"/>
                                            </p:txEl>
                                          </p:spTgt>
                                        </p:tgtEl>
                                      </p:cBhvr>
                                    </p:animEffect>
                                    <p:anim calcmode="lin" valueType="num">
                                      <p:cBhvr>
                                        <p:cTn id="14" dur="1000" fill="hold"/>
                                        <p:tgtEl>
                                          <p:spTgt spid="16">
                                            <p:txEl>
                                              <p:pRg st="1" end="1"/>
                                            </p:txEl>
                                          </p:spTgt>
                                        </p:tgtEl>
                                        <p:attrNameLst>
                                          <p:attrName>ppt_x</p:attrName>
                                        </p:attrNameLst>
                                      </p:cBhvr>
                                      <p:tavLst>
                                        <p:tav tm="0">
                                          <p:val>
                                            <p:strVal val="#ppt_x"/>
                                          </p:val>
                                        </p:tav>
                                        <p:tav tm="100000">
                                          <p:val>
                                            <p:strVal val="#ppt_x"/>
                                          </p:val>
                                        </p:tav>
                                      </p:tavLst>
                                    </p:anim>
                                    <p:anim calcmode="lin" valueType="num">
                                      <p:cBhvr>
                                        <p:cTn id="15" dur="1000" fill="hold"/>
                                        <p:tgtEl>
                                          <p:spTgt spid="16">
                                            <p:txEl>
                                              <p:pRg st="1" end="1"/>
                                            </p:txEl>
                                          </p:spTgt>
                                        </p:tgtEl>
                                        <p:attrNameLst>
                                          <p:attrName>ppt_y</p:attrName>
                                        </p:attrNameLst>
                                      </p:cBhvr>
                                      <p:tavLst>
                                        <p:tav tm="0">
                                          <p:val>
                                            <p:strVal val="#ppt_y+.1"/>
                                          </p:val>
                                        </p:tav>
                                        <p:tav tm="100000">
                                          <p:val>
                                            <p:strVal val="#ppt_y"/>
                                          </p:val>
                                        </p:tav>
                                      </p:tavLst>
                                    </p:anim>
                                  </p:childTnLst>
                                </p:cTn>
                              </p:par>
                            </p:childTnLst>
                          </p:cTn>
                        </p:par>
                        <p:par>
                          <p:cTn id="16" fill="hold">
                            <p:stCondLst>
                              <p:cond delay="2000"/>
                            </p:stCondLst>
                            <p:childTnLst>
                              <p:par>
                                <p:cTn id="17" presetID="22" presetClass="entr" presetSubtype="1" fill="hold" nodeType="after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wipe(up)">
                                      <p:cBhvr>
                                        <p:cTn id="19" dur="1000"/>
                                        <p:tgtEl>
                                          <p:spTgt spid="2"/>
                                        </p:tgtEl>
                                      </p:cBhvr>
                                    </p:animEffect>
                                  </p:childTnLst>
                                </p:cTn>
                              </p:par>
                            </p:childTnLst>
                          </p:cTn>
                        </p:par>
                        <p:par>
                          <p:cTn id="20" fill="hold">
                            <p:stCondLst>
                              <p:cond delay="3000"/>
                            </p:stCondLst>
                            <p:childTnLst>
                              <p:par>
                                <p:cTn id="21" presetID="22" presetClass="entr" presetSubtype="1" fill="hold" nodeType="afterEffect">
                                  <p:stCondLst>
                                    <p:cond delay="0"/>
                                  </p:stCondLst>
                                  <p:childTnLst>
                                    <p:set>
                                      <p:cBhvr>
                                        <p:cTn id="22" dur="1" fill="hold">
                                          <p:stCondLst>
                                            <p:cond delay="0"/>
                                          </p:stCondLst>
                                        </p:cTn>
                                        <p:tgtEl>
                                          <p:spTgt spid="3"/>
                                        </p:tgtEl>
                                        <p:attrNameLst>
                                          <p:attrName>style.visibility</p:attrName>
                                        </p:attrNameLst>
                                      </p:cBhvr>
                                      <p:to>
                                        <p:strVal val="visible"/>
                                      </p:to>
                                    </p:set>
                                    <p:animEffect transition="in" filter="wipe(up)">
                                      <p:cBhvr>
                                        <p:cTn id="23" dur="1000"/>
                                        <p:tgtEl>
                                          <p:spTgt spid="3"/>
                                        </p:tgtEl>
                                      </p:cBhvr>
                                    </p:animEffect>
                                  </p:childTnLst>
                                </p:cTn>
                              </p:par>
                            </p:childTnLst>
                          </p:cTn>
                        </p:par>
                        <p:par>
                          <p:cTn id="24" fill="hold">
                            <p:stCondLst>
                              <p:cond delay="4000"/>
                            </p:stCondLst>
                            <p:childTnLst>
                              <p:par>
                                <p:cTn id="25" presetID="22" presetClass="entr" presetSubtype="2" fill="hold" nodeType="after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wipe(right)">
                                      <p:cBhvr>
                                        <p:cTn id="27" dur="500"/>
                                        <p:tgtEl>
                                          <p:spTgt spid="4"/>
                                        </p:tgtEl>
                                      </p:cBhvr>
                                    </p:animEffect>
                                  </p:childTnLst>
                                </p:cTn>
                              </p:par>
                            </p:childTnLst>
                          </p:cTn>
                        </p:par>
                        <p:par>
                          <p:cTn id="28" fill="hold">
                            <p:stCondLst>
                              <p:cond delay="4500"/>
                            </p:stCondLst>
                            <p:childTnLst>
                              <p:par>
                                <p:cTn id="29" presetID="22" presetClass="entr" presetSubtype="2" fill="hold" nodeType="afterEffect">
                                  <p:stCondLst>
                                    <p:cond delay="0"/>
                                  </p:stCondLst>
                                  <p:childTnLst>
                                    <p:set>
                                      <p:cBhvr>
                                        <p:cTn id="30" dur="1" fill="hold">
                                          <p:stCondLst>
                                            <p:cond delay="0"/>
                                          </p:stCondLst>
                                        </p:cTn>
                                        <p:tgtEl>
                                          <p:spTgt spid="5"/>
                                        </p:tgtEl>
                                        <p:attrNameLst>
                                          <p:attrName>style.visibility</p:attrName>
                                        </p:attrNameLst>
                                      </p:cBhvr>
                                      <p:to>
                                        <p:strVal val="visible"/>
                                      </p:to>
                                    </p:set>
                                    <p:animEffect transition="in" filter="wipe(right)">
                                      <p:cBhvr>
                                        <p:cTn id="31"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uiExpand="1"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55882" y="1628775"/>
            <a:ext cx="3739706" cy="1748155"/>
          </a:xfrm>
          <a:prstGeom prst="rect">
            <a:avLst/>
          </a:prstGeom>
        </p:spPr>
      </p:pic>
      <p:pic>
        <p:nvPicPr>
          <p:cNvPr id="3" name="图片 2"/>
          <p:cNvPicPr>
            <a:picLocks noChangeAspect="1"/>
          </p:cNvPicPr>
          <p:nvPr/>
        </p:nvPicPr>
        <p:blipFill rotWithShape="1">
          <a:blip r:embed="rId4">
            <a:extLst>
              <a:ext uri="{28A0092B-C50C-407E-A947-70E740481C1C}">
                <a14:useLocalDpi xmlns:a14="http://schemas.microsoft.com/office/drawing/2010/main" val="0"/>
              </a:ext>
            </a:extLst>
          </a:blip>
          <a:srcRect l="11891"/>
          <a:stretch/>
        </p:blipFill>
        <p:spPr>
          <a:xfrm>
            <a:off x="1159497" y="1342766"/>
            <a:ext cx="2469823" cy="2037267"/>
          </a:xfrm>
          <a:prstGeom prst="rect">
            <a:avLst/>
          </a:prstGeom>
        </p:spPr>
      </p:pic>
      <p:pic>
        <p:nvPicPr>
          <p:cNvPr id="2" name="图片 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66895" y="3798256"/>
            <a:ext cx="7087290" cy="1641960"/>
          </a:xfrm>
          <a:prstGeom prst="rect">
            <a:avLst/>
          </a:prstGeom>
        </p:spPr>
      </p:pic>
      <p:sp>
        <p:nvSpPr>
          <p:cNvPr id="15"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10</a:t>
            </a:fld>
            <a:endParaRPr lang="zh-CN" altLang="en-US" dirty="0">
              <a:solidFill>
                <a:srgbClr val="C00000"/>
              </a:solidFill>
            </a:endParaRPr>
          </a:p>
        </p:txBody>
      </p:sp>
      <p:sp>
        <p:nvSpPr>
          <p:cNvPr id="222" name="Text Box 2"/>
          <p:cNvSpPr txBox="1">
            <a:spLocks noChangeArrowheads="1"/>
          </p:cNvSpPr>
          <p:nvPr/>
        </p:nvSpPr>
        <p:spPr bwMode="auto">
          <a:xfrm>
            <a:off x="2704757" y="5773566"/>
            <a:ext cx="486410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gn="ctr" eaLnBrk="1" hangingPunct="1">
              <a:lnSpc>
                <a:spcPct val="100000"/>
              </a:lnSpc>
              <a:spcBef>
                <a:spcPct val="0"/>
              </a:spcBef>
              <a:spcAft>
                <a:spcPct val="0"/>
              </a:spcAft>
            </a:pPr>
            <a:r>
              <a:rPr kumimoji="1" lang="zh-CN" altLang="en-US" sz="4000" b="1" dirty="0" smtClean="0">
                <a:solidFill>
                  <a:srgbClr val="000066"/>
                </a:solidFill>
                <a:latin typeface="黑体" pitchFamily="2" charset="-122"/>
                <a:ea typeface="黑体" pitchFamily="2" charset="-122"/>
              </a:rPr>
              <a:t>滑坡的形式</a:t>
            </a:r>
            <a:endParaRPr kumimoji="1" lang="zh-CN" altLang="en-US" sz="4000" b="1" dirty="0">
              <a:solidFill>
                <a:srgbClr val="000066"/>
              </a:solidFill>
              <a:latin typeface="黑体" pitchFamily="2" charset="-122"/>
              <a:ea typeface="黑体" pitchFamily="2" charset="-122"/>
            </a:endParaRPr>
          </a:p>
        </p:txBody>
      </p:sp>
      <p:sp>
        <p:nvSpPr>
          <p:cNvPr id="273" name="Text Box 7"/>
          <p:cNvSpPr txBox="1">
            <a:spLocks noChangeArrowheads="1"/>
          </p:cNvSpPr>
          <p:nvPr/>
        </p:nvSpPr>
        <p:spPr bwMode="auto">
          <a:xfrm>
            <a:off x="0" y="0"/>
            <a:ext cx="3714750"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1800" b="1" kern="900" spc="130" dirty="0" smtClean="0">
                <a:solidFill>
                  <a:srgbClr val="000066"/>
                </a:solidFill>
                <a:ea typeface="黑体" panose="02010609060101010101" pitchFamily="49" charset="-122"/>
                <a:cs typeface="Times New Roman" panose="02020603050405020304" pitchFamily="18" charset="0"/>
              </a:rPr>
              <a:t>§7.1  </a:t>
            </a:r>
            <a:r>
              <a:rPr lang="zh-CN" altLang="en-US" sz="1800" b="1" kern="900" spc="130" dirty="0" smtClean="0">
                <a:solidFill>
                  <a:srgbClr val="000066"/>
                </a:solidFill>
                <a:ea typeface="黑体" panose="02010609060101010101" pitchFamily="49" charset="-122"/>
                <a:cs typeface="Times New Roman" panose="02020603050405020304" pitchFamily="18" charset="0"/>
              </a:rPr>
              <a:t>概述 </a:t>
            </a:r>
            <a:r>
              <a:rPr lang="en-US" altLang="zh-CN" sz="1800" b="1" kern="900" spc="130" dirty="0" smtClean="0">
                <a:solidFill>
                  <a:srgbClr val="000066"/>
                </a:solidFill>
                <a:ea typeface="黑体" panose="02010609060101010101" pitchFamily="49" charset="-122"/>
                <a:cs typeface="Times New Roman" panose="02020603050405020304" pitchFamily="18" charset="0"/>
              </a:rPr>
              <a:t>– </a:t>
            </a:r>
            <a:r>
              <a:rPr lang="zh-CN" altLang="en-US" sz="1800" b="1" kern="900" spc="130" dirty="0">
                <a:solidFill>
                  <a:srgbClr val="000066"/>
                </a:solidFill>
                <a:ea typeface="黑体" panose="02010609060101010101" pitchFamily="49" charset="-122"/>
                <a:cs typeface="Times New Roman" panose="02020603050405020304" pitchFamily="18" charset="0"/>
              </a:rPr>
              <a:t>土坡与滑坡</a:t>
            </a:r>
          </a:p>
        </p:txBody>
      </p:sp>
      <p:sp>
        <p:nvSpPr>
          <p:cNvPr id="13" name="Text Box 46"/>
          <p:cNvSpPr txBox="1">
            <a:spLocks noChangeArrowheads="1"/>
          </p:cNvSpPr>
          <p:nvPr/>
        </p:nvSpPr>
        <p:spPr bwMode="auto">
          <a:xfrm>
            <a:off x="464159" y="720845"/>
            <a:ext cx="219952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buFont typeface="Wingdings" pitchFamily="2" charset="2"/>
              <a:buChar char="n"/>
            </a:pPr>
            <a:r>
              <a:rPr lang="zh-CN" altLang="en-US" sz="2800" b="1" dirty="0" smtClean="0">
                <a:solidFill>
                  <a:srgbClr val="A50021"/>
                </a:solidFill>
                <a:latin typeface="微软雅黑" panose="020B0503020204020204" pitchFamily="34" charset="-122"/>
                <a:ea typeface="微软雅黑" panose="020B0503020204020204" pitchFamily="34" charset="-122"/>
              </a:rPr>
              <a:t> 滑坡形式</a:t>
            </a:r>
            <a:endParaRPr lang="zh-CN" altLang="en-US" sz="2800" b="1" dirty="0">
              <a:solidFill>
                <a:srgbClr val="000066"/>
              </a:solidFill>
              <a:latin typeface="微软雅黑" panose="020B0503020204020204" pitchFamily="34" charset="-122"/>
              <a:ea typeface="微软雅黑" panose="020B0503020204020204" pitchFamily="34" charset="-122"/>
            </a:endParaRPr>
          </a:p>
        </p:txBody>
      </p:sp>
      <p:sp>
        <p:nvSpPr>
          <p:cNvPr id="14" name="TextBox 13"/>
          <p:cNvSpPr txBox="1"/>
          <p:nvPr/>
        </p:nvSpPr>
        <p:spPr>
          <a:xfrm>
            <a:off x="1109904" y="2098370"/>
            <a:ext cx="798409" cy="483017"/>
          </a:xfrm>
          <a:prstGeom prst="rect">
            <a:avLst/>
          </a:prstGeom>
          <a:noFill/>
        </p:spPr>
        <p:txBody>
          <a:bodyPr wrap="square" rtlCol="0">
            <a:spAutoFit/>
          </a:bodyPr>
          <a:lstStyle/>
          <a:p>
            <a:r>
              <a:rPr lang="en-US" altLang="zh-CN" sz="2400" b="1" dirty="0" smtClean="0">
                <a:solidFill>
                  <a:srgbClr val="C00000"/>
                </a:solidFill>
                <a:latin typeface="Times New Roman" panose="02020603050405020304" pitchFamily="18" charset="0"/>
                <a:cs typeface="Times New Roman" panose="02020603050405020304" pitchFamily="18" charset="0"/>
              </a:rPr>
              <a:t>Fall</a:t>
            </a:r>
            <a:endParaRPr lang="zh-CN" altLang="en-US" sz="2400" b="1" dirty="0">
              <a:solidFill>
                <a:srgbClr val="C00000"/>
              </a:solidFill>
              <a:latin typeface="Times New Roman" panose="02020603050405020304" pitchFamily="18" charset="0"/>
              <a:cs typeface="Times New Roman" panose="02020603050405020304" pitchFamily="18" charset="0"/>
            </a:endParaRPr>
          </a:p>
        </p:txBody>
      </p:sp>
      <p:sp>
        <p:nvSpPr>
          <p:cNvPr id="17" name="TextBox 16"/>
          <p:cNvSpPr txBox="1"/>
          <p:nvPr/>
        </p:nvSpPr>
        <p:spPr>
          <a:xfrm>
            <a:off x="5898605" y="1763907"/>
            <a:ext cx="1011077" cy="517065"/>
          </a:xfrm>
          <a:prstGeom prst="rect">
            <a:avLst/>
          </a:prstGeom>
          <a:noFill/>
        </p:spPr>
        <p:txBody>
          <a:bodyPr wrap="square" rtlCol="0">
            <a:spAutoFit/>
          </a:bodyPr>
          <a:lstStyle/>
          <a:p>
            <a:r>
              <a:rPr lang="en-US" altLang="zh-CN" sz="2400" b="1" dirty="0" smtClean="0">
                <a:solidFill>
                  <a:srgbClr val="C00000"/>
                </a:solidFill>
                <a:latin typeface="Times New Roman" panose="02020603050405020304" pitchFamily="18" charset="0"/>
                <a:cs typeface="Times New Roman" panose="02020603050405020304" pitchFamily="18" charset="0"/>
              </a:rPr>
              <a:t>Slide</a:t>
            </a:r>
            <a:endParaRPr lang="zh-CN" altLang="en-US" sz="2400" b="1" dirty="0">
              <a:solidFill>
                <a:srgbClr val="C00000"/>
              </a:solidFill>
              <a:latin typeface="Times New Roman" panose="02020603050405020304" pitchFamily="18" charset="0"/>
              <a:cs typeface="Times New Roman" panose="02020603050405020304" pitchFamily="18" charset="0"/>
            </a:endParaRPr>
          </a:p>
        </p:txBody>
      </p:sp>
      <p:sp>
        <p:nvSpPr>
          <p:cNvPr id="18" name="TextBox 17"/>
          <p:cNvSpPr txBox="1"/>
          <p:nvPr/>
        </p:nvSpPr>
        <p:spPr>
          <a:xfrm>
            <a:off x="1423575" y="4172272"/>
            <a:ext cx="930912" cy="517065"/>
          </a:xfrm>
          <a:prstGeom prst="rect">
            <a:avLst/>
          </a:prstGeom>
          <a:noFill/>
        </p:spPr>
        <p:txBody>
          <a:bodyPr wrap="square" rtlCol="0">
            <a:spAutoFit/>
          </a:bodyPr>
          <a:lstStyle/>
          <a:p>
            <a:r>
              <a:rPr lang="en-US" altLang="zh-CN" sz="2400" b="1" dirty="0" smtClean="0">
                <a:solidFill>
                  <a:srgbClr val="A50021"/>
                </a:solidFill>
                <a:latin typeface="Times New Roman" panose="02020603050405020304" pitchFamily="18" charset="0"/>
                <a:cs typeface="Times New Roman" panose="02020603050405020304" pitchFamily="18" charset="0"/>
              </a:rPr>
              <a:t>Slide</a:t>
            </a:r>
            <a:endParaRPr lang="zh-CN" altLang="en-US" sz="2400" b="1" dirty="0">
              <a:solidFill>
                <a:srgbClr val="A50021"/>
              </a:solidFill>
              <a:latin typeface="Times New Roman" panose="02020603050405020304" pitchFamily="18" charset="0"/>
              <a:cs typeface="Times New Roman" panose="02020603050405020304" pitchFamily="18" charset="0"/>
            </a:endParaRPr>
          </a:p>
        </p:txBody>
      </p:sp>
      <p:sp>
        <p:nvSpPr>
          <p:cNvPr id="19" name="TextBox 18"/>
          <p:cNvSpPr txBox="1"/>
          <p:nvPr/>
        </p:nvSpPr>
        <p:spPr>
          <a:xfrm>
            <a:off x="5193150" y="4221040"/>
            <a:ext cx="1130862" cy="483017"/>
          </a:xfrm>
          <a:prstGeom prst="rect">
            <a:avLst/>
          </a:prstGeom>
          <a:noFill/>
        </p:spPr>
        <p:txBody>
          <a:bodyPr wrap="square" rtlCol="0">
            <a:spAutoFit/>
          </a:bodyPr>
          <a:lstStyle/>
          <a:p>
            <a:r>
              <a:rPr lang="en-US" altLang="zh-CN" sz="2400" b="1" dirty="0" smtClean="0">
                <a:solidFill>
                  <a:srgbClr val="A50021"/>
                </a:solidFill>
                <a:latin typeface="Times New Roman" panose="02020603050405020304" pitchFamily="18" charset="0"/>
                <a:cs typeface="Times New Roman" panose="02020603050405020304" pitchFamily="18" charset="0"/>
              </a:rPr>
              <a:t>Flow</a:t>
            </a:r>
            <a:endParaRPr lang="zh-CN" altLang="en-US" sz="2400" b="1" dirty="0">
              <a:solidFill>
                <a:srgbClr val="A50021"/>
              </a:solidFill>
              <a:latin typeface="Times New Roman" panose="02020603050405020304" pitchFamily="18" charset="0"/>
              <a:cs typeface="Times New Roman" panose="02020603050405020304" pitchFamily="18" charset="0"/>
            </a:endParaRPr>
          </a:p>
        </p:txBody>
      </p:sp>
      <p:sp>
        <p:nvSpPr>
          <p:cNvPr id="21" name="TextBox 20"/>
          <p:cNvSpPr txBox="1"/>
          <p:nvPr/>
        </p:nvSpPr>
        <p:spPr>
          <a:xfrm>
            <a:off x="970058" y="1606529"/>
            <a:ext cx="1319918" cy="587853"/>
          </a:xfrm>
          <a:prstGeom prst="rect">
            <a:avLst/>
          </a:prstGeom>
          <a:noFill/>
        </p:spPr>
        <p:txBody>
          <a:bodyPr wrap="square" rtlCol="0">
            <a:spAutoFit/>
          </a:bodyPr>
          <a:lstStyle/>
          <a:p>
            <a:r>
              <a:rPr lang="zh-CN" altLang="en-US" sz="2800" b="1" dirty="0" smtClean="0">
                <a:latin typeface="华文新魏" panose="02010800040101010101" pitchFamily="2" charset="-122"/>
                <a:ea typeface="华文新魏" panose="02010800040101010101" pitchFamily="2" charset="-122"/>
                <a:cs typeface="Times New Roman" panose="02020603050405020304" pitchFamily="18" charset="0"/>
              </a:rPr>
              <a:t>崩塌</a:t>
            </a:r>
            <a:endParaRPr lang="zh-CN" altLang="en-US" sz="2800" b="1" dirty="0">
              <a:latin typeface="华文新魏" panose="02010800040101010101" pitchFamily="2" charset="-122"/>
              <a:ea typeface="华文新魏" panose="02010800040101010101" pitchFamily="2" charset="-122"/>
              <a:cs typeface="Times New Roman" panose="02020603050405020304" pitchFamily="18" charset="0"/>
            </a:endParaRPr>
          </a:p>
        </p:txBody>
      </p:sp>
    </p:spTree>
    <p:extLst>
      <p:ext uri="{BB962C8B-B14F-4D97-AF65-F5344CB8AC3E}">
        <p14:creationId xmlns:p14="http://schemas.microsoft.com/office/powerpoint/2010/main" val="1124301630"/>
      </p:ext>
    </p:extLst>
  </p:cSld>
  <p:clrMapOvr>
    <a:masterClrMapping/>
  </p:clrMapOvr>
  <p:transition spd="med">
    <p:wipe dir="d"/>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0113" y="1370856"/>
            <a:ext cx="2842329" cy="2065736"/>
          </a:xfrm>
          <a:prstGeom prst="rect">
            <a:avLst/>
          </a:prstGeom>
        </p:spPr>
      </p:pic>
      <p:sp>
        <p:nvSpPr>
          <p:cNvPr id="15"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11</a:t>
            </a:fld>
            <a:endParaRPr lang="zh-CN" altLang="en-US" dirty="0">
              <a:solidFill>
                <a:srgbClr val="C00000"/>
              </a:solidFill>
            </a:endParaRPr>
          </a:p>
        </p:txBody>
      </p:sp>
      <p:sp>
        <p:nvSpPr>
          <p:cNvPr id="273" name="Text Box 7"/>
          <p:cNvSpPr txBox="1">
            <a:spLocks noChangeArrowheads="1"/>
          </p:cNvSpPr>
          <p:nvPr/>
        </p:nvSpPr>
        <p:spPr bwMode="auto">
          <a:xfrm>
            <a:off x="0" y="0"/>
            <a:ext cx="3714750"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1800" b="1" kern="900" spc="130" dirty="0" smtClean="0">
                <a:solidFill>
                  <a:srgbClr val="000066"/>
                </a:solidFill>
                <a:ea typeface="黑体" panose="02010609060101010101" pitchFamily="49" charset="-122"/>
                <a:cs typeface="Times New Roman" panose="02020603050405020304" pitchFamily="18" charset="0"/>
              </a:rPr>
              <a:t>§7.1  </a:t>
            </a:r>
            <a:r>
              <a:rPr lang="zh-CN" altLang="en-US" sz="1800" b="1" kern="900" spc="130" dirty="0" smtClean="0">
                <a:solidFill>
                  <a:srgbClr val="000066"/>
                </a:solidFill>
                <a:ea typeface="黑体" panose="02010609060101010101" pitchFamily="49" charset="-122"/>
                <a:cs typeface="Times New Roman" panose="02020603050405020304" pitchFamily="18" charset="0"/>
              </a:rPr>
              <a:t>概述 </a:t>
            </a:r>
            <a:r>
              <a:rPr lang="en-US" altLang="zh-CN" sz="1800" b="1" kern="900" spc="130" dirty="0" smtClean="0">
                <a:solidFill>
                  <a:srgbClr val="000066"/>
                </a:solidFill>
                <a:ea typeface="黑体" panose="02010609060101010101" pitchFamily="49" charset="-122"/>
                <a:cs typeface="Times New Roman" panose="02020603050405020304" pitchFamily="18" charset="0"/>
              </a:rPr>
              <a:t>– </a:t>
            </a:r>
            <a:r>
              <a:rPr lang="zh-CN" altLang="en-US" sz="1800" b="1" kern="900" spc="130" dirty="0">
                <a:solidFill>
                  <a:srgbClr val="000066"/>
                </a:solidFill>
                <a:ea typeface="黑体" panose="02010609060101010101" pitchFamily="49" charset="-122"/>
                <a:cs typeface="Times New Roman" panose="02020603050405020304" pitchFamily="18" charset="0"/>
              </a:rPr>
              <a:t>土坡与滑坡</a:t>
            </a:r>
          </a:p>
        </p:txBody>
      </p:sp>
      <p:sp>
        <p:nvSpPr>
          <p:cNvPr id="13" name="Text Box 46"/>
          <p:cNvSpPr txBox="1">
            <a:spLocks noChangeArrowheads="1"/>
          </p:cNvSpPr>
          <p:nvPr/>
        </p:nvSpPr>
        <p:spPr bwMode="auto">
          <a:xfrm>
            <a:off x="464159" y="720845"/>
            <a:ext cx="219952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buFont typeface="Wingdings" pitchFamily="2" charset="2"/>
              <a:buChar char="n"/>
            </a:pPr>
            <a:r>
              <a:rPr lang="zh-CN" altLang="en-US" sz="2800" b="1" dirty="0" smtClean="0">
                <a:solidFill>
                  <a:srgbClr val="A50021"/>
                </a:solidFill>
                <a:latin typeface="微软雅黑" panose="020B0503020204020204" pitchFamily="34" charset="-122"/>
                <a:ea typeface="微软雅黑" panose="020B0503020204020204" pitchFamily="34" charset="-122"/>
              </a:rPr>
              <a:t> 滑坡形式</a:t>
            </a:r>
            <a:endParaRPr lang="zh-CN" altLang="en-US" sz="2800" b="1" dirty="0">
              <a:solidFill>
                <a:srgbClr val="000066"/>
              </a:solidFill>
              <a:latin typeface="微软雅黑" panose="020B0503020204020204" pitchFamily="34" charset="-122"/>
              <a:ea typeface="微软雅黑" panose="020B0503020204020204" pitchFamily="34" charset="-122"/>
            </a:endParaRPr>
          </a:p>
        </p:txBody>
      </p:sp>
      <p:grpSp>
        <p:nvGrpSpPr>
          <p:cNvPr id="5" name="组合 4"/>
          <p:cNvGrpSpPr/>
          <p:nvPr/>
        </p:nvGrpSpPr>
        <p:grpSpPr>
          <a:xfrm>
            <a:off x="1215155" y="1738504"/>
            <a:ext cx="1319918" cy="974858"/>
            <a:chOff x="1215155" y="1738504"/>
            <a:chExt cx="1319918" cy="974858"/>
          </a:xfrm>
        </p:grpSpPr>
        <p:sp>
          <p:nvSpPr>
            <p:cNvPr id="14" name="TextBox 13"/>
            <p:cNvSpPr txBox="1"/>
            <p:nvPr/>
          </p:nvSpPr>
          <p:spPr>
            <a:xfrm>
              <a:off x="1355001" y="2230345"/>
              <a:ext cx="798409" cy="483017"/>
            </a:xfrm>
            <a:prstGeom prst="rect">
              <a:avLst/>
            </a:prstGeom>
            <a:noFill/>
          </p:spPr>
          <p:txBody>
            <a:bodyPr wrap="square" rtlCol="0">
              <a:spAutoFit/>
            </a:bodyPr>
            <a:lstStyle/>
            <a:p>
              <a:r>
                <a:rPr lang="en-US" altLang="zh-CN" sz="2400" b="1" dirty="0" smtClean="0">
                  <a:solidFill>
                    <a:srgbClr val="C00000"/>
                  </a:solidFill>
                  <a:latin typeface="Times New Roman" panose="02020603050405020304" pitchFamily="18" charset="0"/>
                  <a:cs typeface="Times New Roman" panose="02020603050405020304" pitchFamily="18" charset="0"/>
                </a:rPr>
                <a:t>Fall</a:t>
              </a:r>
              <a:endParaRPr lang="zh-CN" altLang="en-US" sz="2400" b="1" dirty="0">
                <a:solidFill>
                  <a:srgbClr val="C00000"/>
                </a:solidFill>
                <a:latin typeface="Times New Roman" panose="02020603050405020304" pitchFamily="18" charset="0"/>
                <a:cs typeface="Times New Roman" panose="02020603050405020304" pitchFamily="18" charset="0"/>
              </a:endParaRPr>
            </a:p>
          </p:txBody>
        </p:sp>
        <p:sp>
          <p:nvSpPr>
            <p:cNvPr id="21" name="TextBox 20"/>
            <p:cNvSpPr txBox="1"/>
            <p:nvPr/>
          </p:nvSpPr>
          <p:spPr>
            <a:xfrm>
              <a:off x="1215155" y="1738504"/>
              <a:ext cx="1319918" cy="587853"/>
            </a:xfrm>
            <a:prstGeom prst="rect">
              <a:avLst/>
            </a:prstGeom>
            <a:noFill/>
          </p:spPr>
          <p:txBody>
            <a:bodyPr wrap="square" rtlCol="0">
              <a:spAutoFit/>
            </a:bodyPr>
            <a:lstStyle/>
            <a:p>
              <a:r>
                <a:rPr lang="zh-CN" altLang="en-US" sz="2800" b="1" dirty="0" smtClean="0">
                  <a:latin typeface="华文新魏" panose="02010800040101010101" pitchFamily="2" charset="-122"/>
                  <a:ea typeface="华文新魏" panose="02010800040101010101" pitchFamily="2" charset="-122"/>
                  <a:cs typeface="Times New Roman" panose="02020603050405020304" pitchFamily="18" charset="0"/>
                </a:rPr>
                <a:t>崩塌</a:t>
              </a:r>
              <a:endParaRPr lang="zh-CN" altLang="en-US" sz="2800" b="1" dirty="0">
                <a:latin typeface="华文新魏" panose="02010800040101010101" pitchFamily="2" charset="-122"/>
                <a:ea typeface="华文新魏" panose="02010800040101010101" pitchFamily="2" charset="-122"/>
                <a:cs typeface="Times New Roman" panose="02020603050405020304" pitchFamily="18" charset="0"/>
              </a:endParaRPr>
            </a:p>
          </p:txBody>
        </p:sp>
      </p:grpSp>
      <p:sp>
        <p:nvSpPr>
          <p:cNvPr id="16" name="Rectangle 10"/>
          <p:cNvSpPr>
            <a:spLocks noChangeArrowheads="1"/>
          </p:cNvSpPr>
          <p:nvPr/>
        </p:nvSpPr>
        <p:spPr bwMode="auto">
          <a:xfrm>
            <a:off x="5207444" y="902446"/>
            <a:ext cx="2255224" cy="370166"/>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spcBef>
                <a:spcPct val="0"/>
              </a:spcBef>
              <a:buClr>
                <a:srgbClr val="A50021"/>
              </a:buClr>
              <a:buSzPct val="135000"/>
            </a:pPr>
            <a:r>
              <a:rPr lang="zh-CN" altLang="en-US" sz="1800" b="1" dirty="0">
                <a:solidFill>
                  <a:srgbClr val="C00000"/>
                </a:solidFill>
                <a:latin typeface="黑体" panose="02010609060101010101" pitchFamily="49" charset="-122"/>
                <a:ea typeface="黑体" panose="02010609060101010101" pitchFamily="49" charset="-122"/>
              </a:rPr>
              <a:t>阿拉斯加冰川崩塌</a:t>
            </a:r>
          </a:p>
        </p:txBody>
      </p:sp>
      <p:pic>
        <p:nvPicPr>
          <p:cNvPr id="2" name="图片 1"/>
          <p:cNvPicPr>
            <a:picLocks noChangeAspect="1"/>
          </p:cNvPicPr>
          <p:nvPr/>
        </p:nvPicPr>
        <p:blipFill rotWithShape="1">
          <a:blip r:embed="rId4">
            <a:extLst>
              <a:ext uri="{28A0092B-C50C-407E-A947-70E740481C1C}">
                <a14:useLocalDpi xmlns:a14="http://schemas.microsoft.com/office/drawing/2010/main" val="0"/>
              </a:ext>
            </a:extLst>
          </a:blip>
          <a:srcRect t="6877" b="4156"/>
          <a:stretch/>
        </p:blipFill>
        <p:spPr>
          <a:xfrm>
            <a:off x="4808801" y="1366886"/>
            <a:ext cx="3290004" cy="1951349"/>
          </a:xfrm>
          <a:prstGeom prst="rect">
            <a:avLst/>
          </a:prstGeom>
        </p:spPr>
      </p:pic>
      <p:pic>
        <p:nvPicPr>
          <p:cNvPr id="4" name="图片 3"/>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352180" y="3627981"/>
            <a:ext cx="2984149" cy="2016317"/>
          </a:xfrm>
          <a:prstGeom prst="rect">
            <a:avLst/>
          </a:prstGeom>
        </p:spPr>
      </p:pic>
      <p:pic>
        <p:nvPicPr>
          <p:cNvPr id="19" name="Picture 4" descr="image1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820239" y="3506770"/>
            <a:ext cx="3296239" cy="21974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 name="Text Box 2"/>
          <p:cNvSpPr txBox="1">
            <a:spLocks noChangeArrowheads="1"/>
          </p:cNvSpPr>
          <p:nvPr/>
        </p:nvSpPr>
        <p:spPr bwMode="auto">
          <a:xfrm>
            <a:off x="2704757" y="5773566"/>
            <a:ext cx="486410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gn="ctr" eaLnBrk="1" hangingPunct="1">
              <a:lnSpc>
                <a:spcPct val="100000"/>
              </a:lnSpc>
              <a:spcBef>
                <a:spcPct val="0"/>
              </a:spcBef>
              <a:spcAft>
                <a:spcPct val="0"/>
              </a:spcAft>
            </a:pPr>
            <a:r>
              <a:rPr kumimoji="1" lang="zh-CN" altLang="en-US" sz="4000" b="1" dirty="0" smtClean="0">
                <a:solidFill>
                  <a:srgbClr val="000066"/>
                </a:solidFill>
                <a:latin typeface="黑体" pitchFamily="2" charset="-122"/>
                <a:ea typeface="黑体" pitchFamily="2" charset="-122"/>
              </a:rPr>
              <a:t>滑坡形式及实例</a:t>
            </a:r>
            <a:endParaRPr kumimoji="1" lang="zh-CN" altLang="en-US" sz="4000" b="1" dirty="0">
              <a:solidFill>
                <a:srgbClr val="000066"/>
              </a:solidFill>
              <a:latin typeface="黑体" pitchFamily="2" charset="-122"/>
              <a:ea typeface="黑体" pitchFamily="2" charset="-122"/>
            </a:endParaRPr>
          </a:p>
        </p:txBody>
      </p:sp>
    </p:spTree>
    <p:extLst>
      <p:ext uri="{BB962C8B-B14F-4D97-AF65-F5344CB8AC3E}">
        <p14:creationId xmlns:p14="http://schemas.microsoft.com/office/powerpoint/2010/main" val="2220945537"/>
      </p:ext>
    </p:extLst>
  </p:cSld>
  <p:clrMapOvr>
    <a:masterClrMapping/>
  </p:clrMapOvr>
  <p:transition spd="med">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repeatCount="4000"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7338" y="1288203"/>
            <a:ext cx="5123615" cy="397666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12</a:t>
            </a:fld>
            <a:endParaRPr lang="zh-CN" altLang="en-US" dirty="0">
              <a:solidFill>
                <a:srgbClr val="C00000"/>
              </a:solidFill>
            </a:endParaRPr>
          </a:p>
        </p:txBody>
      </p:sp>
      <p:sp>
        <p:nvSpPr>
          <p:cNvPr id="273" name="Text Box 7"/>
          <p:cNvSpPr txBox="1">
            <a:spLocks noChangeArrowheads="1"/>
          </p:cNvSpPr>
          <p:nvPr/>
        </p:nvSpPr>
        <p:spPr bwMode="auto">
          <a:xfrm>
            <a:off x="0" y="0"/>
            <a:ext cx="3714750"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1800" b="1" kern="900" spc="130" dirty="0" smtClean="0">
                <a:solidFill>
                  <a:srgbClr val="000066"/>
                </a:solidFill>
                <a:ea typeface="黑体" panose="02010609060101010101" pitchFamily="49" charset="-122"/>
                <a:cs typeface="Times New Roman" panose="02020603050405020304" pitchFamily="18" charset="0"/>
              </a:rPr>
              <a:t>§7.1  </a:t>
            </a:r>
            <a:r>
              <a:rPr lang="zh-CN" altLang="en-US" sz="1800" b="1" kern="900" spc="130" dirty="0" smtClean="0">
                <a:solidFill>
                  <a:srgbClr val="000066"/>
                </a:solidFill>
                <a:ea typeface="黑体" panose="02010609060101010101" pitchFamily="49" charset="-122"/>
                <a:cs typeface="Times New Roman" panose="02020603050405020304" pitchFamily="18" charset="0"/>
              </a:rPr>
              <a:t>概述 </a:t>
            </a:r>
            <a:r>
              <a:rPr lang="en-US" altLang="zh-CN" sz="1800" b="1" kern="900" spc="130" dirty="0" smtClean="0">
                <a:solidFill>
                  <a:srgbClr val="000066"/>
                </a:solidFill>
                <a:ea typeface="黑体" panose="02010609060101010101" pitchFamily="49" charset="-122"/>
                <a:cs typeface="Times New Roman" panose="02020603050405020304" pitchFamily="18" charset="0"/>
              </a:rPr>
              <a:t>– </a:t>
            </a:r>
            <a:r>
              <a:rPr lang="zh-CN" altLang="en-US" sz="1800" b="1" kern="900" spc="130" dirty="0">
                <a:solidFill>
                  <a:srgbClr val="000066"/>
                </a:solidFill>
                <a:ea typeface="黑体" panose="02010609060101010101" pitchFamily="49" charset="-122"/>
                <a:cs typeface="Times New Roman" panose="02020603050405020304" pitchFamily="18" charset="0"/>
              </a:rPr>
              <a:t>土坡与滑坡</a:t>
            </a:r>
          </a:p>
        </p:txBody>
      </p:sp>
      <p:sp>
        <p:nvSpPr>
          <p:cNvPr id="13" name="Text Box 46"/>
          <p:cNvSpPr txBox="1">
            <a:spLocks noChangeArrowheads="1"/>
          </p:cNvSpPr>
          <p:nvPr/>
        </p:nvSpPr>
        <p:spPr bwMode="auto">
          <a:xfrm>
            <a:off x="464159" y="720845"/>
            <a:ext cx="219952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buFont typeface="Wingdings" pitchFamily="2" charset="2"/>
              <a:buChar char="n"/>
            </a:pPr>
            <a:r>
              <a:rPr lang="zh-CN" altLang="en-US" sz="2800" b="1" dirty="0" smtClean="0">
                <a:solidFill>
                  <a:srgbClr val="A50021"/>
                </a:solidFill>
                <a:latin typeface="微软雅黑" panose="020B0503020204020204" pitchFamily="34" charset="-122"/>
                <a:ea typeface="微软雅黑" panose="020B0503020204020204" pitchFamily="34" charset="-122"/>
              </a:rPr>
              <a:t> 滑坡形式</a:t>
            </a:r>
            <a:endParaRPr lang="zh-CN" altLang="en-US" sz="2800" b="1" dirty="0">
              <a:solidFill>
                <a:srgbClr val="000066"/>
              </a:solidFill>
              <a:latin typeface="微软雅黑" panose="020B0503020204020204" pitchFamily="34" charset="-122"/>
              <a:ea typeface="微软雅黑" panose="020B0503020204020204" pitchFamily="34" charset="-122"/>
            </a:endParaRPr>
          </a:p>
        </p:txBody>
      </p:sp>
      <p:pic>
        <p:nvPicPr>
          <p:cNvPr id="18" name="Picture 20"/>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760088" y="766014"/>
            <a:ext cx="3148242" cy="2361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 name="TextBox 20"/>
          <p:cNvSpPr txBox="1"/>
          <p:nvPr/>
        </p:nvSpPr>
        <p:spPr>
          <a:xfrm>
            <a:off x="870857" y="3566873"/>
            <a:ext cx="2769326" cy="587853"/>
          </a:xfrm>
          <a:prstGeom prst="rect">
            <a:avLst/>
          </a:prstGeom>
          <a:noFill/>
        </p:spPr>
        <p:txBody>
          <a:bodyPr wrap="square" rtlCol="0">
            <a:spAutoFit/>
          </a:bodyPr>
          <a:lstStyle/>
          <a:p>
            <a:r>
              <a:rPr lang="zh-CN" altLang="en-US" sz="2800" b="1" dirty="0" smtClean="0">
                <a:latin typeface="华文新魏" panose="02010800040101010101" pitchFamily="2" charset="-122"/>
                <a:ea typeface="华文新魏" panose="02010800040101010101" pitchFamily="2" charset="-122"/>
                <a:cs typeface="Times New Roman" panose="02020603050405020304" pitchFamily="18" charset="0"/>
              </a:rPr>
              <a:t>平动、转动滑动</a:t>
            </a:r>
            <a:endParaRPr lang="zh-CN" altLang="en-US" sz="2800" b="1" dirty="0">
              <a:latin typeface="华文新魏" panose="02010800040101010101" pitchFamily="2" charset="-122"/>
              <a:ea typeface="华文新魏" panose="02010800040101010101" pitchFamily="2" charset="-122"/>
              <a:cs typeface="Times New Roman" panose="02020603050405020304" pitchFamily="18" charset="0"/>
            </a:endParaRPr>
          </a:p>
        </p:txBody>
      </p:sp>
      <p:sp>
        <p:nvSpPr>
          <p:cNvPr id="23" name="Text Box 2"/>
          <p:cNvSpPr txBox="1">
            <a:spLocks noChangeArrowheads="1"/>
          </p:cNvSpPr>
          <p:nvPr/>
        </p:nvSpPr>
        <p:spPr bwMode="auto">
          <a:xfrm>
            <a:off x="2704757" y="5773566"/>
            <a:ext cx="486410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gn="ctr" eaLnBrk="1" hangingPunct="1">
              <a:lnSpc>
                <a:spcPct val="100000"/>
              </a:lnSpc>
              <a:spcBef>
                <a:spcPct val="0"/>
              </a:spcBef>
              <a:spcAft>
                <a:spcPct val="0"/>
              </a:spcAft>
            </a:pPr>
            <a:r>
              <a:rPr kumimoji="1" lang="zh-CN" altLang="en-US" sz="4000" b="1" dirty="0" smtClean="0">
                <a:solidFill>
                  <a:srgbClr val="000066"/>
                </a:solidFill>
                <a:latin typeface="黑体" pitchFamily="2" charset="-122"/>
                <a:ea typeface="黑体" pitchFamily="2" charset="-122"/>
              </a:rPr>
              <a:t>滑坡形式及实例</a:t>
            </a:r>
            <a:endParaRPr kumimoji="1" lang="zh-CN" altLang="en-US" sz="4000" b="1" dirty="0">
              <a:solidFill>
                <a:srgbClr val="000066"/>
              </a:solidFill>
              <a:latin typeface="黑体" pitchFamily="2" charset="-122"/>
              <a:ea typeface="黑体" pitchFamily="2" charset="-122"/>
            </a:endParaRPr>
          </a:p>
        </p:txBody>
      </p:sp>
      <p:pic>
        <p:nvPicPr>
          <p:cNvPr id="10" name="Picture 15" descr="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778631" y="3297789"/>
            <a:ext cx="3150000" cy="22732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31808504"/>
      </p:ext>
    </p:extLst>
  </p:cSld>
  <p:clrMapOvr>
    <a:masterClrMapping/>
  </p:clrMapOvr>
  <p:transition spd="med">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repeatCount="4000" fill="hold" grpId="0" nodeType="after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wipe(down)">
                                      <p:cBhvr>
                                        <p:cTn id="7"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13</a:t>
            </a:fld>
            <a:endParaRPr lang="zh-CN" altLang="en-US" dirty="0">
              <a:solidFill>
                <a:srgbClr val="C00000"/>
              </a:solidFill>
            </a:endParaRPr>
          </a:p>
        </p:txBody>
      </p:sp>
      <p:sp>
        <p:nvSpPr>
          <p:cNvPr id="273" name="Text Box 7"/>
          <p:cNvSpPr txBox="1">
            <a:spLocks noChangeArrowheads="1"/>
          </p:cNvSpPr>
          <p:nvPr/>
        </p:nvSpPr>
        <p:spPr bwMode="auto">
          <a:xfrm>
            <a:off x="0" y="0"/>
            <a:ext cx="3714750"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1800" b="1" kern="900" spc="130" dirty="0" smtClean="0">
                <a:solidFill>
                  <a:srgbClr val="000066"/>
                </a:solidFill>
                <a:ea typeface="黑体" panose="02010609060101010101" pitchFamily="49" charset="-122"/>
                <a:cs typeface="Times New Roman" panose="02020603050405020304" pitchFamily="18" charset="0"/>
              </a:rPr>
              <a:t>§7.1  </a:t>
            </a:r>
            <a:r>
              <a:rPr lang="zh-CN" altLang="en-US" sz="1800" b="1" kern="900" spc="130" dirty="0" smtClean="0">
                <a:solidFill>
                  <a:srgbClr val="000066"/>
                </a:solidFill>
                <a:ea typeface="黑体" panose="02010609060101010101" pitchFamily="49" charset="-122"/>
                <a:cs typeface="Times New Roman" panose="02020603050405020304" pitchFamily="18" charset="0"/>
              </a:rPr>
              <a:t>概述 </a:t>
            </a:r>
            <a:r>
              <a:rPr lang="en-US" altLang="zh-CN" sz="1800" b="1" kern="900" spc="130" dirty="0" smtClean="0">
                <a:solidFill>
                  <a:srgbClr val="000066"/>
                </a:solidFill>
                <a:ea typeface="黑体" panose="02010609060101010101" pitchFamily="49" charset="-122"/>
                <a:cs typeface="Times New Roman" panose="02020603050405020304" pitchFamily="18" charset="0"/>
              </a:rPr>
              <a:t>– </a:t>
            </a:r>
            <a:r>
              <a:rPr lang="zh-CN" altLang="en-US" sz="1800" b="1" kern="900" spc="130" dirty="0">
                <a:solidFill>
                  <a:srgbClr val="000066"/>
                </a:solidFill>
                <a:ea typeface="黑体" panose="02010609060101010101" pitchFamily="49" charset="-122"/>
                <a:cs typeface="Times New Roman" panose="02020603050405020304" pitchFamily="18" charset="0"/>
              </a:rPr>
              <a:t>土坡与滑坡</a:t>
            </a:r>
          </a:p>
        </p:txBody>
      </p:sp>
      <p:sp>
        <p:nvSpPr>
          <p:cNvPr id="13" name="Text Box 46"/>
          <p:cNvSpPr txBox="1">
            <a:spLocks noChangeArrowheads="1"/>
          </p:cNvSpPr>
          <p:nvPr/>
        </p:nvSpPr>
        <p:spPr bwMode="auto">
          <a:xfrm>
            <a:off x="464159" y="712894"/>
            <a:ext cx="219952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buFont typeface="Wingdings" pitchFamily="2" charset="2"/>
              <a:buChar char="n"/>
            </a:pPr>
            <a:r>
              <a:rPr lang="zh-CN" altLang="en-US" sz="2800" b="1" dirty="0" smtClean="0">
                <a:solidFill>
                  <a:srgbClr val="A50021"/>
                </a:solidFill>
                <a:latin typeface="微软雅黑" panose="020B0503020204020204" pitchFamily="34" charset="-122"/>
                <a:ea typeface="微软雅黑" panose="020B0503020204020204" pitchFamily="34" charset="-122"/>
              </a:rPr>
              <a:t> 滑坡形式</a:t>
            </a:r>
            <a:endParaRPr lang="zh-CN" altLang="en-US" sz="2800" b="1" dirty="0">
              <a:solidFill>
                <a:srgbClr val="000066"/>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878164" y="2024580"/>
            <a:ext cx="3590469" cy="3233090"/>
            <a:chOff x="878164" y="2024580"/>
            <a:chExt cx="3590469" cy="3233090"/>
          </a:xfrm>
        </p:grpSpPr>
        <p:pic>
          <p:nvPicPr>
            <p:cNvPr id="10" name="Picture 3" descr="柴石滩溢洪道_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78164" y="2024580"/>
              <a:ext cx="3590469" cy="23128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 Box 4"/>
            <p:cNvSpPr txBox="1">
              <a:spLocks noChangeArrowheads="1"/>
            </p:cNvSpPr>
            <p:nvPr/>
          </p:nvSpPr>
          <p:spPr bwMode="auto">
            <a:xfrm>
              <a:off x="1042632" y="4549784"/>
              <a:ext cx="2879889"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lnSpc>
                  <a:spcPct val="100000"/>
                </a:lnSpc>
                <a:spcBef>
                  <a:spcPts val="0"/>
                </a:spcBef>
                <a:spcAft>
                  <a:spcPts val="0"/>
                </a:spcAft>
              </a:pPr>
              <a:r>
                <a:rPr kumimoji="1" lang="zh-CN" altLang="en-US" sz="2000" b="1" dirty="0">
                  <a:solidFill>
                    <a:srgbClr val="A50021"/>
                  </a:solidFill>
                  <a:latin typeface="Times New Roman" panose="02020603050405020304" pitchFamily="18" charset="0"/>
                </a:rPr>
                <a:t>柴石滩溢洪道边坡</a:t>
              </a:r>
              <a:r>
                <a:rPr kumimoji="1" lang="zh-CN" altLang="en-US" sz="2000" b="1" dirty="0" smtClean="0">
                  <a:solidFill>
                    <a:srgbClr val="A50021"/>
                  </a:solidFill>
                  <a:latin typeface="Times New Roman" panose="02020603050405020304" pitchFamily="18" charset="0"/>
                </a:rPr>
                <a:t>滑坡</a:t>
              </a:r>
              <a:endParaRPr kumimoji="1" lang="en-US" altLang="zh-CN" sz="2000" b="1" dirty="0" smtClean="0">
                <a:solidFill>
                  <a:srgbClr val="A50021"/>
                </a:solidFill>
                <a:latin typeface="Times New Roman" panose="02020603050405020304" pitchFamily="18" charset="0"/>
              </a:endParaRPr>
            </a:p>
            <a:p>
              <a:pPr algn="ctr" eaLnBrk="1" hangingPunct="1">
                <a:lnSpc>
                  <a:spcPct val="100000"/>
                </a:lnSpc>
                <a:spcBef>
                  <a:spcPts val="0"/>
                </a:spcBef>
                <a:spcAft>
                  <a:spcPts val="0"/>
                </a:spcAft>
              </a:pPr>
              <a:r>
                <a:rPr kumimoji="1" lang="zh-CN" altLang="en-US" sz="2000" b="1" dirty="0" smtClean="0">
                  <a:solidFill>
                    <a:srgbClr val="A50021"/>
                  </a:solidFill>
                  <a:latin typeface="Times New Roman" panose="02020603050405020304" pitchFamily="18" charset="0"/>
                </a:rPr>
                <a:t>（</a:t>
              </a:r>
              <a:r>
                <a:rPr kumimoji="1" lang="en-US" altLang="zh-CN" sz="2000" b="1" dirty="0">
                  <a:solidFill>
                    <a:srgbClr val="A50021"/>
                  </a:solidFill>
                  <a:latin typeface="Times New Roman" panose="02020603050405020304" pitchFamily="18" charset="0"/>
                </a:rPr>
                <a:t>1997</a:t>
              </a:r>
              <a:r>
                <a:rPr kumimoji="1" lang="zh-CN" altLang="en-US" sz="2000" b="1" dirty="0">
                  <a:solidFill>
                    <a:srgbClr val="A50021"/>
                  </a:solidFill>
                  <a:latin typeface="Times New Roman" panose="02020603050405020304" pitchFamily="18" charset="0"/>
                </a:rPr>
                <a:t>年</a:t>
              </a:r>
              <a:r>
                <a:rPr kumimoji="1" lang="en-US" altLang="zh-CN" sz="2000" b="1" dirty="0">
                  <a:solidFill>
                    <a:srgbClr val="A50021"/>
                  </a:solidFill>
                  <a:latin typeface="Times New Roman" panose="02020603050405020304" pitchFamily="18" charset="0"/>
                </a:rPr>
                <a:t>9</a:t>
              </a:r>
              <a:r>
                <a:rPr kumimoji="1" lang="zh-CN" altLang="en-US" sz="2000" b="1" dirty="0">
                  <a:solidFill>
                    <a:srgbClr val="A50021"/>
                  </a:solidFill>
                  <a:latin typeface="Times New Roman" panose="02020603050405020304" pitchFamily="18" charset="0"/>
                </a:rPr>
                <a:t>月</a:t>
              </a:r>
              <a:r>
                <a:rPr kumimoji="1" lang="en-US" altLang="zh-CN" sz="2000" b="1" dirty="0">
                  <a:solidFill>
                    <a:srgbClr val="A50021"/>
                  </a:solidFill>
                  <a:latin typeface="Times New Roman" panose="02020603050405020304" pitchFamily="18" charset="0"/>
                </a:rPr>
                <a:t>27</a:t>
              </a:r>
              <a:r>
                <a:rPr kumimoji="1" lang="zh-CN" altLang="en-US" sz="2000" b="1" dirty="0">
                  <a:solidFill>
                    <a:srgbClr val="A50021"/>
                  </a:solidFill>
                  <a:latin typeface="Times New Roman" panose="02020603050405020304" pitchFamily="18" charset="0"/>
                </a:rPr>
                <a:t>日</a:t>
              </a:r>
              <a:r>
                <a:rPr kumimoji="1" lang="zh-CN" altLang="en-US" sz="2000" b="1" dirty="0" smtClean="0">
                  <a:solidFill>
                    <a:srgbClr val="A50021"/>
                  </a:solidFill>
                  <a:latin typeface="Times New Roman" panose="02020603050405020304" pitchFamily="18" charset="0"/>
                </a:rPr>
                <a:t>）        </a:t>
              </a:r>
              <a:endParaRPr kumimoji="1" lang="zh-CN" altLang="en-US" sz="2000" b="1" dirty="0">
                <a:solidFill>
                  <a:srgbClr val="A50021"/>
                </a:solidFill>
                <a:latin typeface="Times New Roman" panose="02020603050405020304" pitchFamily="18" charset="0"/>
              </a:endParaRPr>
            </a:p>
          </p:txBody>
        </p:sp>
      </p:grpSp>
      <p:sp>
        <p:nvSpPr>
          <p:cNvPr id="16" name="Text Box 4"/>
          <p:cNvSpPr txBox="1">
            <a:spLocks noChangeArrowheads="1"/>
          </p:cNvSpPr>
          <p:nvPr/>
        </p:nvSpPr>
        <p:spPr bwMode="auto">
          <a:xfrm>
            <a:off x="783468" y="1337236"/>
            <a:ext cx="287988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lnSpc>
                <a:spcPct val="100000"/>
              </a:lnSpc>
              <a:spcBef>
                <a:spcPts val="0"/>
              </a:spcBef>
              <a:spcAft>
                <a:spcPts val="0"/>
              </a:spcAft>
            </a:pPr>
            <a:r>
              <a:rPr kumimoji="1" lang="zh-CN" altLang="en-US" sz="2400" b="1" dirty="0" smtClean="0">
                <a:solidFill>
                  <a:srgbClr val="000066"/>
                </a:solidFill>
                <a:latin typeface="幼圆" panose="02010509060101010101" pitchFamily="49" charset="-122"/>
                <a:ea typeface="幼圆" panose="02010509060101010101" pitchFamily="49" charset="-122"/>
              </a:rPr>
              <a:t>水电工程中的滑坡</a:t>
            </a:r>
            <a:endParaRPr kumimoji="1" lang="zh-CN" altLang="en-US" sz="2400" b="1" dirty="0">
              <a:solidFill>
                <a:srgbClr val="000066"/>
              </a:solidFill>
              <a:latin typeface="幼圆" panose="02010509060101010101" pitchFamily="49" charset="-122"/>
              <a:ea typeface="幼圆" panose="02010509060101010101" pitchFamily="49" charset="-122"/>
            </a:endParaRPr>
          </a:p>
        </p:txBody>
      </p:sp>
      <p:sp>
        <p:nvSpPr>
          <p:cNvPr id="19" name="Text Box 2"/>
          <p:cNvSpPr txBox="1">
            <a:spLocks noChangeArrowheads="1"/>
          </p:cNvSpPr>
          <p:nvPr/>
        </p:nvSpPr>
        <p:spPr bwMode="auto">
          <a:xfrm>
            <a:off x="2704757" y="5773566"/>
            <a:ext cx="486410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gn="ctr" eaLnBrk="1" hangingPunct="1">
              <a:lnSpc>
                <a:spcPct val="100000"/>
              </a:lnSpc>
              <a:spcBef>
                <a:spcPct val="0"/>
              </a:spcBef>
              <a:spcAft>
                <a:spcPct val="0"/>
              </a:spcAft>
            </a:pPr>
            <a:r>
              <a:rPr kumimoji="1" lang="zh-CN" altLang="en-US" sz="4000" b="1" dirty="0" smtClean="0">
                <a:solidFill>
                  <a:srgbClr val="000066"/>
                </a:solidFill>
                <a:latin typeface="黑体" pitchFamily="2" charset="-122"/>
                <a:ea typeface="黑体" pitchFamily="2" charset="-122"/>
              </a:rPr>
              <a:t>滑坡形式及实例</a:t>
            </a:r>
            <a:endParaRPr kumimoji="1" lang="zh-CN" altLang="en-US" sz="4000" b="1" dirty="0">
              <a:solidFill>
                <a:srgbClr val="000066"/>
              </a:solidFill>
              <a:latin typeface="黑体" pitchFamily="2" charset="-122"/>
              <a:ea typeface="黑体" pitchFamily="2" charset="-122"/>
            </a:endParaRPr>
          </a:p>
        </p:txBody>
      </p:sp>
      <p:grpSp>
        <p:nvGrpSpPr>
          <p:cNvPr id="5" name="组合 4"/>
          <p:cNvGrpSpPr/>
          <p:nvPr/>
        </p:nvGrpSpPr>
        <p:grpSpPr>
          <a:xfrm>
            <a:off x="5034647" y="903694"/>
            <a:ext cx="3965671" cy="4877395"/>
            <a:chOff x="5115333" y="903694"/>
            <a:chExt cx="3965671" cy="4877395"/>
          </a:xfrm>
        </p:grpSpPr>
        <p:grpSp>
          <p:nvGrpSpPr>
            <p:cNvPr id="3" name="组合 2"/>
            <p:cNvGrpSpPr/>
            <p:nvPr/>
          </p:nvGrpSpPr>
          <p:grpSpPr>
            <a:xfrm>
              <a:off x="5115333" y="903694"/>
              <a:ext cx="3177879" cy="4877395"/>
              <a:chOff x="5115333" y="903694"/>
              <a:chExt cx="3177879" cy="4877395"/>
            </a:xfrm>
          </p:grpSpPr>
          <p:pic>
            <p:nvPicPr>
              <p:cNvPr id="18" name="Picture 4" descr="漫湾滑坡前"/>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b="9161"/>
              <a:stretch/>
            </p:blipFill>
            <p:spPr bwMode="auto">
              <a:xfrm>
                <a:off x="5115333" y="903694"/>
                <a:ext cx="3177879" cy="2046244"/>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2" descr="W2 副本"/>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l="3954" t="12314" r="5116" b="17325"/>
              <a:stretch/>
            </p:blipFill>
            <p:spPr bwMode="auto">
              <a:xfrm>
                <a:off x="5152443" y="2981749"/>
                <a:ext cx="3140767" cy="21045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Text Box 4"/>
              <p:cNvSpPr txBox="1">
                <a:spLocks noChangeArrowheads="1"/>
              </p:cNvSpPr>
              <p:nvPr/>
            </p:nvSpPr>
            <p:spPr bwMode="auto">
              <a:xfrm>
                <a:off x="5332438" y="5073203"/>
                <a:ext cx="2879889"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lnSpc>
                    <a:spcPct val="100000"/>
                  </a:lnSpc>
                  <a:spcBef>
                    <a:spcPts val="0"/>
                  </a:spcBef>
                  <a:spcAft>
                    <a:spcPts val="0"/>
                  </a:spcAft>
                </a:pPr>
                <a:r>
                  <a:rPr kumimoji="1" lang="zh-CN" altLang="en-US" sz="2000" b="1" dirty="0">
                    <a:solidFill>
                      <a:srgbClr val="A50021"/>
                    </a:solidFill>
                    <a:latin typeface="Times New Roman" panose="02020603050405020304" pitchFamily="18" charset="0"/>
                  </a:rPr>
                  <a:t>漫湾</a:t>
                </a:r>
                <a:r>
                  <a:rPr kumimoji="1" lang="zh-CN" altLang="en-US" sz="2000" b="1" dirty="0" smtClean="0">
                    <a:solidFill>
                      <a:srgbClr val="A50021"/>
                    </a:solidFill>
                    <a:latin typeface="Times New Roman" panose="02020603050405020304" pitchFamily="18" charset="0"/>
                  </a:rPr>
                  <a:t>滑坡</a:t>
                </a:r>
                <a:r>
                  <a:rPr kumimoji="1" lang="en-US" altLang="zh-CN" sz="2000" b="1" dirty="0" smtClean="0">
                    <a:solidFill>
                      <a:srgbClr val="A50021"/>
                    </a:solidFill>
                    <a:latin typeface="Times New Roman" panose="02020603050405020304" pitchFamily="18" charset="0"/>
                  </a:rPr>
                  <a:t>(</a:t>
                </a:r>
                <a:r>
                  <a:rPr kumimoji="1" lang="zh-CN" altLang="en-US" sz="2000" b="1" dirty="0">
                    <a:solidFill>
                      <a:srgbClr val="A50021"/>
                    </a:solidFill>
                    <a:latin typeface="Times New Roman" panose="02020603050405020304" pitchFamily="18" charset="0"/>
                  </a:rPr>
                  <a:t>坡高</a:t>
                </a:r>
                <a:r>
                  <a:rPr kumimoji="1" lang="en-US" altLang="zh-CN" sz="2000" b="1" dirty="0">
                    <a:solidFill>
                      <a:srgbClr val="A50021"/>
                    </a:solidFill>
                    <a:latin typeface="Times New Roman" panose="02020603050405020304" pitchFamily="18" charset="0"/>
                  </a:rPr>
                  <a:t>103m )</a:t>
                </a:r>
                <a:endParaRPr kumimoji="1" lang="zh-CN" altLang="en-US" sz="2000" b="1" dirty="0">
                  <a:solidFill>
                    <a:srgbClr val="A50021"/>
                  </a:solidFill>
                  <a:latin typeface="Times New Roman" panose="02020603050405020304" pitchFamily="18" charset="0"/>
                </a:endParaRPr>
              </a:p>
              <a:p>
                <a:pPr algn="ctr" eaLnBrk="1" hangingPunct="1">
                  <a:lnSpc>
                    <a:spcPct val="100000"/>
                  </a:lnSpc>
                  <a:spcBef>
                    <a:spcPts val="0"/>
                  </a:spcBef>
                  <a:spcAft>
                    <a:spcPts val="0"/>
                  </a:spcAft>
                </a:pPr>
                <a:r>
                  <a:rPr kumimoji="1" lang="zh-CN" altLang="en-US" sz="2000" b="1" dirty="0" smtClean="0">
                    <a:solidFill>
                      <a:srgbClr val="A50021"/>
                    </a:solidFill>
                    <a:latin typeface="Times New Roman" panose="02020603050405020304" pitchFamily="18" charset="0"/>
                  </a:rPr>
                  <a:t>（</a:t>
                </a:r>
                <a:r>
                  <a:rPr kumimoji="1" lang="en-US" altLang="zh-CN" sz="2000" b="1" dirty="0">
                    <a:solidFill>
                      <a:srgbClr val="A50021"/>
                    </a:solidFill>
                    <a:latin typeface="Times New Roman" panose="02020603050405020304" pitchFamily="18" charset="0"/>
                  </a:rPr>
                  <a:t>1989</a:t>
                </a:r>
                <a:r>
                  <a:rPr kumimoji="1" lang="zh-CN" altLang="en-US" sz="2000" b="1" dirty="0">
                    <a:solidFill>
                      <a:srgbClr val="A50021"/>
                    </a:solidFill>
                    <a:latin typeface="Times New Roman" panose="02020603050405020304" pitchFamily="18" charset="0"/>
                  </a:rPr>
                  <a:t>年</a:t>
                </a:r>
                <a:r>
                  <a:rPr kumimoji="1" lang="en-US" altLang="zh-CN" sz="2000" b="1" dirty="0">
                    <a:solidFill>
                      <a:srgbClr val="A50021"/>
                    </a:solidFill>
                    <a:latin typeface="Times New Roman" panose="02020603050405020304" pitchFamily="18" charset="0"/>
                  </a:rPr>
                  <a:t>1</a:t>
                </a:r>
                <a:r>
                  <a:rPr kumimoji="1" lang="zh-CN" altLang="en-US" sz="2000" b="1" dirty="0">
                    <a:solidFill>
                      <a:srgbClr val="A50021"/>
                    </a:solidFill>
                    <a:latin typeface="Times New Roman" panose="02020603050405020304" pitchFamily="18" charset="0"/>
                  </a:rPr>
                  <a:t>月</a:t>
                </a:r>
                <a:r>
                  <a:rPr kumimoji="1" lang="en-US" altLang="zh-CN" sz="2000" b="1" dirty="0">
                    <a:solidFill>
                      <a:srgbClr val="A50021"/>
                    </a:solidFill>
                    <a:latin typeface="Times New Roman" panose="02020603050405020304" pitchFamily="18" charset="0"/>
                  </a:rPr>
                  <a:t>8</a:t>
                </a:r>
                <a:r>
                  <a:rPr kumimoji="1" lang="zh-CN" altLang="en-US" sz="2000" b="1" dirty="0">
                    <a:solidFill>
                      <a:srgbClr val="A50021"/>
                    </a:solidFill>
                    <a:latin typeface="Times New Roman" panose="02020603050405020304" pitchFamily="18" charset="0"/>
                  </a:rPr>
                  <a:t>日 ）        </a:t>
                </a:r>
              </a:p>
            </p:txBody>
          </p:sp>
        </p:grpSp>
        <p:sp>
          <p:nvSpPr>
            <p:cNvPr id="4" name="矩形 3"/>
            <p:cNvSpPr/>
            <p:nvPr/>
          </p:nvSpPr>
          <p:spPr>
            <a:xfrm>
              <a:off x="8251322" y="986401"/>
              <a:ext cx="805029" cy="375487"/>
            </a:xfrm>
            <a:prstGeom prst="rect">
              <a:avLst/>
            </a:prstGeom>
          </p:spPr>
          <p:txBody>
            <a:bodyPr wrap="none">
              <a:spAutoFit/>
            </a:bodyPr>
            <a:lstStyle/>
            <a:p>
              <a:r>
                <a:rPr kumimoji="1" lang="zh-CN" altLang="en-US" sz="1600" b="1" dirty="0" smtClean="0">
                  <a:solidFill>
                    <a:srgbClr val="A50021"/>
                  </a:solidFill>
                  <a:latin typeface="黑体" panose="02010609060101010101" pitchFamily="49" charset="-122"/>
                  <a:ea typeface="黑体" panose="02010609060101010101" pitchFamily="49" charset="-122"/>
                </a:rPr>
                <a:t>滑坡前</a:t>
              </a:r>
              <a:endParaRPr lang="zh-CN" altLang="en-US" sz="1600" dirty="0">
                <a:latin typeface="黑体" panose="02010609060101010101" pitchFamily="49" charset="-122"/>
                <a:ea typeface="黑体" panose="02010609060101010101" pitchFamily="49" charset="-122"/>
              </a:endParaRPr>
            </a:p>
          </p:txBody>
        </p:sp>
        <p:sp>
          <p:nvSpPr>
            <p:cNvPr id="20" name="矩形 19"/>
            <p:cNvSpPr/>
            <p:nvPr/>
          </p:nvSpPr>
          <p:spPr>
            <a:xfrm>
              <a:off x="8275975" y="3090863"/>
              <a:ext cx="805029" cy="339324"/>
            </a:xfrm>
            <a:prstGeom prst="rect">
              <a:avLst/>
            </a:prstGeom>
          </p:spPr>
          <p:txBody>
            <a:bodyPr wrap="none">
              <a:spAutoFit/>
            </a:bodyPr>
            <a:lstStyle/>
            <a:p>
              <a:r>
                <a:rPr kumimoji="1" lang="zh-CN" altLang="en-US" sz="1600" b="1" dirty="0" smtClean="0">
                  <a:solidFill>
                    <a:srgbClr val="A50021"/>
                  </a:solidFill>
                  <a:latin typeface="黑体" panose="02010609060101010101" pitchFamily="49" charset="-122"/>
                  <a:ea typeface="黑体" panose="02010609060101010101" pitchFamily="49" charset="-122"/>
                </a:rPr>
                <a:t>滑坡后</a:t>
              </a:r>
              <a:endParaRPr lang="zh-CN" altLang="en-US" sz="1600" dirty="0">
                <a:latin typeface="黑体" panose="02010609060101010101" pitchFamily="49" charset="-122"/>
                <a:ea typeface="黑体" panose="02010609060101010101" pitchFamily="49" charset="-122"/>
              </a:endParaRPr>
            </a:p>
          </p:txBody>
        </p:sp>
      </p:grpSp>
    </p:spTree>
    <p:extLst>
      <p:ext uri="{BB962C8B-B14F-4D97-AF65-F5344CB8AC3E}">
        <p14:creationId xmlns:p14="http://schemas.microsoft.com/office/powerpoint/2010/main" val="4144724964"/>
      </p:ext>
    </p:extLst>
  </p:cSld>
  <p:clrMapOvr>
    <a:masterClrMapping/>
  </p:clrMapOvr>
  <p:transition spd="med">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up)">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14</a:t>
            </a:fld>
            <a:endParaRPr lang="zh-CN" altLang="en-US" dirty="0">
              <a:solidFill>
                <a:srgbClr val="C00000"/>
              </a:solidFill>
            </a:endParaRPr>
          </a:p>
        </p:txBody>
      </p:sp>
      <p:sp>
        <p:nvSpPr>
          <p:cNvPr id="273" name="Text Box 7"/>
          <p:cNvSpPr txBox="1">
            <a:spLocks noChangeArrowheads="1"/>
          </p:cNvSpPr>
          <p:nvPr/>
        </p:nvSpPr>
        <p:spPr bwMode="auto">
          <a:xfrm>
            <a:off x="0" y="0"/>
            <a:ext cx="3714750"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1800" b="1" kern="900" spc="130" dirty="0" smtClean="0">
                <a:solidFill>
                  <a:srgbClr val="000066"/>
                </a:solidFill>
                <a:ea typeface="黑体" panose="02010609060101010101" pitchFamily="49" charset="-122"/>
                <a:cs typeface="Times New Roman" panose="02020603050405020304" pitchFamily="18" charset="0"/>
              </a:rPr>
              <a:t>§7.1  </a:t>
            </a:r>
            <a:r>
              <a:rPr lang="zh-CN" altLang="en-US" sz="1800" b="1" kern="900" spc="130" dirty="0" smtClean="0">
                <a:solidFill>
                  <a:srgbClr val="000066"/>
                </a:solidFill>
                <a:ea typeface="黑体" panose="02010609060101010101" pitchFamily="49" charset="-122"/>
                <a:cs typeface="Times New Roman" panose="02020603050405020304" pitchFamily="18" charset="0"/>
              </a:rPr>
              <a:t>概述 </a:t>
            </a:r>
            <a:r>
              <a:rPr lang="en-US" altLang="zh-CN" sz="1800" b="1" kern="900" spc="130" dirty="0" smtClean="0">
                <a:solidFill>
                  <a:srgbClr val="000066"/>
                </a:solidFill>
                <a:ea typeface="黑体" panose="02010609060101010101" pitchFamily="49" charset="-122"/>
                <a:cs typeface="Times New Roman" panose="02020603050405020304" pitchFamily="18" charset="0"/>
              </a:rPr>
              <a:t>– </a:t>
            </a:r>
            <a:r>
              <a:rPr lang="zh-CN" altLang="en-US" sz="1800" b="1" kern="900" spc="130" dirty="0">
                <a:solidFill>
                  <a:srgbClr val="000066"/>
                </a:solidFill>
                <a:ea typeface="黑体" panose="02010609060101010101" pitchFamily="49" charset="-122"/>
                <a:cs typeface="Times New Roman" panose="02020603050405020304" pitchFamily="18" charset="0"/>
              </a:rPr>
              <a:t>土坡与滑坡</a:t>
            </a:r>
          </a:p>
        </p:txBody>
      </p:sp>
      <p:sp>
        <p:nvSpPr>
          <p:cNvPr id="13" name="Text Box 46"/>
          <p:cNvSpPr txBox="1">
            <a:spLocks noChangeArrowheads="1"/>
          </p:cNvSpPr>
          <p:nvPr/>
        </p:nvSpPr>
        <p:spPr bwMode="auto">
          <a:xfrm>
            <a:off x="464159" y="720845"/>
            <a:ext cx="219952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buFont typeface="Wingdings" pitchFamily="2" charset="2"/>
              <a:buChar char="n"/>
            </a:pPr>
            <a:r>
              <a:rPr lang="zh-CN" altLang="en-US" sz="2800" b="1" dirty="0" smtClean="0">
                <a:solidFill>
                  <a:srgbClr val="A50021"/>
                </a:solidFill>
                <a:latin typeface="微软雅黑" panose="020B0503020204020204" pitchFamily="34" charset="-122"/>
                <a:ea typeface="微软雅黑" panose="020B0503020204020204" pitchFamily="34" charset="-122"/>
              </a:rPr>
              <a:t> 滑坡形式</a:t>
            </a:r>
            <a:endParaRPr lang="zh-CN" altLang="en-US" sz="2800" b="1" dirty="0">
              <a:solidFill>
                <a:srgbClr val="000066"/>
              </a:solidFill>
              <a:latin typeface="微软雅黑" panose="020B0503020204020204" pitchFamily="34" charset="-122"/>
              <a:ea typeface="微软雅黑" panose="020B0503020204020204" pitchFamily="34" charset="-122"/>
            </a:endParaRPr>
          </a:p>
        </p:txBody>
      </p:sp>
      <p:sp>
        <p:nvSpPr>
          <p:cNvPr id="16" name="Text Box 4"/>
          <p:cNvSpPr txBox="1">
            <a:spLocks noChangeArrowheads="1"/>
          </p:cNvSpPr>
          <p:nvPr/>
        </p:nvSpPr>
        <p:spPr bwMode="auto">
          <a:xfrm>
            <a:off x="2787192" y="732935"/>
            <a:ext cx="287988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lnSpc>
                <a:spcPct val="100000"/>
              </a:lnSpc>
              <a:spcBef>
                <a:spcPts val="0"/>
              </a:spcBef>
              <a:spcAft>
                <a:spcPts val="0"/>
              </a:spcAft>
            </a:pPr>
            <a:r>
              <a:rPr kumimoji="1" lang="zh-CN" altLang="en-US" sz="2400" b="1" dirty="0">
                <a:solidFill>
                  <a:srgbClr val="000066"/>
                </a:solidFill>
                <a:latin typeface="幼圆" panose="02010509060101010101" pitchFamily="49" charset="-122"/>
                <a:ea typeface="幼圆" panose="02010509060101010101" pitchFamily="49" charset="-122"/>
              </a:rPr>
              <a:t>地震引发的滑坡</a:t>
            </a:r>
          </a:p>
        </p:txBody>
      </p:sp>
      <p:graphicFrame>
        <p:nvGraphicFramePr>
          <p:cNvPr id="17" name="Object 6"/>
          <p:cNvGraphicFramePr>
            <a:graphicFrameLocks noChangeAspect="1"/>
          </p:cNvGraphicFramePr>
          <p:nvPr>
            <p:extLst>
              <p:ext uri="{D42A27DB-BD31-4B8C-83A1-F6EECF244321}">
                <p14:modId xmlns:p14="http://schemas.microsoft.com/office/powerpoint/2010/main" val="3001410691"/>
              </p:ext>
            </p:extLst>
          </p:nvPr>
        </p:nvGraphicFramePr>
        <p:xfrm>
          <a:off x="409888" y="1866508"/>
          <a:ext cx="4285102" cy="2645299"/>
        </p:xfrm>
        <a:graphic>
          <a:graphicData uri="http://schemas.openxmlformats.org/presentationml/2006/ole">
            <mc:AlternateContent xmlns:mc="http://schemas.openxmlformats.org/markup-compatibility/2006">
              <mc:Choice xmlns:v="urn:schemas-microsoft-com:vml" Requires="v">
                <p:oleObj spid="_x0000_s1747291" name="位图图像" r:id="rId4" imgW="6990476" imgH="4315427" progId="Paint.Picture">
                  <p:embed/>
                </p:oleObj>
              </mc:Choice>
              <mc:Fallback>
                <p:oleObj name="位图图像" r:id="rId4" imgW="6990476" imgH="4315427" progId="Paint.Picture">
                  <p:embed/>
                  <p:pic>
                    <p:nvPicPr>
                      <p:cNvPr id="19459"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09888" y="1866508"/>
                        <a:ext cx="4285102" cy="2645299"/>
                      </a:xfrm>
                      <a:prstGeom prst="rect">
                        <a:avLst/>
                      </a:prstGeom>
                      <a:noFill/>
                      <a:ln>
                        <a:noFill/>
                      </a:ln>
                      <a:effectLst/>
                      <a:extLst/>
                    </p:spPr>
                  </p:pic>
                </p:oleObj>
              </mc:Fallback>
            </mc:AlternateContent>
          </a:graphicData>
        </a:graphic>
      </p:graphicFrame>
      <p:pic>
        <p:nvPicPr>
          <p:cNvPr id="18" name="Picture 3" descr="IMG_406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926412" y="1857082"/>
            <a:ext cx="3972494" cy="26476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 name="Text Box 2"/>
          <p:cNvSpPr txBox="1">
            <a:spLocks noChangeArrowheads="1"/>
          </p:cNvSpPr>
          <p:nvPr/>
        </p:nvSpPr>
        <p:spPr bwMode="auto">
          <a:xfrm>
            <a:off x="2704757" y="5717004"/>
            <a:ext cx="486410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gn="ctr" eaLnBrk="1" hangingPunct="1">
              <a:lnSpc>
                <a:spcPct val="100000"/>
              </a:lnSpc>
              <a:spcBef>
                <a:spcPct val="0"/>
              </a:spcBef>
              <a:spcAft>
                <a:spcPct val="0"/>
              </a:spcAft>
            </a:pPr>
            <a:r>
              <a:rPr kumimoji="1" lang="zh-CN" altLang="en-US" sz="4000" b="1" dirty="0" smtClean="0">
                <a:solidFill>
                  <a:srgbClr val="000066"/>
                </a:solidFill>
                <a:latin typeface="黑体" pitchFamily="2" charset="-122"/>
                <a:ea typeface="黑体" pitchFamily="2" charset="-122"/>
              </a:rPr>
              <a:t>滑坡形式及实例</a:t>
            </a:r>
            <a:endParaRPr kumimoji="1" lang="zh-CN" altLang="en-US" sz="4000" b="1" dirty="0">
              <a:solidFill>
                <a:srgbClr val="000066"/>
              </a:solidFill>
              <a:latin typeface="黑体" pitchFamily="2" charset="-122"/>
              <a:ea typeface="黑体" pitchFamily="2" charset="-122"/>
            </a:endParaRPr>
          </a:p>
        </p:txBody>
      </p:sp>
    </p:spTree>
    <p:extLst>
      <p:ext uri="{BB962C8B-B14F-4D97-AF65-F5344CB8AC3E}">
        <p14:creationId xmlns:p14="http://schemas.microsoft.com/office/powerpoint/2010/main" val="2955136262"/>
      </p:ext>
    </p:extLst>
  </p:cSld>
  <p:clrMapOvr>
    <a:masterClrMapping/>
  </p:clrMapOvr>
  <p:transition spd="med">
    <p:wipe dir="d"/>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15</a:t>
            </a:fld>
            <a:endParaRPr lang="zh-CN" altLang="en-US" dirty="0">
              <a:solidFill>
                <a:srgbClr val="C00000"/>
              </a:solidFill>
            </a:endParaRPr>
          </a:p>
        </p:txBody>
      </p:sp>
      <p:sp>
        <p:nvSpPr>
          <p:cNvPr id="273" name="Text Box 7"/>
          <p:cNvSpPr txBox="1">
            <a:spLocks noChangeArrowheads="1"/>
          </p:cNvSpPr>
          <p:nvPr/>
        </p:nvSpPr>
        <p:spPr bwMode="auto">
          <a:xfrm>
            <a:off x="0" y="0"/>
            <a:ext cx="3714750"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1800" b="1" kern="900" spc="130" dirty="0" smtClean="0">
                <a:solidFill>
                  <a:srgbClr val="000066"/>
                </a:solidFill>
                <a:ea typeface="黑体" panose="02010609060101010101" pitchFamily="49" charset="-122"/>
                <a:cs typeface="Times New Roman" panose="02020603050405020304" pitchFamily="18" charset="0"/>
              </a:rPr>
              <a:t>§7.1  </a:t>
            </a:r>
            <a:r>
              <a:rPr lang="zh-CN" altLang="en-US" sz="1800" b="1" kern="900" spc="130" dirty="0" smtClean="0">
                <a:solidFill>
                  <a:srgbClr val="000066"/>
                </a:solidFill>
                <a:ea typeface="黑体" panose="02010609060101010101" pitchFamily="49" charset="-122"/>
                <a:cs typeface="Times New Roman" panose="02020603050405020304" pitchFamily="18" charset="0"/>
              </a:rPr>
              <a:t>概述 </a:t>
            </a:r>
            <a:r>
              <a:rPr lang="en-US" altLang="zh-CN" sz="1800" b="1" kern="900" spc="130" dirty="0" smtClean="0">
                <a:solidFill>
                  <a:srgbClr val="000066"/>
                </a:solidFill>
                <a:ea typeface="黑体" panose="02010609060101010101" pitchFamily="49" charset="-122"/>
                <a:cs typeface="Times New Roman" panose="02020603050405020304" pitchFamily="18" charset="0"/>
              </a:rPr>
              <a:t>– </a:t>
            </a:r>
            <a:r>
              <a:rPr lang="zh-CN" altLang="en-US" sz="1800" b="1" kern="900" spc="130" dirty="0">
                <a:solidFill>
                  <a:srgbClr val="000066"/>
                </a:solidFill>
                <a:ea typeface="黑体" panose="02010609060101010101" pitchFamily="49" charset="-122"/>
                <a:cs typeface="Times New Roman" panose="02020603050405020304" pitchFamily="18" charset="0"/>
              </a:rPr>
              <a:t>土坡与滑坡</a:t>
            </a:r>
          </a:p>
        </p:txBody>
      </p:sp>
      <p:sp>
        <p:nvSpPr>
          <p:cNvPr id="13" name="Text Box 46"/>
          <p:cNvSpPr txBox="1">
            <a:spLocks noChangeArrowheads="1"/>
          </p:cNvSpPr>
          <p:nvPr/>
        </p:nvSpPr>
        <p:spPr bwMode="auto">
          <a:xfrm>
            <a:off x="464159" y="767980"/>
            <a:ext cx="219952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buFont typeface="Wingdings" pitchFamily="2" charset="2"/>
              <a:buChar char="n"/>
            </a:pPr>
            <a:r>
              <a:rPr lang="zh-CN" altLang="en-US" sz="2800" b="1" dirty="0" smtClean="0">
                <a:solidFill>
                  <a:srgbClr val="A50021"/>
                </a:solidFill>
                <a:latin typeface="微软雅黑" panose="020B0503020204020204" pitchFamily="34" charset="-122"/>
                <a:ea typeface="微软雅黑" panose="020B0503020204020204" pitchFamily="34" charset="-122"/>
              </a:rPr>
              <a:t> 滑坡形式</a:t>
            </a:r>
            <a:endParaRPr lang="zh-CN" altLang="en-US" sz="2800" b="1" dirty="0">
              <a:solidFill>
                <a:srgbClr val="000066"/>
              </a:solidFill>
              <a:latin typeface="微软雅黑" panose="020B0503020204020204" pitchFamily="34" charset="-122"/>
              <a:ea typeface="微软雅黑" panose="020B0503020204020204" pitchFamily="34" charset="-122"/>
            </a:endParaRPr>
          </a:p>
        </p:txBody>
      </p:sp>
      <p:sp>
        <p:nvSpPr>
          <p:cNvPr id="16" name="Text Box 4"/>
          <p:cNvSpPr txBox="1">
            <a:spLocks noChangeArrowheads="1"/>
          </p:cNvSpPr>
          <p:nvPr/>
        </p:nvSpPr>
        <p:spPr bwMode="auto">
          <a:xfrm>
            <a:off x="2787192" y="780070"/>
            <a:ext cx="287988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lnSpc>
                <a:spcPct val="100000"/>
              </a:lnSpc>
              <a:spcBef>
                <a:spcPts val="0"/>
              </a:spcBef>
              <a:spcAft>
                <a:spcPts val="0"/>
              </a:spcAft>
            </a:pPr>
            <a:r>
              <a:rPr kumimoji="1" lang="zh-CN" altLang="en-US" sz="2400" b="1" dirty="0" smtClean="0">
                <a:solidFill>
                  <a:srgbClr val="000066"/>
                </a:solidFill>
                <a:latin typeface="幼圆" panose="02010509060101010101" pitchFamily="49" charset="-122"/>
                <a:ea typeface="幼圆" panose="02010509060101010101" pitchFamily="49" charset="-122"/>
              </a:rPr>
              <a:t>降雨等引发</a:t>
            </a:r>
            <a:r>
              <a:rPr kumimoji="1" lang="zh-CN" altLang="en-US" sz="2400" b="1" dirty="0">
                <a:solidFill>
                  <a:srgbClr val="000066"/>
                </a:solidFill>
                <a:latin typeface="幼圆" panose="02010509060101010101" pitchFamily="49" charset="-122"/>
                <a:ea typeface="幼圆" panose="02010509060101010101" pitchFamily="49" charset="-122"/>
              </a:rPr>
              <a:t>的滑坡</a:t>
            </a:r>
          </a:p>
        </p:txBody>
      </p:sp>
      <p:pic>
        <p:nvPicPr>
          <p:cNvPr id="9" name="Picture 3" descr="PM9735_"/>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1912" y="1825937"/>
            <a:ext cx="4268989" cy="28097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2"/>
          <p:cNvPicPr>
            <a:picLocks noChangeAspect="1" noChangeArrowheads="1"/>
          </p:cNvPicPr>
          <p:nvPr/>
        </p:nvPicPr>
        <p:blipFill rotWithShape="1">
          <a:blip r:embed="rId4">
            <a:extLst>
              <a:ext uri="{28A0092B-C50C-407E-A947-70E740481C1C}">
                <a14:useLocalDpi xmlns:a14="http://schemas.microsoft.com/office/drawing/2010/main" val="0"/>
              </a:ext>
            </a:extLst>
          </a:blip>
          <a:srcRect b="8468"/>
          <a:stretch/>
        </p:blipFill>
        <p:spPr bwMode="auto">
          <a:xfrm>
            <a:off x="4854803" y="1826442"/>
            <a:ext cx="4081806" cy="28021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19" name="Text Box 4"/>
          <p:cNvSpPr txBox="1">
            <a:spLocks noChangeArrowheads="1"/>
          </p:cNvSpPr>
          <p:nvPr/>
        </p:nvSpPr>
        <p:spPr bwMode="auto">
          <a:xfrm>
            <a:off x="5387420" y="4728328"/>
            <a:ext cx="3172120"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lnSpc>
                <a:spcPct val="100000"/>
              </a:lnSpc>
              <a:spcBef>
                <a:spcPts val="0"/>
              </a:spcBef>
              <a:spcAft>
                <a:spcPts val="0"/>
              </a:spcAft>
            </a:pPr>
            <a:r>
              <a:rPr kumimoji="1" lang="zh-CN" altLang="en-US" sz="2000" b="1" dirty="0">
                <a:solidFill>
                  <a:srgbClr val="A50021"/>
                </a:solidFill>
                <a:latin typeface="Times New Roman" panose="02020603050405020304" pitchFamily="18" charset="0"/>
              </a:rPr>
              <a:t>石百万</a:t>
            </a:r>
            <a:r>
              <a:rPr kumimoji="1" lang="zh-CN" altLang="en-US" sz="2000" b="1" dirty="0" smtClean="0">
                <a:solidFill>
                  <a:srgbClr val="A50021"/>
                </a:solidFill>
                <a:latin typeface="Times New Roman" panose="02020603050405020304" pitchFamily="18" charset="0"/>
              </a:rPr>
              <a:t>滑坡</a:t>
            </a:r>
            <a:r>
              <a:rPr kumimoji="1" lang="zh-CN" altLang="en-US" sz="2000" b="1" dirty="0">
                <a:solidFill>
                  <a:srgbClr val="A50021"/>
                </a:solidFill>
                <a:latin typeface="Times New Roman" panose="02020603050405020304" pitchFamily="18" charset="0"/>
              </a:rPr>
              <a:t>，</a:t>
            </a:r>
            <a:r>
              <a:rPr kumimoji="1" lang="zh-CN" altLang="en-US" sz="2000" b="1" dirty="0" smtClean="0">
                <a:solidFill>
                  <a:srgbClr val="A50021"/>
                </a:solidFill>
                <a:latin typeface="Times New Roman" panose="02020603050405020304" pitchFamily="18" charset="0"/>
              </a:rPr>
              <a:t>滑体</a:t>
            </a:r>
            <a:r>
              <a:rPr kumimoji="1" lang="zh-CN" altLang="en-US" sz="2000" b="1" dirty="0">
                <a:solidFill>
                  <a:srgbClr val="A50021"/>
                </a:solidFill>
                <a:latin typeface="Times New Roman" panose="02020603050405020304" pitchFamily="18" charset="0"/>
              </a:rPr>
              <a:t>宽</a:t>
            </a:r>
            <a:r>
              <a:rPr kumimoji="1" lang="en-US" altLang="zh-CN" sz="2000" b="1" dirty="0">
                <a:solidFill>
                  <a:srgbClr val="A50021"/>
                </a:solidFill>
                <a:latin typeface="Times New Roman" panose="02020603050405020304" pitchFamily="18" charset="0"/>
              </a:rPr>
              <a:t>500</a:t>
            </a:r>
            <a:r>
              <a:rPr kumimoji="1" lang="zh-CN" altLang="en-US" sz="2000" b="1" dirty="0">
                <a:solidFill>
                  <a:srgbClr val="A50021"/>
                </a:solidFill>
                <a:latin typeface="Times New Roman" panose="02020603050405020304" pitchFamily="18" charset="0"/>
              </a:rPr>
              <a:t>米，</a:t>
            </a:r>
            <a:r>
              <a:rPr kumimoji="1" lang="zh-CN" altLang="en-US" sz="2000" b="1" dirty="0" smtClean="0">
                <a:solidFill>
                  <a:srgbClr val="A50021"/>
                </a:solidFill>
                <a:latin typeface="Times New Roman" panose="02020603050405020304" pitchFamily="18" charset="0"/>
              </a:rPr>
              <a:t>高</a:t>
            </a:r>
            <a:r>
              <a:rPr kumimoji="1" lang="en-US" altLang="zh-CN" sz="2000" b="1" dirty="0" smtClean="0">
                <a:solidFill>
                  <a:srgbClr val="A50021"/>
                </a:solidFill>
                <a:latin typeface="Times New Roman" panose="02020603050405020304" pitchFamily="18" charset="0"/>
              </a:rPr>
              <a:t>150</a:t>
            </a:r>
            <a:r>
              <a:rPr kumimoji="1" lang="zh-CN" altLang="en-US" sz="2000" b="1" dirty="0">
                <a:solidFill>
                  <a:srgbClr val="A50021"/>
                </a:solidFill>
                <a:latin typeface="Times New Roman" panose="02020603050405020304" pitchFamily="18" charset="0"/>
              </a:rPr>
              <a:t>米，</a:t>
            </a:r>
            <a:r>
              <a:rPr kumimoji="1" lang="zh-CN" altLang="en-US" sz="2000" b="1" dirty="0" smtClean="0">
                <a:solidFill>
                  <a:srgbClr val="A50021"/>
                </a:solidFill>
                <a:latin typeface="Times New Roman" panose="02020603050405020304" pitchFamily="18" charset="0"/>
              </a:rPr>
              <a:t>厚</a:t>
            </a:r>
            <a:r>
              <a:rPr kumimoji="1" lang="en-US" altLang="zh-CN" sz="2000" b="1" dirty="0" smtClean="0">
                <a:solidFill>
                  <a:srgbClr val="A50021"/>
                </a:solidFill>
                <a:latin typeface="Times New Roman" panose="02020603050405020304" pitchFamily="18" charset="0"/>
              </a:rPr>
              <a:t>100</a:t>
            </a:r>
            <a:r>
              <a:rPr kumimoji="1" lang="zh-CN" altLang="en-US" sz="2000" b="1" dirty="0" smtClean="0">
                <a:solidFill>
                  <a:srgbClr val="A50021"/>
                </a:solidFill>
                <a:latin typeface="Times New Roman" panose="02020603050405020304" pitchFamily="18" charset="0"/>
              </a:rPr>
              <a:t>米</a:t>
            </a:r>
            <a:r>
              <a:rPr kumimoji="1" lang="en-US" altLang="zh-CN" sz="2000" b="1" dirty="0" smtClean="0">
                <a:solidFill>
                  <a:srgbClr val="A50021"/>
                </a:solidFill>
                <a:latin typeface="Times New Roman" panose="02020603050405020304" pitchFamily="18" charset="0"/>
              </a:rPr>
              <a:t/>
            </a:r>
            <a:br>
              <a:rPr kumimoji="1" lang="en-US" altLang="zh-CN" sz="2000" b="1" dirty="0" smtClean="0">
                <a:solidFill>
                  <a:srgbClr val="A50021"/>
                </a:solidFill>
                <a:latin typeface="Times New Roman" panose="02020603050405020304" pitchFamily="18" charset="0"/>
              </a:rPr>
            </a:br>
            <a:r>
              <a:rPr kumimoji="1" lang="zh-CN" altLang="en-US" sz="2000" b="1" dirty="0" smtClean="0">
                <a:solidFill>
                  <a:srgbClr val="A50021"/>
                </a:solidFill>
                <a:latin typeface="Times New Roman" panose="02020603050405020304" pitchFamily="18" charset="0"/>
              </a:rPr>
              <a:t>（</a:t>
            </a:r>
            <a:r>
              <a:rPr kumimoji="1" lang="en-US" altLang="zh-CN" sz="2000" b="1" dirty="0">
                <a:solidFill>
                  <a:srgbClr val="A50021"/>
                </a:solidFill>
                <a:latin typeface="Times New Roman" panose="02020603050405020304" pitchFamily="18" charset="0"/>
              </a:rPr>
              <a:t>1997</a:t>
            </a:r>
            <a:r>
              <a:rPr kumimoji="1" lang="zh-CN" altLang="en-US" sz="2000" b="1" dirty="0">
                <a:solidFill>
                  <a:srgbClr val="A50021"/>
                </a:solidFill>
                <a:latin typeface="Times New Roman" panose="02020603050405020304" pitchFamily="18" charset="0"/>
              </a:rPr>
              <a:t>年</a:t>
            </a:r>
            <a:r>
              <a:rPr kumimoji="1" lang="en-US" altLang="zh-CN" sz="2000" b="1" dirty="0">
                <a:solidFill>
                  <a:srgbClr val="A50021"/>
                </a:solidFill>
                <a:latin typeface="Times New Roman" panose="02020603050405020304" pitchFamily="18" charset="0"/>
              </a:rPr>
              <a:t>9</a:t>
            </a:r>
            <a:r>
              <a:rPr kumimoji="1" lang="zh-CN" altLang="en-US" sz="2000" b="1" dirty="0">
                <a:solidFill>
                  <a:srgbClr val="A50021"/>
                </a:solidFill>
                <a:latin typeface="Times New Roman" panose="02020603050405020304" pitchFamily="18" charset="0"/>
              </a:rPr>
              <a:t>月</a:t>
            </a:r>
            <a:r>
              <a:rPr kumimoji="1" lang="en-US" altLang="zh-CN" sz="2000" b="1" dirty="0">
                <a:solidFill>
                  <a:srgbClr val="A50021"/>
                </a:solidFill>
                <a:latin typeface="Times New Roman" panose="02020603050405020304" pitchFamily="18" charset="0"/>
              </a:rPr>
              <a:t>27</a:t>
            </a:r>
            <a:r>
              <a:rPr kumimoji="1" lang="zh-CN" altLang="en-US" sz="2000" b="1" dirty="0">
                <a:solidFill>
                  <a:srgbClr val="A50021"/>
                </a:solidFill>
                <a:latin typeface="Times New Roman" panose="02020603050405020304" pitchFamily="18" charset="0"/>
              </a:rPr>
              <a:t>日</a:t>
            </a:r>
            <a:r>
              <a:rPr kumimoji="1" lang="zh-CN" altLang="en-US" sz="2000" b="1" dirty="0" smtClean="0">
                <a:solidFill>
                  <a:srgbClr val="A50021"/>
                </a:solidFill>
                <a:latin typeface="Times New Roman" panose="02020603050405020304" pitchFamily="18" charset="0"/>
              </a:rPr>
              <a:t>）        </a:t>
            </a:r>
            <a:endParaRPr kumimoji="1" lang="zh-CN" altLang="en-US" sz="2000" b="1" dirty="0">
              <a:solidFill>
                <a:srgbClr val="A50021"/>
              </a:solidFill>
              <a:latin typeface="Times New Roman" panose="02020603050405020304" pitchFamily="18" charset="0"/>
            </a:endParaRPr>
          </a:p>
        </p:txBody>
      </p:sp>
      <p:sp>
        <p:nvSpPr>
          <p:cNvPr id="20" name="Text Box 4"/>
          <p:cNvSpPr txBox="1">
            <a:spLocks noChangeArrowheads="1"/>
          </p:cNvSpPr>
          <p:nvPr/>
        </p:nvSpPr>
        <p:spPr bwMode="auto">
          <a:xfrm>
            <a:off x="1080941" y="4720472"/>
            <a:ext cx="263322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lnSpc>
                <a:spcPct val="100000"/>
              </a:lnSpc>
              <a:spcBef>
                <a:spcPts val="0"/>
              </a:spcBef>
              <a:spcAft>
                <a:spcPts val="0"/>
              </a:spcAft>
            </a:pPr>
            <a:r>
              <a:rPr kumimoji="1" lang="zh-CN" altLang="en-US" sz="2000" b="1" dirty="0" smtClean="0">
                <a:solidFill>
                  <a:srgbClr val="A50021"/>
                </a:solidFill>
                <a:latin typeface="Times New Roman" panose="02020603050405020304" pitchFamily="18" charset="0"/>
              </a:rPr>
              <a:t>香港宝</a:t>
            </a:r>
            <a:r>
              <a:rPr kumimoji="1" lang="zh-CN" altLang="en-US" sz="2000" b="1" dirty="0">
                <a:solidFill>
                  <a:srgbClr val="A50021"/>
                </a:solidFill>
                <a:latin typeface="Times New Roman" panose="02020603050405020304" pitchFamily="18" charset="0"/>
              </a:rPr>
              <a:t>成滑坡 </a:t>
            </a:r>
          </a:p>
          <a:p>
            <a:pPr algn="ctr" eaLnBrk="1" hangingPunct="1">
              <a:lnSpc>
                <a:spcPct val="100000"/>
              </a:lnSpc>
              <a:spcBef>
                <a:spcPts val="0"/>
              </a:spcBef>
              <a:spcAft>
                <a:spcPts val="0"/>
              </a:spcAft>
            </a:pPr>
            <a:r>
              <a:rPr kumimoji="1" lang="zh-CN" altLang="en-US" sz="2000" b="1" dirty="0" smtClean="0">
                <a:solidFill>
                  <a:srgbClr val="A50021"/>
                </a:solidFill>
                <a:latin typeface="Times New Roman" panose="02020603050405020304" pitchFamily="18" charset="0"/>
              </a:rPr>
              <a:t>（</a:t>
            </a:r>
            <a:r>
              <a:rPr kumimoji="1" lang="en-US" altLang="zh-CN" sz="2000" b="1" dirty="0" smtClean="0">
                <a:solidFill>
                  <a:srgbClr val="A50021"/>
                </a:solidFill>
                <a:latin typeface="Times New Roman" panose="02020603050405020304" pitchFamily="18" charset="0"/>
              </a:rPr>
              <a:t>1972</a:t>
            </a:r>
            <a:r>
              <a:rPr kumimoji="1" lang="zh-CN" altLang="en-US" sz="2000" b="1" dirty="0" smtClean="0">
                <a:solidFill>
                  <a:srgbClr val="A50021"/>
                </a:solidFill>
                <a:latin typeface="Times New Roman" panose="02020603050405020304" pitchFamily="18" charset="0"/>
              </a:rPr>
              <a:t>年）        </a:t>
            </a:r>
            <a:endParaRPr kumimoji="1" lang="zh-CN" altLang="en-US" sz="2000" b="1" dirty="0">
              <a:solidFill>
                <a:srgbClr val="A50021"/>
              </a:solidFill>
              <a:latin typeface="Times New Roman" panose="02020603050405020304" pitchFamily="18" charset="0"/>
            </a:endParaRPr>
          </a:p>
        </p:txBody>
      </p:sp>
      <p:sp>
        <p:nvSpPr>
          <p:cNvPr id="21" name="Text Box 2"/>
          <p:cNvSpPr txBox="1">
            <a:spLocks noChangeArrowheads="1"/>
          </p:cNvSpPr>
          <p:nvPr/>
        </p:nvSpPr>
        <p:spPr bwMode="auto">
          <a:xfrm>
            <a:off x="2704757" y="5773566"/>
            <a:ext cx="486410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gn="ctr" eaLnBrk="1" hangingPunct="1">
              <a:lnSpc>
                <a:spcPct val="100000"/>
              </a:lnSpc>
              <a:spcBef>
                <a:spcPct val="0"/>
              </a:spcBef>
              <a:spcAft>
                <a:spcPct val="0"/>
              </a:spcAft>
            </a:pPr>
            <a:r>
              <a:rPr kumimoji="1" lang="zh-CN" altLang="en-US" sz="4000" b="1" dirty="0" smtClean="0">
                <a:solidFill>
                  <a:srgbClr val="000066"/>
                </a:solidFill>
                <a:latin typeface="黑体" pitchFamily="2" charset="-122"/>
                <a:ea typeface="黑体" pitchFamily="2" charset="-122"/>
              </a:rPr>
              <a:t>滑坡形式及实例</a:t>
            </a:r>
            <a:endParaRPr kumimoji="1" lang="zh-CN" altLang="en-US" sz="4000" b="1" dirty="0">
              <a:solidFill>
                <a:srgbClr val="000066"/>
              </a:solidFill>
              <a:latin typeface="黑体" pitchFamily="2" charset="-122"/>
              <a:ea typeface="黑体" pitchFamily="2" charset="-122"/>
            </a:endParaRPr>
          </a:p>
        </p:txBody>
      </p:sp>
    </p:spTree>
    <p:extLst>
      <p:ext uri="{BB962C8B-B14F-4D97-AF65-F5344CB8AC3E}">
        <p14:creationId xmlns:p14="http://schemas.microsoft.com/office/powerpoint/2010/main" val="817683139"/>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92002" name="Picture 2" descr="F:\图片1.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52733" y="528346"/>
            <a:ext cx="3484563" cy="1808163"/>
          </a:xfrm>
          <a:prstGeom prst="rect">
            <a:avLst/>
          </a:prstGeom>
          <a:noFill/>
          <a:extLst>
            <a:ext uri="{909E8E84-426E-40DD-AFC4-6F175D3DCCD1}">
              <a14:hiddenFill xmlns:a14="http://schemas.microsoft.com/office/drawing/2010/main">
                <a:solidFill>
                  <a:srgbClr val="FFFFFF"/>
                </a:solidFill>
              </a14:hiddenFill>
            </a:ext>
          </a:extLst>
        </p:spPr>
      </p:pic>
      <p:pic>
        <p:nvPicPr>
          <p:cNvPr id="21" name="图片 20"/>
          <p:cNvPicPr>
            <a:picLocks noChangeAspect="1"/>
          </p:cNvPicPr>
          <p:nvPr/>
        </p:nvPicPr>
        <p:blipFill rotWithShape="1">
          <a:blip r:embed="rId4">
            <a:extLst>
              <a:ext uri="{BEBA8EAE-BF5A-486C-A8C5-ECC9F3942E4B}">
                <a14:imgProps xmlns:a14="http://schemas.microsoft.com/office/drawing/2010/main">
                  <a14:imgLayer r:embed="rId5">
                    <a14:imgEffect>
                      <a14:brightnessContrast bright="21000"/>
                    </a14:imgEffect>
                  </a14:imgLayer>
                </a14:imgProps>
              </a:ext>
              <a:ext uri="{28A0092B-C50C-407E-A947-70E740481C1C}">
                <a14:useLocalDpi xmlns:a14="http://schemas.microsoft.com/office/drawing/2010/main"/>
              </a:ext>
            </a:extLst>
          </a:blip>
          <a:srcRect b="8766"/>
          <a:stretch/>
        </p:blipFill>
        <p:spPr>
          <a:xfrm>
            <a:off x="4585992" y="2507530"/>
            <a:ext cx="3709596" cy="2580883"/>
          </a:xfrm>
          <a:prstGeom prst="rect">
            <a:avLst/>
          </a:prstGeom>
        </p:spPr>
      </p:pic>
      <p:sp>
        <p:nvSpPr>
          <p:cNvPr id="15"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16</a:t>
            </a:fld>
            <a:endParaRPr lang="zh-CN" altLang="en-US" dirty="0">
              <a:solidFill>
                <a:srgbClr val="C00000"/>
              </a:solidFill>
            </a:endParaRPr>
          </a:p>
        </p:txBody>
      </p:sp>
      <p:sp>
        <p:nvSpPr>
          <p:cNvPr id="273" name="Text Box 7"/>
          <p:cNvSpPr txBox="1">
            <a:spLocks noChangeArrowheads="1"/>
          </p:cNvSpPr>
          <p:nvPr/>
        </p:nvSpPr>
        <p:spPr bwMode="auto">
          <a:xfrm>
            <a:off x="0" y="0"/>
            <a:ext cx="3714750"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1800" b="1" kern="900" spc="130" dirty="0" smtClean="0">
                <a:solidFill>
                  <a:srgbClr val="000066"/>
                </a:solidFill>
                <a:ea typeface="黑体" panose="02010609060101010101" pitchFamily="49" charset="-122"/>
                <a:cs typeface="Times New Roman" panose="02020603050405020304" pitchFamily="18" charset="0"/>
              </a:rPr>
              <a:t>§7.1  </a:t>
            </a:r>
            <a:r>
              <a:rPr lang="zh-CN" altLang="en-US" sz="1800" b="1" kern="900" spc="130" dirty="0" smtClean="0">
                <a:solidFill>
                  <a:srgbClr val="000066"/>
                </a:solidFill>
                <a:ea typeface="黑体" panose="02010609060101010101" pitchFamily="49" charset="-122"/>
                <a:cs typeface="Times New Roman" panose="02020603050405020304" pitchFamily="18" charset="0"/>
              </a:rPr>
              <a:t>概述 </a:t>
            </a:r>
            <a:r>
              <a:rPr lang="en-US" altLang="zh-CN" sz="1800" b="1" kern="900" spc="130" dirty="0" smtClean="0">
                <a:solidFill>
                  <a:srgbClr val="000066"/>
                </a:solidFill>
                <a:ea typeface="黑体" panose="02010609060101010101" pitchFamily="49" charset="-122"/>
                <a:cs typeface="Times New Roman" panose="02020603050405020304" pitchFamily="18" charset="0"/>
              </a:rPr>
              <a:t>– </a:t>
            </a:r>
            <a:r>
              <a:rPr lang="zh-CN" altLang="en-US" sz="1800" b="1" kern="900" spc="130" dirty="0">
                <a:solidFill>
                  <a:srgbClr val="000066"/>
                </a:solidFill>
                <a:ea typeface="黑体" panose="02010609060101010101" pitchFamily="49" charset="-122"/>
                <a:cs typeface="Times New Roman" panose="02020603050405020304" pitchFamily="18" charset="0"/>
              </a:rPr>
              <a:t>土坡与滑坡</a:t>
            </a:r>
          </a:p>
        </p:txBody>
      </p:sp>
      <p:sp>
        <p:nvSpPr>
          <p:cNvPr id="13" name="Text Box 46"/>
          <p:cNvSpPr txBox="1">
            <a:spLocks noChangeArrowheads="1"/>
          </p:cNvSpPr>
          <p:nvPr/>
        </p:nvSpPr>
        <p:spPr bwMode="auto">
          <a:xfrm>
            <a:off x="464159" y="767980"/>
            <a:ext cx="219952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buFont typeface="Wingdings" pitchFamily="2" charset="2"/>
              <a:buChar char="n"/>
            </a:pPr>
            <a:r>
              <a:rPr lang="zh-CN" altLang="en-US" sz="2800" b="1" dirty="0" smtClean="0">
                <a:solidFill>
                  <a:srgbClr val="A50021"/>
                </a:solidFill>
                <a:latin typeface="微软雅黑" panose="020B0503020204020204" pitchFamily="34" charset="-122"/>
                <a:ea typeface="微软雅黑" panose="020B0503020204020204" pitchFamily="34" charset="-122"/>
              </a:rPr>
              <a:t> 滑坡形式</a:t>
            </a:r>
            <a:endParaRPr lang="zh-CN" altLang="en-US" sz="2800" b="1" dirty="0">
              <a:solidFill>
                <a:srgbClr val="000066"/>
              </a:solidFill>
              <a:latin typeface="微软雅黑" panose="020B0503020204020204" pitchFamily="34" charset="-122"/>
              <a:ea typeface="微软雅黑" panose="020B0503020204020204" pitchFamily="34" charset="-122"/>
            </a:endParaRPr>
          </a:p>
        </p:txBody>
      </p:sp>
      <p:sp>
        <p:nvSpPr>
          <p:cNvPr id="19" name="Text Box 4"/>
          <p:cNvSpPr txBox="1">
            <a:spLocks noChangeArrowheads="1"/>
          </p:cNvSpPr>
          <p:nvPr/>
        </p:nvSpPr>
        <p:spPr bwMode="auto">
          <a:xfrm>
            <a:off x="4793677" y="5209094"/>
            <a:ext cx="317212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lnSpc>
                <a:spcPct val="100000"/>
              </a:lnSpc>
              <a:spcBef>
                <a:spcPts val="0"/>
              </a:spcBef>
              <a:spcAft>
                <a:spcPts val="0"/>
              </a:spcAft>
            </a:pPr>
            <a:r>
              <a:rPr kumimoji="1" lang="zh-CN" altLang="en-US" sz="2000" b="1" dirty="0" smtClean="0">
                <a:solidFill>
                  <a:srgbClr val="A50021"/>
                </a:solidFill>
                <a:latin typeface="幼圆" panose="02010509060101010101" pitchFamily="49" charset="-122"/>
                <a:ea typeface="幼圆" panose="02010509060101010101" pitchFamily="49" charset="-122"/>
              </a:rPr>
              <a:t>加拿大</a:t>
            </a:r>
            <a:r>
              <a:rPr kumimoji="1" lang="zh-CN" altLang="en-US" sz="2000" b="1" dirty="0">
                <a:solidFill>
                  <a:srgbClr val="A50021"/>
                </a:solidFill>
                <a:latin typeface="幼圆" panose="02010509060101010101" pitchFamily="49" charset="-122"/>
                <a:ea typeface="幼圆" panose="02010509060101010101" pitchFamily="49" charset="-122"/>
              </a:rPr>
              <a:t>西北部冻融</a:t>
            </a:r>
            <a:r>
              <a:rPr kumimoji="1" lang="zh-CN" altLang="en-US" sz="2000" b="1" dirty="0" smtClean="0">
                <a:solidFill>
                  <a:srgbClr val="A50021"/>
                </a:solidFill>
                <a:latin typeface="幼圆" panose="02010509060101010101" pitchFamily="49" charset="-122"/>
                <a:ea typeface="幼圆" panose="02010509060101010101" pitchFamily="49" charset="-122"/>
              </a:rPr>
              <a:t>泥石流</a:t>
            </a:r>
            <a:endParaRPr kumimoji="1" lang="zh-CN" altLang="en-US" sz="2000" b="1" dirty="0">
              <a:solidFill>
                <a:srgbClr val="A50021"/>
              </a:solidFill>
              <a:latin typeface="幼圆" panose="02010509060101010101" pitchFamily="49" charset="-122"/>
              <a:ea typeface="幼圆" panose="02010509060101010101" pitchFamily="49" charset="-122"/>
            </a:endParaRPr>
          </a:p>
        </p:txBody>
      </p:sp>
      <p:sp>
        <p:nvSpPr>
          <p:cNvPr id="14" name="TextBox 9"/>
          <p:cNvSpPr txBox="1"/>
          <p:nvPr/>
        </p:nvSpPr>
        <p:spPr>
          <a:xfrm>
            <a:off x="5029664" y="621305"/>
            <a:ext cx="1510818" cy="769441"/>
          </a:xfrm>
          <a:prstGeom prst="rect">
            <a:avLst/>
          </a:prstGeom>
          <a:noFill/>
        </p:spPr>
        <p:txBody>
          <a:bodyPr wrap="square" rtlCol="0">
            <a:spAutoFit/>
          </a:bodyPr>
          <a:lstStyle/>
          <a:p>
            <a:pPr algn="ctr">
              <a:lnSpc>
                <a:spcPct val="100000"/>
              </a:lnSpc>
              <a:spcBef>
                <a:spcPts val="0"/>
              </a:spcBef>
              <a:spcAft>
                <a:spcPts val="0"/>
              </a:spcAft>
            </a:pPr>
            <a:r>
              <a:rPr lang="zh-CN" altLang="en-US" sz="2400" b="1" dirty="0">
                <a:latin typeface="华文行楷" panose="02010800040101010101" pitchFamily="2" charset="-122"/>
                <a:ea typeface="华文行楷" panose="02010800040101010101" pitchFamily="2" charset="-122"/>
                <a:cs typeface="Times New Roman" panose="02020603050405020304" pitchFamily="18" charset="0"/>
              </a:rPr>
              <a:t>流滑</a:t>
            </a:r>
            <a:endParaRPr lang="en-US" altLang="zh-CN" sz="2000" b="1" dirty="0" smtClean="0">
              <a:latin typeface="华文行楷" panose="02010800040101010101" pitchFamily="2" charset="-122"/>
              <a:ea typeface="华文行楷" panose="02010800040101010101" pitchFamily="2" charset="-122"/>
              <a:cs typeface="Times New Roman" panose="02020603050405020304" pitchFamily="18" charset="0"/>
            </a:endParaRPr>
          </a:p>
          <a:p>
            <a:pPr algn="ctr">
              <a:lnSpc>
                <a:spcPct val="100000"/>
              </a:lnSpc>
              <a:spcBef>
                <a:spcPts val="0"/>
              </a:spcBef>
              <a:spcAft>
                <a:spcPts val="0"/>
              </a:spcAft>
            </a:pPr>
            <a:r>
              <a:rPr lang="en-US" altLang="zh-CN" sz="2000" b="1" dirty="0" smtClean="0">
                <a:latin typeface="Times New Roman" panose="02020603050405020304" pitchFamily="18" charset="0"/>
                <a:cs typeface="Times New Roman" panose="02020603050405020304" pitchFamily="18" charset="0"/>
              </a:rPr>
              <a:t>Debris flow</a:t>
            </a:r>
            <a:endParaRPr lang="zh-CN" altLang="en-US" sz="2000" b="1" dirty="0">
              <a:latin typeface="Times New Roman" panose="02020603050405020304" pitchFamily="18" charset="0"/>
              <a:cs typeface="Times New Roman" panose="02020603050405020304" pitchFamily="18" charset="0"/>
            </a:endParaRPr>
          </a:p>
        </p:txBody>
      </p:sp>
      <p:pic>
        <p:nvPicPr>
          <p:cNvPr id="22" name="Picture 4" descr="LANDSLIDE IMAGE">
            <a:hlinkClick r:id="rId6"/>
          </p:cNvPr>
          <p:cNvPicPr>
            <a:picLocks noChangeAspect="1" noChangeArrowheads="1"/>
          </p:cNvPicPr>
          <p:nvPr/>
        </p:nvPicPr>
        <p:blipFill rotWithShape="1">
          <a:blip r:embed="rId7" cstate="print"/>
          <a:srcRect l="180" t="740" r="620" b="740"/>
          <a:stretch/>
        </p:blipFill>
        <p:spPr>
          <a:xfrm>
            <a:off x="1239478" y="1383678"/>
            <a:ext cx="2672646" cy="3822643"/>
          </a:xfrm>
          <a:prstGeom prst="rect">
            <a:avLst/>
          </a:prstGeom>
          <a:noFill/>
          <a:ln/>
        </p:spPr>
      </p:pic>
      <p:sp>
        <p:nvSpPr>
          <p:cNvPr id="23" name="TextBox 15"/>
          <p:cNvSpPr txBox="1"/>
          <p:nvPr/>
        </p:nvSpPr>
        <p:spPr>
          <a:xfrm>
            <a:off x="1417942" y="5201316"/>
            <a:ext cx="2232248" cy="446276"/>
          </a:xfrm>
          <a:prstGeom prst="rect">
            <a:avLst/>
          </a:prstGeom>
          <a:noFill/>
        </p:spPr>
        <p:txBody>
          <a:bodyPr wrap="square" rtlCol="0">
            <a:spAutoFit/>
          </a:bodyPr>
          <a:lstStyle/>
          <a:p>
            <a:r>
              <a:rPr lang="en-US" altLang="zh-CN" sz="2000" dirty="0" smtClean="0">
                <a:solidFill>
                  <a:srgbClr val="A50021"/>
                </a:solidFill>
              </a:rPr>
              <a:t>Salvador, 2001</a:t>
            </a:r>
            <a:endParaRPr lang="zh-CN" altLang="en-US" sz="2000" dirty="0">
              <a:solidFill>
                <a:srgbClr val="A50021"/>
              </a:solidFill>
            </a:endParaRPr>
          </a:p>
        </p:txBody>
      </p:sp>
      <p:sp>
        <p:nvSpPr>
          <p:cNvPr id="24" name="Text Box 2"/>
          <p:cNvSpPr txBox="1">
            <a:spLocks noChangeArrowheads="1"/>
          </p:cNvSpPr>
          <p:nvPr/>
        </p:nvSpPr>
        <p:spPr bwMode="auto">
          <a:xfrm>
            <a:off x="2704757" y="5773566"/>
            <a:ext cx="486410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gn="ctr" eaLnBrk="1" hangingPunct="1">
              <a:lnSpc>
                <a:spcPct val="100000"/>
              </a:lnSpc>
              <a:spcBef>
                <a:spcPct val="0"/>
              </a:spcBef>
              <a:spcAft>
                <a:spcPct val="0"/>
              </a:spcAft>
            </a:pPr>
            <a:r>
              <a:rPr kumimoji="1" lang="zh-CN" altLang="en-US" sz="4000" b="1" dirty="0" smtClean="0">
                <a:solidFill>
                  <a:srgbClr val="000066"/>
                </a:solidFill>
                <a:latin typeface="黑体" pitchFamily="2" charset="-122"/>
                <a:ea typeface="黑体" pitchFamily="2" charset="-122"/>
              </a:rPr>
              <a:t>滑坡形式及实例</a:t>
            </a:r>
            <a:endParaRPr kumimoji="1" lang="zh-CN" altLang="en-US" sz="4000" b="1" dirty="0">
              <a:solidFill>
                <a:srgbClr val="000066"/>
              </a:solidFill>
              <a:latin typeface="黑体" pitchFamily="2" charset="-122"/>
              <a:ea typeface="黑体" pitchFamily="2" charset="-122"/>
            </a:endParaRPr>
          </a:p>
        </p:txBody>
      </p:sp>
    </p:spTree>
    <p:extLst>
      <p:ext uri="{BB962C8B-B14F-4D97-AF65-F5344CB8AC3E}">
        <p14:creationId xmlns:p14="http://schemas.microsoft.com/office/powerpoint/2010/main" val="2911299491"/>
      </p:ext>
    </p:extLst>
  </p:cSld>
  <p:clrMapOvr>
    <a:masterClrMapping/>
  </p:clrMapOvr>
  <p:transition spd="med">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repeatCount="4000" fill="hold" grpId="0" nodeType="after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up)">
                                      <p:cBhvr>
                                        <p:cTn id="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17</a:t>
            </a:fld>
            <a:endParaRPr lang="zh-CN" altLang="en-US" dirty="0">
              <a:solidFill>
                <a:srgbClr val="C00000"/>
              </a:solidFill>
            </a:endParaRPr>
          </a:p>
        </p:txBody>
      </p:sp>
      <p:sp>
        <p:nvSpPr>
          <p:cNvPr id="273" name="Text Box 7"/>
          <p:cNvSpPr txBox="1">
            <a:spLocks noChangeArrowheads="1"/>
          </p:cNvSpPr>
          <p:nvPr/>
        </p:nvSpPr>
        <p:spPr bwMode="auto">
          <a:xfrm>
            <a:off x="0" y="0"/>
            <a:ext cx="3714750"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1800" b="1" kern="900" spc="130" dirty="0" smtClean="0">
                <a:solidFill>
                  <a:srgbClr val="000066"/>
                </a:solidFill>
                <a:ea typeface="黑体" panose="02010609060101010101" pitchFamily="49" charset="-122"/>
                <a:cs typeface="Times New Roman" panose="02020603050405020304" pitchFamily="18" charset="0"/>
              </a:rPr>
              <a:t>§7.1  </a:t>
            </a:r>
            <a:r>
              <a:rPr lang="zh-CN" altLang="en-US" sz="1800" b="1" kern="900" spc="130" dirty="0" smtClean="0">
                <a:solidFill>
                  <a:srgbClr val="000066"/>
                </a:solidFill>
                <a:ea typeface="黑体" panose="02010609060101010101" pitchFamily="49" charset="-122"/>
                <a:cs typeface="Times New Roman" panose="02020603050405020304" pitchFamily="18" charset="0"/>
              </a:rPr>
              <a:t>概述 </a:t>
            </a:r>
            <a:r>
              <a:rPr lang="en-US" altLang="zh-CN" sz="1800" b="1" kern="900" spc="130" dirty="0" smtClean="0">
                <a:solidFill>
                  <a:srgbClr val="000066"/>
                </a:solidFill>
                <a:ea typeface="黑体" panose="02010609060101010101" pitchFamily="49" charset="-122"/>
                <a:cs typeface="Times New Roman" panose="02020603050405020304" pitchFamily="18" charset="0"/>
              </a:rPr>
              <a:t>– </a:t>
            </a:r>
            <a:r>
              <a:rPr lang="zh-CN" altLang="en-US" sz="1800" b="1" kern="900" spc="130" dirty="0">
                <a:solidFill>
                  <a:srgbClr val="000066"/>
                </a:solidFill>
                <a:ea typeface="黑体" panose="02010609060101010101" pitchFamily="49" charset="-122"/>
                <a:cs typeface="Times New Roman" panose="02020603050405020304" pitchFamily="18" charset="0"/>
              </a:rPr>
              <a:t>土坡与滑坡</a:t>
            </a:r>
          </a:p>
        </p:txBody>
      </p:sp>
      <p:sp>
        <p:nvSpPr>
          <p:cNvPr id="13" name="Text Box 46"/>
          <p:cNvSpPr txBox="1">
            <a:spLocks noChangeArrowheads="1"/>
          </p:cNvSpPr>
          <p:nvPr/>
        </p:nvSpPr>
        <p:spPr bwMode="auto">
          <a:xfrm>
            <a:off x="464159" y="617150"/>
            <a:ext cx="2514711"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buFont typeface="Wingdings" pitchFamily="2" charset="2"/>
              <a:buChar char="n"/>
            </a:pPr>
            <a:r>
              <a:rPr lang="zh-CN" altLang="en-US" sz="2800" b="1" dirty="0" smtClean="0">
                <a:solidFill>
                  <a:srgbClr val="A50021"/>
                </a:solidFill>
                <a:latin typeface="微软雅黑" panose="020B0503020204020204" pitchFamily="34" charset="-122"/>
                <a:ea typeface="微软雅黑" panose="020B0503020204020204" pitchFamily="34" charset="-122"/>
              </a:rPr>
              <a:t> 深圳大滑坡</a:t>
            </a:r>
            <a:endParaRPr lang="zh-CN" altLang="en-US" sz="2800" b="1" dirty="0">
              <a:solidFill>
                <a:srgbClr val="000066"/>
              </a:solidFill>
              <a:latin typeface="微软雅黑" panose="020B0503020204020204" pitchFamily="34" charset="-122"/>
              <a:ea typeface="微软雅黑" panose="020B0503020204020204" pitchFamily="34" charset="-122"/>
            </a:endParaRPr>
          </a:p>
        </p:txBody>
      </p:sp>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02479" y="1310326"/>
            <a:ext cx="3470021" cy="4190214"/>
          </a:xfrm>
          <a:prstGeom prst="rect">
            <a:avLst/>
          </a:prstGeom>
        </p:spPr>
      </p:pic>
      <p:pic>
        <p:nvPicPr>
          <p:cNvPr id="6" name="图片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20857" y="3240785"/>
            <a:ext cx="3486051" cy="2255040"/>
          </a:xfrm>
          <a:prstGeom prst="rect">
            <a:avLst/>
          </a:prstGeom>
        </p:spPr>
      </p:pic>
      <p:sp>
        <p:nvSpPr>
          <p:cNvPr id="7" name="矩形 6"/>
          <p:cNvSpPr/>
          <p:nvPr/>
        </p:nvSpPr>
        <p:spPr>
          <a:xfrm>
            <a:off x="674017" y="1230921"/>
            <a:ext cx="4623847" cy="1831271"/>
          </a:xfrm>
          <a:prstGeom prst="rect">
            <a:avLst/>
          </a:prstGeom>
        </p:spPr>
        <p:txBody>
          <a:bodyPr wrap="square">
            <a:spAutoFit/>
          </a:bodyPr>
          <a:lstStyle/>
          <a:p>
            <a:pPr algn="just">
              <a:lnSpc>
                <a:spcPct val="110000"/>
              </a:lnSpc>
              <a:spcBef>
                <a:spcPts val="0"/>
              </a:spcBef>
            </a:pPr>
            <a:r>
              <a:rPr lang="en-US" altLang="zh-CN" sz="2000" dirty="0">
                <a:solidFill>
                  <a:srgbClr val="222222"/>
                </a:solidFill>
                <a:latin typeface="Microsoft YaHei" panose="020B0503020204020204" pitchFamily="34" charset="-122"/>
                <a:ea typeface="Microsoft YaHei" panose="020B0503020204020204" pitchFamily="34" charset="-122"/>
              </a:rPr>
              <a:t>2015</a:t>
            </a:r>
            <a:r>
              <a:rPr lang="zh-CN" altLang="en-US" sz="2000" dirty="0">
                <a:solidFill>
                  <a:srgbClr val="222222"/>
                </a:solidFill>
                <a:latin typeface="Microsoft YaHei" panose="020B0503020204020204" pitchFamily="34" charset="-122"/>
                <a:ea typeface="Microsoft YaHei" panose="020B0503020204020204" pitchFamily="34" charset="-122"/>
              </a:rPr>
              <a:t>年</a:t>
            </a:r>
            <a:r>
              <a:rPr lang="en-US" altLang="zh-CN" sz="2000" dirty="0">
                <a:solidFill>
                  <a:srgbClr val="222222"/>
                </a:solidFill>
                <a:latin typeface="Microsoft YaHei" panose="020B0503020204020204" pitchFamily="34" charset="-122"/>
                <a:ea typeface="Microsoft YaHei" panose="020B0503020204020204" pitchFamily="34" charset="-122"/>
              </a:rPr>
              <a:t>12</a:t>
            </a:r>
            <a:r>
              <a:rPr lang="zh-CN" altLang="en-US" sz="2000" dirty="0">
                <a:solidFill>
                  <a:srgbClr val="222222"/>
                </a:solidFill>
                <a:latin typeface="Microsoft YaHei" panose="020B0503020204020204" pitchFamily="34" charset="-122"/>
                <a:ea typeface="Microsoft YaHei" panose="020B0503020204020204" pitchFamily="34" charset="-122"/>
              </a:rPr>
              <a:t>月</a:t>
            </a:r>
            <a:r>
              <a:rPr lang="en-US" altLang="zh-CN" sz="2000" dirty="0">
                <a:solidFill>
                  <a:srgbClr val="222222"/>
                </a:solidFill>
                <a:latin typeface="Microsoft YaHei" panose="020B0503020204020204" pitchFamily="34" charset="-122"/>
                <a:ea typeface="Microsoft YaHei" panose="020B0503020204020204" pitchFamily="34" charset="-122"/>
              </a:rPr>
              <a:t>20</a:t>
            </a:r>
            <a:r>
              <a:rPr lang="zh-CN" altLang="en-US" sz="2000" dirty="0">
                <a:solidFill>
                  <a:srgbClr val="222222"/>
                </a:solidFill>
                <a:latin typeface="Microsoft YaHei" panose="020B0503020204020204" pitchFamily="34" charset="-122"/>
                <a:ea typeface="Microsoft YaHei" panose="020B0503020204020204" pitchFamily="34" charset="-122"/>
              </a:rPr>
              <a:t>日</a:t>
            </a:r>
            <a:r>
              <a:rPr lang="en-US" altLang="zh-CN" sz="2000" dirty="0">
                <a:solidFill>
                  <a:srgbClr val="222222"/>
                </a:solidFill>
                <a:latin typeface="Microsoft YaHei" panose="020B0503020204020204" pitchFamily="34" charset="-122"/>
                <a:ea typeface="Microsoft YaHei" panose="020B0503020204020204" pitchFamily="34" charset="-122"/>
              </a:rPr>
              <a:t>11</a:t>
            </a:r>
            <a:r>
              <a:rPr lang="zh-CN" altLang="en-US" sz="2000" dirty="0">
                <a:solidFill>
                  <a:srgbClr val="222222"/>
                </a:solidFill>
                <a:latin typeface="Microsoft YaHei" panose="020B0503020204020204" pitchFamily="34" charset="-122"/>
                <a:ea typeface="Microsoft YaHei" panose="020B0503020204020204" pitchFamily="34" charset="-122"/>
              </a:rPr>
              <a:t>时</a:t>
            </a:r>
            <a:r>
              <a:rPr lang="en-US" altLang="zh-CN" sz="2000" dirty="0">
                <a:solidFill>
                  <a:srgbClr val="222222"/>
                </a:solidFill>
                <a:latin typeface="Microsoft YaHei" panose="020B0503020204020204" pitchFamily="34" charset="-122"/>
                <a:ea typeface="Microsoft YaHei" panose="020B0503020204020204" pitchFamily="34" charset="-122"/>
              </a:rPr>
              <a:t>40</a:t>
            </a:r>
            <a:r>
              <a:rPr lang="zh-CN" altLang="en-US" sz="2000" dirty="0">
                <a:solidFill>
                  <a:srgbClr val="222222"/>
                </a:solidFill>
                <a:latin typeface="Microsoft YaHei" panose="020B0503020204020204" pitchFamily="34" charset="-122"/>
                <a:ea typeface="Microsoft YaHei" panose="020B0503020204020204" pitchFamily="34" charset="-122"/>
              </a:rPr>
              <a:t>分，位于</a:t>
            </a:r>
            <a:r>
              <a:rPr lang="zh-CN" altLang="en-US" sz="2000" dirty="0" smtClean="0">
                <a:solidFill>
                  <a:srgbClr val="222222"/>
                </a:solidFill>
                <a:latin typeface="Microsoft YaHei" panose="020B0503020204020204" pitchFamily="34" charset="-122"/>
                <a:ea typeface="Microsoft YaHei" panose="020B0503020204020204" pitchFamily="34" charset="-122"/>
              </a:rPr>
              <a:t>深圳光明</a:t>
            </a:r>
            <a:r>
              <a:rPr lang="zh-CN" altLang="en-US" sz="2000" dirty="0">
                <a:solidFill>
                  <a:srgbClr val="222222"/>
                </a:solidFill>
                <a:latin typeface="Microsoft YaHei" panose="020B0503020204020204" pitchFamily="34" charset="-122"/>
                <a:ea typeface="Microsoft YaHei" panose="020B0503020204020204" pitchFamily="34" charset="-122"/>
              </a:rPr>
              <a:t>新区</a:t>
            </a:r>
            <a:r>
              <a:rPr lang="zh-CN" altLang="en-US" sz="2000" dirty="0" smtClean="0">
                <a:solidFill>
                  <a:srgbClr val="222222"/>
                </a:solidFill>
                <a:latin typeface="Microsoft YaHei" panose="020B0503020204020204" pitchFamily="34" charset="-122"/>
                <a:ea typeface="Microsoft YaHei" panose="020B0503020204020204" pitchFamily="34" charset="-122"/>
              </a:rPr>
              <a:t>的一渣土</a:t>
            </a:r>
            <a:r>
              <a:rPr lang="zh-CN" altLang="en-US" sz="2000" dirty="0">
                <a:solidFill>
                  <a:srgbClr val="222222"/>
                </a:solidFill>
                <a:latin typeface="Microsoft YaHei" panose="020B0503020204020204" pitchFamily="34" charset="-122"/>
                <a:ea typeface="Microsoft YaHei" panose="020B0503020204020204" pitchFamily="34" charset="-122"/>
              </a:rPr>
              <a:t>受纳场发生山体滑坡。</a:t>
            </a:r>
          </a:p>
          <a:p>
            <a:pPr algn="just">
              <a:lnSpc>
                <a:spcPct val="110000"/>
              </a:lnSpc>
              <a:spcBef>
                <a:spcPts val="0"/>
              </a:spcBef>
            </a:pPr>
            <a:r>
              <a:rPr lang="zh-CN" altLang="en-US" sz="2000" dirty="0" smtClean="0">
                <a:solidFill>
                  <a:srgbClr val="222222"/>
                </a:solidFill>
                <a:latin typeface="Microsoft YaHei" panose="020B0503020204020204" pitchFamily="34" charset="-122"/>
                <a:ea typeface="Microsoft YaHei" panose="020B0503020204020204" pitchFamily="34" charset="-122"/>
              </a:rPr>
              <a:t>事故</a:t>
            </a:r>
            <a:r>
              <a:rPr lang="zh-CN" altLang="en-US" sz="2000" dirty="0">
                <a:solidFill>
                  <a:srgbClr val="222222"/>
                </a:solidFill>
                <a:latin typeface="Microsoft YaHei" panose="020B0503020204020204" pitchFamily="34" charset="-122"/>
                <a:ea typeface="Microsoft YaHei" panose="020B0503020204020204" pitchFamily="34" charset="-122"/>
              </a:rPr>
              <a:t>造成</a:t>
            </a:r>
            <a:r>
              <a:rPr lang="en-US" altLang="zh-CN" sz="2000" dirty="0">
                <a:solidFill>
                  <a:srgbClr val="222222"/>
                </a:solidFill>
                <a:latin typeface="Microsoft YaHei" panose="020B0503020204020204" pitchFamily="34" charset="-122"/>
                <a:ea typeface="Microsoft YaHei" panose="020B0503020204020204" pitchFamily="34" charset="-122"/>
              </a:rPr>
              <a:t>73</a:t>
            </a:r>
            <a:r>
              <a:rPr lang="zh-CN" altLang="en-US" sz="2000" dirty="0">
                <a:solidFill>
                  <a:srgbClr val="222222"/>
                </a:solidFill>
                <a:latin typeface="Microsoft YaHei" panose="020B0503020204020204" pitchFamily="34" charset="-122"/>
                <a:ea typeface="Microsoft YaHei" panose="020B0503020204020204" pitchFamily="34" charset="-122"/>
              </a:rPr>
              <a:t>人死亡，</a:t>
            </a:r>
            <a:r>
              <a:rPr lang="en-US" altLang="zh-CN" sz="2000" dirty="0">
                <a:solidFill>
                  <a:srgbClr val="222222"/>
                </a:solidFill>
                <a:latin typeface="Microsoft YaHei" panose="020B0503020204020204" pitchFamily="34" charset="-122"/>
                <a:ea typeface="Microsoft YaHei" panose="020B0503020204020204" pitchFamily="34" charset="-122"/>
              </a:rPr>
              <a:t>4</a:t>
            </a:r>
            <a:r>
              <a:rPr lang="zh-CN" altLang="en-US" sz="2000" dirty="0">
                <a:solidFill>
                  <a:srgbClr val="222222"/>
                </a:solidFill>
                <a:latin typeface="Microsoft YaHei" panose="020B0503020204020204" pitchFamily="34" charset="-122"/>
                <a:ea typeface="Microsoft YaHei" panose="020B0503020204020204" pitchFamily="34" charset="-122"/>
              </a:rPr>
              <a:t>人</a:t>
            </a:r>
            <a:r>
              <a:rPr lang="zh-CN" altLang="en-US" sz="2000" dirty="0" smtClean="0">
                <a:solidFill>
                  <a:srgbClr val="222222"/>
                </a:solidFill>
                <a:latin typeface="Microsoft YaHei" panose="020B0503020204020204" pitchFamily="34" charset="-122"/>
                <a:ea typeface="Microsoft YaHei" panose="020B0503020204020204" pitchFamily="34" charset="-122"/>
              </a:rPr>
              <a:t>下落不明，</a:t>
            </a:r>
            <a:r>
              <a:rPr lang="en-US" altLang="zh-CN" sz="2000" dirty="0">
                <a:solidFill>
                  <a:srgbClr val="222222"/>
                </a:solidFill>
                <a:latin typeface="Microsoft YaHei" panose="020B0503020204020204" pitchFamily="34" charset="-122"/>
                <a:ea typeface="Microsoft YaHei" panose="020B0503020204020204" pitchFamily="34" charset="-122"/>
              </a:rPr>
              <a:t>33</a:t>
            </a:r>
            <a:r>
              <a:rPr lang="zh-CN" altLang="en-US" sz="2000" dirty="0">
                <a:solidFill>
                  <a:srgbClr val="222222"/>
                </a:solidFill>
                <a:latin typeface="Microsoft YaHei" panose="020B0503020204020204" pitchFamily="34" charset="-122"/>
                <a:ea typeface="Microsoft YaHei" panose="020B0503020204020204" pitchFamily="34" charset="-122"/>
              </a:rPr>
              <a:t>栋</a:t>
            </a:r>
            <a:r>
              <a:rPr lang="zh-CN" altLang="en-US" sz="2000" dirty="0" smtClean="0">
                <a:solidFill>
                  <a:srgbClr val="222222"/>
                </a:solidFill>
                <a:latin typeface="Microsoft YaHei" panose="020B0503020204020204" pitchFamily="34" charset="-122"/>
                <a:ea typeface="Microsoft YaHei" panose="020B0503020204020204" pitchFamily="34" charset="-122"/>
              </a:rPr>
              <a:t>建筑物被</a:t>
            </a:r>
            <a:r>
              <a:rPr lang="zh-CN" altLang="en-US" sz="2000" dirty="0">
                <a:solidFill>
                  <a:srgbClr val="222222"/>
                </a:solidFill>
                <a:latin typeface="Microsoft YaHei" panose="020B0503020204020204" pitchFamily="34" charset="-122"/>
                <a:ea typeface="Microsoft YaHei" panose="020B0503020204020204" pitchFamily="34" charset="-122"/>
              </a:rPr>
              <a:t>损毁、</a:t>
            </a:r>
            <a:r>
              <a:rPr lang="zh-CN" altLang="en-US" sz="2000" dirty="0" smtClean="0">
                <a:solidFill>
                  <a:srgbClr val="222222"/>
                </a:solidFill>
                <a:latin typeface="Microsoft YaHei" panose="020B0503020204020204" pitchFamily="34" charset="-122"/>
                <a:ea typeface="Microsoft YaHei" panose="020B0503020204020204" pitchFamily="34" charset="-122"/>
              </a:rPr>
              <a:t>掩埋。</a:t>
            </a:r>
            <a:r>
              <a:rPr lang="zh-CN" altLang="en-US" sz="2000" dirty="0">
                <a:solidFill>
                  <a:srgbClr val="222222"/>
                </a:solidFill>
                <a:latin typeface="Microsoft YaHei" panose="020B0503020204020204" pitchFamily="34" charset="-122"/>
                <a:ea typeface="Microsoft YaHei" panose="020B0503020204020204" pitchFamily="34" charset="-122"/>
              </a:rPr>
              <a:t>事故造成直接经济损失为</a:t>
            </a:r>
            <a:r>
              <a:rPr lang="en-US" altLang="zh-CN" sz="2000" dirty="0">
                <a:solidFill>
                  <a:srgbClr val="222222"/>
                </a:solidFill>
                <a:latin typeface="Microsoft YaHei" panose="020B0503020204020204" pitchFamily="34" charset="-122"/>
                <a:ea typeface="Microsoft YaHei" panose="020B0503020204020204" pitchFamily="34" charset="-122"/>
              </a:rPr>
              <a:t>8.81</a:t>
            </a:r>
            <a:r>
              <a:rPr lang="zh-CN" altLang="en-US" sz="2000" dirty="0">
                <a:solidFill>
                  <a:srgbClr val="222222"/>
                </a:solidFill>
                <a:latin typeface="Microsoft YaHei" panose="020B0503020204020204" pitchFamily="34" charset="-122"/>
                <a:ea typeface="Microsoft YaHei" panose="020B0503020204020204" pitchFamily="34" charset="-122"/>
              </a:rPr>
              <a:t>亿元。</a:t>
            </a:r>
            <a:endParaRPr lang="zh-CN" altLang="en-US" sz="2000" b="0" i="0" dirty="0">
              <a:solidFill>
                <a:srgbClr val="222222"/>
              </a:solidFill>
              <a:effectLst/>
              <a:latin typeface="Microsoft YaHei" panose="020B0503020204020204" pitchFamily="34" charset="-122"/>
              <a:ea typeface="Microsoft YaHei" panose="020B0503020204020204" pitchFamily="34" charset="-122"/>
            </a:endParaRPr>
          </a:p>
        </p:txBody>
      </p:sp>
      <p:sp>
        <p:nvSpPr>
          <p:cNvPr id="20" name="Text Box 2"/>
          <p:cNvSpPr txBox="1">
            <a:spLocks noChangeArrowheads="1"/>
          </p:cNvSpPr>
          <p:nvPr/>
        </p:nvSpPr>
        <p:spPr bwMode="auto">
          <a:xfrm>
            <a:off x="2704757" y="5773566"/>
            <a:ext cx="486410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gn="ctr" eaLnBrk="1" hangingPunct="1">
              <a:lnSpc>
                <a:spcPct val="100000"/>
              </a:lnSpc>
              <a:spcBef>
                <a:spcPct val="0"/>
              </a:spcBef>
              <a:spcAft>
                <a:spcPct val="0"/>
              </a:spcAft>
            </a:pPr>
            <a:r>
              <a:rPr kumimoji="1" lang="zh-CN" altLang="en-US" sz="4000" b="1" dirty="0" smtClean="0">
                <a:solidFill>
                  <a:srgbClr val="000066"/>
                </a:solidFill>
                <a:latin typeface="黑体" pitchFamily="2" charset="-122"/>
                <a:ea typeface="黑体" pitchFamily="2" charset="-122"/>
              </a:rPr>
              <a:t>滑坡实例</a:t>
            </a:r>
            <a:endParaRPr kumimoji="1" lang="zh-CN" altLang="en-US" sz="4000" b="1" dirty="0">
              <a:solidFill>
                <a:srgbClr val="000066"/>
              </a:solidFill>
              <a:latin typeface="黑体" pitchFamily="2" charset="-122"/>
              <a:ea typeface="黑体" pitchFamily="2" charset="-122"/>
            </a:endParaRPr>
          </a:p>
        </p:txBody>
      </p:sp>
    </p:spTree>
    <p:extLst>
      <p:ext uri="{BB962C8B-B14F-4D97-AF65-F5344CB8AC3E}">
        <p14:creationId xmlns:p14="http://schemas.microsoft.com/office/powerpoint/2010/main" val="1845915872"/>
      </p:ext>
    </p:extLst>
  </p:cSld>
  <p:clrMapOvr>
    <a:masterClrMapping/>
  </p:clrMapOvr>
  <p:transition spd="med">
    <p:wipe dir="d"/>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18</a:t>
            </a:fld>
            <a:endParaRPr lang="zh-CN" altLang="en-US" dirty="0">
              <a:solidFill>
                <a:srgbClr val="C00000"/>
              </a:solidFill>
            </a:endParaRPr>
          </a:p>
        </p:txBody>
      </p:sp>
      <p:sp>
        <p:nvSpPr>
          <p:cNvPr id="273" name="Text Box 7"/>
          <p:cNvSpPr txBox="1">
            <a:spLocks noChangeArrowheads="1"/>
          </p:cNvSpPr>
          <p:nvPr/>
        </p:nvSpPr>
        <p:spPr bwMode="auto">
          <a:xfrm>
            <a:off x="0" y="0"/>
            <a:ext cx="3714750"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1800" b="1" kern="900" spc="130" dirty="0" smtClean="0">
                <a:solidFill>
                  <a:srgbClr val="000066"/>
                </a:solidFill>
                <a:ea typeface="黑体" panose="02010609060101010101" pitchFamily="49" charset="-122"/>
                <a:cs typeface="Times New Roman" panose="02020603050405020304" pitchFamily="18" charset="0"/>
              </a:rPr>
              <a:t>§7.1  </a:t>
            </a:r>
            <a:r>
              <a:rPr lang="zh-CN" altLang="en-US" sz="1800" b="1" kern="900" spc="130" dirty="0" smtClean="0">
                <a:solidFill>
                  <a:srgbClr val="000066"/>
                </a:solidFill>
                <a:ea typeface="黑体" panose="02010609060101010101" pitchFamily="49" charset="-122"/>
                <a:cs typeface="Times New Roman" panose="02020603050405020304" pitchFamily="18" charset="0"/>
              </a:rPr>
              <a:t>概述 </a:t>
            </a:r>
            <a:r>
              <a:rPr lang="en-US" altLang="zh-CN" sz="1800" b="1" kern="900" spc="130" dirty="0" smtClean="0">
                <a:solidFill>
                  <a:srgbClr val="000066"/>
                </a:solidFill>
                <a:ea typeface="黑体" panose="02010609060101010101" pitchFamily="49" charset="-122"/>
                <a:cs typeface="Times New Roman" panose="02020603050405020304" pitchFamily="18" charset="0"/>
              </a:rPr>
              <a:t>– </a:t>
            </a:r>
            <a:r>
              <a:rPr lang="zh-CN" altLang="en-US" sz="1800" b="1" kern="900" spc="130" dirty="0">
                <a:solidFill>
                  <a:srgbClr val="000066"/>
                </a:solidFill>
                <a:ea typeface="黑体" panose="02010609060101010101" pitchFamily="49" charset="-122"/>
                <a:cs typeface="Times New Roman" panose="02020603050405020304" pitchFamily="18" charset="0"/>
              </a:rPr>
              <a:t>土坡与滑坡</a:t>
            </a:r>
          </a:p>
        </p:txBody>
      </p:sp>
      <p:sp>
        <p:nvSpPr>
          <p:cNvPr id="13" name="Text Box 46"/>
          <p:cNvSpPr txBox="1">
            <a:spLocks noChangeArrowheads="1"/>
          </p:cNvSpPr>
          <p:nvPr/>
        </p:nvSpPr>
        <p:spPr bwMode="auto">
          <a:xfrm>
            <a:off x="464159" y="767980"/>
            <a:ext cx="2514711"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buFont typeface="Wingdings" pitchFamily="2" charset="2"/>
              <a:buChar char="n"/>
            </a:pPr>
            <a:r>
              <a:rPr lang="zh-CN" altLang="en-US" sz="2800" b="1" dirty="0" smtClean="0">
                <a:solidFill>
                  <a:srgbClr val="A50021"/>
                </a:solidFill>
                <a:latin typeface="微软雅黑" panose="020B0503020204020204" pitchFamily="34" charset="-122"/>
                <a:ea typeface="微软雅黑" panose="020B0503020204020204" pitchFamily="34" charset="-122"/>
              </a:rPr>
              <a:t> 深圳大滑坡</a:t>
            </a:r>
            <a:endParaRPr lang="zh-CN" altLang="en-US" sz="2800" b="1" dirty="0">
              <a:solidFill>
                <a:srgbClr val="000066"/>
              </a:solidFill>
              <a:latin typeface="微软雅黑" panose="020B0503020204020204" pitchFamily="34" charset="-122"/>
              <a:ea typeface="微软雅黑" panose="020B0503020204020204" pitchFamily="34" charset="-122"/>
            </a:endParaRPr>
          </a:p>
        </p:txBody>
      </p:sp>
      <p:sp>
        <p:nvSpPr>
          <p:cNvPr id="23" name="TextBox 15"/>
          <p:cNvSpPr txBox="1"/>
          <p:nvPr/>
        </p:nvSpPr>
        <p:spPr>
          <a:xfrm>
            <a:off x="4915287" y="308801"/>
            <a:ext cx="2232248" cy="410882"/>
          </a:xfrm>
          <a:prstGeom prst="rect">
            <a:avLst/>
          </a:prstGeom>
          <a:noFill/>
        </p:spPr>
        <p:txBody>
          <a:bodyPr wrap="square" rtlCol="0">
            <a:spAutoFit/>
          </a:bodyPr>
          <a:lstStyle/>
          <a:p>
            <a:r>
              <a:rPr lang="zh-CN" altLang="en-US" sz="1800" b="1" dirty="0">
                <a:solidFill>
                  <a:srgbClr val="A50021"/>
                </a:solidFill>
                <a:latin typeface="黑体" panose="02010609060101010101" pitchFamily="49" charset="-122"/>
                <a:ea typeface="黑体" panose="02010609060101010101" pitchFamily="49" charset="-122"/>
              </a:rPr>
              <a:t>滑坡区</a:t>
            </a:r>
            <a:r>
              <a:rPr lang="zh-CN" altLang="en-US" sz="1800" b="1" dirty="0" smtClean="0">
                <a:solidFill>
                  <a:srgbClr val="A50021"/>
                </a:solidFill>
                <a:latin typeface="黑体" panose="02010609060101010101" pitchFamily="49" charset="-122"/>
                <a:ea typeface="黑体" panose="02010609060101010101" pitchFamily="49" charset="-122"/>
              </a:rPr>
              <a:t>航</a:t>
            </a:r>
            <a:r>
              <a:rPr lang="zh-CN" altLang="en-US" sz="1800" b="1" dirty="0">
                <a:solidFill>
                  <a:srgbClr val="A50021"/>
                </a:solidFill>
                <a:latin typeface="黑体" panose="02010609060101010101" pitchFamily="49" charset="-122"/>
                <a:ea typeface="黑体" panose="02010609060101010101" pitchFamily="49" charset="-122"/>
              </a:rPr>
              <a:t>拍照</a:t>
            </a:r>
            <a:r>
              <a:rPr lang="zh-CN" altLang="en-US" sz="1800" b="1" dirty="0" smtClean="0">
                <a:solidFill>
                  <a:srgbClr val="A50021"/>
                </a:solidFill>
                <a:latin typeface="黑体" panose="02010609060101010101" pitchFamily="49" charset="-122"/>
                <a:ea typeface="黑体" panose="02010609060101010101" pitchFamily="49" charset="-122"/>
              </a:rPr>
              <a:t>片</a:t>
            </a:r>
            <a:endParaRPr lang="zh-CN" altLang="en-US" sz="1800" b="1" dirty="0">
              <a:solidFill>
                <a:srgbClr val="A50021"/>
              </a:solidFill>
              <a:latin typeface="黑体" panose="02010609060101010101" pitchFamily="49" charset="-122"/>
              <a:ea typeface="黑体" panose="02010609060101010101" pitchFamily="49" charset="-122"/>
            </a:endParaRPr>
          </a:p>
        </p:txBody>
      </p:sp>
      <p:pic>
        <p:nvPicPr>
          <p:cNvPr id="3" name="图片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84402" y="1819375"/>
            <a:ext cx="2383901" cy="2871234"/>
          </a:xfrm>
          <a:prstGeom prst="rect">
            <a:avLst/>
          </a:prstGeom>
        </p:spPr>
      </p:pic>
      <p:sp>
        <p:nvSpPr>
          <p:cNvPr id="4" name="矩形 3"/>
          <p:cNvSpPr/>
          <p:nvPr/>
        </p:nvSpPr>
        <p:spPr>
          <a:xfrm>
            <a:off x="1860526" y="4918071"/>
            <a:ext cx="2877711" cy="340093"/>
          </a:xfrm>
          <a:prstGeom prst="rect">
            <a:avLst/>
          </a:prstGeom>
        </p:spPr>
        <p:txBody>
          <a:bodyPr wrap="none">
            <a:spAutoFit/>
          </a:bodyPr>
          <a:lstStyle/>
          <a:p>
            <a:r>
              <a:rPr lang="zh-CN" altLang="en-US" b="1" dirty="0">
                <a:solidFill>
                  <a:srgbClr val="A50021"/>
                </a:solidFill>
                <a:latin typeface="黑体" panose="02010609060101010101" pitchFamily="49" charset="-122"/>
                <a:ea typeface="黑体" panose="02010609060101010101" pitchFamily="49" charset="-122"/>
              </a:rPr>
              <a:t>手机记录现场：泥土冲起几十米高</a:t>
            </a:r>
          </a:p>
        </p:txBody>
      </p:sp>
      <p:pic>
        <p:nvPicPr>
          <p:cNvPr id="1748994" name="Picture 2" descr="https://timgsa.baidu.com/timg?image&amp;quality=80&amp;size=b9999_10000&amp;sec=1520095830287&amp;di=a35f1869ef46b0010f083d7e0aecbe5d&amp;imgtype=0&amp;src=http%3A%2F%2Fscitech.people.com.cn%2FNMediaFile%2F2015%2F1224%2FMAIN201512241535000330836198635.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31270" y="743242"/>
            <a:ext cx="4001646" cy="2196459"/>
          </a:xfrm>
          <a:prstGeom prst="rect">
            <a:avLst/>
          </a:prstGeom>
          <a:noFill/>
          <a:extLst>
            <a:ext uri="{909E8E84-426E-40DD-AFC4-6F175D3DCCD1}">
              <a14:hiddenFill xmlns:a14="http://schemas.microsoft.com/office/drawing/2010/main">
                <a:solidFill>
                  <a:srgbClr val="FFFFFF"/>
                </a:solidFill>
              </a14:hiddenFill>
            </a:ext>
          </a:extLst>
        </p:spPr>
      </p:pic>
      <p:sp>
        <p:nvSpPr>
          <p:cNvPr id="16" name="TextBox 15"/>
          <p:cNvSpPr txBox="1"/>
          <p:nvPr/>
        </p:nvSpPr>
        <p:spPr>
          <a:xfrm>
            <a:off x="5868966" y="5425109"/>
            <a:ext cx="2232248" cy="370166"/>
          </a:xfrm>
          <a:prstGeom prst="rect">
            <a:avLst/>
          </a:prstGeom>
          <a:noFill/>
        </p:spPr>
        <p:txBody>
          <a:bodyPr wrap="square" rtlCol="0">
            <a:spAutoFit/>
          </a:bodyPr>
          <a:lstStyle/>
          <a:p>
            <a:r>
              <a:rPr lang="zh-CN" altLang="en-US" sz="1800" b="1" dirty="0" smtClean="0">
                <a:solidFill>
                  <a:srgbClr val="A50021"/>
                </a:solidFill>
                <a:latin typeface="黑体" panose="02010609060101010101" pitchFamily="49" charset="-122"/>
                <a:ea typeface="黑体" panose="02010609060101010101" pitchFamily="49" charset="-122"/>
              </a:rPr>
              <a:t>纵剖面对比图</a:t>
            </a:r>
            <a:endParaRPr lang="zh-CN" altLang="en-US" sz="1800" b="1" dirty="0">
              <a:solidFill>
                <a:srgbClr val="A50021"/>
              </a:solidFill>
              <a:latin typeface="黑体" panose="02010609060101010101" pitchFamily="49" charset="-122"/>
              <a:ea typeface="黑体" panose="02010609060101010101" pitchFamily="49" charset="-122"/>
            </a:endParaRPr>
          </a:p>
        </p:txBody>
      </p:sp>
      <p:pic>
        <p:nvPicPr>
          <p:cNvPr id="5" name="图片 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817100" y="3001061"/>
            <a:ext cx="4053523" cy="2476703"/>
          </a:xfrm>
          <a:prstGeom prst="rect">
            <a:avLst/>
          </a:prstGeom>
        </p:spPr>
      </p:pic>
      <p:sp>
        <p:nvSpPr>
          <p:cNvPr id="14" name="AutoShape 12">
            <a:hlinkClick r:id="rId6" action="ppaction://hlinkfile" highlightClick="1"/>
          </p:cNvPr>
          <p:cNvSpPr>
            <a:spLocks noChangeArrowheads="1"/>
          </p:cNvSpPr>
          <p:nvPr/>
        </p:nvSpPr>
        <p:spPr bwMode="auto">
          <a:xfrm>
            <a:off x="584901" y="2333714"/>
            <a:ext cx="988642" cy="850484"/>
          </a:xfrm>
          <a:prstGeom prst="actionButtonMovie">
            <a:avLst/>
          </a:prstGeom>
          <a:solidFill>
            <a:schemeClr val="accent2">
              <a:lumMod val="50000"/>
            </a:schemeClr>
          </a:solidFill>
          <a:ln>
            <a:noFill/>
          </a:ln>
          <a:extLst/>
        </p:spPr>
        <p:txBody>
          <a:bodyPr wrap="square" lIns="90000" tIns="46800" rIns="90000" bIns="46800" anchor="ctr">
            <a:spAutoFit/>
          </a:bodyPr>
          <a:lstStyle/>
          <a:p>
            <a:endParaRPr lang="zh-CN" altLang="en-US"/>
          </a:p>
        </p:txBody>
      </p:sp>
      <p:sp>
        <p:nvSpPr>
          <p:cNvPr id="17" name="TextBox 12"/>
          <p:cNvSpPr txBox="1"/>
          <p:nvPr/>
        </p:nvSpPr>
        <p:spPr>
          <a:xfrm>
            <a:off x="554562" y="3387262"/>
            <a:ext cx="1011614" cy="800219"/>
          </a:xfrm>
          <a:prstGeom prst="rect">
            <a:avLst/>
          </a:prstGeom>
          <a:noFill/>
        </p:spPr>
        <p:txBody>
          <a:bodyPr wrap="square" rtlCol="0">
            <a:spAutoFit/>
          </a:bodyPr>
          <a:lstStyle/>
          <a:p>
            <a:r>
              <a:rPr lang="zh-CN" altLang="en-US" sz="2000" b="1" spc="-160" dirty="0" smtClean="0">
                <a:solidFill>
                  <a:srgbClr val="C00000"/>
                </a:solidFill>
                <a:latin typeface="+mn-ea"/>
                <a:ea typeface="+mn-ea"/>
              </a:rPr>
              <a:t>建筑</a:t>
            </a:r>
            <a:r>
              <a:rPr lang="zh-CN" altLang="en-US" sz="2000" b="1" spc="-160" dirty="0">
                <a:solidFill>
                  <a:srgbClr val="C00000"/>
                </a:solidFill>
                <a:latin typeface="+mn-ea"/>
                <a:ea typeface="+mn-ea"/>
              </a:rPr>
              <a:t>坍塌实拍</a:t>
            </a:r>
          </a:p>
        </p:txBody>
      </p:sp>
      <p:sp>
        <p:nvSpPr>
          <p:cNvPr id="18" name="Text Box 2"/>
          <p:cNvSpPr txBox="1">
            <a:spLocks noChangeArrowheads="1"/>
          </p:cNvSpPr>
          <p:nvPr/>
        </p:nvSpPr>
        <p:spPr bwMode="auto">
          <a:xfrm>
            <a:off x="2704757" y="5773566"/>
            <a:ext cx="486410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gn="ctr" eaLnBrk="1" hangingPunct="1">
              <a:lnSpc>
                <a:spcPct val="100000"/>
              </a:lnSpc>
              <a:spcBef>
                <a:spcPct val="0"/>
              </a:spcBef>
              <a:spcAft>
                <a:spcPct val="0"/>
              </a:spcAft>
            </a:pPr>
            <a:r>
              <a:rPr kumimoji="1" lang="zh-CN" altLang="en-US" sz="4000" b="1" dirty="0" smtClean="0">
                <a:solidFill>
                  <a:srgbClr val="000066"/>
                </a:solidFill>
                <a:latin typeface="黑体" pitchFamily="2" charset="-122"/>
                <a:ea typeface="黑体" pitchFamily="2" charset="-122"/>
              </a:rPr>
              <a:t>滑坡实例</a:t>
            </a:r>
            <a:endParaRPr kumimoji="1" lang="zh-CN" altLang="en-US" sz="4000" b="1" dirty="0">
              <a:solidFill>
                <a:srgbClr val="000066"/>
              </a:solidFill>
              <a:latin typeface="黑体" pitchFamily="2" charset="-122"/>
              <a:ea typeface="黑体" pitchFamily="2" charset="-122"/>
            </a:endParaRPr>
          </a:p>
        </p:txBody>
      </p:sp>
    </p:spTree>
    <p:extLst>
      <p:ext uri="{BB962C8B-B14F-4D97-AF65-F5344CB8AC3E}">
        <p14:creationId xmlns:p14="http://schemas.microsoft.com/office/powerpoint/2010/main" val="650970299"/>
      </p:ext>
    </p:extLst>
  </p:cSld>
  <p:clrMapOvr>
    <a:masterClrMapping/>
  </p:clrMapOvr>
  <p:transition spd="med">
    <p:wipe dir="d"/>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19</a:t>
            </a:fld>
            <a:endParaRPr lang="zh-CN" altLang="en-US" dirty="0">
              <a:solidFill>
                <a:srgbClr val="C00000"/>
              </a:solidFill>
            </a:endParaRPr>
          </a:p>
        </p:txBody>
      </p:sp>
      <p:sp>
        <p:nvSpPr>
          <p:cNvPr id="222" name="Text Box 2"/>
          <p:cNvSpPr txBox="1">
            <a:spLocks noChangeArrowheads="1"/>
          </p:cNvSpPr>
          <p:nvPr/>
        </p:nvSpPr>
        <p:spPr bwMode="auto">
          <a:xfrm>
            <a:off x="2591633" y="5773566"/>
            <a:ext cx="486410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gn="ctr" eaLnBrk="1" hangingPunct="1">
              <a:lnSpc>
                <a:spcPct val="100000"/>
              </a:lnSpc>
              <a:spcBef>
                <a:spcPct val="0"/>
              </a:spcBef>
              <a:spcAft>
                <a:spcPct val="0"/>
              </a:spcAft>
            </a:pPr>
            <a:r>
              <a:rPr kumimoji="1" lang="zh-CN" altLang="en-US" sz="4000" b="1" dirty="0">
                <a:solidFill>
                  <a:srgbClr val="000066"/>
                </a:solidFill>
                <a:latin typeface="黑体" pitchFamily="2" charset="-122"/>
                <a:ea typeface="黑体" pitchFamily="2" charset="-122"/>
              </a:rPr>
              <a:t>滑坡的主要诱因</a:t>
            </a:r>
          </a:p>
        </p:txBody>
      </p:sp>
      <p:sp>
        <p:nvSpPr>
          <p:cNvPr id="273" name="Text Box 7"/>
          <p:cNvSpPr txBox="1">
            <a:spLocks noChangeArrowheads="1"/>
          </p:cNvSpPr>
          <p:nvPr/>
        </p:nvSpPr>
        <p:spPr bwMode="auto">
          <a:xfrm>
            <a:off x="0" y="0"/>
            <a:ext cx="3714750"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1800" b="1" kern="900" spc="130" dirty="0" smtClean="0">
                <a:solidFill>
                  <a:srgbClr val="000066"/>
                </a:solidFill>
                <a:ea typeface="黑体" panose="02010609060101010101" pitchFamily="49" charset="-122"/>
                <a:cs typeface="Times New Roman" panose="02020603050405020304" pitchFamily="18" charset="0"/>
              </a:rPr>
              <a:t>§7.1  </a:t>
            </a:r>
            <a:r>
              <a:rPr lang="zh-CN" altLang="en-US" sz="1800" b="1" kern="900" spc="130" dirty="0" smtClean="0">
                <a:solidFill>
                  <a:srgbClr val="000066"/>
                </a:solidFill>
                <a:ea typeface="黑体" panose="02010609060101010101" pitchFamily="49" charset="-122"/>
                <a:cs typeface="Times New Roman" panose="02020603050405020304" pitchFamily="18" charset="0"/>
              </a:rPr>
              <a:t>概述 </a:t>
            </a:r>
            <a:r>
              <a:rPr lang="en-US" altLang="zh-CN" sz="1800" b="1" kern="900" spc="130" dirty="0" smtClean="0">
                <a:solidFill>
                  <a:srgbClr val="000066"/>
                </a:solidFill>
                <a:ea typeface="黑体" panose="02010609060101010101" pitchFamily="49" charset="-122"/>
                <a:cs typeface="Times New Roman" panose="02020603050405020304" pitchFamily="18" charset="0"/>
              </a:rPr>
              <a:t>– </a:t>
            </a:r>
            <a:r>
              <a:rPr lang="zh-CN" altLang="en-US" sz="1800" b="1" kern="900" spc="130" dirty="0">
                <a:solidFill>
                  <a:srgbClr val="000066"/>
                </a:solidFill>
                <a:ea typeface="黑体" panose="02010609060101010101" pitchFamily="49" charset="-122"/>
                <a:cs typeface="Times New Roman" panose="02020603050405020304" pitchFamily="18" charset="0"/>
              </a:rPr>
              <a:t>土坡与滑坡</a:t>
            </a:r>
          </a:p>
        </p:txBody>
      </p:sp>
      <p:sp>
        <p:nvSpPr>
          <p:cNvPr id="13" name="Text Box 46"/>
          <p:cNvSpPr txBox="1">
            <a:spLocks noChangeArrowheads="1"/>
          </p:cNvSpPr>
          <p:nvPr/>
        </p:nvSpPr>
        <p:spPr bwMode="auto">
          <a:xfrm>
            <a:off x="464158" y="767980"/>
            <a:ext cx="3334843"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buFont typeface="Wingdings" pitchFamily="2" charset="2"/>
              <a:buChar char="n"/>
            </a:pPr>
            <a:r>
              <a:rPr lang="zh-CN" altLang="en-US" sz="2800" b="1" dirty="0" smtClean="0">
                <a:solidFill>
                  <a:srgbClr val="A50021"/>
                </a:solidFill>
                <a:latin typeface="微软雅黑" panose="020B0503020204020204" pitchFamily="34" charset="-122"/>
                <a:ea typeface="微软雅黑" panose="020B0503020204020204" pitchFamily="34" charset="-122"/>
              </a:rPr>
              <a:t> 滑坡的主要诱因</a:t>
            </a:r>
            <a:endParaRPr lang="zh-CN" altLang="en-US" sz="2800" b="1" dirty="0">
              <a:solidFill>
                <a:srgbClr val="000066"/>
              </a:solidFill>
              <a:latin typeface="微软雅黑" panose="020B0503020204020204" pitchFamily="34" charset="-122"/>
              <a:ea typeface="微软雅黑" panose="020B0503020204020204" pitchFamily="34" charset="-122"/>
            </a:endParaRPr>
          </a:p>
        </p:txBody>
      </p:sp>
      <p:sp>
        <p:nvSpPr>
          <p:cNvPr id="25" name="Text Box 5"/>
          <p:cNvSpPr txBox="1">
            <a:spLocks noChangeArrowheads="1"/>
          </p:cNvSpPr>
          <p:nvPr/>
        </p:nvSpPr>
        <p:spPr bwMode="auto">
          <a:xfrm>
            <a:off x="1103293" y="1457134"/>
            <a:ext cx="5580311" cy="2657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spAutoFit/>
          </a:bodyPr>
          <a:lstStyle>
            <a:lvl1pPr marL="533400" indent="-533400"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442913" indent="-442913" eaLnBrk="1" hangingPunct="1">
              <a:lnSpc>
                <a:spcPct val="130000"/>
              </a:lnSpc>
              <a:spcBef>
                <a:spcPts val="0"/>
              </a:spcBef>
              <a:spcAft>
                <a:spcPts val="400"/>
              </a:spcAft>
              <a:buClr>
                <a:srgbClr val="A50021"/>
              </a:buClr>
              <a:buSzPct val="130000"/>
              <a:buFont typeface="Wingdings" pitchFamily="2" charset="2"/>
              <a:buChar char="F"/>
            </a:pPr>
            <a:r>
              <a:rPr lang="zh-CN" altLang="en-US" sz="2000" b="1" dirty="0">
                <a:solidFill>
                  <a:srgbClr val="000066"/>
                </a:solidFill>
                <a:ea typeface="幼圆" pitchFamily="49" charset="-122"/>
                <a:cs typeface="Times New Roman" panose="02020603050405020304" pitchFamily="18" charset="0"/>
                <a:sym typeface="Symbol" pitchFamily="18" charset="2"/>
              </a:rPr>
              <a:t>振动：地震、</a:t>
            </a:r>
            <a:r>
              <a:rPr lang="zh-CN" altLang="en-US" sz="2000" b="1" dirty="0" smtClean="0">
                <a:solidFill>
                  <a:srgbClr val="000066"/>
                </a:solidFill>
                <a:ea typeface="幼圆" pitchFamily="49" charset="-122"/>
                <a:cs typeface="Times New Roman" panose="02020603050405020304" pitchFamily="18" charset="0"/>
                <a:sym typeface="Symbol" pitchFamily="18" charset="2"/>
              </a:rPr>
              <a:t>爆破</a:t>
            </a:r>
            <a:endParaRPr lang="en-US" altLang="zh-CN" sz="2000" b="1" dirty="0" smtClean="0">
              <a:solidFill>
                <a:srgbClr val="000066"/>
              </a:solidFill>
              <a:ea typeface="幼圆" pitchFamily="49" charset="-122"/>
              <a:cs typeface="Times New Roman" panose="02020603050405020304" pitchFamily="18" charset="0"/>
              <a:sym typeface="Symbol" pitchFamily="18" charset="2"/>
            </a:endParaRPr>
          </a:p>
          <a:p>
            <a:pPr marL="442913" indent="-442913" eaLnBrk="1" hangingPunct="1">
              <a:lnSpc>
                <a:spcPct val="130000"/>
              </a:lnSpc>
              <a:spcBef>
                <a:spcPts val="0"/>
              </a:spcBef>
              <a:spcAft>
                <a:spcPts val="400"/>
              </a:spcAft>
              <a:buClr>
                <a:srgbClr val="A50021"/>
              </a:buClr>
              <a:buSzPct val="130000"/>
              <a:buFont typeface="Wingdings" pitchFamily="2" charset="2"/>
              <a:buChar char="F"/>
            </a:pPr>
            <a:r>
              <a:rPr lang="zh-CN" altLang="en-US" sz="2000" b="1" dirty="0">
                <a:solidFill>
                  <a:srgbClr val="000066"/>
                </a:solidFill>
                <a:ea typeface="幼圆" pitchFamily="49" charset="-122"/>
                <a:cs typeface="Times New Roman" panose="02020603050405020304" pitchFamily="18" charset="0"/>
                <a:sym typeface="Symbol" pitchFamily="18" charset="2"/>
              </a:rPr>
              <a:t>土中水位升、</a:t>
            </a:r>
            <a:r>
              <a:rPr lang="zh-CN" altLang="en-US" sz="2000" b="1" dirty="0" smtClean="0">
                <a:solidFill>
                  <a:srgbClr val="000066"/>
                </a:solidFill>
                <a:ea typeface="幼圆" pitchFamily="49" charset="-122"/>
                <a:cs typeface="Times New Roman" panose="02020603050405020304" pitchFamily="18" charset="0"/>
                <a:sym typeface="Symbol" pitchFamily="18" charset="2"/>
              </a:rPr>
              <a:t>降</a:t>
            </a:r>
            <a:endParaRPr lang="en-US" altLang="zh-CN" sz="2000" b="1" dirty="0" smtClean="0">
              <a:solidFill>
                <a:srgbClr val="000066"/>
              </a:solidFill>
              <a:ea typeface="幼圆" pitchFamily="49" charset="-122"/>
              <a:cs typeface="Times New Roman" panose="02020603050405020304" pitchFamily="18" charset="0"/>
              <a:sym typeface="Symbol" pitchFamily="18" charset="2"/>
            </a:endParaRPr>
          </a:p>
          <a:p>
            <a:pPr marL="442913" indent="-442913" eaLnBrk="1" hangingPunct="1">
              <a:lnSpc>
                <a:spcPct val="130000"/>
              </a:lnSpc>
              <a:spcBef>
                <a:spcPts val="0"/>
              </a:spcBef>
              <a:spcAft>
                <a:spcPts val="400"/>
              </a:spcAft>
              <a:buClr>
                <a:srgbClr val="A50021"/>
              </a:buClr>
              <a:buSzPct val="130000"/>
              <a:buFont typeface="Wingdings" pitchFamily="2" charset="2"/>
              <a:buChar char="F"/>
            </a:pPr>
            <a:r>
              <a:rPr lang="zh-CN" altLang="en-US" sz="2000" b="1" dirty="0">
                <a:solidFill>
                  <a:srgbClr val="000066"/>
                </a:solidFill>
                <a:ea typeface="幼圆" pitchFamily="49" charset="-122"/>
                <a:cs typeface="Times New Roman" panose="02020603050405020304" pitchFamily="18" charset="0"/>
                <a:sym typeface="Symbol" pitchFamily="18" charset="2"/>
              </a:rPr>
              <a:t>降雨引起渗流、</a:t>
            </a:r>
            <a:r>
              <a:rPr lang="zh-CN" altLang="en-US" sz="2000" b="1" dirty="0" smtClean="0">
                <a:solidFill>
                  <a:srgbClr val="000066"/>
                </a:solidFill>
                <a:ea typeface="幼圆" pitchFamily="49" charset="-122"/>
                <a:cs typeface="Times New Roman" panose="02020603050405020304" pitchFamily="18" charset="0"/>
                <a:sym typeface="Symbol" pitchFamily="18" charset="2"/>
              </a:rPr>
              <a:t>软化</a:t>
            </a:r>
            <a:endParaRPr lang="en-US" altLang="zh-CN" sz="2000" b="1" dirty="0" smtClean="0">
              <a:solidFill>
                <a:srgbClr val="000066"/>
              </a:solidFill>
              <a:ea typeface="幼圆" pitchFamily="49" charset="-122"/>
              <a:cs typeface="Times New Roman" panose="02020603050405020304" pitchFamily="18" charset="0"/>
              <a:sym typeface="Symbol" pitchFamily="18" charset="2"/>
            </a:endParaRPr>
          </a:p>
          <a:p>
            <a:pPr marL="442913" indent="-442913" eaLnBrk="1" hangingPunct="1">
              <a:lnSpc>
                <a:spcPct val="130000"/>
              </a:lnSpc>
              <a:spcBef>
                <a:spcPts val="0"/>
              </a:spcBef>
              <a:spcAft>
                <a:spcPts val="400"/>
              </a:spcAft>
              <a:buClr>
                <a:srgbClr val="A50021"/>
              </a:buClr>
              <a:buSzPct val="130000"/>
              <a:buFont typeface="Wingdings" pitchFamily="2" charset="2"/>
              <a:buChar char="F"/>
            </a:pPr>
            <a:r>
              <a:rPr lang="zh-CN" altLang="en-US" sz="2000" b="1" dirty="0">
                <a:solidFill>
                  <a:srgbClr val="000066"/>
                </a:solidFill>
                <a:ea typeface="幼圆" pitchFamily="49" charset="-122"/>
                <a:cs typeface="Times New Roman" panose="02020603050405020304" pitchFamily="18" charset="0"/>
                <a:sym typeface="Symbol" pitchFamily="18" charset="2"/>
              </a:rPr>
              <a:t>水流冲刷：使坡脚变陡</a:t>
            </a:r>
          </a:p>
          <a:p>
            <a:pPr marL="442913" indent="-442913" eaLnBrk="1" hangingPunct="1">
              <a:lnSpc>
                <a:spcPct val="130000"/>
              </a:lnSpc>
              <a:spcBef>
                <a:spcPts val="0"/>
              </a:spcBef>
              <a:spcAft>
                <a:spcPts val="400"/>
              </a:spcAft>
              <a:buClr>
                <a:srgbClr val="A50021"/>
              </a:buClr>
              <a:buSzPct val="130000"/>
              <a:buFont typeface="Wingdings" pitchFamily="2" charset="2"/>
              <a:buChar char="F"/>
            </a:pPr>
            <a:r>
              <a:rPr lang="zh-CN" altLang="en-US" sz="2000" b="1" dirty="0">
                <a:solidFill>
                  <a:srgbClr val="000066"/>
                </a:solidFill>
                <a:ea typeface="幼圆" pitchFamily="49" charset="-122"/>
                <a:cs typeface="Times New Roman" panose="02020603050405020304" pitchFamily="18" charset="0"/>
                <a:sym typeface="Symbol" pitchFamily="18" charset="2"/>
              </a:rPr>
              <a:t>冻融：冻胀力及融化含水量</a:t>
            </a:r>
            <a:r>
              <a:rPr lang="zh-CN" altLang="en-US" sz="2000" b="1" dirty="0" smtClean="0">
                <a:solidFill>
                  <a:srgbClr val="000066"/>
                </a:solidFill>
                <a:ea typeface="幼圆" pitchFamily="49" charset="-122"/>
                <a:cs typeface="Times New Roman" panose="02020603050405020304" pitchFamily="18" charset="0"/>
                <a:sym typeface="Symbol" pitchFamily="18" charset="2"/>
              </a:rPr>
              <a:t>升高</a:t>
            </a:r>
            <a:endParaRPr lang="en-US" altLang="zh-CN" sz="2000" b="1" dirty="0" smtClean="0">
              <a:solidFill>
                <a:srgbClr val="000066"/>
              </a:solidFill>
              <a:ea typeface="幼圆" pitchFamily="49" charset="-122"/>
              <a:cs typeface="Times New Roman" panose="02020603050405020304" pitchFamily="18" charset="0"/>
              <a:sym typeface="Symbol" pitchFamily="18" charset="2"/>
            </a:endParaRPr>
          </a:p>
          <a:p>
            <a:pPr marL="442913" indent="-442913" eaLnBrk="1" hangingPunct="1">
              <a:lnSpc>
                <a:spcPct val="130000"/>
              </a:lnSpc>
              <a:spcBef>
                <a:spcPts val="0"/>
              </a:spcBef>
              <a:spcAft>
                <a:spcPts val="400"/>
              </a:spcAft>
              <a:buClr>
                <a:srgbClr val="A50021"/>
              </a:buClr>
              <a:buSzPct val="130000"/>
              <a:buFont typeface="Wingdings" pitchFamily="2" charset="2"/>
              <a:buChar char="F"/>
            </a:pPr>
            <a:r>
              <a:rPr lang="zh-CN" altLang="en-US" sz="2000" b="1" dirty="0">
                <a:solidFill>
                  <a:srgbClr val="000066"/>
                </a:solidFill>
                <a:ea typeface="幼圆" pitchFamily="49" charset="-122"/>
                <a:cs typeface="Times New Roman" panose="02020603050405020304" pitchFamily="18" charset="0"/>
                <a:sym typeface="Symbol" pitchFamily="18" charset="2"/>
              </a:rPr>
              <a:t>人工开挖：基坑、船闸、坝肩、隧洞</a:t>
            </a:r>
            <a:r>
              <a:rPr lang="zh-CN" altLang="en-US" sz="2000" b="1" dirty="0" smtClean="0">
                <a:solidFill>
                  <a:srgbClr val="000066"/>
                </a:solidFill>
                <a:ea typeface="幼圆" pitchFamily="49" charset="-122"/>
                <a:cs typeface="Times New Roman" panose="02020603050405020304" pitchFamily="18" charset="0"/>
                <a:sym typeface="Symbol" pitchFamily="18" charset="2"/>
              </a:rPr>
              <a:t>出入口</a:t>
            </a:r>
            <a:endParaRPr lang="zh-CN" altLang="en-US" sz="2000" b="1" dirty="0">
              <a:solidFill>
                <a:srgbClr val="000066"/>
              </a:solidFill>
              <a:ea typeface="幼圆" pitchFamily="49" charset="-122"/>
              <a:cs typeface="Times New Roman" panose="02020603050405020304" pitchFamily="18" charset="0"/>
              <a:sym typeface="Symbol" pitchFamily="18" charset="2"/>
            </a:endParaRPr>
          </a:p>
        </p:txBody>
      </p:sp>
      <p:sp>
        <p:nvSpPr>
          <p:cNvPr id="28" name="AutoShape 5"/>
          <p:cNvSpPr>
            <a:spLocks noChangeArrowheads="1"/>
          </p:cNvSpPr>
          <p:nvPr/>
        </p:nvSpPr>
        <p:spPr bwMode="auto">
          <a:xfrm>
            <a:off x="1442921" y="4440025"/>
            <a:ext cx="600660" cy="504582"/>
          </a:xfrm>
          <a:prstGeom prst="homePlate">
            <a:avLst>
              <a:gd name="adj" fmla="val 33632"/>
            </a:avLst>
          </a:prstGeom>
          <a:solidFill>
            <a:schemeClr val="accent2"/>
          </a:solidFill>
          <a:ln w="9525">
            <a:solidFill>
              <a:schemeClr val="tx1"/>
            </a:solidFill>
            <a:miter lim="800000"/>
            <a:headEnd/>
            <a:tailEnd/>
          </a:ln>
        </p:spPr>
        <p:txBody>
          <a:bodyPr anchor="ctr"/>
          <a:lstStyle/>
          <a:p>
            <a:endParaRPr lang="zh-CN" altLang="en-US"/>
          </a:p>
        </p:txBody>
      </p:sp>
      <p:sp>
        <p:nvSpPr>
          <p:cNvPr id="29" name="Text Box 6"/>
          <p:cNvSpPr txBox="1">
            <a:spLocks noChangeArrowheads="1"/>
          </p:cNvSpPr>
          <p:nvPr/>
        </p:nvSpPr>
        <p:spPr bwMode="auto">
          <a:xfrm>
            <a:off x="2159667" y="4397626"/>
            <a:ext cx="2468946"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zh-CN" altLang="en-US" sz="2800" b="1" dirty="0">
                <a:solidFill>
                  <a:srgbClr val="000066"/>
                </a:solidFill>
                <a:ea typeface="幼圆" pitchFamily="49" charset="-122"/>
              </a:rPr>
              <a:t>边坡</a:t>
            </a:r>
            <a:r>
              <a:rPr lang="zh-CN" altLang="en-US" sz="2800" b="1" dirty="0" smtClean="0">
                <a:solidFill>
                  <a:srgbClr val="000066"/>
                </a:solidFill>
                <a:ea typeface="幼圆" pitchFamily="49" charset="-122"/>
              </a:rPr>
              <a:t>分析目的</a:t>
            </a:r>
            <a:r>
              <a:rPr lang="en-US" altLang="zh-CN" sz="2800" b="1" dirty="0" smtClean="0">
                <a:solidFill>
                  <a:srgbClr val="000066"/>
                </a:solidFill>
                <a:ea typeface="幼圆" pitchFamily="49" charset="-122"/>
              </a:rPr>
              <a:t>:</a:t>
            </a:r>
            <a:endParaRPr lang="en-US" altLang="zh-CN" sz="2800" b="1" dirty="0">
              <a:solidFill>
                <a:srgbClr val="000066"/>
              </a:solidFill>
              <a:ea typeface="幼圆" pitchFamily="49" charset="-122"/>
            </a:endParaRPr>
          </a:p>
        </p:txBody>
      </p:sp>
      <p:sp>
        <p:nvSpPr>
          <p:cNvPr id="30" name="Text Box 7"/>
          <p:cNvSpPr txBox="1">
            <a:spLocks noChangeArrowheads="1"/>
          </p:cNvSpPr>
          <p:nvPr/>
        </p:nvSpPr>
        <p:spPr bwMode="auto">
          <a:xfrm>
            <a:off x="4758759" y="4349002"/>
            <a:ext cx="2999501" cy="1169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25000"/>
              </a:lnSpc>
              <a:spcBef>
                <a:spcPct val="0"/>
              </a:spcBef>
              <a:spcAft>
                <a:spcPct val="0"/>
              </a:spcAft>
            </a:pPr>
            <a:r>
              <a:rPr lang="zh-CN" altLang="en-US" sz="2800" b="1" dirty="0">
                <a:solidFill>
                  <a:srgbClr val="A50021"/>
                </a:solidFill>
                <a:ea typeface="幼圆" pitchFamily="49" charset="-122"/>
              </a:rPr>
              <a:t>评价边坡安全性</a:t>
            </a:r>
            <a:r>
              <a:rPr lang="zh-CN" altLang="en-US" sz="2800" b="1" dirty="0" smtClean="0">
                <a:solidFill>
                  <a:srgbClr val="A50021"/>
                </a:solidFill>
                <a:ea typeface="幼圆" pitchFamily="49" charset="-122"/>
              </a:rPr>
              <a:t>，</a:t>
            </a:r>
            <a:r>
              <a:rPr lang="en-US" altLang="zh-CN" sz="2800" b="1" dirty="0" smtClean="0">
                <a:solidFill>
                  <a:srgbClr val="A50021"/>
                </a:solidFill>
                <a:ea typeface="幼圆" pitchFamily="49" charset="-122"/>
              </a:rPr>
              <a:t/>
            </a:r>
            <a:br>
              <a:rPr lang="en-US" altLang="zh-CN" sz="2800" b="1" dirty="0" smtClean="0">
                <a:solidFill>
                  <a:srgbClr val="A50021"/>
                </a:solidFill>
                <a:ea typeface="幼圆" pitchFamily="49" charset="-122"/>
              </a:rPr>
            </a:br>
            <a:r>
              <a:rPr lang="zh-CN" altLang="en-US" sz="2800" b="1" dirty="0" smtClean="0">
                <a:solidFill>
                  <a:srgbClr val="A50021"/>
                </a:solidFill>
                <a:ea typeface="幼圆" pitchFamily="49" charset="-122"/>
              </a:rPr>
              <a:t>避免</a:t>
            </a:r>
            <a:r>
              <a:rPr lang="zh-CN" altLang="en-US" sz="2800" b="1" dirty="0">
                <a:solidFill>
                  <a:srgbClr val="A50021"/>
                </a:solidFill>
                <a:ea typeface="幼圆" pitchFamily="49" charset="-122"/>
              </a:rPr>
              <a:t>滑坡的发生</a:t>
            </a:r>
          </a:p>
        </p:txBody>
      </p:sp>
    </p:spTree>
    <p:extLst>
      <p:ext uri="{BB962C8B-B14F-4D97-AF65-F5344CB8AC3E}">
        <p14:creationId xmlns:p14="http://schemas.microsoft.com/office/powerpoint/2010/main" val="892300349"/>
      </p:ext>
    </p:extLst>
  </p:cSld>
  <p:clrMapOvr>
    <a:masterClrMapping/>
  </p:clrMapOvr>
  <p:transition spd="med">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wipe(up)">
                                      <p:cBhvr>
                                        <p:cTn id="7" dur="2000"/>
                                        <p:tgtEl>
                                          <p:spTgt spid="2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8"/>
                                        </p:tgtEl>
                                        <p:attrNameLst>
                                          <p:attrName>style.visibility</p:attrName>
                                        </p:attrNameLst>
                                      </p:cBhvr>
                                      <p:to>
                                        <p:strVal val="visible"/>
                                      </p:to>
                                    </p:set>
                                    <p:animEffect transition="in" filter="wipe(left)">
                                      <p:cBhvr>
                                        <p:cTn id="12" dur="1000"/>
                                        <p:tgtEl>
                                          <p:spTgt spid="28"/>
                                        </p:tgtEl>
                                      </p:cBhvr>
                                    </p:animEffect>
                                  </p:childTnLst>
                                </p:cTn>
                              </p:par>
                            </p:childTnLst>
                          </p:cTn>
                        </p:par>
                        <p:par>
                          <p:cTn id="13" fill="hold">
                            <p:stCondLst>
                              <p:cond delay="1000"/>
                            </p:stCondLst>
                            <p:childTnLst>
                              <p:par>
                                <p:cTn id="14" presetID="22" presetClass="entr" presetSubtype="8" fill="hold" grpId="0" nodeType="afterEffect">
                                  <p:stCondLst>
                                    <p:cond delay="0"/>
                                  </p:stCondLst>
                                  <p:childTnLst>
                                    <p:set>
                                      <p:cBhvr>
                                        <p:cTn id="15" dur="1" fill="hold">
                                          <p:stCondLst>
                                            <p:cond delay="0"/>
                                          </p:stCondLst>
                                        </p:cTn>
                                        <p:tgtEl>
                                          <p:spTgt spid="29"/>
                                        </p:tgtEl>
                                        <p:attrNameLst>
                                          <p:attrName>style.visibility</p:attrName>
                                        </p:attrNameLst>
                                      </p:cBhvr>
                                      <p:to>
                                        <p:strVal val="visible"/>
                                      </p:to>
                                    </p:set>
                                    <p:animEffect transition="in" filter="wipe(left)">
                                      <p:cBhvr>
                                        <p:cTn id="16" dur="1000"/>
                                        <p:tgtEl>
                                          <p:spTgt spid="29"/>
                                        </p:tgtEl>
                                      </p:cBhvr>
                                    </p:animEffect>
                                  </p:childTnLst>
                                </p:cTn>
                              </p:par>
                            </p:childTnLst>
                          </p:cTn>
                        </p:par>
                        <p:par>
                          <p:cTn id="17" fill="hold">
                            <p:stCondLst>
                              <p:cond delay="2000"/>
                            </p:stCondLst>
                            <p:childTnLst>
                              <p:par>
                                <p:cTn id="18" presetID="38" presetClass="entr" presetSubtype="0" accel="50000" fill="hold" grpId="0" nodeType="afterEffect">
                                  <p:stCondLst>
                                    <p:cond delay="0"/>
                                  </p:stCondLst>
                                  <p:iterate type="lt">
                                    <p:tmPct val="50000"/>
                                  </p:iterate>
                                  <p:childTnLst>
                                    <p:set>
                                      <p:cBhvr>
                                        <p:cTn id="19" dur="1" fill="hold">
                                          <p:stCondLst>
                                            <p:cond delay="0"/>
                                          </p:stCondLst>
                                        </p:cTn>
                                        <p:tgtEl>
                                          <p:spTgt spid="30"/>
                                        </p:tgtEl>
                                        <p:attrNameLst>
                                          <p:attrName>style.visibility</p:attrName>
                                        </p:attrNameLst>
                                      </p:cBhvr>
                                      <p:to>
                                        <p:strVal val="visible"/>
                                      </p:to>
                                    </p:set>
                                    <p:set>
                                      <p:cBhvr>
                                        <p:cTn id="20" dur="455" fill="hold">
                                          <p:stCondLst>
                                            <p:cond delay="0"/>
                                          </p:stCondLst>
                                        </p:cTn>
                                        <p:tgtEl>
                                          <p:spTgt spid="30"/>
                                        </p:tgtEl>
                                        <p:attrNameLst>
                                          <p:attrName>style.rotation</p:attrName>
                                        </p:attrNameLst>
                                      </p:cBhvr>
                                      <p:to>
                                        <p:strVal val="-45.0"/>
                                      </p:to>
                                    </p:set>
                                    <p:anim calcmode="lin" valueType="num">
                                      <p:cBhvr>
                                        <p:cTn id="21" dur="455" fill="hold">
                                          <p:stCondLst>
                                            <p:cond delay="455"/>
                                          </p:stCondLst>
                                        </p:cTn>
                                        <p:tgtEl>
                                          <p:spTgt spid="30"/>
                                        </p:tgtEl>
                                        <p:attrNameLst>
                                          <p:attrName>style.rotation</p:attrName>
                                        </p:attrNameLst>
                                      </p:cBhvr>
                                      <p:tavLst>
                                        <p:tav tm="0">
                                          <p:val>
                                            <p:fltVal val="-45"/>
                                          </p:val>
                                        </p:tav>
                                        <p:tav tm="69900">
                                          <p:val>
                                            <p:fltVal val="45"/>
                                          </p:val>
                                        </p:tav>
                                        <p:tav tm="100000">
                                          <p:val>
                                            <p:fltVal val="0"/>
                                          </p:val>
                                        </p:tav>
                                      </p:tavLst>
                                    </p:anim>
                                    <p:anim calcmode="lin" valueType="num">
                                      <p:cBhvr>
                                        <p:cTn id="22" dur="455" fill="hold">
                                          <p:stCondLst>
                                            <p:cond delay="0"/>
                                          </p:stCondLst>
                                        </p:cTn>
                                        <p:tgtEl>
                                          <p:spTgt spid="30"/>
                                        </p:tgtEl>
                                        <p:attrNameLst>
                                          <p:attrName>ppt_y</p:attrName>
                                        </p:attrNameLst>
                                      </p:cBhvr>
                                      <p:tavLst>
                                        <p:tav tm="0">
                                          <p:val>
                                            <p:strVal val="#ppt_y-1"/>
                                          </p:val>
                                        </p:tav>
                                        <p:tav tm="100000">
                                          <p:val>
                                            <p:strVal val="#ppt_y-(0.354*#ppt_w-0.172*#ppt_h)"/>
                                          </p:val>
                                        </p:tav>
                                      </p:tavLst>
                                    </p:anim>
                                    <p:anim calcmode="lin" valueType="num">
                                      <p:cBhvr>
                                        <p:cTn id="23" dur="156" decel="50000" autoRev="1" fill="hold">
                                          <p:stCondLst>
                                            <p:cond delay="455"/>
                                          </p:stCondLst>
                                        </p:cTn>
                                        <p:tgtEl>
                                          <p:spTgt spid="30"/>
                                        </p:tgtEl>
                                        <p:attrNameLst>
                                          <p:attrName>ppt_y</p:attrName>
                                        </p:attrNameLst>
                                      </p:cBhvr>
                                      <p:tavLst>
                                        <p:tav tm="0">
                                          <p:val>
                                            <p:strVal val="#ppt_y-(0.354*#ppt_w-0.172*#ppt_h)"/>
                                          </p:val>
                                        </p:tav>
                                        <p:tav tm="100000">
                                          <p:val>
                                            <p:strVal val="#ppt_y-(0.354*#ppt_w-0.172*#ppt_h)-#ppt_h/2"/>
                                          </p:val>
                                        </p:tav>
                                      </p:tavLst>
                                    </p:anim>
                                    <p:anim calcmode="lin" valueType="num">
                                      <p:cBhvr>
                                        <p:cTn id="24" dur="136" fill="hold">
                                          <p:stCondLst>
                                            <p:cond delay="864"/>
                                          </p:stCondLst>
                                        </p:cTn>
                                        <p:tgtEl>
                                          <p:spTgt spid="30"/>
                                        </p:tgtEl>
                                        <p:attrNameLst>
                                          <p:attrName>ppt_y</p:attrName>
                                        </p:attrNameLst>
                                      </p:cBhvr>
                                      <p:tavLst>
                                        <p:tav tm="0">
                                          <p:val>
                                            <p:strVal val="#ppt_y-(0.354*#ppt_w-0.172*#ppt_h)"/>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28" grpId="0" animBg="1"/>
      <p:bldP spid="29" grpId="0"/>
      <p:bldP spid="30"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20</a:t>
            </a:fld>
            <a:endParaRPr lang="zh-CN" altLang="en-US" dirty="0">
              <a:solidFill>
                <a:srgbClr val="C00000"/>
              </a:solidFill>
            </a:endParaRPr>
          </a:p>
        </p:txBody>
      </p:sp>
      <p:sp>
        <p:nvSpPr>
          <p:cNvPr id="5" name="AutoShape 5"/>
          <p:cNvSpPr>
            <a:spLocks noChangeArrowheads="1"/>
          </p:cNvSpPr>
          <p:nvPr/>
        </p:nvSpPr>
        <p:spPr bwMode="auto">
          <a:xfrm>
            <a:off x="1602557" y="4220198"/>
            <a:ext cx="667268" cy="620713"/>
          </a:xfrm>
          <a:prstGeom prst="homePlate">
            <a:avLst>
              <a:gd name="adj" fmla="val 33632"/>
            </a:avLst>
          </a:prstGeom>
          <a:solidFill>
            <a:schemeClr val="accent2"/>
          </a:solidFill>
          <a:ln w="9525">
            <a:solidFill>
              <a:schemeClr val="tx1"/>
            </a:solidFill>
            <a:miter lim="800000"/>
            <a:headEnd/>
            <a:tailEnd/>
          </a:ln>
        </p:spPr>
        <p:txBody>
          <a:bodyPr anchor="ctr"/>
          <a:lstStyle/>
          <a:p>
            <a:endParaRPr lang="zh-CN" altLang="en-US"/>
          </a:p>
        </p:txBody>
      </p:sp>
      <p:sp>
        <p:nvSpPr>
          <p:cNvPr id="6" name="Text Box 6"/>
          <p:cNvSpPr txBox="1">
            <a:spLocks noChangeArrowheads="1"/>
          </p:cNvSpPr>
          <p:nvPr/>
        </p:nvSpPr>
        <p:spPr bwMode="auto">
          <a:xfrm>
            <a:off x="2404763" y="4275077"/>
            <a:ext cx="2468946"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zh-CN" altLang="en-US" sz="2800" b="1" dirty="0" smtClean="0">
                <a:solidFill>
                  <a:srgbClr val="000066"/>
                </a:solidFill>
                <a:ea typeface="幼圆" pitchFamily="49" charset="-122"/>
              </a:rPr>
              <a:t>本章核心</a:t>
            </a:r>
            <a:r>
              <a:rPr lang="zh-CN" altLang="en-US" sz="2800" b="1" dirty="0">
                <a:solidFill>
                  <a:srgbClr val="000066"/>
                </a:solidFill>
                <a:ea typeface="幼圆" pitchFamily="49" charset="-122"/>
              </a:rPr>
              <a:t>问题</a:t>
            </a:r>
            <a:r>
              <a:rPr lang="en-US" altLang="zh-CN" sz="2800" b="1" dirty="0">
                <a:solidFill>
                  <a:srgbClr val="000066"/>
                </a:solidFill>
                <a:ea typeface="幼圆" pitchFamily="49" charset="-122"/>
              </a:rPr>
              <a:t>:</a:t>
            </a:r>
          </a:p>
        </p:txBody>
      </p:sp>
      <p:sp>
        <p:nvSpPr>
          <p:cNvPr id="7" name="Text Box 7"/>
          <p:cNvSpPr txBox="1">
            <a:spLocks noChangeArrowheads="1"/>
          </p:cNvSpPr>
          <p:nvPr/>
        </p:nvSpPr>
        <p:spPr bwMode="auto">
          <a:xfrm>
            <a:off x="5003856" y="4273588"/>
            <a:ext cx="352740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zh-CN" altLang="en-US" sz="2800" b="1" dirty="0" smtClean="0">
                <a:solidFill>
                  <a:srgbClr val="A50021"/>
                </a:solidFill>
                <a:ea typeface="幼圆" pitchFamily="49" charset="-122"/>
              </a:rPr>
              <a:t>边坡稳定性分析方法</a:t>
            </a:r>
            <a:endParaRPr lang="zh-CN" altLang="en-US" sz="2800" b="1" dirty="0">
              <a:solidFill>
                <a:srgbClr val="A50021"/>
              </a:solidFill>
              <a:ea typeface="幼圆" pitchFamily="49" charset="-122"/>
            </a:endParaRPr>
          </a:p>
        </p:txBody>
      </p:sp>
      <p:sp>
        <p:nvSpPr>
          <p:cNvPr id="13" name="Text Box 2"/>
          <p:cNvSpPr txBox="1">
            <a:spLocks noChangeArrowheads="1"/>
          </p:cNvSpPr>
          <p:nvPr/>
        </p:nvSpPr>
        <p:spPr bwMode="auto">
          <a:xfrm>
            <a:off x="2482890" y="5793729"/>
            <a:ext cx="5280025"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gn="ctr" eaLnBrk="1" hangingPunct="1">
              <a:lnSpc>
                <a:spcPct val="100000"/>
              </a:lnSpc>
              <a:spcBef>
                <a:spcPct val="0"/>
              </a:spcBef>
              <a:spcAft>
                <a:spcPct val="0"/>
              </a:spcAft>
            </a:pPr>
            <a:r>
              <a:rPr kumimoji="1" lang="zh-CN" altLang="en-US" sz="4000" b="1" dirty="0">
                <a:solidFill>
                  <a:srgbClr val="000066"/>
                </a:solidFill>
                <a:ea typeface="黑体" pitchFamily="2" charset="-122"/>
              </a:rPr>
              <a:t>小   结</a:t>
            </a:r>
          </a:p>
        </p:txBody>
      </p:sp>
      <p:sp>
        <p:nvSpPr>
          <p:cNvPr id="15" name="Text Box 6"/>
          <p:cNvSpPr txBox="1">
            <a:spLocks noChangeArrowheads="1"/>
          </p:cNvSpPr>
          <p:nvPr/>
        </p:nvSpPr>
        <p:spPr bwMode="auto">
          <a:xfrm>
            <a:off x="2149411" y="1384482"/>
            <a:ext cx="4874736" cy="22036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533400" indent="-533400"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50000"/>
              </a:lnSpc>
              <a:spcBef>
                <a:spcPct val="10000"/>
              </a:spcBef>
              <a:spcAft>
                <a:spcPct val="10000"/>
              </a:spcAft>
              <a:buClr>
                <a:srgbClr val="A50021"/>
              </a:buClr>
              <a:buSzPct val="130000"/>
              <a:buFont typeface="+mj-lt"/>
              <a:buAutoNum type="arabicPeriod"/>
            </a:pPr>
            <a:r>
              <a:rPr lang="zh-CN" altLang="en-US" sz="2800" b="1" dirty="0" smtClean="0">
                <a:solidFill>
                  <a:srgbClr val="000066"/>
                </a:solidFill>
                <a:ea typeface="幼圆" pitchFamily="49" charset="-122"/>
              </a:rPr>
              <a:t>土坡及其实例</a:t>
            </a:r>
            <a:endParaRPr lang="en-US" altLang="zh-CN" sz="2800" b="1" dirty="0" smtClean="0">
              <a:solidFill>
                <a:srgbClr val="000066"/>
              </a:solidFill>
              <a:ea typeface="幼圆" pitchFamily="49" charset="-122"/>
            </a:endParaRPr>
          </a:p>
          <a:p>
            <a:pPr eaLnBrk="1" hangingPunct="1">
              <a:lnSpc>
                <a:spcPct val="150000"/>
              </a:lnSpc>
              <a:spcBef>
                <a:spcPct val="10000"/>
              </a:spcBef>
              <a:spcAft>
                <a:spcPct val="10000"/>
              </a:spcAft>
              <a:buClr>
                <a:srgbClr val="A50021"/>
              </a:buClr>
              <a:buSzPct val="130000"/>
              <a:buFont typeface="+mj-lt"/>
              <a:buAutoNum type="arabicPeriod"/>
            </a:pPr>
            <a:r>
              <a:rPr lang="zh-CN" altLang="en-US" sz="2800" b="1" dirty="0" smtClean="0">
                <a:solidFill>
                  <a:srgbClr val="000066"/>
                </a:solidFill>
                <a:ea typeface="幼圆" pitchFamily="49" charset="-122"/>
              </a:rPr>
              <a:t>滑坡形式及实例</a:t>
            </a:r>
            <a:endParaRPr lang="en-US" altLang="zh-CN" sz="2800" b="1" dirty="0" smtClean="0">
              <a:solidFill>
                <a:srgbClr val="000066"/>
              </a:solidFill>
              <a:ea typeface="幼圆" pitchFamily="49" charset="-122"/>
            </a:endParaRPr>
          </a:p>
          <a:p>
            <a:pPr eaLnBrk="1" hangingPunct="1">
              <a:lnSpc>
                <a:spcPct val="150000"/>
              </a:lnSpc>
              <a:spcBef>
                <a:spcPct val="10000"/>
              </a:spcBef>
              <a:spcAft>
                <a:spcPct val="10000"/>
              </a:spcAft>
              <a:buClr>
                <a:srgbClr val="A50021"/>
              </a:buClr>
              <a:buSzPct val="130000"/>
              <a:buFont typeface="+mj-lt"/>
              <a:buAutoNum type="arabicPeriod"/>
            </a:pPr>
            <a:r>
              <a:rPr lang="zh-CN" altLang="en-US" sz="2800" b="1" dirty="0">
                <a:solidFill>
                  <a:srgbClr val="000066"/>
                </a:solidFill>
                <a:ea typeface="幼圆" pitchFamily="49" charset="-122"/>
              </a:rPr>
              <a:t>滑坡的主要诱因</a:t>
            </a:r>
            <a:endParaRPr lang="zh-CN" altLang="en-US" sz="2800" b="1" dirty="0" smtClean="0">
              <a:solidFill>
                <a:srgbClr val="000066"/>
              </a:solidFill>
              <a:ea typeface="幼圆" pitchFamily="49" charset="-122"/>
            </a:endParaRPr>
          </a:p>
        </p:txBody>
      </p:sp>
      <p:sp>
        <p:nvSpPr>
          <p:cNvPr id="16" name="Text Box 7"/>
          <p:cNvSpPr txBox="1">
            <a:spLocks noChangeArrowheads="1"/>
          </p:cNvSpPr>
          <p:nvPr/>
        </p:nvSpPr>
        <p:spPr bwMode="auto">
          <a:xfrm>
            <a:off x="0" y="0"/>
            <a:ext cx="3714750"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1800" b="1" kern="900" spc="130" dirty="0" smtClean="0">
                <a:solidFill>
                  <a:srgbClr val="000066"/>
                </a:solidFill>
                <a:ea typeface="黑体" panose="02010609060101010101" pitchFamily="49" charset="-122"/>
                <a:cs typeface="Times New Roman" panose="02020603050405020304" pitchFamily="18" charset="0"/>
              </a:rPr>
              <a:t>§7.1  </a:t>
            </a:r>
            <a:r>
              <a:rPr lang="zh-CN" altLang="en-US" sz="1800" b="1" kern="900" spc="130" dirty="0" smtClean="0">
                <a:solidFill>
                  <a:srgbClr val="000066"/>
                </a:solidFill>
                <a:ea typeface="黑体" panose="02010609060101010101" pitchFamily="49" charset="-122"/>
                <a:cs typeface="Times New Roman" panose="02020603050405020304" pitchFamily="18" charset="0"/>
              </a:rPr>
              <a:t>概述 </a:t>
            </a:r>
            <a:r>
              <a:rPr lang="en-US" altLang="zh-CN" sz="1800" b="1" kern="900" spc="130" dirty="0" smtClean="0">
                <a:solidFill>
                  <a:srgbClr val="000066"/>
                </a:solidFill>
                <a:ea typeface="黑体" panose="02010609060101010101" pitchFamily="49" charset="-122"/>
                <a:cs typeface="Times New Roman" panose="02020603050405020304" pitchFamily="18" charset="0"/>
              </a:rPr>
              <a:t>– </a:t>
            </a:r>
            <a:r>
              <a:rPr lang="zh-CN" altLang="en-US" sz="1800" b="1" kern="900" spc="130" dirty="0" smtClean="0">
                <a:solidFill>
                  <a:srgbClr val="000066"/>
                </a:solidFill>
                <a:ea typeface="黑体" panose="02010609060101010101" pitchFamily="49" charset="-122"/>
                <a:cs typeface="Times New Roman" panose="02020603050405020304" pitchFamily="18" charset="0"/>
              </a:rPr>
              <a:t>土坡与滑坡</a:t>
            </a:r>
            <a:endParaRPr lang="zh-CN" altLang="en-US" sz="1800" b="1" kern="900" spc="130" dirty="0">
              <a:solidFill>
                <a:srgbClr val="000066"/>
              </a:solidFill>
              <a:ea typeface="黑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3977002090"/>
      </p:ext>
    </p:extLst>
  </p:cSld>
  <p:clrMapOvr>
    <a:masterClrMapping/>
  </p:clrMapOvr>
  <p:transition spd="med">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1000"/>
                                        <p:tgtEl>
                                          <p:spTgt spid="5"/>
                                        </p:tgtEl>
                                      </p:cBhvr>
                                    </p:animEffect>
                                  </p:childTnLst>
                                </p:cTn>
                              </p:par>
                            </p:childTnLst>
                          </p:cTn>
                        </p:par>
                        <p:par>
                          <p:cTn id="8" fill="hold">
                            <p:stCondLst>
                              <p:cond delay="1000"/>
                            </p:stCondLst>
                            <p:childTnLst>
                              <p:par>
                                <p:cTn id="9" presetID="22" presetClass="entr" presetSubtype="8"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wipe(left)">
                                      <p:cBhvr>
                                        <p:cTn id="11" dur="500"/>
                                        <p:tgtEl>
                                          <p:spTgt spid="6"/>
                                        </p:tgtEl>
                                      </p:cBhvr>
                                    </p:animEffect>
                                  </p:childTnLst>
                                </p:cTn>
                              </p:par>
                            </p:childTnLst>
                          </p:cTn>
                        </p:par>
                        <p:par>
                          <p:cTn id="12" fill="hold">
                            <p:stCondLst>
                              <p:cond delay="1500"/>
                            </p:stCondLst>
                            <p:childTnLst>
                              <p:par>
                                <p:cTn id="13" presetID="22" presetClass="entr" presetSubtype="8" fill="hold" grpId="0" nodeType="after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wipe(left)">
                                      <p:cBhvr>
                                        <p:cTn id="15"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P spid="7"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28"/>
          <p:cNvSpPr txBox="1">
            <a:spLocks noChangeArrowheads="1"/>
          </p:cNvSpPr>
          <p:nvPr/>
        </p:nvSpPr>
        <p:spPr bwMode="auto">
          <a:xfrm>
            <a:off x="1987550" y="1922463"/>
            <a:ext cx="5571490" cy="24991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spAutoFit/>
          </a:bodyPr>
          <a:lstStyle>
            <a:lvl1pPr marL="609600" indent="-609600"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30000"/>
              </a:lnSpc>
              <a:spcBef>
                <a:spcPct val="10000"/>
              </a:spcBef>
              <a:spcAft>
                <a:spcPct val="10000"/>
              </a:spcAft>
            </a:pPr>
            <a:r>
              <a:rPr kumimoji="1" lang="en-US" altLang="zh-CN" sz="2800" b="1" dirty="0" smtClean="0">
                <a:solidFill>
                  <a:srgbClr val="000066"/>
                </a:solidFill>
                <a:ea typeface="幼圆" pitchFamily="49" charset="-122"/>
                <a:cs typeface="Times New Roman" panose="02020603050405020304" pitchFamily="18" charset="0"/>
              </a:rPr>
              <a:t>§7.1 </a:t>
            </a:r>
            <a:r>
              <a:rPr kumimoji="1" lang="zh-CN" altLang="en-US" sz="2800" b="1" dirty="0" smtClean="0">
                <a:solidFill>
                  <a:srgbClr val="000066"/>
                </a:solidFill>
                <a:ea typeface="幼圆" pitchFamily="49" charset="-122"/>
                <a:cs typeface="Times New Roman" panose="02020603050405020304" pitchFamily="18" charset="0"/>
              </a:rPr>
              <a:t>概述 </a:t>
            </a:r>
            <a:r>
              <a:rPr kumimoji="1" lang="en-US" altLang="zh-CN" sz="2800" b="1" dirty="0" smtClean="0">
                <a:solidFill>
                  <a:srgbClr val="000066"/>
                </a:solidFill>
                <a:ea typeface="幼圆" pitchFamily="49" charset="-122"/>
                <a:cs typeface="Times New Roman" panose="02020603050405020304" pitchFamily="18" charset="0"/>
              </a:rPr>
              <a:t>– </a:t>
            </a:r>
            <a:r>
              <a:rPr kumimoji="1" lang="zh-CN" altLang="en-US" sz="2800" b="1" dirty="0">
                <a:solidFill>
                  <a:srgbClr val="000066"/>
                </a:solidFill>
                <a:ea typeface="幼圆" pitchFamily="49" charset="-122"/>
                <a:cs typeface="Times New Roman" panose="02020603050405020304" pitchFamily="18" charset="0"/>
              </a:rPr>
              <a:t>土</a:t>
            </a:r>
            <a:r>
              <a:rPr kumimoji="1" lang="zh-CN" altLang="en-US" sz="2800" b="1" dirty="0" smtClean="0">
                <a:solidFill>
                  <a:srgbClr val="000066"/>
                </a:solidFill>
                <a:ea typeface="幼圆" pitchFamily="49" charset="-122"/>
                <a:cs typeface="Times New Roman" panose="02020603050405020304" pitchFamily="18" charset="0"/>
              </a:rPr>
              <a:t>坡与滑坡 </a:t>
            </a:r>
            <a:r>
              <a:rPr kumimoji="1" lang="zh-CN" altLang="en-US" sz="2800" b="1" dirty="0" smtClean="0">
                <a:solidFill>
                  <a:srgbClr val="A50021"/>
                </a:solidFill>
                <a:latin typeface="幼圆" pitchFamily="49" charset="-122"/>
                <a:ea typeface="幼圆" pitchFamily="49" charset="-122"/>
                <a:sym typeface="Symbol" pitchFamily="18" charset="2"/>
              </a:rPr>
              <a:t></a:t>
            </a:r>
            <a:endParaRPr kumimoji="1" lang="zh-CN" altLang="en-US" sz="2800" b="1" dirty="0">
              <a:solidFill>
                <a:srgbClr val="000066"/>
              </a:solidFill>
              <a:ea typeface="幼圆" pitchFamily="49" charset="-122"/>
              <a:cs typeface="Times New Roman" panose="02020603050405020304" pitchFamily="18" charset="0"/>
            </a:endParaRPr>
          </a:p>
          <a:p>
            <a:pPr eaLnBrk="1" hangingPunct="1">
              <a:lnSpc>
                <a:spcPct val="130000"/>
              </a:lnSpc>
              <a:spcBef>
                <a:spcPct val="10000"/>
              </a:spcBef>
              <a:spcAft>
                <a:spcPct val="10000"/>
              </a:spcAft>
            </a:pPr>
            <a:r>
              <a:rPr kumimoji="1" lang="en-US" altLang="zh-CN" sz="2800" b="1" dirty="0" smtClean="0">
                <a:solidFill>
                  <a:srgbClr val="000066"/>
                </a:solidFill>
                <a:ea typeface="幼圆" pitchFamily="49" charset="-122"/>
                <a:cs typeface="Times New Roman" panose="02020603050405020304" pitchFamily="18" charset="0"/>
              </a:rPr>
              <a:t>§7.2 </a:t>
            </a:r>
            <a:r>
              <a:rPr kumimoji="1" lang="zh-CN" altLang="en-US" sz="2800" b="1" dirty="0" smtClean="0">
                <a:solidFill>
                  <a:srgbClr val="000066"/>
                </a:solidFill>
                <a:ea typeface="幼圆" pitchFamily="49" charset="-122"/>
                <a:cs typeface="Times New Roman" panose="02020603050405020304" pitchFamily="18" charset="0"/>
              </a:rPr>
              <a:t>无</a:t>
            </a:r>
            <a:r>
              <a:rPr kumimoji="1" lang="zh-CN" altLang="en-US" sz="2800" b="1" dirty="0">
                <a:solidFill>
                  <a:srgbClr val="000066"/>
                </a:solidFill>
                <a:ea typeface="幼圆" pitchFamily="49" charset="-122"/>
                <a:cs typeface="Times New Roman" panose="02020603050405020304" pitchFamily="18" charset="0"/>
              </a:rPr>
              <a:t>黏性土坡的稳定</a:t>
            </a:r>
            <a:r>
              <a:rPr kumimoji="1" lang="zh-CN" altLang="en-US" sz="2800" b="1" dirty="0" smtClean="0">
                <a:solidFill>
                  <a:srgbClr val="000066"/>
                </a:solidFill>
                <a:ea typeface="幼圆" pitchFamily="49" charset="-122"/>
                <a:cs typeface="Times New Roman" panose="02020603050405020304" pitchFamily="18" charset="0"/>
              </a:rPr>
              <a:t>分析</a:t>
            </a:r>
            <a:endParaRPr kumimoji="1" lang="en-US" altLang="zh-CN" sz="2800" b="1" dirty="0" smtClean="0">
              <a:solidFill>
                <a:srgbClr val="000066"/>
              </a:solidFill>
              <a:ea typeface="幼圆" pitchFamily="49" charset="-122"/>
              <a:cs typeface="Times New Roman" panose="02020603050405020304" pitchFamily="18" charset="0"/>
            </a:endParaRPr>
          </a:p>
          <a:p>
            <a:pPr eaLnBrk="1" hangingPunct="1">
              <a:lnSpc>
                <a:spcPct val="130000"/>
              </a:lnSpc>
              <a:spcBef>
                <a:spcPct val="10000"/>
              </a:spcBef>
              <a:spcAft>
                <a:spcPct val="10000"/>
              </a:spcAft>
            </a:pPr>
            <a:r>
              <a:rPr kumimoji="1" lang="en-US" altLang="zh-CN" sz="2800" b="1" dirty="0" smtClean="0">
                <a:solidFill>
                  <a:srgbClr val="000066"/>
                </a:solidFill>
                <a:ea typeface="幼圆" pitchFamily="49" charset="-122"/>
                <a:cs typeface="Times New Roman" panose="02020603050405020304" pitchFamily="18" charset="0"/>
              </a:rPr>
              <a:t>§7.3 </a:t>
            </a:r>
            <a:r>
              <a:rPr kumimoji="1" lang="zh-CN" altLang="en-US" sz="2800" b="1" dirty="0">
                <a:solidFill>
                  <a:srgbClr val="000066"/>
                </a:solidFill>
                <a:ea typeface="幼圆" pitchFamily="49" charset="-122"/>
                <a:cs typeface="Times New Roman" panose="02020603050405020304" pitchFamily="18" charset="0"/>
              </a:rPr>
              <a:t>黏性土坡的稳定分析</a:t>
            </a:r>
          </a:p>
          <a:p>
            <a:pPr eaLnBrk="1" hangingPunct="1">
              <a:lnSpc>
                <a:spcPct val="130000"/>
              </a:lnSpc>
              <a:spcBef>
                <a:spcPct val="10000"/>
              </a:spcBef>
              <a:spcAft>
                <a:spcPct val="10000"/>
              </a:spcAft>
            </a:pPr>
            <a:r>
              <a:rPr kumimoji="1" lang="en-US" altLang="zh-CN" sz="2800" b="1" dirty="0" smtClean="0">
                <a:solidFill>
                  <a:srgbClr val="000066"/>
                </a:solidFill>
                <a:ea typeface="幼圆" pitchFamily="49" charset="-122"/>
                <a:cs typeface="Times New Roman" panose="02020603050405020304" pitchFamily="18" charset="0"/>
              </a:rPr>
              <a:t>§7.4 </a:t>
            </a:r>
            <a:r>
              <a:rPr kumimoji="1" lang="zh-CN" altLang="en-US" sz="2800" b="1" dirty="0">
                <a:solidFill>
                  <a:srgbClr val="000066"/>
                </a:solidFill>
                <a:ea typeface="幼圆" pitchFamily="49" charset="-122"/>
                <a:cs typeface="Times New Roman" panose="02020603050405020304" pitchFamily="18" charset="0"/>
              </a:rPr>
              <a:t>总应力法与有效应力</a:t>
            </a:r>
            <a:r>
              <a:rPr kumimoji="1" lang="zh-CN" altLang="en-US" sz="2800" b="1" dirty="0" smtClean="0">
                <a:solidFill>
                  <a:srgbClr val="000066"/>
                </a:solidFill>
                <a:ea typeface="幼圆" pitchFamily="49" charset="-122"/>
                <a:cs typeface="Times New Roman" panose="02020603050405020304" pitchFamily="18" charset="0"/>
              </a:rPr>
              <a:t>法</a:t>
            </a:r>
            <a:endParaRPr kumimoji="1" lang="zh-CN" altLang="en-US" sz="2800" b="1" dirty="0">
              <a:solidFill>
                <a:srgbClr val="000066"/>
              </a:solidFill>
              <a:ea typeface="幼圆" pitchFamily="49" charset="-122"/>
              <a:cs typeface="Times New Roman" panose="02020603050405020304" pitchFamily="18" charset="0"/>
            </a:endParaRPr>
          </a:p>
        </p:txBody>
      </p:sp>
      <p:sp>
        <p:nvSpPr>
          <p:cNvPr id="9" name="Text Box 4"/>
          <p:cNvSpPr txBox="1">
            <a:spLocks noChangeArrowheads="1"/>
          </p:cNvSpPr>
          <p:nvPr/>
        </p:nvSpPr>
        <p:spPr bwMode="auto">
          <a:xfrm>
            <a:off x="1998003" y="2565344"/>
            <a:ext cx="4713882" cy="633412"/>
          </a:xfrm>
          <a:prstGeom prst="rect">
            <a:avLst/>
          </a:prstGeom>
          <a:solidFill>
            <a:srgbClr val="FF9900"/>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lIns="0" tIns="0" rIns="0" bIns="0"/>
          <a:lstStyle>
            <a:lvl1pPr marL="609600" indent="-609600"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30000"/>
              </a:lnSpc>
              <a:spcBef>
                <a:spcPct val="10000"/>
              </a:spcBef>
              <a:spcAft>
                <a:spcPct val="10000"/>
              </a:spcAft>
            </a:pPr>
            <a:r>
              <a:rPr kumimoji="1" lang="en-US" altLang="zh-CN" sz="2800" b="1" dirty="0" smtClean="0">
                <a:solidFill>
                  <a:srgbClr val="003399"/>
                </a:solidFill>
                <a:ea typeface="幼圆" pitchFamily="49" charset="-122"/>
                <a:cs typeface="Times New Roman" panose="02020603050405020304" pitchFamily="18" charset="0"/>
              </a:rPr>
              <a:t>§7.2 </a:t>
            </a:r>
            <a:r>
              <a:rPr kumimoji="1" lang="zh-CN" altLang="en-US" sz="2800" b="1" dirty="0">
                <a:solidFill>
                  <a:srgbClr val="003399"/>
                </a:solidFill>
                <a:ea typeface="幼圆" pitchFamily="49" charset="-122"/>
                <a:cs typeface="Times New Roman" panose="02020603050405020304" pitchFamily="18" charset="0"/>
              </a:rPr>
              <a:t>无黏性土坡的稳定分析</a:t>
            </a:r>
          </a:p>
        </p:txBody>
      </p:sp>
      <p:sp>
        <p:nvSpPr>
          <p:cNvPr id="5" name="Text Box 29"/>
          <p:cNvSpPr txBox="1">
            <a:spLocks noChangeArrowheads="1"/>
          </p:cNvSpPr>
          <p:nvPr/>
        </p:nvSpPr>
        <p:spPr bwMode="auto">
          <a:xfrm>
            <a:off x="1675722" y="863600"/>
            <a:ext cx="5136973"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1252538" indent="-1252538"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zh-CN" altLang="en-US" sz="3600" b="1" dirty="0">
                <a:solidFill>
                  <a:srgbClr val="000066"/>
                </a:solidFill>
                <a:latin typeface="黑体" pitchFamily="2" charset="-122"/>
                <a:ea typeface="黑体" pitchFamily="2" charset="-122"/>
              </a:rPr>
              <a:t>第七章：土坡稳定分析</a:t>
            </a:r>
            <a:endParaRPr lang="en-US" altLang="zh-CN" sz="3600" b="1" dirty="0">
              <a:solidFill>
                <a:srgbClr val="000066"/>
              </a:solidFill>
              <a:latin typeface="黑体" pitchFamily="2" charset="-122"/>
              <a:ea typeface="黑体" pitchFamily="2" charset="-122"/>
            </a:endParaRPr>
          </a:p>
        </p:txBody>
      </p:sp>
      <p:sp>
        <p:nvSpPr>
          <p:cNvPr id="6"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21</a:t>
            </a:fld>
            <a:endParaRPr lang="zh-CN" altLang="en-US" dirty="0">
              <a:solidFill>
                <a:srgbClr val="C00000"/>
              </a:solidFill>
            </a:endParaRPr>
          </a:p>
        </p:txBody>
      </p:sp>
    </p:spTree>
    <p:extLst>
      <p:ext uri="{BB962C8B-B14F-4D97-AF65-F5344CB8AC3E}">
        <p14:creationId xmlns:p14="http://schemas.microsoft.com/office/powerpoint/2010/main" val="3700856015"/>
      </p:ext>
    </p:extLst>
  </p:cSld>
  <p:clrMapOvr>
    <a:masterClrMapping/>
  </p:clrMapOvr>
  <p:transition spd="med">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22</a:t>
            </a:fld>
            <a:endParaRPr lang="zh-CN" altLang="en-US" dirty="0">
              <a:solidFill>
                <a:srgbClr val="C00000"/>
              </a:solidFill>
            </a:endParaRPr>
          </a:p>
        </p:txBody>
      </p:sp>
      <p:sp>
        <p:nvSpPr>
          <p:cNvPr id="61" name="Text Box 2"/>
          <p:cNvSpPr txBox="1">
            <a:spLocks noChangeArrowheads="1"/>
          </p:cNvSpPr>
          <p:nvPr/>
        </p:nvSpPr>
        <p:spPr bwMode="auto">
          <a:xfrm>
            <a:off x="2139885" y="5701142"/>
            <a:ext cx="5420412"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zh-CN" altLang="en-US" sz="4000" b="1" dirty="0" smtClean="0">
                <a:solidFill>
                  <a:srgbClr val="000066"/>
                </a:solidFill>
                <a:latin typeface="黑体" pitchFamily="2" charset="-122"/>
                <a:ea typeface="黑体" pitchFamily="2" charset="-122"/>
              </a:rPr>
              <a:t>无</a:t>
            </a:r>
            <a:r>
              <a:rPr kumimoji="1" lang="zh-CN" altLang="en-US" sz="4000" b="1" dirty="0">
                <a:solidFill>
                  <a:srgbClr val="000066"/>
                </a:solidFill>
                <a:latin typeface="黑体" pitchFamily="2" charset="-122"/>
                <a:ea typeface="黑体" pitchFamily="2" charset="-122"/>
              </a:rPr>
              <a:t>黏性土坡的稳定分析</a:t>
            </a:r>
          </a:p>
        </p:txBody>
      </p:sp>
      <p:sp>
        <p:nvSpPr>
          <p:cNvPr id="62" name="Text Box 3"/>
          <p:cNvSpPr txBox="1">
            <a:spLocks noChangeArrowheads="1"/>
          </p:cNvSpPr>
          <p:nvPr/>
        </p:nvSpPr>
        <p:spPr bwMode="auto">
          <a:xfrm>
            <a:off x="2047428" y="1402450"/>
            <a:ext cx="5937623" cy="2979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514350" indent="-514350" eaLnBrk="1" hangingPunct="1">
              <a:lnSpc>
                <a:spcPct val="100000"/>
              </a:lnSpc>
              <a:spcBef>
                <a:spcPct val="30000"/>
              </a:spcBef>
              <a:spcAft>
                <a:spcPts val="600"/>
              </a:spcAft>
              <a:buClr>
                <a:srgbClr val="A50021"/>
              </a:buClr>
              <a:buSzPct val="100000"/>
              <a:buFont typeface="+mj-lt"/>
              <a:buAutoNum type="arabicPeriod"/>
            </a:pPr>
            <a:r>
              <a:rPr lang="zh-CN" altLang="en-US" sz="2800" b="1" dirty="0" smtClean="0">
                <a:solidFill>
                  <a:srgbClr val="000066"/>
                </a:solidFill>
                <a:ea typeface="幼圆" pitchFamily="49" charset="-122"/>
                <a:cs typeface="Times New Roman" panose="02020603050405020304" pitchFamily="18" charset="0"/>
              </a:rPr>
              <a:t>基于坡面单元的</a:t>
            </a:r>
            <a:r>
              <a:rPr lang="zh-CN" altLang="en-US" sz="2800" b="1" dirty="0">
                <a:solidFill>
                  <a:srgbClr val="000066"/>
                </a:solidFill>
                <a:ea typeface="幼圆" pitchFamily="49" charset="-122"/>
                <a:cs typeface="Times New Roman" panose="02020603050405020304" pitchFamily="18" charset="0"/>
              </a:rPr>
              <a:t>分析</a:t>
            </a:r>
          </a:p>
          <a:p>
            <a:pPr marL="514350" indent="-514350" eaLnBrk="1" hangingPunct="1">
              <a:lnSpc>
                <a:spcPct val="100000"/>
              </a:lnSpc>
              <a:spcBef>
                <a:spcPct val="30000"/>
              </a:spcBef>
              <a:spcAft>
                <a:spcPts val="600"/>
              </a:spcAft>
              <a:buClr>
                <a:srgbClr val="A50021"/>
              </a:buClr>
              <a:buSzPct val="100000"/>
              <a:buFont typeface="+mj-lt"/>
              <a:buAutoNum type="arabicPeriod"/>
            </a:pPr>
            <a:r>
              <a:rPr lang="zh-CN" altLang="en-US" sz="2800" b="1" dirty="0" smtClean="0">
                <a:solidFill>
                  <a:srgbClr val="000066"/>
                </a:solidFill>
                <a:ea typeface="幼圆" pitchFamily="49" charset="-122"/>
                <a:cs typeface="Times New Roman" panose="02020603050405020304" pitchFamily="18" charset="0"/>
              </a:rPr>
              <a:t>无渗流无限</a:t>
            </a:r>
            <a:r>
              <a:rPr lang="zh-CN" altLang="en-US" sz="2800" b="1" dirty="0">
                <a:solidFill>
                  <a:srgbClr val="000066"/>
                </a:solidFill>
                <a:ea typeface="幼圆" pitchFamily="49" charset="-122"/>
                <a:cs typeface="Times New Roman" panose="02020603050405020304" pitchFamily="18" charset="0"/>
              </a:rPr>
              <a:t>长坡的分析</a:t>
            </a:r>
          </a:p>
          <a:p>
            <a:pPr marL="514350" indent="-514350" eaLnBrk="1" hangingPunct="1">
              <a:lnSpc>
                <a:spcPct val="100000"/>
              </a:lnSpc>
              <a:spcBef>
                <a:spcPct val="30000"/>
              </a:spcBef>
              <a:spcAft>
                <a:spcPts val="600"/>
              </a:spcAft>
              <a:buClr>
                <a:srgbClr val="A50021"/>
              </a:buClr>
              <a:buSzPct val="100000"/>
              <a:buFont typeface="+mj-lt"/>
              <a:buAutoNum type="arabicPeriod"/>
            </a:pPr>
            <a:r>
              <a:rPr lang="zh-CN" altLang="en-US" sz="2800" b="1" dirty="0">
                <a:solidFill>
                  <a:srgbClr val="000066"/>
                </a:solidFill>
                <a:ea typeface="幼圆" pitchFamily="49" charset="-122"/>
                <a:cs typeface="Times New Roman" panose="02020603050405020304" pitchFamily="18" charset="0"/>
              </a:rPr>
              <a:t>有</a:t>
            </a:r>
            <a:r>
              <a:rPr lang="zh-CN" altLang="en-US" sz="2800" b="1" dirty="0" smtClean="0">
                <a:solidFill>
                  <a:srgbClr val="000066"/>
                </a:solidFill>
                <a:ea typeface="幼圆" pitchFamily="49" charset="-122"/>
                <a:cs typeface="Times New Roman" panose="02020603050405020304" pitchFamily="18" charset="0"/>
              </a:rPr>
              <a:t>沿</a:t>
            </a:r>
            <a:r>
              <a:rPr lang="zh-CN" altLang="en-US" sz="2800" b="1" dirty="0">
                <a:solidFill>
                  <a:srgbClr val="000066"/>
                </a:solidFill>
                <a:ea typeface="幼圆" pitchFamily="49" charset="-122"/>
                <a:cs typeface="Times New Roman" panose="02020603050405020304" pitchFamily="18" charset="0"/>
              </a:rPr>
              <a:t>坡</a:t>
            </a:r>
            <a:r>
              <a:rPr lang="zh-CN" altLang="en-US" sz="2800" b="1" dirty="0" smtClean="0">
                <a:solidFill>
                  <a:srgbClr val="000066"/>
                </a:solidFill>
                <a:ea typeface="幼圆" pitchFamily="49" charset="-122"/>
                <a:cs typeface="Times New Roman" panose="02020603050405020304" pitchFamily="18" charset="0"/>
              </a:rPr>
              <a:t>渗流无限</a:t>
            </a:r>
            <a:r>
              <a:rPr lang="zh-CN" altLang="en-US" sz="2800" b="1" dirty="0">
                <a:solidFill>
                  <a:srgbClr val="000066"/>
                </a:solidFill>
                <a:ea typeface="幼圆" pitchFamily="49" charset="-122"/>
                <a:cs typeface="Times New Roman" panose="02020603050405020304" pitchFamily="18" charset="0"/>
              </a:rPr>
              <a:t>长坡的</a:t>
            </a:r>
            <a:r>
              <a:rPr lang="zh-CN" altLang="en-US" sz="2800" b="1" dirty="0" smtClean="0">
                <a:solidFill>
                  <a:srgbClr val="000066"/>
                </a:solidFill>
                <a:ea typeface="幼圆" pitchFamily="49" charset="-122"/>
                <a:cs typeface="Times New Roman" panose="02020603050405020304" pitchFamily="18" charset="0"/>
              </a:rPr>
              <a:t>分析</a:t>
            </a:r>
            <a:endParaRPr lang="en-US" altLang="zh-CN" sz="2800" b="1" dirty="0" smtClean="0">
              <a:solidFill>
                <a:srgbClr val="000066"/>
              </a:solidFill>
              <a:ea typeface="幼圆" pitchFamily="49" charset="-122"/>
              <a:cs typeface="Times New Roman" panose="02020603050405020304" pitchFamily="18" charset="0"/>
            </a:endParaRPr>
          </a:p>
          <a:p>
            <a:pPr marL="514350" indent="-514350" eaLnBrk="1" hangingPunct="1">
              <a:lnSpc>
                <a:spcPct val="100000"/>
              </a:lnSpc>
              <a:spcBef>
                <a:spcPct val="30000"/>
              </a:spcBef>
              <a:spcAft>
                <a:spcPts val="600"/>
              </a:spcAft>
              <a:buClr>
                <a:srgbClr val="A50021"/>
              </a:buClr>
              <a:buSzPct val="100000"/>
              <a:buFont typeface="+mj-lt"/>
              <a:buAutoNum type="arabicPeriod"/>
            </a:pPr>
            <a:r>
              <a:rPr lang="zh-CN" altLang="en-US" sz="2800" b="1" dirty="0">
                <a:solidFill>
                  <a:srgbClr val="000066"/>
                </a:solidFill>
                <a:ea typeface="幼圆" pitchFamily="49" charset="-122"/>
                <a:cs typeface="Times New Roman" panose="02020603050405020304" pitchFamily="18" charset="0"/>
              </a:rPr>
              <a:t>有穿过坡面渗流的分析</a:t>
            </a:r>
          </a:p>
          <a:p>
            <a:pPr marL="514350" indent="-514350" eaLnBrk="1" hangingPunct="1">
              <a:lnSpc>
                <a:spcPct val="100000"/>
              </a:lnSpc>
              <a:spcBef>
                <a:spcPct val="30000"/>
              </a:spcBef>
              <a:spcAft>
                <a:spcPts val="600"/>
              </a:spcAft>
              <a:buClr>
                <a:srgbClr val="A50021"/>
              </a:buClr>
              <a:buSzPct val="100000"/>
              <a:buFont typeface="+mj-lt"/>
              <a:buAutoNum type="arabicPeriod"/>
            </a:pPr>
            <a:r>
              <a:rPr lang="zh-CN" altLang="en-US" sz="2800" b="1" dirty="0">
                <a:solidFill>
                  <a:srgbClr val="000066"/>
                </a:solidFill>
                <a:ea typeface="幼圆" pitchFamily="49" charset="-122"/>
                <a:cs typeface="Times New Roman" panose="02020603050405020304" pitchFamily="18" charset="0"/>
              </a:rPr>
              <a:t>几种可能发生深层滑动的情况</a:t>
            </a:r>
          </a:p>
        </p:txBody>
      </p:sp>
      <p:sp>
        <p:nvSpPr>
          <p:cNvPr id="7" name="Text Box 7"/>
          <p:cNvSpPr txBox="1">
            <a:spLocks noChangeArrowheads="1"/>
          </p:cNvSpPr>
          <p:nvPr/>
        </p:nvSpPr>
        <p:spPr bwMode="auto">
          <a:xfrm>
            <a:off x="0" y="0"/>
            <a:ext cx="3714750"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1800" b="1" kern="900" spc="130" dirty="0" smtClean="0">
                <a:solidFill>
                  <a:srgbClr val="000066"/>
                </a:solidFill>
                <a:ea typeface="黑体" panose="02010609060101010101" pitchFamily="49" charset="-122"/>
                <a:cs typeface="Times New Roman" panose="02020603050405020304" pitchFamily="18" charset="0"/>
              </a:rPr>
              <a:t>§7.2 </a:t>
            </a:r>
            <a:r>
              <a:rPr lang="zh-CN" altLang="en-US" sz="1800" b="1" kern="900" spc="130" dirty="0">
                <a:solidFill>
                  <a:srgbClr val="000066"/>
                </a:solidFill>
                <a:ea typeface="黑体" panose="02010609060101010101" pitchFamily="49" charset="-122"/>
                <a:cs typeface="Times New Roman" panose="02020603050405020304" pitchFamily="18" charset="0"/>
              </a:rPr>
              <a:t>无黏性土坡的稳定分析</a:t>
            </a:r>
          </a:p>
        </p:txBody>
      </p:sp>
    </p:spTree>
    <p:extLst>
      <p:ext uri="{BB962C8B-B14F-4D97-AF65-F5344CB8AC3E}">
        <p14:creationId xmlns:p14="http://schemas.microsoft.com/office/powerpoint/2010/main" val="273477064"/>
      </p:ext>
    </p:extLst>
  </p:cSld>
  <p:clrMapOvr>
    <a:masterClrMapping/>
  </p:clrMapOvr>
  <p:transition spd="med">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62"/>
                                        </p:tgtEl>
                                        <p:attrNameLst>
                                          <p:attrName>style.visibility</p:attrName>
                                        </p:attrNameLst>
                                      </p:cBhvr>
                                      <p:to>
                                        <p:strVal val="visible"/>
                                      </p:to>
                                    </p:set>
                                    <p:animEffect transition="in" filter="wipe(up)">
                                      <p:cBhvr>
                                        <p:cTn id="7" dur="1000"/>
                                        <p:tgtEl>
                                          <p:spTgt spid="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23</a:t>
            </a:fld>
            <a:endParaRPr lang="zh-CN" altLang="en-US" dirty="0">
              <a:solidFill>
                <a:srgbClr val="C00000"/>
              </a:solidFill>
            </a:endParaRPr>
          </a:p>
        </p:txBody>
      </p:sp>
      <p:sp>
        <p:nvSpPr>
          <p:cNvPr id="15" name="Text Box 5"/>
          <p:cNvSpPr txBox="1">
            <a:spLocks noChangeArrowheads="1"/>
          </p:cNvSpPr>
          <p:nvPr/>
        </p:nvSpPr>
        <p:spPr bwMode="auto">
          <a:xfrm>
            <a:off x="863205" y="1543538"/>
            <a:ext cx="5084897" cy="931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spAutoFit/>
          </a:bodyPr>
          <a:lstStyle>
            <a:lvl1pPr marL="533400" indent="-533400"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442913" indent="-442913" eaLnBrk="1" hangingPunct="1">
              <a:lnSpc>
                <a:spcPct val="130000"/>
              </a:lnSpc>
              <a:spcBef>
                <a:spcPts val="0"/>
              </a:spcBef>
              <a:spcAft>
                <a:spcPts val="400"/>
              </a:spcAft>
              <a:buClr>
                <a:srgbClr val="A50021"/>
              </a:buClr>
              <a:buSzPct val="130000"/>
              <a:buFont typeface="Wingdings" pitchFamily="2" charset="2"/>
              <a:buChar char="F"/>
            </a:pPr>
            <a:r>
              <a:rPr lang="zh-CN" altLang="en-US" sz="2200" b="1" dirty="0" smtClean="0">
                <a:solidFill>
                  <a:srgbClr val="000066"/>
                </a:solidFill>
                <a:ea typeface="幼圆" pitchFamily="49" charset="-122"/>
                <a:cs typeface="Times New Roman" panose="02020603050405020304" pitchFamily="18" charset="0"/>
                <a:sym typeface="Symbol" pitchFamily="18" charset="2"/>
              </a:rPr>
              <a:t>强度参数：内摩擦角</a:t>
            </a:r>
            <a:r>
              <a:rPr lang="zh-CN" altLang="en-US" sz="2200" b="1" i="1" dirty="0" smtClean="0">
                <a:solidFill>
                  <a:srgbClr val="000066"/>
                </a:solidFill>
                <a:ea typeface="幼圆" pitchFamily="49" charset="-122"/>
                <a:cs typeface="Times New Roman" panose="02020603050405020304" pitchFamily="18" charset="0"/>
                <a:sym typeface="Symbol" pitchFamily="18" charset="2"/>
              </a:rPr>
              <a:t></a:t>
            </a:r>
            <a:r>
              <a:rPr lang="zh-CN" altLang="en-US" sz="2200" b="1" dirty="0" smtClean="0">
                <a:solidFill>
                  <a:srgbClr val="000066"/>
                </a:solidFill>
                <a:ea typeface="幼圆" pitchFamily="49" charset="-122"/>
                <a:cs typeface="Times New Roman" panose="02020603050405020304" pitchFamily="18" charset="0"/>
                <a:sym typeface="Symbol" pitchFamily="18" charset="2"/>
              </a:rPr>
              <a:t>，黏聚力</a:t>
            </a:r>
            <a:r>
              <a:rPr lang="en-US" altLang="zh-CN" sz="2200" b="1" i="1" dirty="0" smtClean="0">
                <a:solidFill>
                  <a:srgbClr val="000066"/>
                </a:solidFill>
                <a:ea typeface="幼圆" pitchFamily="49" charset="-122"/>
                <a:cs typeface="Times New Roman" panose="02020603050405020304" pitchFamily="18" charset="0"/>
                <a:sym typeface="Symbol" pitchFamily="18" charset="2"/>
              </a:rPr>
              <a:t>c</a:t>
            </a:r>
            <a:r>
              <a:rPr lang="en-US" altLang="zh-CN" sz="2200" b="1" dirty="0" smtClean="0">
                <a:solidFill>
                  <a:srgbClr val="000066"/>
                </a:solidFill>
                <a:ea typeface="幼圆" pitchFamily="49" charset="-122"/>
                <a:cs typeface="Times New Roman" panose="02020603050405020304" pitchFamily="18" charset="0"/>
                <a:sym typeface="Symbol" pitchFamily="18" charset="2"/>
              </a:rPr>
              <a:t> = 0</a:t>
            </a:r>
          </a:p>
          <a:p>
            <a:pPr marL="442913" indent="-442913" eaLnBrk="1" hangingPunct="1">
              <a:lnSpc>
                <a:spcPct val="130000"/>
              </a:lnSpc>
              <a:spcBef>
                <a:spcPts val="0"/>
              </a:spcBef>
              <a:spcAft>
                <a:spcPts val="400"/>
              </a:spcAft>
              <a:buClr>
                <a:srgbClr val="A50021"/>
              </a:buClr>
              <a:buSzPct val="130000"/>
              <a:buFont typeface="Wingdings" pitchFamily="2" charset="2"/>
              <a:buChar char="F"/>
            </a:pPr>
            <a:r>
              <a:rPr lang="zh-CN" altLang="en-US" sz="2200" b="1" dirty="0" smtClean="0">
                <a:solidFill>
                  <a:srgbClr val="000066"/>
                </a:solidFill>
                <a:ea typeface="幼圆" pitchFamily="49" charset="-122"/>
                <a:cs typeface="Times New Roman" panose="02020603050405020304" pitchFamily="18" charset="0"/>
              </a:rPr>
              <a:t>破坏形式：表面</a:t>
            </a:r>
            <a:r>
              <a:rPr lang="zh-CN" altLang="en-US" sz="2200" b="1" dirty="0">
                <a:solidFill>
                  <a:srgbClr val="000066"/>
                </a:solidFill>
                <a:ea typeface="幼圆" pitchFamily="49" charset="-122"/>
                <a:cs typeface="Times New Roman" panose="02020603050405020304" pitchFamily="18" charset="0"/>
              </a:rPr>
              <a:t>浅层</a:t>
            </a:r>
            <a:r>
              <a:rPr lang="zh-CN" altLang="en-US" sz="2200" b="1" dirty="0" smtClean="0">
                <a:solidFill>
                  <a:srgbClr val="000066"/>
                </a:solidFill>
                <a:ea typeface="幼圆" pitchFamily="49" charset="-122"/>
                <a:cs typeface="Times New Roman" panose="02020603050405020304" pitchFamily="18" charset="0"/>
              </a:rPr>
              <a:t>滑动</a:t>
            </a:r>
            <a:endParaRPr lang="en-US" altLang="zh-CN" sz="2200" b="1" dirty="0" smtClean="0">
              <a:solidFill>
                <a:srgbClr val="000066"/>
              </a:solidFill>
              <a:ea typeface="幼圆" pitchFamily="49" charset="-122"/>
              <a:cs typeface="Times New Roman" panose="02020603050405020304" pitchFamily="18" charset="0"/>
            </a:endParaRPr>
          </a:p>
        </p:txBody>
      </p:sp>
      <p:sp>
        <p:nvSpPr>
          <p:cNvPr id="80" name="Text Box 46"/>
          <p:cNvSpPr txBox="1">
            <a:spLocks noChangeArrowheads="1"/>
          </p:cNvSpPr>
          <p:nvPr/>
        </p:nvSpPr>
        <p:spPr bwMode="auto">
          <a:xfrm>
            <a:off x="363383" y="755130"/>
            <a:ext cx="408934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buFont typeface="Wingdings" pitchFamily="2" charset="2"/>
              <a:buChar char="n"/>
            </a:pPr>
            <a:r>
              <a:rPr lang="zh-CN" altLang="en-US" sz="2800" b="1" dirty="0" smtClean="0">
                <a:solidFill>
                  <a:srgbClr val="A50021"/>
                </a:solidFill>
                <a:latin typeface="微软雅黑" panose="020B0503020204020204" pitchFamily="34" charset="-122"/>
                <a:ea typeface="微软雅黑" panose="020B0503020204020204" pitchFamily="34" charset="-122"/>
              </a:rPr>
              <a:t> 破坏形式和稳定分析</a:t>
            </a:r>
            <a:endParaRPr lang="zh-CN" altLang="en-US" sz="2800" b="1" dirty="0">
              <a:solidFill>
                <a:srgbClr val="A50021"/>
              </a:solidFill>
              <a:latin typeface="微软雅黑" panose="020B0503020204020204" pitchFamily="34" charset="-122"/>
              <a:ea typeface="微软雅黑" panose="020B0503020204020204" pitchFamily="34" charset="-122"/>
            </a:endParaRPr>
          </a:p>
        </p:txBody>
      </p:sp>
      <p:sp>
        <p:nvSpPr>
          <p:cNvPr id="82" name="AutoShape 5"/>
          <p:cNvSpPr>
            <a:spLocks noChangeArrowheads="1"/>
          </p:cNvSpPr>
          <p:nvPr/>
        </p:nvSpPr>
        <p:spPr bwMode="auto">
          <a:xfrm>
            <a:off x="963487" y="4226418"/>
            <a:ext cx="557523" cy="457665"/>
          </a:xfrm>
          <a:prstGeom prst="homePlate">
            <a:avLst>
              <a:gd name="adj" fmla="val 33632"/>
            </a:avLst>
          </a:prstGeom>
          <a:solidFill>
            <a:schemeClr val="accent2"/>
          </a:solidFill>
          <a:ln w="9525">
            <a:solidFill>
              <a:schemeClr val="tx1"/>
            </a:solidFill>
            <a:miter lim="800000"/>
            <a:headEnd/>
            <a:tailEnd/>
          </a:ln>
        </p:spPr>
        <p:txBody>
          <a:bodyPr anchor="ctr"/>
          <a:lstStyle/>
          <a:p>
            <a:endParaRPr lang="zh-CN" altLang="en-US"/>
          </a:p>
        </p:txBody>
      </p:sp>
      <p:grpSp>
        <p:nvGrpSpPr>
          <p:cNvPr id="3" name="组合 2"/>
          <p:cNvGrpSpPr/>
          <p:nvPr/>
        </p:nvGrpSpPr>
        <p:grpSpPr>
          <a:xfrm>
            <a:off x="5711242" y="1411503"/>
            <a:ext cx="3027114" cy="1477963"/>
            <a:chOff x="5711242" y="1411503"/>
            <a:chExt cx="3027114" cy="1477963"/>
          </a:xfrm>
        </p:grpSpPr>
        <p:grpSp>
          <p:nvGrpSpPr>
            <p:cNvPr id="87" name="组合 86"/>
            <p:cNvGrpSpPr/>
            <p:nvPr/>
          </p:nvGrpSpPr>
          <p:grpSpPr>
            <a:xfrm>
              <a:off x="5890628" y="1411503"/>
              <a:ext cx="2695575" cy="1355725"/>
              <a:chOff x="527050" y="1655763"/>
              <a:chExt cx="2695575" cy="1355725"/>
            </a:xfrm>
          </p:grpSpPr>
          <p:sp>
            <p:nvSpPr>
              <p:cNvPr id="88" name="Freeform 106"/>
              <p:cNvSpPr>
                <a:spLocks/>
              </p:cNvSpPr>
              <p:nvPr/>
            </p:nvSpPr>
            <p:spPr bwMode="auto">
              <a:xfrm>
                <a:off x="527050" y="1655763"/>
                <a:ext cx="2695575" cy="1355725"/>
              </a:xfrm>
              <a:custGeom>
                <a:avLst/>
                <a:gdLst>
                  <a:gd name="T0" fmla="*/ 0 w 1698"/>
                  <a:gd name="T1" fmla="*/ 850 h 854"/>
                  <a:gd name="T2" fmla="*/ 22 w 1698"/>
                  <a:gd name="T3" fmla="*/ 835 h 854"/>
                  <a:gd name="T4" fmla="*/ 50 w 1698"/>
                  <a:gd name="T5" fmla="*/ 821 h 854"/>
                  <a:gd name="T6" fmla="*/ 77 w 1698"/>
                  <a:gd name="T7" fmla="*/ 807 h 854"/>
                  <a:gd name="T8" fmla="*/ 96 w 1698"/>
                  <a:gd name="T9" fmla="*/ 787 h 854"/>
                  <a:gd name="T10" fmla="*/ 118 w 1698"/>
                  <a:gd name="T11" fmla="*/ 768 h 854"/>
                  <a:gd name="T12" fmla="*/ 137 w 1698"/>
                  <a:gd name="T13" fmla="*/ 754 h 854"/>
                  <a:gd name="T14" fmla="*/ 166 w 1698"/>
                  <a:gd name="T15" fmla="*/ 742 h 854"/>
                  <a:gd name="T16" fmla="*/ 197 w 1698"/>
                  <a:gd name="T17" fmla="*/ 720 h 854"/>
                  <a:gd name="T18" fmla="*/ 242 w 1698"/>
                  <a:gd name="T19" fmla="*/ 701 h 854"/>
                  <a:gd name="T20" fmla="*/ 278 w 1698"/>
                  <a:gd name="T21" fmla="*/ 672 h 854"/>
                  <a:gd name="T22" fmla="*/ 317 w 1698"/>
                  <a:gd name="T23" fmla="*/ 648 h 854"/>
                  <a:gd name="T24" fmla="*/ 346 w 1698"/>
                  <a:gd name="T25" fmla="*/ 627 h 854"/>
                  <a:gd name="T26" fmla="*/ 386 w 1698"/>
                  <a:gd name="T27" fmla="*/ 598 h 854"/>
                  <a:gd name="T28" fmla="*/ 394 w 1698"/>
                  <a:gd name="T29" fmla="*/ 579 h 854"/>
                  <a:gd name="T30" fmla="*/ 422 w 1698"/>
                  <a:gd name="T31" fmla="*/ 547 h 854"/>
                  <a:gd name="T32" fmla="*/ 461 w 1698"/>
                  <a:gd name="T33" fmla="*/ 521 h 854"/>
                  <a:gd name="T34" fmla="*/ 521 w 1698"/>
                  <a:gd name="T35" fmla="*/ 483 h 854"/>
                  <a:gd name="T36" fmla="*/ 545 w 1698"/>
                  <a:gd name="T37" fmla="*/ 459 h 854"/>
                  <a:gd name="T38" fmla="*/ 566 w 1698"/>
                  <a:gd name="T39" fmla="*/ 432 h 854"/>
                  <a:gd name="T40" fmla="*/ 605 w 1698"/>
                  <a:gd name="T41" fmla="*/ 423 h 854"/>
                  <a:gd name="T42" fmla="*/ 646 w 1698"/>
                  <a:gd name="T43" fmla="*/ 394 h 854"/>
                  <a:gd name="T44" fmla="*/ 679 w 1698"/>
                  <a:gd name="T45" fmla="*/ 372 h 854"/>
                  <a:gd name="T46" fmla="*/ 708 w 1698"/>
                  <a:gd name="T47" fmla="*/ 346 h 854"/>
                  <a:gd name="T48" fmla="*/ 749 w 1698"/>
                  <a:gd name="T49" fmla="*/ 319 h 854"/>
                  <a:gd name="T50" fmla="*/ 792 w 1698"/>
                  <a:gd name="T51" fmla="*/ 283 h 854"/>
                  <a:gd name="T52" fmla="*/ 828 w 1698"/>
                  <a:gd name="T53" fmla="*/ 267 h 854"/>
                  <a:gd name="T54" fmla="*/ 871 w 1698"/>
                  <a:gd name="T55" fmla="*/ 226 h 854"/>
                  <a:gd name="T56" fmla="*/ 907 w 1698"/>
                  <a:gd name="T57" fmla="*/ 202 h 854"/>
                  <a:gd name="T58" fmla="*/ 950 w 1698"/>
                  <a:gd name="T59" fmla="*/ 173 h 854"/>
                  <a:gd name="T60" fmla="*/ 984 w 1698"/>
                  <a:gd name="T61" fmla="*/ 151 h 854"/>
                  <a:gd name="T62" fmla="*/ 1022 w 1698"/>
                  <a:gd name="T63" fmla="*/ 132 h 854"/>
                  <a:gd name="T64" fmla="*/ 1066 w 1698"/>
                  <a:gd name="T65" fmla="*/ 91 h 854"/>
                  <a:gd name="T66" fmla="*/ 1123 w 1698"/>
                  <a:gd name="T67" fmla="*/ 58 h 854"/>
                  <a:gd name="T68" fmla="*/ 1154 w 1698"/>
                  <a:gd name="T69" fmla="*/ 29 h 854"/>
                  <a:gd name="T70" fmla="*/ 1190 w 1698"/>
                  <a:gd name="T71" fmla="*/ 5 h 854"/>
                  <a:gd name="T72" fmla="*/ 1229 w 1698"/>
                  <a:gd name="T73" fmla="*/ 5 h 854"/>
                  <a:gd name="T74" fmla="*/ 1286 w 1698"/>
                  <a:gd name="T75" fmla="*/ 0 h 854"/>
                  <a:gd name="T76" fmla="*/ 1327 w 1698"/>
                  <a:gd name="T77" fmla="*/ 3 h 854"/>
                  <a:gd name="T78" fmla="*/ 1354 w 1698"/>
                  <a:gd name="T79" fmla="*/ 12 h 854"/>
                  <a:gd name="T80" fmla="*/ 1390 w 1698"/>
                  <a:gd name="T81" fmla="*/ 43 h 854"/>
                  <a:gd name="T82" fmla="*/ 1450 w 1698"/>
                  <a:gd name="T83" fmla="*/ 96 h 854"/>
                  <a:gd name="T84" fmla="*/ 1488 w 1698"/>
                  <a:gd name="T85" fmla="*/ 123 h 854"/>
                  <a:gd name="T86" fmla="*/ 1522 w 1698"/>
                  <a:gd name="T87" fmla="*/ 159 h 854"/>
                  <a:gd name="T88" fmla="*/ 1565 w 1698"/>
                  <a:gd name="T89" fmla="*/ 195 h 854"/>
                  <a:gd name="T90" fmla="*/ 1606 w 1698"/>
                  <a:gd name="T91" fmla="*/ 226 h 854"/>
                  <a:gd name="T92" fmla="*/ 1632 w 1698"/>
                  <a:gd name="T93" fmla="*/ 264 h 854"/>
                  <a:gd name="T94" fmla="*/ 1670 w 1698"/>
                  <a:gd name="T95" fmla="*/ 278 h 854"/>
                  <a:gd name="T96" fmla="*/ 1694 w 1698"/>
                  <a:gd name="T97" fmla="*/ 302 h 854"/>
                  <a:gd name="T98" fmla="*/ 1697 w 1698"/>
                  <a:gd name="T99" fmla="*/ 365 h 854"/>
                  <a:gd name="T100" fmla="*/ 1697 w 1698"/>
                  <a:gd name="T101" fmla="*/ 854 h 854"/>
                  <a:gd name="T102" fmla="*/ 0 w 1698"/>
                  <a:gd name="T103" fmla="*/ 850 h 854"/>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1698"/>
                  <a:gd name="T157" fmla="*/ 0 h 854"/>
                  <a:gd name="T158" fmla="*/ 1698 w 1698"/>
                  <a:gd name="T159" fmla="*/ 854 h 854"/>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1698" h="854">
                    <a:moveTo>
                      <a:pt x="0" y="850"/>
                    </a:moveTo>
                    <a:cubicBezTo>
                      <a:pt x="7" y="845"/>
                      <a:pt x="14" y="840"/>
                      <a:pt x="22" y="835"/>
                    </a:cubicBezTo>
                    <a:cubicBezTo>
                      <a:pt x="30" y="830"/>
                      <a:pt x="41" y="826"/>
                      <a:pt x="50" y="821"/>
                    </a:cubicBezTo>
                    <a:cubicBezTo>
                      <a:pt x="59" y="816"/>
                      <a:pt x="69" y="813"/>
                      <a:pt x="77" y="807"/>
                    </a:cubicBezTo>
                    <a:cubicBezTo>
                      <a:pt x="85" y="801"/>
                      <a:pt x="89" y="793"/>
                      <a:pt x="96" y="787"/>
                    </a:cubicBezTo>
                    <a:cubicBezTo>
                      <a:pt x="103" y="781"/>
                      <a:pt x="111" y="773"/>
                      <a:pt x="118" y="768"/>
                    </a:cubicBezTo>
                    <a:cubicBezTo>
                      <a:pt x="125" y="763"/>
                      <a:pt x="129" y="758"/>
                      <a:pt x="137" y="754"/>
                    </a:cubicBezTo>
                    <a:cubicBezTo>
                      <a:pt x="145" y="750"/>
                      <a:pt x="156" y="748"/>
                      <a:pt x="166" y="742"/>
                    </a:cubicBezTo>
                    <a:cubicBezTo>
                      <a:pt x="176" y="736"/>
                      <a:pt x="184" y="727"/>
                      <a:pt x="197" y="720"/>
                    </a:cubicBezTo>
                    <a:cubicBezTo>
                      <a:pt x="210" y="713"/>
                      <a:pt x="228" y="709"/>
                      <a:pt x="242" y="701"/>
                    </a:cubicBezTo>
                    <a:cubicBezTo>
                      <a:pt x="256" y="693"/>
                      <a:pt x="266" y="681"/>
                      <a:pt x="278" y="672"/>
                    </a:cubicBezTo>
                    <a:cubicBezTo>
                      <a:pt x="290" y="663"/>
                      <a:pt x="306" y="655"/>
                      <a:pt x="317" y="648"/>
                    </a:cubicBezTo>
                    <a:cubicBezTo>
                      <a:pt x="328" y="641"/>
                      <a:pt x="335" y="635"/>
                      <a:pt x="346" y="627"/>
                    </a:cubicBezTo>
                    <a:cubicBezTo>
                      <a:pt x="357" y="619"/>
                      <a:pt x="378" y="606"/>
                      <a:pt x="386" y="598"/>
                    </a:cubicBezTo>
                    <a:cubicBezTo>
                      <a:pt x="394" y="590"/>
                      <a:pt x="388" y="587"/>
                      <a:pt x="394" y="579"/>
                    </a:cubicBezTo>
                    <a:cubicBezTo>
                      <a:pt x="400" y="571"/>
                      <a:pt x="411" y="557"/>
                      <a:pt x="422" y="547"/>
                    </a:cubicBezTo>
                    <a:cubicBezTo>
                      <a:pt x="433" y="537"/>
                      <a:pt x="445" y="532"/>
                      <a:pt x="461" y="521"/>
                    </a:cubicBezTo>
                    <a:cubicBezTo>
                      <a:pt x="477" y="510"/>
                      <a:pt x="507" y="493"/>
                      <a:pt x="521" y="483"/>
                    </a:cubicBezTo>
                    <a:cubicBezTo>
                      <a:pt x="535" y="473"/>
                      <a:pt x="538" y="467"/>
                      <a:pt x="545" y="459"/>
                    </a:cubicBezTo>
                    <a:cubicBezTo>
                      <a:pt x="552" y="451"/>
                      <a:pt x="556" y="438"/>
                      <a:pt x="566" y="432"/>
                    </a:cubicBezTo>
                    <a:cubicBezTo>
                      <a:pt x="576" y="426"/>
                      <a:pt x="592" y="429"/>
                      <a:pt x="605" y="423"/>
                    </a:cubicBezTo>
                    <a:cubicBezTo>
                      <a:pt x="618" y="417"/>
                      <a:pt x="634" y="402"/>
                      <a:pt x="646" y="394"/>
                    </a:cubicBezTo>
                    <a:cubicBezTo>
                      <a:pt x="658" y="386"/>
                      <a:pt x="669" y="380"/>
                      <a:pt x="679" y="372"/>
                    </a:cubicBezTo>
                    <a:cubicBezTo>
                      <a:pt x="689" y="364"/>
                      <a:pt x="696" y="355"/>
                      <a:pt x="708" y="346"/>
                    </a:cubicBezTo>
                    <a:cubicBezTo>
                      <a:pt x="720" y="337"/>
                      <a:pt x="735" y="329"/>
                      <a:pt x="749" y="319"/>
                    </a:cubicBezTo>
                    <a:cubicBezTo>
                      <a:pt x="763" y="309"/>
                      <a:pt x="779" y="292"/>
                      <a:pt x="792" y="283"/>
                    </a:cubicBezTo>
                    <a:cubicBezTo>
                      <a:pt x="805" y="274"/>
                      <a:pt x="815" y="277"/>
                      <a:pt x="828" y="267"/>
                    </a:cubicBezTo>
                    <a:cubicBezTo>
                      <a:pt x="841" y="257"/>
                      <a:pt x="858" y="237"/>
                      <a:pt x="871" y="226"/>
                    </a:cubicBezTo>
                    <a:cubicBezTo>
                      <a:pt x="884" y="215"/>
                      <a:pt x="894" y="211"/>
                      <a:pt x="907" y="202"/>
                    </a:cubicBezTo>
                    <a:cubicBezTo>
                      <a:pt x="920" y="193"/>
                      <a:pt x="937" y="181"/>
                      <a:pt x="950" y="173"/>
                    </a:cubicBezTo>
                    <a:cubicBezTo>
                      <a:pt x="963" y="165"/>
                      <a:pt x="972" y="158"/>
                      <a:pt x="984" y="151"/>
                    </a:cubicBezTo>
                    <a:cubicBezTo>
                      <a:pt x="996" y="144"/>
                      <a:pt x="1008" y="142"/>
                      <a:pt x="1022" y="132"/>
                    </a:cubicBezTo>
                    <a:cubicBezTo>
                      <a:pt x="1036" y="122"/>
                      <a:pt x="1049" y="103"/>
                      <a:pt x="1066" y="91"/>
                    </a:cubicBezTo>
                    <a:cubicBezTo>
                      <a:pt x="1083" y="79"/>
                      <a:pt x="1108" y="68"/>
                      <a:pt x="1123" y="58"/>
                    </a:cubicBezTo>
                    <a:cubicBezTo>
                      <a:pt x="1138" y="48"/>
                      <a:pt x="1143" y="38"/>
                      <a:pt x="1154" y="29"/>
                    </a:cubicBezTo>
                    <a:cubicBezTo>
                      <a:pt x="1165" y="20"/>
                      <a:pt x="1178" y="9"/>
                      <a:pt x="1190" y="5"/>
                    </a:cubicBezTo>
                    <a:cubicBezTo>
                      <a:pt x="1202" y="1"/>
                      <a:pt x="1213" y="6"/>
                      <a:pt x="1229" y="5"/>
                    </a:cubicBezTo>
                    <a:cubicBezTo>
                      <a:pt x="1245" y="4"/>
                      <a:pt x="1270" y="0"/>
                      <a:pt x="1286" y="0"/>
                    </a:cubicBezTo>
                    <a:cubicBezTo>
                      <a:pt x="1302" y="0"/>
                      <a:pt x="1316" y="1"/>
                      <a:pt x="1327" y="3"/>
                    </a:cubicBezTo>
                    <a:cubicBezTo>
                      <a:pt x="1338" y="5"/>
                      <a:pt x="1344" y="5"/>
                      <a:pt x="1354" y="12"/>
                    </a:cubicBezTo>
                    <a:cubicBezTo>
                      <a:pt x="1364" y="19"/>
                      <a:pt x="1374" y="29"/>
                      <a:pt x="1390" y="43"/>
                    </a:cubicBezTo>
                    <a:cubicBezTo>
                      <a:pt x="1406" y="57"/>
                      <a:pt x="1434" y="83"/>
                      <a:pt x="1450" y="96"/>
                    </a:cubicBezTo>
                    <a:cubicBezTo>
                      <a:pt x="1466" y="109"/>
                      <a:pt x="1476" y="113"/>
                      <a:pt x="1488" y="123"/>
                    </a:cubicBezTo>
                    <a:cubicBezTo>
                      <a:pt x="1500" y="133"/>
                      <a:pt x="1509" y="147"/>
                      <a:pt x="1522" y="159"/>
                    </a:cubicBezTo>
                    <a:cubicBezTo>
                      <a:pt x="1535" y="171"/>
                      <a:pt x="1551" y="184"/>
                      <a:pt x="1565" y="195"/>
                    </a:cubicBezTo>
                    <a:cubicBezTo>
                      <a:pt x="1579" y="206"/>
                      <a:pt x="1595" y="215"/>
                      <a:pt x="1606" y="226"/>
                    </a:cubicBezTo>
                    <a:cubicBezTo>
                      <a:pt x="1617" y="237"/>
                      <a:pt x="1621" y="255"/>
                      <a:pt x="1632" y="264"/>
                    </a:cubicBezTo>
                    <a:cubicBezTo>
                      <a:pt x="1643" y="273"/>
                      <a:pt x="1660" y="272"/>
                      <a:pt x="1670" y="278"/>
                    </a:cubicBezTo>
                    <a:cubicBezTo>
                      <a:pt x="1680" y="284"/>
                      <a:pt x="1690" y="288"/>
                      <a:pt x="1694" y="302"/>
                    </a:cubicBezTo>
                    <a:cubicBezTo>
                      <a:pt x="1698" y="316"/>
                      <a:pt x="1696" y="273"/>
                      <a:pt x="1697" y="365"/>
                    </a:cubicBezTo>
                    <a:cubicBezTo>
                      <a:pt x="1698" y="457"/>
                      <a:pt x="1697" y="752"/>
                      <a:pt x="1697" y="854"/>
                    </a:cubicBezTo>
                    <a:cubicBezTo>
                      <a:pt x="1697" y="854"/>
                      <a:pt x="0" y="850"/>
                      <a:pt x="0" y="850"/>
                    </a:cubicBezTo>
                    <a:close/>
                  </a:path>
                </a:pathLst>
              </a:custGeom>
              <a:solidFill>
                <a:srgbClr val="FFCC6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9" name="Freeform 108"/>
              <p:cNvSpPr>
                <a:spLocks/>
              </p:cNvSpPr>
              <p:nvPr/>
            </p:nvSpPr>
            <p:spPr bwMode="auto">
              <a:xfrm>
                <a:off x="527050" y="1658938"/>
                <a:ext cx="2689225" cy="1349375"/>
              </a:xfrm>
              <a:custGeom>
                <a:avLst/>
                <a:gdLst>
                  <a:gd name="T0" fmla="*/ 0 w 1694"/>
                  <a:gd name="T1" fmla="*/ 850 h 850"/>
                  <a:gd name="T2" fmla="*/ 22 w 1694"/>
                  <a:gd name="T3" fmla="*/ 835 h 850"/>
                  <a:gd name="T4" fmla="*/ 50 w 1694"/>
                  <a:gd name="T5" fmla="*/ 821 h 850"/>
                  <a:gd name="T6" fmla="*/ 77 w 1694"/>
                  <a:gd name="T7" fmla="*/ 807 h 850"/>
                  <a:gd name="T8" fmla="*/ 96 w 1694"/>
                  <a:gd name="T9" fmla="*/ 787 h 850"/>
                  <a:gd name="T10" fmla="*/ 118 w 1694"/>
                  <a:gd name="T11" fmla="*/ 768 h 850"/>
                  <a:gd name="T12" fmla="*/ 137 w 1694"/>
                  <a:gd name="T13" fmla="*/ 754 h 850"/>
                  <a:gd name="T14" fmla="*/ 166 w 1694"/>
                  <a:gd name="T15" fmla="*/ 742 h 850"/>
                  <a:gd name="T16" fmla="*/ 197 w 1694"/>
                  <a:gd name="T17" fmla="*/ 720 h 850"/>
                  <a:gd name="T18" fmla="*/ 242 w 1694"/>
                  <a:gd name="T19" fmla="*/ 701 h 850"/>
                  <a:gd name="T20" fmla="*/ 278 w 1694"/>
                  <a:gd name="T21" fmla="*/ 672 h 850"/>
                  <a:gd name="T22" fmla="*/ 317 w 1694"/>
                  <a:gd name="T23" fmla="*/ 648 h 850"/>
                  <a:gd name="T24" fmla="*/ 346 w 1694"/>
                  <a:gd name="T25" fmla="*/ 627 h 850"/>
                  <a:gd name="T26" fmla="*/ 386 w 1694"/>
                  <a:gd name="T27" fmla="*/ 598 h 850"/>
                  <a:gd name="T28" fmla="*/ 394 w 1694"/>
                  <a:gd name="T29" fmla="*/ 579 h 850"/>
                  <a:gd name="T30" fmla="*/ 422 w 1694"/>
                  <a:gd name="T31" fmla="*/ 547 h 850"/>
                  <a:gd name="T32" fmla="*/ 461 w 1694"/>
                  <a:gd name="T33" fmla="*/ 521 h 850"/>
                  <a:gd name="T34" fmla="*/ 521 w 1694"/>
                  <a:gd name="T35" fmla="*/ 483 h 850"/>
                  <a:gd name="T36" fmla="*/ 545 w 1694"/>
                  <a:gd name="T37" fmla="*/ 459 h 850"/>
                  <a:gd name="T38" fmla="*/ 566 w 1694"/>
                  <a:gd name="T39" fmla="*/ 432 h 850"/>
                  <a:gd name="T40" fmla="*/ 605 w 1694"/>
                  <a:gd name="T41" fmla="*/ 423 h 850"/>
                  <a:gd name="T42" fmla="*/ 646 w 1694"/>
                  <a:gd name="T43" fmla="*/ 394 h 850"/>
                  <a:gd name="T44" fmla="*/ 679 w 1694"/>
                  <a:gd name="T45" fmla="*/ 372 h 850"/>
                  <a:gd name="T46" fmla="*/ 708 w 1694"/>
                  <a:gd name="T47" fmla="*/ 346 h 850"/>
                  <a:gd name="T48" fmla="*/ 749 w 1694"/>
                  <a:gd name="T49" fmla="*/ 319 h 850"/>
                  <a:gd name="T50" fmla="*/ 792 w 1694"/>
                  <a:gd name="T51" fmla="*/ 283 h 850"/>
                  <a:gd name="T52" fmla="*/ 828 w 1694"/>
                  <a:gd name="T53" fmla="*/ 267 h 850"/>
                  <a:gd name="T54" fmla="*/ 871 w 1694"/>
                  <a:gd name="T55" fmla="*/ 226 h 850"/>
                  <a:gd name="T56" fmla="*/ 907 w 1694"/>
                  <a:gd name="T57" fmla="*/ 202 h 850"/>
                  <a:gd name="T58" fmla="*/ 950 w 1694"/>
                  <a:gd name="T59" fmla="*/ 173 h 850"/>
                  <a:gd name="T60" fmla="*/ 984 w 1694"/>
                  <a:gd name="T61" fmla="*/ 151 h 850"/>
                  <a:gd name="T62" fmla="*/ 1022 w 1694"/>
                  <a:gd name="T63" fmla="*/ 132 h 850"/>
                  <a:gd name="T64" fmla="*/ 1066 w 1694"/>
                  <a:gd name="T65" fmla="*/ 91 h 850"/>
                  <a:gd name="T66" fmla="*/ 1123 w 1694"/>
                  <a:gd name="T67" fmla="*/ 58 h 850"/>
                  <a:gd name="T68" fmla="*/ 1154 w 1694"/>
                  <a:gd name="T69" fmla="*/ 29 h 850"/>
                  <a:gd name="T70" fmla="*/ 1190 w 1694"/>
                  <a:gd name="T71" fmla="*/ 5 h 850"/>
                  <a:gd name="T72" fmla="*/ 1229 w 1694"/>
                  <a:gd name="T73" fmla="*/ 5 h 850"/>
                  <a:gd name="T74" fmla="*/ 1286 w 1694"/>
                  <a:gd name="T75" fmla="*/ 0 h 850"/>
                  <a:gd name="T76" fmla="*/ 1327 w 1694"/>
                  <a:gd name="T77" fmla="*/ 3 h 850"/>
                  <a:gd name="T78" fmla="*/ 1354 w 1694"/>
                  <a:gd name="T79" fmla="*/ 12 h 850"/>
                  <a:gd name="T80" fmla="*/ 1390 w 1694"/>
                  <a:gd name="T81" fmla="*/ 43 h 850"/>
                  <a:gd name="T82" fmla="*/ 1450 w 1694"/>
                  <a:gd name="T83" fmla="*/ 96 h 850"/>
                  <a:gd name="T84" fmla="*/ 1488 w 1694"/>
                  <a:gd name="T85" fmla="*/ 123 h 850"/>
                  <a:gd name="T86" fmla="*/ 1522 w 1694"/>
                  <a:gd name="T87" fmla="*/ 159 h 850"/>
                  <a:gd name="T88" fmla="*/ 1565 w 1694"/>
                  <a:gd name="T89" fmla="*/ 195 h 850"/>
                  <a:gd name="T90" fmla="*/ 1606 w 1694"/>
                  <a:gd name="T91" fmla="*/ 226 h 850"/>
                  <a:gd name="T92" fmla="*/ 1632 w 1694"/>
                  <a:gd name="T93" fmla="*/ 264 h 850"/>
                  <a:gd name="T94" fmla="*/ 1678 w 1694"/>
                  <a:gd name="T95" fmla="*/ 276 h 850"/>
                  <a:gd name="T96" fmla="*/ 1694 w 1694"/>
                  <a:gd name="T97" fmla="*/ 300 h 850"/>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1694"/>
                  <a:gd name="T148" fmla="*/ 0 h 850"/>
                  <a:gd name="T149" fmla="*/ 1694 w 1694"/>
                  <a:gd name="T150" fmla="*/ 850 h 850"/>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1694" h="850">
                    <a:moveTo>
                      <a:pt x="0" y="850"/>
                    </a:moveTo>
                    <a:cubicBezTo>
                      <a:pt x="7" y="845"/>
                      <a:pt x="14" y="840"/>
                      <a:pt x="22" y="835"/>
                    </a:cubicBezTo>
                    <a:cubicBezTo>
                      <a:pt x="30" y="830"/>
                      <a:pt x="41" y="826"/>
                      <a:pt x="50" y="821"/>
                    </a:cubicBezTo>
                    <a:cubicBezTo>
                      <a:pt x="59" y="816"/>
                      <a:pt x="69" y="813"/>
                      <a:pt x="77" y="807"/>
                    </a:cubicBezTo>
                    <a:cubicBezTo>
                      <a:pt x="85" y="801"/>
                      <a:pt x="89" y="793"/>
                      <a:pt x="96" y="787"/>
                    </a:cubicBezTo>
                    <a:cubicBezTo>
                      <a:pt x="103" y="781"/>
                      <a:pt x="111" y="773"/>
                      <a:pt x="118" y="768"/>
                    </a:cubicBezTo>
                    <a:cubicBezTo>
                      <a:pt x="125" y="763"/>
                      <a:pt x="129" y="758"/>
                      <a:pt x="137" y="754"/>
                    </a:cubicBezTo>
                    <a:cubicBezTo>
                      <a:pt x="145" y="750"/>
                      <a:pt x="156" y="748"/>
                      <a:pt x="166" y="742"/>
                    </a:cubicBezTo>
                    <a:cubicBezTo>
                      <a:pt x="176" y="736"/>
                      <a:pt x="184" y="727"/>
                      <a:pt x="197" y="720"/>
                    </a:cubicBezTo>
                    <a:cubicBezTo>
                      <a:pt x="210" y="713"/>
                      <a:pt x="228" y="709"/>
                      <a:pt x="242" y="701"/>
                    </a:cubicBezTo>
                    <a:cubicBezTo>
                      <a:pt x="256" y="693"/>
                      <a:pt x="266" y="681"/>
                      <a:pt x="278" y="672"/>
                    </a:cubicBezTo>
                    <a:cubicBezTo>
                      <a:pt x="290" y="663"/>
                      <a:pt x="306" y="655"/>
                      <a:pt x="317" y="648"/>
                    </a:cubicBezTo>
                    <a:cubicBezTo>
                      <a:pt x="328" y="641"/>
                      <a:pt x="335" y="635"/>
                      <a:pt x="346" y="627"/>
                    </a:cubicBezTo>
                    <a:cubicBezTo>
                      <a:pt x="357" y="619"/>
                      <a:pt x="378" y="606"/>
                      <a:pt x="386" y="598"/>
                    </a:cubicBezTo>
                    <a:cubicBezTo>
                      <a:pt x="394" y="590"/>
                      <a:pt x="388" y="587"/>
                      <a:pt x="394" y="579"/>
                    </a:cubicBezTo>
                    <a:cubicBezTo>
                      <a:pt x="400" y="571"/>
                      <a:pt x="411" y="557"/>
                      <a:pt x="422" y="547"/>
                    </a:cubicBezTo>
                    <a:cubicBezTo>
                      <a:pt x="433" y="537"/>
                      <a:pt x="445" y="532"/>
                      <a:pt x="461" y="521"/>
                    </a:cubicBezTo>
                    <a:cubicBezTo>
                      <a:pt x="477" y="510"/>
                      <a:pt x="507" y="493"/>
                      <a:pt x="521" y="483"/>
                    </a:cubicBezTo>
                    <a:cubicBezTo>
                      <a:pt x="535" y="473"/>
                      <a:pt x="538" y="467"/>
                      <a:pt x="545" y="459"/>
                    </a:cubicBezTo>
                    <a:cubicBezTo>
                      <a:pt x="552" y="451"/>
                      <a:pt x="556" y="438"/>
                      <a:pt x="566" y="432"/>
                    </a:cubicBezTo>
                    <a:cubicBezTo>
                      <a:pt x="576" y="426"/>
                      <a:pt x="592" y="429"/>
                      <a:pt x="605" y="423"/>
                    </a:cubicBezTo>
                    <a:cubicBezTo>
                      <a:pt x="618" y="417"/>
                      <a:pt x="634" y="402"/>
                      <a:pt x="646" y="394"/>
                    </a:cubicBezTo>
                    <a:cubicBezTo>
                      <a:pt x="658" y="386"/>
                      <a:pt x="669" y="380"/>
                      <a:pt x="679" y="372"/>
                    </a:cubicBezTo>
                    <a:cubicBezTo>
                      <a:pt x="689" y="364"/>
                      <a:pt x="696" y="355"/>
                      <a:pt x="708" y="346"/>
                    </a:cubicBezTo>
                    <a:cubicBezTo>
                      <a:pt x="720" y="337"/>
                      <a:pt x="735" y="329"/>
                      <a:pt x="749" y="319"/>
                    </a:cubicBezTo>
                    <a:cubicBezTo>
                      <a:pt x="763" y="309"/>
                      <a:pt x="779" y="292"/>
                      <a:pt x="792" y="283"/>
                    </a:cubicBezTo>
                    <a:cubicBezTo>
                      <a:pt x="805" y="274"/>
                      <a:pt x="815" y="277"/>
                      <a:pt x="828" y="267"/>
                    </a:cubicBezTo>
                    <a:cubicBezTo>
                      <a:pt x="841" y="257"/>
                      <a:pt x="858" y="237"/>
                      <a:pt x="871" y="226"/>
                    </a:cubicBezTo>
                    <a:cubicBezTo>
                      <a:pt x="884" y="215"/>
                      <a:pt x="894" y="211"/>
                      <a:pt x="907" y="202"/>
                    </a:cubicBezTo>
                    <a:cubicBezTo>
                      <a:pt x="920" y="193"/>
                      <a:pt x="937" y="181"/>
                      <a:pt x="950" y="173"/>
                    </a:cubicBezTo>
                    <a:cubicBezTo>
                      <a:pt x="963" y="165"/>
                      <a:pt x="972" y="158"/>
                      <a:pt x="984" y="151"/>
                    </a:cubicBezTo>
                    <a:cubicBezTo>
                      <a:pt x="996" y="144"/>
                      <a:pt x="1008" y="142"/>
                      <a:pt x="1022" y="132"/>
                    </a:cubicBezTo>
                    <a:cubicBezTo>
                      <a:pt x="1036" y="122"/>
                      <a:pt x="1049" y="103"/>
                      <a:pt x="1066" y="91"/>
                    </a:cubicBezTo>
                    <a:cubicBezTo>
                      <a:pt x="1083" y="79"/>
                      <a:pt x="1108" y="68"/>
                      <a:pt x="1123" y="58"/>
                    </a:cubicBezTo>
                    <a:cubicBezTo>
                      <a:pt x="1138" y="48"/>
                      <a:pt x="1143" y="38"/>
                      <a:pt x="1154" y="29"/>
                    </a:cubicBezTo>
                    <a:cubicBezTo>
                      <a:pt x="1165" y="20"/>
                      <a:pt x="1178" y="9"/>
                      <a:pt x="1190" y="5"/>
                    </a:cubicBezTo>
                    <a:cubicBezTo>
                      <a:pt x="1202" y="1"/>
                      <a:pt x="1213" y="6"/>
                      <a:pt x="1229" y="5"/>
                    </a:cubicBezTo>
                    <a:cubicBezTo>
                      <a:pt x="1245" y="4"/>
                      <a:pt x="1270" y="0"/>
                      <a:pt x="1286" y="0"/>
                    </a:cubicBezTo>
                    <a:cubicBezTo>
                      <a:pt x="1302" y="0"/>
                      <a:pt x="1316" y="1"/>
                      <a:pt x="1327" y="3"/>
                    </a:cubicBezTo>
                    <a:cubicBezTo>
                      <a:pt x="1338" y="5"/>
                      <a:pt x="1344" y="5"/>
                      <a:pt x="1354" y="12"/>
                    </a:cubicBezTo>
                    <a:cubicBezTo>
                      <a:pt x="1364" y="19"/>
                      <a:pt x="1374" y="29"/>
                      <a:pt x="1390" y="43"/>
                    </a:cubicBezTo>
                    <a:cubicBezTo>
                      <a:pt x="1406" y="57"/>
                      <a:pt x="1434" y="83"/>
                      <a:pt x="1450" y="96"/>
                    </a:cubicBezTo>
                    <a:cubicBezTo>
                      <a:pt x="1466" y="109"/>
                      <a:pt x="1476" y="113"/>
                      <a:pt x="1488" y="123"/>
                    </a:cubicBezTo>
                    <a:cubicBezTo>
                      <a:pt x="1500" y="133"/>
                      <a:pt x="1509" y="147"/>
                      <a:pt x="1522" y="159"/>
                    </a:cubicBezTo>
                    <a:cubicBezTo>
                      <a:pt x="1535" y="171"/>
                      <a:pt x="1551" y="184"/>
                      <a:pt x="1565" y="195"/>
                    </a:cubicBezTo>
                    <a:cubicBezTo>
                      <a:pt x="1579" y="206"/>
                      <a:pt x="1595" y="215"/>
                      <a:pt x="1606" y="226"/>
                    </a:cubicBezTo>
                    <a:cubicBezTo>
                      <a:pt x="1617" y="237"/>
                      <a:pt x="1620" y="256"/>
                      <a:pt x="1632" y="264"/>
                    </a:cubicBezTo>
                    <a:cubicBezTo>
                      <a:pt x="1644" y="272"/>
                      <a:pt x="1668" y="270"/>
                      <a:pt x="1678" y="276"/>
                    </a:cubicBezTo>
                    <a:cubicBezTo>
                      <a:pt x="1688" y="282"/>
                      <a:pt x="1690" y="294"/>
                      <a:pt x="1694" y="300"/>
                    </a:cubicBezTo>
                  </a:path>
                </a:pathLst>
              </a:custGeom>
              <a:noFill/>
              <a:ln w="1270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0" name="Freeform 109"/>
              <p:cNvSpPr>
                <a:spLocks/>
              </p:cNvSpPr>
              <p:nvPr/>
            </p:nvSpPr>
            <p:spPr bwMode="auto">
              <a:xfrm>
                <a:off x="1717675" y="2228851"/>
                <a:ext cx="23813" cy="14288"/>
              </a:xfrm>
              <a:custGeom>
                <a:avLst/>
                <a:gdLst>
                  <a:gd name="T0" fmla="*/ 1 w 15"/>
                  <a:gd name="T1" fmla="*/ 4 h 9"/>
                  <a:gd name="T2" fmla="*/ 9 w 15"/>
                  <a:gd name="T3" fmla="*/ 8 h 9"/>
                  <a:gd name="T4" fmla="*/ 1 w 15"/>
                  <a:gd name="T5" fmla="*/ 4 h 9"/>
                  <a:gd name="T6" fmla="*/ 0 60000 65536"/>
                  <a:gd name="T7" fmla="*/ 0 60000 65536"/>
                  <a:gd name="T8" fmla="*/ 0 60000 65536"/>
                  <a:gd name="T9" fmla="*/ 0 w 15"/>
                  <a:gd name="T10" fmla="*/ 0 h 9"/>
                  <a:gd name="T11" fmla="*/ 15 w 15"/>
                  <a:gd name="T12" fmla="*/ 9 h 9"/>
                </a:gdLst>
                <a:ahLst/>
                <a:cxnLst>
                  <a:cxn ang="T6">
                    <a:pos x="T0" y="T1"/>
                  </a:cxn>
                  <a:cxn ang="T7">
                    <a:pos x="T2" y="T3"/>
                  </a:cxn>
                  <a:cxn ang="T8">
                    <a:pos x="T4" y="T5"/>
                  </a:cxn>
                </a:cxnLst>
                <a:rect l="T9" t="T10" r="T11" b="T12"/>
                <a:pathLst>
                  <a:path w="15" h="9">
                    <a:moveTo>
                      <a:pt x="1" y="4"/>
                    </a:moveTo>
                    <a:cubicBezTo>
                      <a:pt x="6" y="3"/>
                      <a:pt x="15" y="0"/>
                      <a:pt x="9" y="8"/>
                    </a:cubicBezTo>
                    <a:cubicBezTo>
                      <a:pt x="0" y="6"/>
                      <a:pt x="1" y="9"/>
                      <a:pt x="1" y="4"/>
                    </a:cubicBezTo>
                    <a:close/>
                  </a:path>
                </a:pathLst>
              </a:custGeom>
              <a:solidFill>
                <a:schemeClr val="accent1"/>
              </a:solidFill>
              <a:ln w="9525">
                <a:solidFill>
                  <a:schemeClr val="tx1"/>
                </a:solidFill>
                <a:round/>
                <a:headEnd/>
                <a:tailEnd/>
              </a:ln>
            </p:spPr>
            <p:txBody>
              <a:bodyPr/>
              <a:lstStyle/>
              <a:p>
                <a:endParaRPr lang="zh-CN" altLang="en-US"/>
              </a:p>
            </p:txBody>
          </p:sp>
          <p:sp>
            <p:nvSpPr>
              <p:cNvPr id="91" name="Freeform 110"/>
              <p:cNvSpPr>
                <a:spLocks/>
              </p:cNvSpPr>
              <p:nvPr/>
            </p:nvSpPr>
            <p:spPr bwMode="auto">
              <a:xfrm>
                <a:off x="1749425" y="2170113"/>
                <a:ext cx="25400" cy="17463"/>
              </a:xfrm>
              <a:custGeom>
                <a:avLst/>
                <a:gdLst>
                  <a:gd name="T0" fmla="*/ 12 w 16"/>
                  <a:gd name="T1" fmla="*/ 1 h 11"/>
                  <a:gd name="T2" fmla="*/ 8 w 16"/>
                  <a:gd name="T3" fmla="*/ 9 h 11"/>
                  <a:gd name="T4" fmla="*/ 0 w 16"/>
                  <a:gd name="T5" fmla="*/ 3 h 11"/>
                  <a:gd name="T6" fmla="*/ 12 w 16"/>
                  <a:gd name="T7" fmla="*/ 1 h 11"/>
                  <a:gd name="T8" fmla="*/ 0 60000 65536"/>
                  <a:gd name="T9" fmla="*/ 0 60000 65536"/>
                  <a:gd name="T10" fmla="*/ 0 60000 65536"/>
                  <a:gd name="T11" fmla="*/ 0 60000 65536"/>
                  <a:gd name="T12" fmla="*/ 0 w 16"/>
                  <a:gd name="T13" fmla="*/ 0 h 11"/>
                  <a:gd name="T14" fmla="*/ 16 w 16"/>
                  <a:gd name="T15" fmla="*/ 11 h 11"/>
                </a:gdLst>
                <a:ahLst/>
                <a:cxnLst>
                  <a:cxn ang="T8">
                    <a:pos x="T0" y="T1"/>
                  </a:cxn>
                  <a:cxn ang="T9">
                    <a:pos x="T2" y="T3"/>
                  </a:cxn>
                  <a:cxn ang="T10">
                    <a:pos x="T4" y="T5"/>
                  </a:cxn>
                  <a:cxn ang="T11">
                    <a:pos x="T6" y="T7"/>
                  </a:cxn>
                </a:cxnLst>
                <a:rect l="T12" t="T13" r="T14" b="T15"/>
                <a:pathLst>
                  <a:path w="16" h="11">
                    <a:moveTo>
                      <a:pt x="12" y="1"/>
                    </a:moveTo>
                    <a:cubicBezTo>
                      <a:pt x="12" y="3"/>
                      <a:pt x="16" y="11"/>
                      <a:pt x="8" y="9"/>
                    </a:cubicBezTo>
                    <a:cubicBezTo>
                      <a:pt x="5" y="8"/>
                      <a:pt x="0" y="3"/>
                      <a:pt x="0" y="3"/>
                    </a:cubicBezTo>
                    <a:cubicBezTo>
                      <a:pt x="6" y="0"/>
                      <a:pt x="6" y="4"/>
                      <a:pt x="12" y="1"/>
                    </a:cubicBezTo>
                    <a:close/>
                  </a:path>
                </a:pathLst>
              </a:custGeom>
              <a:solidFill>
                <a:schemeClr val="accent1"/>
              </a:solidFill>
              <a:ln w="9525">
                <a:solidFill>
                  <a:schemeClr val="tx1"/>
                </a:solidFill>
                <a:round/>
                <a:headEnd/>
                <a:tailEnd/>
              </a:ln>
            </p:spPr>
            <p:txBody>
              <a:bodyPr/>
              <a:lstStyle/>
              <a:p>
                <a:endParaRPr lang="zh-CN" altLang="en-US"/>
              </a:p>
            </p:txBody>
          </p:sp>
          <p:sp>
            <p:nvSpPr>
              <p:cNvPr id="92" name="Freeform 111"/>
              <p:cNvSpPr>
                <a:spLocks/>
              </p:cNvSpPr>
              <p:nvPr/>
            </p:nvSpPr>
            <p:spPr bwMode="auto">
              <a:xfrm>
                <a:off x="1793875" y="2127251"/>
                <a:ext cx="23813" cy="17463"/>
              </a:xfrm>
              <a:custGeom>
                <a:avLst/>
                <a:gdLst>
                  <a:gd name="T0" fmla="*/ 12 w 15"/>
                  <a:gd name="T1" fmla="*/ 0 h 11"/>
                  <a:gd name="T2" fmla="*/ 8 w 15"/>
                  <a:gd name="T3" fmla="*/ 11 h 11"/>
                  <a:gd name="T4" fmla="*/ 12 w 15"/>
                  <a:gd name="T5" fmla="*/ 0 h 11"/>
                  <a:gd name="T6" fmla="*/ 0 60000 65536"/>
                  <a:gd name="T7" fmla="*/ 0 60000 65536"/>
                  <a:gd name="T8" fmla="*/ 0 60000 65536"/>
                  <a:gd name="T9" fmla="*/ 0 w 15"/>
                  <a:gd name="T10" fmla="*/ 0 h 11"/>
                  <a:gd name="T11" fmla="*/ 15 w 15"/>
                  <a:gd name="T12" fmla="*/ 11 h 11"/>
                </a:gdLst>
                <a:ahLst/>
                <a:cxnLst>
                  <a:cxn ang="T6">
                    <a:pos x="T0" y="T1"/>
                  </a:cxn>
                  <a:cxn ang="T7">
                    <a:pos x="T2" y="T3"/>
                  </a:cxn>
                  <a:cxn ang="T8">
                    <a:pos x="T4" y="T5"/>
                  </a:cxn>
                </a:cxnLst>
                <a:rect l="T9" t="T10" r="T11" b="T12"/>
                <a:pathLst>
                  <a:path w="15" h="11">
                    <a:moveTo>
                      <a:pt x="12" y="0"/>
                    </a:moveTo>
                    <a:cubicBezTo>
                      <a:pt x="15" y="6"/>
                      <a:pt x="13" y="7"/>
                      <a:pt x="8" y="11"/>
                    </a:cubicBezTo>
                    <a:cubicBezTo>
                      <a:pt x="0" y="7"/>
                      <a:pt x="5" y="1"/>
                      <a:pt x="12" y="0"/>
                    </a:cubicBezTo>
                    <a:close/>
                  </a:path>
                </a:pathLst>
              </a:custGeom>
              <a:solidFill>
                <a:schemeClr val="tx1"/>
              </a:solidFill>
              <a:ln w="9525">
                <a:solidFill>
                  <a:schemeClr val="tx1"/>
                </a:solidFill>
                <a:round/>
                <a:headEnd/>
                <a:tailEnd/>
              </a:ln>
            </p:spPr>
            <p:txBody>
              <a:bodyPr/>
              <a:lstStyle/>
              <a:p>
                <a:endParaRPr lang="zh-CN" altLang="en-US"/>
              </a:p>
            </p:txBody>
          </p:sp>
          <p:sp>
            <p:nvSpPr>
              <p:cNvPr id="93" name="Freeform 112"/>
              <p:cNvSpPr>
                <a:spLocks/>
              </p:cNvSpPr>
              <p:nvPr/>
            </p:nvSpPr>
            <p:spPr bwMode="auto">
              <a:xfrm>
                <a:off x="1876425" y="2090738"/>
                <a:ext cx="15875" cy="12700"/>
              </a:xfrm>
              <a:custGeom>
                <a:avLst/>
                <a:gdLst>
                  <a:gd name="T0" fmla="*/ 2 w 10"/>
                  <a:gd name="T1" fmla="*/ 0 h 8"/>
                  <a:gd name="T2" fmla="*/ 0 w 10"/>
                  <a:gd name="T3" fmla="*/ 5 h 8"/>
                  <a:gd name="T4" fmla="*/ 2 w 10"/>
                  <a:gd name="T5" fmla="*/ 0 h 8"/>
                  <a:gd name="T6" fmla="*/ 0 60000 65536"/>
                  <a:gd name="T7" fmla="*/ 0 60000 65536"/>
                  <a:gd name="T8" fmla="*/ 0 60000 65536"/>
                  <a:gd name="T9" fmla="*/ 0 w 10"/>
                  <a:gd name="T10" fmla="*/ 0 h 8"/>
                  <a:gd name="T11" fmla="*/ 10 w 10"/>
                  <a:gd name="T12" fmla="*/ 8 h 8"/>
                </a:gdLst>
                <a:ahLst/>
                <a:cxnLst>
                  <a:cxn ang="T6">
                    <a:pos x="T0" y="T1"/>
                  </a:cxn>
                  <a:cxn ang="T7">
                    <a:pos x="T2" y="T3"/>
                  </a:cxn>
                  <a:cxn ang="T8">
                    <a:pos x="T4" y="T5"/>
                  </a:cxn>
                </a:cxnLst>
                <a:rect l="T9" t="T10" r="T11" b="T12"/>
                <a:pathLst>
                  <a:path w="10" h="8">
                    <a:moveTo>
                      <a:pt x="2" y="0"/>
                    </a:moveTo>
                    <a:cubicBezTo>
                      <a:pt x="10" y="3"/>
                      <a:pt x="8" y="8"/>
                      <a:pt x="0" y="5"/>
                    </a:cubicBezTo>
                    <a:cubicBezTo>
                      <a:pt x="1" y="3"/>
                      <a:pt x="2" y="0"/>
                      <a:pt x="2" y="0"/>
                    </a:cubicBezTo>
                    <a:close/>
                  </a:path>
                </a:pathLst>
              </a:custGeom>
              <a:solidFill>
                <a:schemeClr val="accent1"/>
              </a:solidFill>
              <a:ln w="9525">
                <a:solidFill>
                  <a:schemeClr val="tx1"/>
                </a:solidFill>
                <a:round/>
                <a:headEnd/>
                <a:tailEnd/>
              </a:ln>
            </p:spPr>
            <p:txBody>
              <a:bodyPr/>
              <a:lstStyle/>
              <a:p>
                <a:endParaRPr lang="zh-CN" altLang="en-US"/>
              </a:p>
            </p:txBody>
          </p:sp>
          <p:sp>
            <p:nvSpPr>
              <p:cNvPr id="94" name="Freeform 113"/>
              <p:cNvSpPr>
                <a:spLocks/>
              </p:cNvSpPr>
              <p:nvPr/>
            </p:nvSpPr>
            <p:spPr bwMode="auto">
              <a:xfrm>
                <a:off x="1952625" y="2030413"/>
                <a:ext cx="9525" cy="20638"/>
              </a:xfrm>
              <a:custGeom>
                <a:avLst/>
                <a:gdLst>
                  <a:gd name="T0" fmla="*/ 0 w 6"/>
                  <a:gd name="T1" fmla="*/ 1 h 13"/>
                  <a:gd name="T2" fmla="*/ 2 w 6"/>
                  <a:gd name="T3" fmla="*/ 11 h 13"/>
                  <a:gd name="T4" fmla="*/ 4 w 6"/>
                  <a:gd name="T5" fmla="*/ 1 h 13"/>
                  <a:gd name="T6" fmla="*/ 0 w 6"/>
                  <a:gd name="T7" fmla="*/ 1 h 13"/>
                  <a:gd name="T8" fmla="*/ 0 60000 65536"/>
                  <a:gd name="T9" fmla="*/ 0 60000 65536"/>
                  <a:gd name="T10" fmla="*/ 0 60000 65536"/>
                  <a:gd name="T11" fmla="*/ 0 60000 65536"/>
                  <a:gd name="T12" fmla="*/ 0 w 6"/>
                  <a:gd name="T13" fmla="*/ 0 h 13"/>
                  <a:gd name="T14" fmla="*/ 6 w 6"/>
                  <a:gd name="T15" fmla="*/ 13 h 13"/>
                </a:gdLst>
                <a:ahLst/>
                <a:cxnLst>
                  <a:cxn ang="T8">
                    <a:pos x="T0" y="T1"/>
                  </a:cxn>
                  <a:cxn ang="T9">
                    <a:pos x="T2" y="T3"/>
                  </a:cxn>
                  <a:cxn ang="T10">
                    <a:pos x="T4" y="T5"/>
                  </a:cxn>
                  <a:cxn ang="T11">
                    <a:pos x="T6" y="T7"/>
                  </a:cxn>
                </a:cxnLst>
                <a:rect l="T12" t="T13" r="T14" b="T15"/>
                <a:pathLst>
                  <a:path w="6" h="13">
                    <a:moveTo>
                      <a:pt x="0" y="1"/>
                    </a:moveTo>
                    <a:cubicBezTo>
                      <a:pt x="1" y="4"/>
                      <a:pt x="0" y="9"/>
                      <a:pt x="2" y="11"/>
                    </a:cubicBezTo>
                    <a:cubicBezTo>
                      <a:pt x="4" y="13"/>
                      <a:pt x="6" y="3"/>
                      <a:pt x="4" y="1"/>
                    </a:cubicBezTo>
                    <a:cubicBezTo>
                      <a:pt x="3" y="0"/>
                      <a:pt x="1" y="1"/>
                      <a:pt x="0" y="1"/>
                    </a:cubicBezTo>
                    <a:close/>
                  </a:path>
                </a:pathLst>
              </a:custGeom>
              <a:solidFill>
                <a:schemeClr val="accent1"/>
              </a:solidFill>
              <a:ln w="9525">
                <a:solidFill>
                  <a:schemeClr val="tx1"/>
                </a:solidFill>
                <a:round/>
                <a:headEnd/>
                <a:tailEnd/>
              </a:ln>
            </p:spPr>
            <p:txBody>
              <a:bodyPr/>
              <a:lstStyle/>
              <a:p>
                <a:endParaRPr lang="zh-CN" altLang="en-US"/>
              </a:p>
            </p:txBody>
          </p:sp>
          <p:sp>
            <p:nvSpPr>
              <p:cNvPr id="95" name="Freeform 114"/>
              <p:cNvSpPr>
                <a:spLocks/>
              </p:cNvSpPr>
              <p:nvPr/>
            </p:nvSpPr>
            <p:spPr bwMode="auto">
              <a:xfrm>
                <a:off x="1968500" y="2047876"/>
                <a:ext cx="26988" cy="17463"/>
              </a:xfrm>
              <a:custGeom>
                <a:avLst/>
                <a:gdLst>
                  <a:gd name="T0" fmla="*/ 5 w 17"/>
                  <a:gd name="T1" fmla="*/ 0 h 11"/>
                  <a:gd name="T2" fmla="*/ 8 w 17"/>
                  <a:gd name="T3" fmla="*/ 11 h 11"/>
                  <a:gd name="T4" fmla="*/ 6 w 17"/>
                  <a:gd name="T5" fmla="*/ 5 h 11"/>
                  <a:gd name="T6" fmla="*/ 5 w 17"/>
                  <a:gd name="T7" fmla="*/ 0 h 11"/>
                  <a:gd name="T8" fmla="*/ 0 60000 65536"/>
                  <a:gd name="T9" fmla="*/ 0 60000 65536"/>
                  <a:gd name="T10" fmla="*/ 0 60000 65536"/>
                  <a:gd name="T11" fmla="*/ 0 60000 65536"/>
                  <a:gd name="T12" fmla="*/ 0 w 17"/>
                  <a:gd name="T13" fmla="*/ 0 h 11"/>
                  <a:gd name="T14" fmla="*/ 17 w 17"/>
                  <a:gd name="T15" fmla="*/ 11 h 11"/>
                </a:gdLst>
                <a:ahLst/>
                <a:cxnLst>
                  <a:cxn ang="T8">
                    <a:pos x="T0" y="T1"/>
                  </a:cxn>
                  <a:cxn ang="T9">
                    <a:pos x="T2" y="T3"/>
                  </a:cxn>
                  <a:cxn ang="T10">
                    <a:pos x="T4" y="T5"/>
                  </a:cxn>
                  <a:cxn ang="T11">
                    <a:pos x="T6" y="T7"/>
                  </a:cxn>
                </a:cxnLst>
                <a:rect l="T12" t="T13" r="T14" b="T15"/>
                <a:pathLst>
                  <a:path w="17" h="11">
                    <a:moveTo>
                      <a:pt x="5" y="0"/>
                    </a:moveTo>
                    <a:cubicBezTo>
                      <a:pt x="1" y="6"/>
                      <a:pt x="0" y="9"/>
                      <a:pt x="8" y="11"/>
                    </a:cubicBezTo>
                    <a:cubicBezTo>
                      <a:pt x="17" y="9"/>
                      <a:pt x="11" y="6"/>
                      <a:pt x="6" y="5"/>
                    </a:cubicBezTo>
                    <a:cubicBezTo>
                      <a:pt x="1" y="1"/>
                      <a:pt x="1" y="3"/>
                      <a:pt x="5" y="0"/>
                    </a:cubicBezTo>
                    <a:close/>
                  </a:path>
                </a:pathLst>
              </a:custGeom>
              <a:solidFill>
                <a:schemeClr val="accent1"/>
              </a:solidFill>
              <a:ln w="9525">
                <a:solidFill>
                  <a:schemeClr val="tx1"/>
                </a:solidFill>
                <a:round/>
                <a:headEnd/>
                <a:tailEnd/>
              </a:ln>
            </p:spPr>
            <p:txBody>
              <a:bodyPr/>
              <a:lstStyle/>
              <a:p>
                <a:endParaRPr lang="zh-CN" altLang="en-US"/>
              </a:p>
            </p:txBody>
          </p:sp>
          <p:sp>
            <p:nvSpPr>
              <p:cNvPr id="96" name="Freeform 115"/>
              <p:cNvSpPr>
                <a:spLocks/>
              </p:cNvSpPr>
              <p:nvPr/>
            </p:nvSpPr>
            <p:spPr bwMode="auto">
              <a:xfrm>
                <a:off x="2967038" y="2041526"/>
                <a:ext cx="14288" cy="15875"/>
              </a:xfrm>
              <a:custGeom>
                <a:avLst/>
                <a:gdLst>
                  <a:gd name="T0" fmla="*/ 0 w 9"/>
                  <a:gd name="T1" fmla="*/ 2 h 10"/>
                  <a:gd name="T2" fmla="*/ 6 w 9"/>
                  <a:gd name="T3" fmla="*/ 0 h 10"/>
                  <a:gd name="T4" fmla="*/ 0 w 9"/>
                  <a:gd name="T5" fmla="*/ 2 h 10"/>
                  <a:gd name="T6" fmla="*/ 0 60000 65536"/>
                  <a:gd name="T7" fmla="*/ 0 60000 65536"/>
                  <a:gd name="T8" fmla="*/ 0 60000 65536"/>
                  <a:gd name="T9" fmla="*/ 0 w 9"/>
                  <a:gd name="T10" fmla="*/ 0 h 10"/>
                  <a:gd name="T11" fmla="*/ 9 w 9"/>
                  <a:gd name="T12" fmla="*/ 10 h 10"/>
                </a:gdLst>
                <a:ahLst/>
                <a:cxnLst>
                  <a:cxn ang="T6">
                    <a:pos x="T0" y="T1"/>
                  </a:cxn>
                  <a:cxn ang="T7">
                    <a:pos x="T2" y="T3"/>
                  </a:cxn>
                  <a:cxn ang="T8">
                    <a:pos x="T4" y="T5"/>
                  </a:cxn>
                </a:cxnLst>
                <a:rect l="T9" t="T10" r="T11" b="T12"/>
                <a:pathLst>
                  <a:path w="9" h="10">
                    <a:moveTo>
                      <a:pt x="0" y="2"/>
                    </a:moveTo>
                    <a:cubicBezTo>
                      <a:pt x="2" y="10"/>
                      <a:pt x="9" y="8"/>
                      <a:pt x="6" y="0"/>
                    </a:cubicBezTo>
                    <a:cubicBezTo>
                      <a:pt x="4" y="1"/>
                      <a:pt x="0" y="2"/>
                      <a:pt x="0" y="2"/>
                    </a:cubicBezTo>
                    <a:close/>
                  </a:path>
                </a:pathLst>
              </a:custGeom>
              <a:solidFill>
                <a:schemeClr val="accent1"/>
              </a:solidFill>
              <a:ln w="9525">
                <a:solidFill>
                  <a:schemeClr val="tx1"/>
                </a:solidFill>
                <a:round/>
                <a:headEnd/>
                <a:tailEnd/>
              </a:ln>
            </p:spPr>
            <p:txBody>
              <a:bodyPr/>
              <a:lstStyle/>
              <a:p>
                <a:endParaRPr lang="zh-CN" altLang="en-US"/>
              </a:p>
            </p:txBody>
          </p:sp>
          <p:sp>
            <p:nvSpPr>
              <p:cNvPr id="97" name="Freeform 116"/>
              <p:cNvSpPr>
                <a:spLocks/>
              </p:cNvSpPr>
              <p:nvPr/>
            </p:nvSpPr>
            <p:spPr bwMode="auto">
              <a:xfrm>
                <a:off x="2009775" y="1965326"/>
                <a:ext cx="14288" cy="25400"/>
              </a:xfrm>
              <a:custGeom>
                <a:avLst/>
                <a:gdLst>
                  <a:gd name="T0" fmla="*/ 6 w 9"/>
                  <a:gd name="T1" fmla="*/ 1 h 16"/>
                  <a:gd name="T2" fmla="*/ 1 w 9"/>
                  <a:gd name="T3" fmla="*/ 2 h 16"/>
                  <a:gd name="T4" fmla="*/ 8 w 9"/>
                  <a:gd name="T5" fmla="*/ 12 h 16"/>
                  <a:gd name="T6" fmla="*/ 6 w 9"/>
                  <a:gd name="T7" fmla="*/ 1 h 16"/>
                  <a:gd name="T8" fmla="*/ 0 60000 65536"/>
                  <a:gd name="T9" fmla="*/ 0 60000 65536"/>
                  <a:gd name="T10" fmla="*/ 0 60000 65536"/>
                  <a:gd name="T11" fmla="*/ 0 60000 65536"/>
                  <a:gd name="T12" fmla="*/ 0 w 9"/>
                  <a:gd name="T13" fmla="*/ 0 h 16"/>
                  <a:gd name="T14" fmla="*/ 9 w 9"/>
                  <a:gd name="T15" fmla="*/ 16 h 16"/>
                </a:gdLst>
                <a:ahLst/>
                <a:cxnLst>
                  <a:cxn ang="T8">
                    <a:pos x="T0" y="T1"/>
                  </a:cxn>
                  <a:cxn ang="T9">
                    <a:pos x="T2" y="T3"/>
                  </a:cxn>
                  <a:cxn ang="T10">
                    <a:pos x="T4" y="T5"/>
                  </a:cxn>
                  <a:cxn ang="T11">
                    <a:pos x="T6" y="T7"/>
                  </a:cxn>
                </a:cxnLst>
                <a:rect l="T12" t="T13" r="T14" b="T15"/>
                <a:pathLst>
                  <a:path w="9" h="16">
                    <a:moveTo>
                      <a:pt x="6" y="1"/>
                    </a:moveTo>
                    <a:cubicBezTo>
                      <a:pt x="4" y="1"/>
                      <a:pt x="2" y="0"/>
                      <a:pt x="1" y="2"/>
                    </a:cubicBezTo>
                    <a:cubicBezTo>
                      <a:pt x="0" y="6"/>
                      <a:pt x="7" y="16"/>
                      <a:pt x="8" y="12"/>
                    </a:cubicBezTo>
                    <a:cubicBezTo>
                      <a:pt x="9" y="9"/>
                      <a:pt x="7" y="5"/>
                      <a:pt x="6" y="1"/>
                    </a:cubicBezTo>
                    <a:close/>
                  </a:path>
                </a:pathLst>
              </a:custGeom>
              <a:solidFill>
                <a:schemeClr val="accent1"/>
              </a:solidFill>
              <a:ln w="9525">
                <a:solidFill>
                  <a:schemeClr val="tx1"/>
                </a:solidFill>
                <a:round/>
                <a:headEnd/>
                <a:tailEnd/>
              </a:ln>
            </p:spPr>
            <p:txBody>
              <a:bodyPr/>
              <a:lstStyle/>
              <a:p>
                <a:endParaRPr lang="zh-CN" altLang="en-US"/>
              </a:p>
            </p:txBody>
          </p:sp>
          <p:sp>
            <p:nvSpPr>
              <p:cNvPr id="98" name="Freeform 117"/>
              <p:cNvSpPr>
                <a:spLocks/>
              </p:cNvSpPr>
              <p:nvPr/>
            </p:nvSpPr>
            <p:spPr bwMode="auto">
              <a:xfrm>
                <a:off x="1908175" y="2076451"/>
                <a:ext cx="28575" cy="15875"/>
              </a:xfrm>
              <a:custGeom>
                <a:avLst/>
                <a:gdLst>
                  <a:gd name="T0" fmla="*/ 9 w 18"/>
                  <a:gd name="T1" fmla="*/ 0 h 10"/>
                  <a:gd name="T2" fmla="*/ 7 w 18"/>
                  <a:gd name="T3" fmla="*/ 10 h 10"/>
                  <a:gd name="T4" fmla="*/ 9 w 18"/>
                  <a:gd name="T5" fmla="*/ 0 h 10"/>
                  <a:gd name="T6" fmla="*/ 0 60000 65536"/>
                  <a:gd name="T7" fmla="*/ 0 60000 65536"/>
                  <a:gd name="T8" fmla="*/ 0 60000 65536"/>
                  <a:gd name="T9" fmla="*/ 0 w 18"/>
                  <a:gd name="T10" fmla="*/ 0 h 10"/>
                  <a:gd name="T11" fmla="*/ 18 w 18"/>
                  <a:gd name="T12" fmla="*/ 10 h 10"/>
                </a:gdLst>
                <a:ahLst/>
                <a:cxnLst>
                  <a:cxn ang="T6">
                    <a:pos x="T0" y="T1"/>
                  </a:cxn>
                  <a:cxn ang="T7">
                    <a:pos x="T2" y="T3"/>
                  </a:cxn>
                  <a:cxn ang="T8">
                    <a:pos x="T4" y="T5"/>
                  </a:cxn>
                </a:cxnLst>
                <a:rect l="T9" t="T10" r="T11" b="T12"/>
                <a:pathLst>
                  <a:path w="18" h="10">
                    <a:moveTo>
                      <a:pt x="9" y="0"/>
                    </a:moveTo>
                    <a:cubicBezTo>
                      <a:pt x="2" y="3"/>
                      <a:pt x="0" y="6"/>
                      <a:pt x="7" y="10"/>
                    </a:cubicBezTo>
                    <a:cubicBezTo>
                      <a:pt x="17" y="8"/>
                      <a:pt x="18" y="5"/>
                      <a:pt x="9" y="0"/>
                    </a:cubicBezTo>
                    <a:close/>
                  </a:path>
                </a:pathLst>
              </a:custGeom>
              <a:solidFill>
                <a:schemeClr val="tx1"/>
              </a:solidFill>
              <a:ln w="9525">
                <a:solidFill>
                  <a:schemeClr val="tx1"/>
                </a:solidFill>
                <a:round/>
                <a:headEnd/>
                <a:tailEnd/>
              </a:ln>
            </p:spPr>
            <p:txBody>
              <a:bodyPr/>
              <a:lstStyle/>
              <a:p>
                <a:endParaRPr lang="zh-CN" altLang="en-US"/>
              </a:p>
            </p:txBody>
          </p:sp>
          <p:sp>
            <p:nvSpPr>
              <p:cNvPr id="99" name="Freeform 118"/>
              <p:cNvSpPr>
                <a:spLocks/>
              </p:cNvSpPr>
              <p:nvPr/>
            </p:nvSpPr>
            <p:spPr bwMode="auto">
              <a:xfrm>
                <a:off x="2092325" y="1938338"/>
                <a:ext cx="19050" cy="12700"/>
              </a:xfrm>
              <a:custGeom>
                <a:avLst/>
                <a:gdLst>
                  <a:gd name="T0" fmla="*/ 5 w 12"/>
                  <a:gd name="T1" fmla="*/ 0 h 8"/>
                  <a:gd name="T2" fmla="*/ 12 w 12"/>
                  <a:gd name="T3" fmla="*/ 7 h 8"/>
                  <a:gd name="T4" fmla="*/ 5 w 12"/>
                  <a:gd name="T5" fmla="*/ 0 h 8"/>
                  <a:gd name="T6" fmla="*/ 0 60000 65536"/>
                  <a:gd name="T7" fmla="*/ 0 60000 65536"/>
                  <a:gd name="T8" fmla="*/ 0 60000 65536"/>
                  <a:gd name="T9" fmla="*/ 0 w 12"/>
                  <a:gd name="T10" fmla="*/ 0 h 8"/>
                  <a:gd name="T11" fmla="*/ 12 w 12"/>
                  <a:gd name="T12" fmla="*/ 8 h 8"/>
                </a:gdLst>
                <a:ahLst/>
                <a:cxnLst>
                  <a:cxn ang="T6">
                    <a:pos x="T0" y="T1"/>
                  </a:cxn>
                  <a:cxn ang="T7">
                    <a:pos x="T2" y="T3"/>
                  </a:cxn>
                  <a:cxn ang="T8">
                    <a:pos x="T4" y="T5"/>
                  </a:cxn>
                </a:cxnLst>
                <a:rect l="T9" t="T10" r="T11" b="T12"/>
                <a:pathLst>
                  <a:path w="12" h="8">
                    <a:moveTo>
                      <a:pt x="5" y="0"/>
                    </a:moveTo>
                    <a:cubicBezTo>
                      <a:pt x="0" y="8"/>
                      <a:pt x="5" y="8"/>
                      <a:pt x="12" y="7"/>
                    </a:cubicBezTo>
                    <a:cubicBezTo>
                      <a:pt x="6" y="4"/>
                      <a:pt x="9" y="6"/>
                      <a:pt x="5" y="0"/>
                    </a:cubicBezTo>
                    <a:close/>
                  </a:path>
                </a:pathLst>
              </a:custGeom>
              <a:solidFill>
                <a:schemeClr val="accent1"/>
              </a:solidFill>
              <a:ln w="9525">
                <a:solidFill>
                  <a:schemeClr val="tx1"/>
                </a:solidFill>
                <a:round/>
                <a:headEnd/>
                <a:tailEnd/>
              </a:ln>
            </p:spPr>
            <p:txBody>
              <a:bodyPr/>
              <a:lstStyle/>
              <a:p>
                <a:endParaRPr lang="zh-CN" altLang="en-US"/>
              </a:p>
            </p:txBody>
          </p:sp>
          <p:sp>
            <p:nvSpPr>
              <p:cNvPr id="100" name="Freeform 119"/>
              <p:cNvSpPr>
                <a:spLocks/>
              </p:cNvSpPr>
              <p:nvPr/>
            </p:nvSpPr>
            <p:spPr bwMode="auto">
              <a:xfrm>
                <a:off x="2117725" y="1900238"/>
                <a:ext cx="15875" cy="14288"/>
              </a:xfrm>
              <a:custGeom>
                <a:avLst/>
                <a:gdLst>
                  <a:gd name="T0" fmla="*/ 0 w 10"/>
                  <a:gd name="T1" fmla="*/ 3 h 9"/>
                  <a:gd name="T2" fmla="*/ 2 w 10"/>
                  <a:gd name="T3" fmla="*/ 7 h 9"/>
                  <a:gd name="T4" fmla="*/ 0 w 10"/>
                  <a:gd name="T5" fmla="*/ 3 h 9"/>
                  <a:gd name="T6" fmla="*/ 0 60000 65536"/>
                  <a:gd name="T7" fmla="*/ 0 60000 65536"/>
                  <a:gd name="T8" fmla="*/ 0 60000 65536"/>
                  <a:gd name="T9" fmla="*/ 0 w 10"/>
                  <a:gd name="T10" fmla="*/ 0 h 9"/>
                  <a:gd name="T11" fmla="*/ 10 w 10"/>
                  <a:gd name="T12" fmla="*/ 9 h 9"/>
                </a:gdLst>
                <a:ahLst/>
                <a:cxnLst>
                  <a:cxn ang="T6">
                    <a:pos x="T0" y="T1"/>
                  </a:cxn>
                  <a:cxn ang="T7">
                    <a:pos x="T2" y="T3"/>
                  </a:cxn>
                  <a:cxn ang="T8">
                    <a:pos x="T4" y="T5"/>
                  </a:cxn>
                </a:cxnLst>
                <a:rect l="T9" t="T10" r="T11" b="T12"/>
                <a:pathLst>
                  <a:path w="10" h="9">
                    <a:moveTo>
                      <a:pt x="0" y="3"/>
                    </a:moveTo>
                    <a:cubicBezTo>
                      <a:pt x="1" y="4"/>
                      <a:pt x="1" y="7"/>
                      <a:pt x="2" y="7"/>
                    </a:cubicBezTo>
                    <a:cubicBezTo>
                      <a:pt x="10" y="9"/>
                      <a:pt x="6" y="0"/>
                      <a:pt x="0" y="3"/>
                    </a:cubicBezTo>
                    <a:close/>
                  </a:path>
                </a:pathLst>
              </a:custGeom>
              <a:solidFill>
                <a:schemeClr val="accent1"/>
              </a:solidFill>
              <a:ln w="9525">
                <a:solidFill>
                  <a:schemeClr val="tx1"/>
                </a:solidFill>
                <a:round/>
                <a:headEnd/>
                <a:tailEnd/>
              </a:ln>
            </p:spPr>
            <p:txBody>
              <a:bodyPr/>
              <a:lstStyle/>
              <a:p>
                <a:endParaRPr lang="zh-CN" altLang="en-US"/>
              </a:p>
            </p:txBody>
          </p:sp>
          <p:sp>
            <p:nvSpPr>
              <p:cNvPr id="101" name="Freeform 120"/>
              <p:cNvSpPr>
                <a:spLocks/>
              </p:cNvSpPr>
              <p:nvPr/>
            </p:nvSpPr>
            <p:spPr bwMode="auto">
              <a:xfrm>
                <a:off x="2157413" y="1885951"/>
                <a:ext cx="19050" cy="19050"/>
              </a:xfrm>
              <a:custGeom>
                <a:avLst/>
                <a:gdLst>
                  <a:gd name="T0" fmla="*/ 6 w 12"/>
                  <a:gd name="T1" fmla="*/ 3 h 12"/>
                  <a:gd name="T2" fmla="*/ 12 w 12"/>
                  <a:gd name="T3" fmla="*/ 4 h 12"/>
                  <a:gd name="T4" fmla="*/ 6 w 12"/>
                  <a:gd name="T5" fmla="*/ 3 h 12"/>
                  <a:gd name="T6" fmla="*/ 0 60000 65536"/>
                  <a:gd name="T7" fmla="*/ 0 60000 65536"/>
                  <a:gd name="T8" fmla="*/ 0 60000 65536"/>
                  <a:gd name="T9" fmla="*/ 0 w 12"/>
                  <a:gd name="T10" fmla="*/ 0 h 12"/>
                  <a:gd name="T11" fmla="*/ 12 w 12"/>
                  <a:gd name="T12" fmla="*/ 12 h 12"/>
                </a:gdLst>
                <a:ahLst/>
                <a:cxnLst>
                  <a:cxn ang="T6">
                    <a:pos x="T0" y="T1"/>
                  </a:cxn>
                  <a:cxn ang="T7">
                    <a:pos x="T2" y="T3"/>
                  </a:cxn>
                  <a:cxn ang="T8">
                    <a:pos x="T4" y="T5"/>
                  </a:cxn>
                </a:cxnLst>
                <a:rect l="T9" t="T10" r="T11" b="T12"/>
                <a:pathLst>
                  <a:path w="12" h="12">
                    <a:moveTo>
                      <a:pt x="6" y="3"/>
                    </a:moveTo>
                    <a:cubicBezTo>
                      <a:pt x="2" y="12"/>
                      <a:pt x="9" y="9"/>
                      <a:pt x="12" y="4"/>
                    </a:cubicBezTo>
                    <a:cubicBezTo>
                      <a:pt x="6" y="0"/>
                      <a:pt x="0" y="3"/>
                      <a:pt x="6" y="3"/>
                    </a:cubicBezTo>
                    <a:close/>
                  </a:path>
                </a:pathLst>
              </a:custGeom>
              <a:solidFill>
                <a:schemeClr val="accent1"/>
              </a:solidFill>
              <a:ln w="9525">
                <a:solidFill>
                  <a:schemeClr val="tx1"/>
                </a:solidFill>
                <a:round/>
                <a:headEnd/>
                <a:tailEnd/>
              </a:ln>
            </p:spPr>
            <p:txBody>
              <a:bodyPr/>
              <a:lstStyle/>
              <a:p>
                <a:endParaRPr lang="zh-CN" altLang="en-US"/>
              </a:p>
            </p:txBody>
          </p:sp>
          <p:sp>
            <p:nvSpPr>
              <p:cNvPr id="102" name="Freeform 121"/>
              <p:cNvSpPr>
                <a:spLocks/>
              </p:cNvSpPr>
              <p:nvPr/>
            </p:nvSpPr>
            <p:spPr bwMode="auto">
              <a:xfrm>
                <a:off x="1654175" y="2228851"/>
                <a:ext cx="28575" cy="12700"/>
              </a:xfrm>
              <a:custGeom>
                <a:avLst/>
                <a:gdLst>
                  <a:gd name="T0" fmla="*/ 12 w 18"/>
                  <a:gd name="T1" fmla="*/ 0 h 8"/>
                  <a:gd name="T2" fmla="*/ 8 w 18"/>
                  <a:gd name="T3" fmla="*/ 8 h 8"/>
                  <a:gd name="T4" fmla="*/ 12 w 18"/>
                  <a:gd name="T5" fmla="*/ 0 h 8"/>
                  <a:gd name="T6" fmla="*/ 0 60000 65536"/>
                  <a:gd name="T7" fmla="*/ 0 60000 65536"/>
                  <a:gd name="T8" fmla="*/ 0 60000 65536"/>
                  <a:gd name="T9" fmla="*/ 0 w 18"/>
                  <a:gd name="T10" fmla="*/ 0 h 8"/>
                  <a:gd name="T11" fmla="*/ 18 w 18"/>
                  <a:gd name="T12" fmla="*/ 8 h 8"/>
                </a:gdLst>
                <a:ahLst/>
                <a:cxnLst>
                  <a:cxn ang="T6">
                    <a:pos x="T0" y="T1"/>
                  </a:cxn>
                  <a:cxn ang="T7">
                    <a:pos x="T2" y="T3"/>
                  </a:cxn>
                  <a:cxn ang="T8">
                    <a:pos x="T4" y="T5"/>
                  </a:cxn>
                </a:cxnLst>
                <a:rect l="T9" t="T10" r="T11" b="T12"/>
                <a:pathLst>
                  <a:path w="18" h="8">
                    <a:moveTo>
                      <a:pt x="12" y="0"/>
                    </a:moveTo>
                    <a:cubicBezTo>
                      <a:pt x="6" y="1"/>
                      <a:pt x="0" y="4"/>
                      <a:pt x="8" y="8"/>
                    </a:cubicBezTo>
                    <a:cubicBezTo>
                      <a:pt x="11" y="7"/>
                      <a:pt x="18" y="3"/>
                      <a:pt x="12" y="0"/>
                    </a:cubicBezTo>
                    <a:close/>
                  </a:path>
                </a:pathLst>
              </a:custGeom>
              <a:solidFill>
                <a:schemeClr val="accent1"/>
              </a:solidFill>
              <a:ln w="9525">
                <a:solidFill>
                  <a:schemeClr val="tx1"/>
                </a:solidFill>
                <a:round/>
                <a:headEnd/>
                <a:tailEnd/>
              </a:ln>
            </p:spPr>
            <p:txBody>
              <a:bodyPr/>
              <a:lstStyle/>
              <a:p>
                <a:endParaRPr lang="zh-CN" altLang="en-US"/>
              </a:p>
            </p:txBody>
          </p:sp>
          <p:sp>
            <p:nvSpPr>
              <p:cNvPr id="103" name="Freeform 122"/>
              <p:cNvSpPr>
                <a:spLocks/>
              </p:cNvSpPr>
              <p:nvPr/>
            </p:nvSpPr>
            <p:spPr bwMode="auto">
              <a:xfrm>
                <a:off x="1625600" y="2251076"/>
                <a:ext cx="22225" cy="20638"/>
              </a:xfrm>
              <a:custGeom>
                <a:avLst/>
                <a:gdLst>
                  <a:gd name="T0" fmla="*/ 0 w 14"/>
                  <a:gd name="T1" fmla="*/ 0 h 13"/>
                  <a:gd name="T2" fmla="*/ 0 w 14"/>
                  <a:gd name="T3" fmla="*/ 0 h 13"/>
                  <a:gd name="T4" fmla="*/ 0 60000 65536"/>
                  <a:gd name="T5" fmla="*/ 0 60000 65536"/>
                  <a:gd name="T6" fmla="*/ 0 w 14"/>
                  <a:gd name="T7" fmla="*/ 0 h 13"/>
                  <a:gd name="T8" fmla="*/ 14 w 14"/>
                  <a:gd name="T9" fmla="*/ 13 h 13"/>
                </a:gdLst>
                <a:ahLst/>
                <a:cxnLst>
                  <a:cxn ang="T4">
                    <a:pos x="T0" y="T1"/>
                  </a:cxn>
                  <a:cxn ang="T5">
                    <a:pos x="T2" y="T3"/>
                  </a:cxn>
                </a:cxnLst>
                <a:rect l="T6" t="T7" r="T8" b="T9"/>
                <a:pathLst>
                  <a:path w="14" h="13">
                    <a:moveTo>
                      <a:pt x="0" y="0"/>
                    </a:moveTo>
                    <a:cubicBezTo>
                      <a:pt x="4" y="13"/>
                      <a:pt x="14" y="0"/>
                      <a:pt x="0" y="0"/>
                    </a:cubicBezTo>
                    <a:close/>
                  </a:path>
                </a:pathLst>
              </a:custGeom>
              <a:solidFill>
                <a:schemeClr val="accent1"/>
              </a:solidFill>
              <a:ln w="9525">
                <a:solidFill>
                  <a:schemeClr val="tx1"/>
                </a:solidFill>
                <a:round/>
                <a:headEnd/>
                <a:tailEnd/>
              </a:ln>
            </p:spPr>
            <p:txBody>
              <a:bodyPr/>
              <a:lstStyle/>
              <a:p>
                <a:endParaRPr lang="zh-CN" altLang="en-US"/>
              </a:p>
            </p:txBody>
          </p:sp>
          <p:sp>
            <p:nvSpPr>
              <p:cNvPr id="104" name="Freeform 123"/>
              <p:cNvSpPr>
                <a:spLocks/>
              </p:cNvSpPr>
              <p:nvPr/>
            </p:nvSpPr>
            <p:spPr bwMode="auto">
              <a:xfrm>
                <a:off x="2481263" y="1755776"/>
                <a:ext cx="19050" cy="14288"/>
              </a:xfrm>
              <a:custGeom>
                <a:avLst/>
                <a:gdLst>
                  <a:gd name="T0" fmla="*/ 8 w 12"/>
                  <a:gd name="T1" fmla="*/ 1 h 9"/>
                  <a:gd name="T2" fmla="*/ 11 w 12"/>
                  <a:gd name="T3" fmla="*/ 6 h 9"/>
                  <a:gd name="T4" fmla="*/ 8 w 12"/>
                  <a:gd name="T5" fmla="*/ 1 h 9"/>
                  <a:gd name="T6" fmla="*/ 0 60000 65536"/>
                  <a:gd name="T7" fmla="*/ 0 60000 65536"/>
                  <a:gd name="T8" fmla="*/ 0 60000 65536"/>
                  <a:gd name="T9" fmla="*/ 0 w 12"/>
                  <a:gd name="T10" fmla="*/ 0 h 9"/>
                  <a:gd name="T11" fmla="*/ 12 w 12"/>
                  <a:gd name="T12" fmla="*/ 9 h 9"/>
                </a:gdLst>
                <a:ahLst/>
                <a:cxnLst>
                  <a:cxn ang="T6">
                    <a:pos x="T0" y="T1"/>
                  </a:cxn>
                  <a:cxn ang="T7">
                    <a:pos x="T2" y="T3"/>
                  </a:cxn>
                  <a:cxn ang="T8">
                    <a:pos x="T4" y="T5"/>
                  </a:cxn>
                </a:cxnLst>
                <a:rect l="T9" t="T10" r="T11" b="T12"/>
                <a:pathLst>
                  <a:path w="12" h="9">
                    <a:moveTo>
                      <a:pt x="8" y="1"/>
                    </a:moveTo>
                    <a:cubicBezTo>
                      <a:pt x="0" y="4"/>
                      <a:pt x="3" y="9"/>
                      <a:pt x="11" y="6"/>
                    </a:cubicBezTo>
                    <a:cubicBezTo>
                      <a:pt x="10" y="0"/>
                      <a:pt x="12" y="1"/>
                      <a:pt x="8" y="1"/>
                    </a:cubicBezTo>
                    <a:close/>
                  </a:path>
                </a:pathLst>
              </a:custGeom>
              <a:solidFill>
                <a:schemeClr val="accent1"/>
              </a:solidFill>
              <a:ln w="9525">
                <a:solidFill>
                  <a:schemeClr val="tx1"/>
                </a:solidFill>
                <a:round/>
                <a:headEnd/>
                <a:tailEnd/>
              </a:ln>
            </p:spPr>
            <p:txBody>
              <a:bodyPr/>
              <a:lstStyle/>
              <a:p>
                <a:endParaRPr lang="zh-CN" altLang="en-US"/>
              </a:p>
            </p:txBody>
          </p:sp>
          <p:sp>
            <p:nvSpPr>
              <p:cNvPr id="105" name="Freeform 124"/>
              <p:cNvSpPr>
                <a:spLocks/>
              </p:cNvSpPr>
              <p:nvPr/>
            </p:nvSpPr>
            <p:spPr bwMode="auto">
              <a:xfrm>
                <a:off x="1592263" y="2298701"/>
                <a:ext cx="12700" cy="7938"/>
              </a:xfrm>
              <a:custGeom>
                <a:avLst/>
                <a:gdLst>
                  <a:gd name="T0" fmla="*/ 0 w 8"/>
                  <a:gd name="T1" fmla="*/ 2 h 5"/>
                  <a:gd name="T2" fmla="*/ 7 w 8"/>
                  <a:gd name="T3" fmla="*/ 4 h 5"/>
                  <a:gd name="T4" fmla="*/ 5 w 8"/>
                  <a:gd name="T5" fmla="*/ 0 h 5"/>
                  <a:gd name="T6" fmla="*/ 0 w 8"/>
                  <a:gd name="T7" fmla="*/ 2 h 5"/>
                  <a:gd name="T8" fmla="*/ 0 60000 65536"/>
                  <a:gd name="T9" fmla="*/ 0 60000 65536"/>
                  <a:gd name="T10" fmla="*/ 0 60000 65536"/>
                  <a:gd name="T11" fmla="*/ 0 60000 65536"/>
                  <a:gd name="T12" fmla="*/ 0 w 8"/>
                  <a:gd name="T13" fmla="*/ 0 h 5"/>
                  <a:gd name="T14" fmla="*/ 8 w 8"/>
                  <a:gd name="T15" fmla="*/ 5 h 5"/>
                </a:gdLst>
                <a:ahLst/>
                <a:cxnLst>
                  <a:cxn ang="T8">
                    <a:pos x="T0" y="T1"/>
                  </a:cxn>
                  <a:cxn ang="T9">
                    <a:pos x="T2" y="T3"/>
                  </a:cxn>
                  <a:cxn ang="T10">
                    <a:pos x="T4" y="T5"/>
                  </a:cxn>
                  <a:cxn ang="T11">
                    <a:pos x="T6" y="T7"/>
                  </a:cxn>
                </a:cxnLst>
                <a:rect l="T12" t="T13" r="T14" b="T15"/>
                <a:pathLst>
                  <a:path w="8" h="5">
                    <a:moveTo>
                      <a:pt x="0" y="2"/>
                    </a:moveTo>
                    <a:cubicBezTo>
                      <a:pt x="2" y="3"/>
                      <a:pt x="5" y="5"/>
                      <a:pt x="7" y="4"/>
                    </a:cubicBezTo>
                    <a:cubicBezTo>
                      <a:pt x="8" y="3"/>
                      <a:pt x="6" y="0"/>
                      <a:pt x="5" y="0"/>
                    </a:cubicBezTo>
                    <a:cubicBezTo>
                      <a:pt x="3" y="0"/>
                      <a:pt x="0" y="2"/>
                      <a:pt x="0" y="2"/>
                    </a:cubicBezTo>
                    <a:close/>
                  </a:path>
                </a:pathLst>
              </a:custGeom>
              <a:solidFill>
                <a:schemeClr val="accent1"/>
              </a:solidFill>
              <a:ln w="9525">
                <a:solidFill>
                  <a:schemeClr val="tx1"/>
                </a:solidFill>
                <a:round/>
                <a:headEnd/>
                <a:tailEnd/>
              </a:ln>
            </p:spPr>
            <p:txBody>
              <a:bodyPr/>
              <a:lstStyle/>
              <a:p>
                <a:endParaRPr lang="zh-CN" altLang="en-US"/>
              </a:p>
            </p:txBody>
          </p:sp>
          <p:sp>
            <p:nvSpPr>
              <p:cNvPr id="106" name="Freeform 125"/>
              <p:cNvSpPr>
                <a:spLocks/>
              </p:cNvSpPr>
              <p:nvPr/>
            </p:nvSpPr>
            <p:spPr bwMode="auto">
              <a:xfrm>
                <a:off x="1552575" y="2344738"/>
                <a:ext cx="15875" cy="14288"/>
              </a:xfrm>
              <a:custGeom>
                <a:avLst/>
                <a:gdLst>
                  <a:gd name="T0" fmla="*/ 3 w 10"/>
                  <a:gd name="T1" fmla="*/ 0 h 9"/>
                  <a:gd name="T2" fmla="*/ 1 w 10"/>
                  <a:gd name="T3" fmla="*/ 5 h 9"/>
                  <a:gd name="T4" fmla="*/ 6 w 10"/>
                  <a:gd name="T5" fmla="*/ 7 h 9"/>
                  <a:gd name="T6" fmla="*/ 3 w 10"/>
                  <a:gd name="T7" fmla="*/ 0 h 9"/>
                  <a:gd name="T8" fmla="*/ 0 60000 65536"/>
                  <a:gd name="T9" fmla="*/ 0 60000 65536"/>
                  <a:gd name="T10" fmla="*/ 0 60000 65536"/>
                  <a:gd name="T11" fmla="*/ 0 60000 65536"/>
                  <a:gd name="T12" fmla="*/ 0 w 10"/>
                  <a:gd name="T13" fmla="*/ 0 h 9"/>
                  <a:gd name="T14" fmla="*/ 10 w 10"/>
                  <a:gd name="T15" fmla="*/ 9 h 9"/>
                </a:gdLst>
                <a:ahLst/>
                <a:cxnLst>
                  <a:cxn ang="T8">
                    <a:pos x="T0" y="T1"/>
                  </a:cxn>
                  <a:cxn ang="T9">
                    <a:pos x="T2" y="T3"/>
                  </a:cxn>
                  <a:cxn ang="T10">
                    <a:pos x="T4" y="T5"/>
                  </a:cxn>
                  <a:cxn ang="T11">
                    <a:pos x="T6" y="T7"/>
                  </a:cxn>
                </a:cxnLst>
                <a:rect l="T12" t="T13" r="T14" b="T15"/>
                <a:pathLst>
                  <a:path w="10" h="9">
                    <a:moveTo>
                      <a:pt x="3" y="0"/>
                    </a:moveTo>
                    <a:cubicBezTo>
                      <a:pt x="2" y="2"/>
                      <a:pt x="0" y="3"/>
                      <a:pt x="1" y="5"/>
                    </a:cubicBezTo>
                    <a:cubicBezTo>
                      <a:pt x="2" y="7"/>
                      <a:pt x="5" y="9"/>
                      <a:pt x="6" y="7"/>
                    </a:cubicBezTo>
                    <a:cubicBezTo>
                      <a:pt x="10" y="0"/>
                      <a:pt x="6" y="0"/>
                      <a:pt x="3" y="0"/>
                    </a:cubicBezTo>
                    <a:close/>
                  </a:path>
                </a:pathLst>
              </a:custGeom>
              <a:solidFill>
                <a:schemeClr val="accent1"/>
              </a:solidFill>
              <a:ln w="9525">
                <a:solidFill>
                  <a:schemeClr val="tx1"/>
                </a:solidFill>
                <a:round/>
                <a:headEnd/>
                <a:tailEnd/>
              </a:ln>
            </p:spPr>
            <p:txBody>
              <a:bodyPr/>
              <a:lstStyle/>
              <a:p>
                <a:endParaRPr lang="zh-CN" altLang="en-US"/>
              </a:p>
            </p:txBody>
          </p:sp>
          <p:sp>
            <p:nvSpPr>
              <p:cNvPr id="107" name="Freeform 126"/>
              <p:cNvSpPr>
                <a:spLocks/>
              </p:cNvSpPr>
              <p:nvPr/>
            </p:nvSpPr>
            <p:spPr bwMode="auto">
              <a:xfrm>
                <a:off x="1490663" y="2357438"/>
                <a:ext cx="20638" cy="12700"/>
              </a:xfrm>
              <a:custGeom>
                <a:avLst/>
                <a:gdLst>
                  <a:gd name="T0" fmla="*/ 0 w 13"/>
                  <a:gd name="T1" fmla="*/ 0 h 8"/>
                  <a:gd name="T2" fmla="*/ 13 w 13"/>
                  <a:gd name="T3" fmla="*/ 5 h 8"/>
                  <a:gd name="T4" fmla="*/ 0 w 13"/>
                  <a:gd name="T5" fmla="*/ 0 h 8"/>
                  <a:gd name="T6" fmla="*/ 0 60000 65536"/>
                  <a:gd name="T7" fmla="*/ 0 60000 65536"/>
                  <a:gd name="T8" fmla="*/ 0 60000 65536"/>
                  <a:gd name="T9" fmla="*/ 0 w 13"/>
                  <a:gd name="T10" fmla="*/ 0 h 8"/>
                  <a:gd name="T11" fmla="*/ 13 w 13"/>
                  <a:gd name="T12" fmla="*/ 8 h 8"/>
                </a:gdLst>
                <a:ahLst/>
                <a:cxnLst>
                  <a:cxn ang="T6">
                    <a:pos x="T0" y="T1"/>
                  </a:cxn>
                  <a:cxn ang="T7">
                    <a:pos x="T2" y="T3"/>
                  </a:cxn>
                  <a:cxn ang="T8">
                    <a:pos x="T4" y="T5"/>
                  </a:cxn>
                </a:cxnLst>
                <a:rect l="T9" t="T10" r="T11" b="T12"/>
                <a:pathLst>
                  <a:path w="13" h="8">
                    <a:moveTo>
                      <a:pt x="0" y="0"/>
                    </a:moveTo>
                    <a:cubicBezTo>
                      <a:pt x="3" y="8"/>
                      <a:pt x="5" y="8"/>
                      <a:pt x="13" y="5"/>
                    </a:cubicBezTo>
                    <a:cubicBezTo>
                      <a:pt x="9" y="3"/>
                      <a:pt x="5" y="0"/>
                      <a:pt x="0" y="0"/>
                    </a:cubicBezTo>
                    <a:close/>
                  </a:path>
                </a:pathLst>
              </a:custGeom>
              <a:solidFill>
                <a:schemeClr val="accent1"/>
              </a:solidFill>
              <a:ln w="9525">
                <a:solidFill>
                  <a:schemeClr val="tx1"/>
                </a:solidFill>
                <a:round/>
                <a:headEnd/>
                <a:tailEnd/>
              </a:ln>
            </p:spPr>
            <p:txBody>
              <a:bodyPr/>
              <a:lstStyle/>
              <a:p>
                <a:endParaRPr lang="zh-CN" altLang="en-US"/>
              </a:p>
            </p:txBody>
          </p:sp>
          <p:sp>
            <p:nvSpPr>
              <p:cNvPr id="108" name="Freeform 127"/>
              <p:cNvSpPr>
                <a:spLocks/>
              </p:cNvSpPr>
              <p:nvPr/>
            </p:nvSpPr>
            <p:spPr bwMode="auto">
              <a:xfrm>
                <a:off x="1481138" y="2387601"/>
                <a:ext cx="23813" cy="17463"/>
              </a:xfrm>
              <a:custGeom>
                <a:avLst/>
                <a:gdLst>
                  <a:gd name="T0" fmla="*/ 0 w 15"/>
                  <a:gd name="T1" fmla="*/ 2 h 11"/>
                  <a:gd name="T2" fmla="*/ 11 w 15"/>
                  <a:gd name="T3" fmla="*/ 0 h 11"/>
                  <a:gd name="T4" fmla="*/ 0 w 15"/>
                  <a:gd name="T5" fmla="*/ 2 h 11"/>
                  <a:gd name="T6" fmla="*/ 0 60000 65536"/>
                  <a:gd name="T7" fmla="*/ 0 60000 65536"/>
                  <a:gd name="T8" fmla="*/ 0 60000 65536"/>
                  <a:gd name="T9" fmla="*/ 0 w 15"/>
                  <a:gd name="T10" fmla="*/ 0 h 11"/>
                  <a:gd name="T11" fmla="*/ 15 w 15"/>
                  <a:gd name="T12" fmla="*/ 11 h 11"/>
                </a:gdLst>
                <a:ahLst/>
                <a:cxnLst>
                  <a:cxn ang="T6">
                    <a:pos x="T0" y="T1"/>
                  </a:cxn>
                  <a:cxn ang="T7">
                    <a:pos x="T2" y="T3"/>
                  </a:cxn>
                  <a:cxn ang="T8">
                    <a:pos x="T4" y="T5"/>
                  </a:cxn>
                </a:cxnLst>
                <a:rect l="T9" t="T10" r="T11" b="T12"/>
                <a:pathLst>
                  <a:path w="15" h="11">
                    <a:moveTo>
                      <a:pt x="0" y="2"/>
                    </a:moveTo>
                    <a:cubicBezTo>
                      <a:pt x="2" y="11"/>
                      <a:pt x="15" y="10"/>
                      <a:pt x="11" y="0"/>
                    </a:cubicBezTo>
                    <a:cubicBezTo>
                      <a:pt x="0" y="4"/>
                      <a:pt x="3" y="7"/>
                      <a:pt x="0" y="2"/>
                    </a:cubicBezTo>
                    <a:close/>
                  </a:path>
                </a:pathLst>
              </a:custGeom>
              <a:solidFill>
                <a:schemeClr val="accent1"/>
              </a:solidFill>
              <a:ln w="9525">
                <a:solidFill>
                  <a:schemeClr val="tx1"/>
                </a:solidFill>
                <a:round/>
                <a:headEnd/>
                <a:tailEnd/>
              </a:ln>
            </p:spPr>
            <p:txBody>
              <a:bodyPr/>
              <a:lstStyle/>
              <a:p>
                <a:endParaRPr lang="zh-CN" altLang="en-US"/>
              </a:p>
            </p:txBody>
          </p:sp>
          <p:sp>
            <p:nvSpPr>
              <p:cNvPr id="109" name="Freeform 128"/>
              <p:cNvSpPr>
                <a:spLocks/>
              </p:cNvSpPr>
              <p:nvPr/>
            </p:nvSpPr>
            <p:spPr bwMode="auto">
              <a:xfrm>
                <a:off x="1474788" y="2443163"/>
                <a:ext cx="20638" cy="14288"/>
              </a:xfrm>
              <a:custGeom>
                <a:avLst/>
                <a:gdLst>
                  <a:gd name="T0" fmla="*/ 4 w 13"/>
                  <a:gd name="T1" fmla="*/ 1 h 9"/>
                  <a:gd name="T2" fmla="*/ 10 w 13"/>
                  <a:gd name="T3" fmla="*/ 7 h 9"/>
                  <a:gd name="T4" fmla="*/ 4 w 13"/>
                  <a:gd name="T5" fmla="*/ 1 h 9"/>
                  <a:gd name="T6" fmla="*/ 0 60000 65536"/>
                  <a:gd name="T7" fmla="*/ 0 60000 65536"/>
                  <a:gd name="T8" fmla="*/ 0 60000 65536"/>
                  <a:gd name="T9" fmla="*/ 0 w 13"/>
                  <a:gd name="T10" fmla="*/ 0 h 9"/>
                  <a:gd name="T11" fmla="*/ 13 w 13"/>
                  <a:gd name="T12" fmla="*/ 9 h 9"/>
                </a:gdLst>
                <a:ahLst/>
                <a:cxnLst>
                  <a:cxn ang="T6">
                    <a:pos x="T0" y="T1"/>
                  </a:cxn>
                  <a:cxn ang="T7">
                    <a:pos x="T2" y="T3"/>
                  </a:cxn>
                  <a:cxn ang="T8">
                    <a:pos x="T4" y="T5"/>
                  </a:cxn>
                </a:cxnLst>
                <a:rect l="T9" t="T10" r="T11" b="T12"/>
                <a:pathLst>
                  <a:path w="13" h="9">
                    <a:moveTo>
                      <a:pt x="4" y="1"/>
                    </a:moveTo>
                    <a:cubicBezTo>
                      <a:pt x="0" y="8"/>
                      <a:pt x="3" y="9"/>
                      <a:pt x="10" y="7"/>
                    </a:cubicBezTo>
                    <a:cubicBezTo>
                      <a:pt x="13" y="0"/>
                      <a:pt x="10" y="1"/>
                      <a:pt x="4" y="1"/>
                    </a:cubicBezTo>
                    <a:close/>
                  </a:path>
                </a:pathLst>
              </a:custGeom>
              <a:solidFill>
                <a:schemeClr val="accent1"/>
              </a:solidFill>
              <a:ln w="9525">
                <a:solidFill>
                  <a:schemeClr val="tx1"/>
                </a:solidFill>
                <a:round/>
                <a:headEnd/>
                <a:tailEnd/>
              </a:ln>
            </p:spPr>
            <p:txBody>
              <a:bodyPr/>
              <a:lstStyle/>
              <a:p>
                <a:endParaRPr lang="zh-CN" altLang="en-US"/>
              </a:p>
            </p:txBody>
          </p:sp>
          <p:sp>
            <p:nvSpPr>
              <p:cNvPr id="110" name="Freeform 129"/>
              <p:cNvSpPr>
                <a:spLocks/>
              </p:cNvSpPr>
              <p:nvPr/>
            </p:nvSpPr>
            <p:spPr bwMode="auto">
              <a:xfrm>
                <a:off x="1393825" y="2392363"/>
                <a:ext cx="26988" cy="14288"/>
              </a:xfrm>
              <a:custGeom>
                <a:avLst/>
                <a:gdLst>
                  <a:gd name="T0" fmla="*/ 10 w 17"/>
                  <a:gd name="T1" fmla="*/ 1 h 9"/>
                  <a:gd name="T2" fmla="*/ 15 w 17"/>
                  <a:gd name="T3" fmla="*/ 7 h 9"/>
                  <a:gd name="T4" fmla="*/ 16 w 17"/>
                  <a:gd name="T5" fmla="*/ 2 h 9"/>
                  <a:gd name="T6" fmla="*/ 10 w 17"/>
                  <a:gd name="T7" fmla="*/ 1 h 9"/>
                  <a:gd name="T8" fmla="*/ 0 60000 65536"/>
                  <a:gd name="T9" fmla="*/ 0 60000 65536"/>
                  <a:gd name="T10" fmla="*/ 0 60000 65536"/>
                  <a:gd name="T11" fmla="*/ 0 60000 65536"/>
                  <a:gd name="T12" fmla="*/ 0 w 17"/>
                  <a:gd name="T13" fmla="*/ 0 h 9"/>
                  <a:gd name="T14" fmla="*/ 17 w 17"/>
                  <a:gd name="T15" fmla="*/ 9 h 9"/>
                </a:gdLst>
                <a:ahLst/>
                <a:cxnLst>
                  <a:cxn ang="T8">
                    <a:pos x="T0" y="T1"/>
                  </a:cxn>
                  <a:cxn ang="T9">
                    <a:pos x="T2" y="T3"/>
                  </a:cxn>
                  <a:cxn ang="T10">
                    <a:pos x="T4" y="T5"/>
                  </a:cxn>
                  <a:cxn ang="T11">
                    <a:pos x="T6" y="T7"/>
                  </a:cxn>
                </a:cxnLst>
                <a:rect l="T12" t="T13" r="T14" b="T15"/>
                <a:pathLst>
                  <a:path w="17" h="9">
                    <a:moveTo>
                      <a:pt x="10" y="1"/>
                    </a:moveTo>
                    <a:cubicBezTo>
                      <a:pt x="0" y="7"/>
                      <a:pt x="2" y="9"/>
                      <a:pt x="15" y="7"/>
                    </a:cubicBezTo>
                    <a:cubicBezTo>
                      <a:pt x="15" y="5"/>
                      <a:pt x="17" y="3"/>
                      <a:pt x="16" y="2"/>
                    </a:cubicBezTo>
                    <a:cubicBezTo>
                      <a:pt x="15" y="0"/>
                      <a:pt x="10" y="1"/>
                      <a:pt x="10" y="1"/>
                    </a:cubicBezTo>
                    <a:close/>
                  </a:path>
                </a:pathLst>
              </a:custGeom>
              <a:solidFill>
                <a:schemeClr val="accent1"/>
              </a:solidFill>
              <a:ln w="9525">
                <a:solidFill>
                  <a:schemeClr val="tx1"/>
                </a:solidFill>
                <a:round/>
                <a:headEnd/>
                <a:tailEnd/>
              </a:ln>
            </p:spPr>
            <p:txBody>
              <a:bodyPr/>
              <a:lstStyle/>
              <a:p>
                <a:endParaRPr lang="zh-CN" altLang="en-US"/>
              </a:p>
            </p:txBody>
          </p:sp>
          <p:sp>
            <p:nvSpPr>
              <p:cNvPr id="111" name="Freeform 130"/>
              <p:cNvSpPr>
                <a:spLocks/>
              </p:cNvSpPr>
              <p:nvPr/>
            </p:nvSpPr>
            <p:spPr bwMode="auto">
              <a:xfrm>
                <a:off x="1336675" y="2466976"/>
                <a:ext cx="47625" cy="23813"/>
              </a:xfrm>
              <a:custGeom>
                <a:avLst/>
                <a:gdLst>
                  <a:gd name="T0" fmla="*/ 6 w 30"/>
                  <a:gd name="T1" fmla="*/ 0 h 15"/>
                  <a:gd name="T2" fmla="*/ 9 w 30"/>
                  <a:gd name="T3" fmla="*/ 14 h 15"/>
                  <a:gd name="T4" fmla="*/ 27 w 30"/>
                  <a:gd name="T5" fmla="*/ 13 h 15"/>
                  <a:gd name="T6" fmla="*/ 20 w 30"/>
                  <a:gd name="T7" fmla="*/ 5 h 15"/>
                  <a:gd name="T8" fmla="*/ 6 w 30"/>
                  <a:gd name="T9" fmla="*/ 0 h 15"/>
                  <a:gd name="T10" fmla="*/ 0 60000 65536"/>
                  <a:gd name="T11" fmla="*/ 0 60000 65536"/>
                  <a:gd name="T12" fmla="*/ 0 60000 65536"/>
                  <a:gd name="T13" fmla="*/ 0 60000 65536"/>
                  <a:gd name="T14" fmla="*/ 0 60000 65536"/>
                  <a:gd name="T15" fmla="*/ 0 w 30"/>
                  <a:gd name="T16" fmla="*/ 0 h 15"/>
                  <a:gd name="T17" fmla="*/ 30 w 30"/>
                  <a:gd name="T18" fmla="*/ 15 h 15"/>
                </a:gdLst>
                <a:ahLst/>
                <a:cxnLst>
                  <a:cxn ang="T10">
                    <a:pos x="T0" y="T1"/>
                  </a:cxn>
                  <a:cxn ang="T11">
                    <a:pos x="T2" y="T3"/>
                  </a:cxn>
                  <a:cxn ang="T12">
                    <a:pos x="T4" y="T5"/>
                  </a:cxn>
                  <a:cxn ang="T13">
                    <a:pos x="T6" y="T7"/>
                  </a:cxn>
                  <a:cxn ang="T14">
                    <a:pos x="T8" y="T9"/>
                  </a:cxn>
                </a:cxnLst>
                <a:rect l="T15" t="T16" r="T17" b="T18"/>
                <a:pathLst>
                  <a:path w="30" h="15">
                    <a:moveTo>
                      <a:pt x="6" y="0"/>
                    </a:moveTo>
                    <a:cubicBezTo>
                      <a:pt x="2" y="6"/>
                      <a:pt x="0" y="12"/>
                      <a:pt x="9" y="14"/>
                    </a:cubicBezTo>
                    <a:cubicBezTo>
                      <a:pt x="15" y="14"/>
                      <a:pt x="21" y="15"/>
                      <a:pt x="27" y="13"/>
                    </a:cubicBezTo>
                    <a:cubicBezTo>
                      <a:pt x="30" y="12"/>
                      <a:pt x="23" y="6"/>
                      <a:pt x="20" y="5"/>
                    </a:cubicBezTo>
                    <a:cubicBezTo>
                      <a:pt x="5" y="1"/>
                      <a:pt x="6" y="8"/>
                      <a:pt x="6" y="0"/>
                    </a:cubicBezTo>
                    <a:close/>
                  </a:path>
                </a:pathLst>
              </a:custGeom>
              <a:solidFill>
                <a:schemeClr val="tx1"/>
              </a:solidFill>
              <a:ln w="9525">
                <a:solidFill>
                  <a:schemeClr val="tx1"/>
                </a:solidFill>
                <a:round/>
                <a:headEnd/>
                <a:tailEnd/>
              </a:ln>
            </p:spPr>
            <p:txBody>
              <a:bodyPr/>
              <a:lstStyle/>
              <a:p>
                <a:endParaRPr lang="zh-CN" altLang="en-US"/>
              </a:p>
            </p:txBody>
          </p:sp>
          <p:sp>
            <p:nvSpPr>
              <p:cNvPr id="112" name="Freeform 131"/>
              <p:cNvSpPr>
                <a:spLocks/>
              </p:cNvSpPr>
              <p:nvPr/>
            </p:nvSpPr>
            <p:spPr bwMode="auto">
              <a:xfrm>
                <a:off x="1273175" y="2519363"/>
                <a:ext cx="28575" cy="19050"/>
              </a:xfrm>
              <a:custGeom>
                <a:avLst/>
                <a:gdLst>
                  <a:gd name="T0" fmla="*/ 3 w 18"/>
                  <a:gd name="T1" fmla="*/ 4 h 12"/>
                  <a:gd name="T2" fmla="*/ 11 w 18"/>
                  <a:gd name="T3" fmla="*/ 9 h 12"/>
                  <a:gd name="T4" fmla="*/ 3 w 18"/>
                  <a:gd name="T5" fmla="*/ 4 h 12"/>
                  <a:gd name="T6" fmla="*/ 0 60000 65536"/>
                  <a:gd name="T7" fmla="*/ 0 60000 65536"/>
                  <a:gd name="T8" fmla="*/ 0 60000 65536"/>
                  <a:gd name="T9" fmla="*/ 0 w 18"/>
                  <a:gd name="T10" fmla="*/ 0 h 12"/>
                  <a:gd name="T11" fmla="*/ 18 w 18"/>
                  <a:gd name="T12" fmla="*/ 12 h 12"/>
                </a:gdLst>
                <a:ahLst/>
                <a:cxnLst>
                  <a:cxn ang="T6">
                    <a:pos x="T0" y="T1"/>
                  </a:cxn>
                  <a:cxn ang="T7">
                    <a:pos x="T2" y="T3"/>
                  </a:cxn>
                  <a:cxn ang="T8">
                    <a:pos x="T4" y="T5"/>
                  </a:cxn>
                </a:cxnLst>
                <a:rect l="T9" t="T10" r="T11" b="T12"/>
                <a:pathLst>
                  <a:path w="18" h="12">
                    <a:moveTo>
                      <a:pt x="3" y="4"/>
                    </a:moveTo>
                    <a:cubicBezTo>
                      <a:pt x="0" y="12"/>
                      <a:pt x="5" y="10"/>
                      <a:pt x="11" y="9"/>
                    </a:cubicBezTo>
                    <a:cubicBezTo>
                      <a:pt x="18" y="0"/>
                      <a:pt x="8" y="4"/>
                      <a:pt x="3" y="4"/>
                    </a:cubicBezTo>
                    <a:close/>
                  </a:path>
                </a:pathLst>
              </a:custGeom>
              <a:solidFill>
                <a:schemeClr val="accent1"/>
              </a:solidFill>
              <a:ln w="9525">
                <a:solidFill>
                  <a:schemeClr val="tx1"/>
                </a:solidFill>
                <a:round/>
                <a:headEnd/>
                <a:tailEnd/>
              </a:ln>
            </p:spPr>
            <p:txBody>
              <a:bodyPr/>
              <a:lstStyle/>
              <a:p>
                <a:endParaRPr lang="zh-CN" altLang="en-US"/>
              </a:p>
            </p:txBody>
          </p:sp>
          <p:sp>
            <p:nvSpPr>
              <p:cNvPr id="113" name="Freeform 132"/>
              <p:cNvSpPr>
                <a:spLocks/>
              </p:cNvSpPr>
              <p:nvPr/>
            </p:nvSpPr>
            <p:spPr bwMode="auto">
              <a:xfrm>
                <a:off x="1227138" y="2573338"/>
                <a:ext cx="30163" cy="17463"/>
              </a:xfrm>
              <a:custGeom>
                <a:avLst/>
                <a:gdLst>
                  <a:gd name="T0" fmla="*/ 6 w 19"/>
                  <a:gd name="T1" fmla="*/ 0 h 11"/>
                  <a:gd name="T2" fmla="*/ 8 w 19"/>
                  <a:gd name="T3" fmla="*/ 11 h 11"/>
                  <a:gd name="T4" fmla="*/ 6 w 19"/>
                  <a:gd name="T5" fmla="*/ 2 h 11"/>
                  <a:gd name="T6" fmla="*/ 6 w 19"/>
                  <a:gd name="T7" fmla="*/ 0 h 11"/>
                  <a:gd name="T8" fmla="*/ 0 60000 65536"/>
                  <a:gd name="T9" fmla="*/ 0 60000 65536"/>
                  <a:gd name="T10" fmla="*/ 0 60000 65536"/>
                  <a:gd name="T11" fmla="*/ 0 60000 65536"/>
                  <a:gd name="T12" fmla="*/ 0 w 19"/>
                  <a:gd name="T13" fmla="*/ 0 h 11"/>
                  <a:gd name="T14" fmla="*/ 19 w 19"/>
                  <a:gd name="T15" fmla="*/ 11 h 11"/>
                </a:gdLst>
                <a:ahLst/>
                <a:cxnLst>
                  <a:cxn ang="T8">
                    <a:pos x="T0" y="T1"/>
                  </a:cxn>
                  <a:cxn ang="T9">
                    <a:pos x="T2" y="T3"/>
                  </a:cxn>
                  <a:cxn ang="T10">
                    <a:pos x="T4" y="T5"/>
                  </a:cxn>
                  <a:cxn ang="T11">
                    <a:pos x="T6" y="T7"/>
                  </a:cxn>
                </a:cxnLst>
                <a:rect l="T12" t="T13" r="T14" b="T15"/>
                <a:pathLst>
                  <a:path w="19" h="11">
                    <a:moveTo>
                      <a:pt x="6" y="0"/>
                    </a:moveTo>
                    <a:cubicBezTo>
                      <a:pt x="5" y="7"/>
                      <a:pt x="0" y="9"/>
                      <a:pt x="8" y="11"/>
                    </a:cubicBezTo>
                    <a:cubicBezTo>
                      <a:pt x="19" y="9"/>
                      <a:pt x="10" y="5"/>
                      <a:pt x="6" y="2"/>
                    </a:cubicBezTo>
                    <a:cubicBezTo>
                      <a:pt x="5" y="2"/>
                      <a:pt x="6" y="1"/>
                      <a:pt x="6" y="0"/>
                    </a:cubicBezTo>
                    <a:close/>
                  </a:path>
                </a:pathLst>
              </a:custGeom>
              <a:solidFill>
                <a:schemeClr val="accent1"/>
              </a:solidFill>
              <a:ln w="9525">
                <a:solidFill>
                  <a:schemeClr val="tx1"/>
                </a:solidFill>
                <a:round/>
                <a:headEnd/>
                <a:tailEnd/>
              </a:ln>
            </p:spPr>
            <p:txBody>
              <a:bodyPr/>
              <a:lstStyle/>
              <a:p>
                <a:endParaRPr lang="zh-CN" altLang="en-US"/>
              </a:p>
            </p:txBody>
          </p:sp>
          <p:sp>
            <p:nvSpPr>
              <p:cNvPr id="114" name="Freeform 133"/>
              <p:cNvSpPr>
                <a:spLocks/>
              </p:cNvSpPr>
              <p:nvPr/>
            </p:nvSpPr>
            <p:spPr bwMode="auto">
              <a:xfrm>
                <a:off x="857250" y="2959101"/>
                <a:ext cx="9525" cy="22225"/>
              </a:xfrm>
              <a:custGeom>
                <a:avLst/>
                <a:gdLst>
                  <a:gd name="T0" fmla="*/ 1 w 6"/>
                  <a:gd name="T1" fmla="*/ 0 h 14"/>
                  <a:gd name="T2" fmla="*/ 6 w 6"/>
                  <a:gd name="T3" fmla="*/ 4 h 14"/>
                  <a:gd name="T4" fmla="*/ 1 w 6"/>
                  <a:gd name="T5" fmla="*/ 0 h 14"/>
                  <a:gd name="T6" fmla="*/ 0 60000 65536"/>
                  <a:gd name="T7" fmla="*/ 0 60000 65536"/>
                  <a:gd name="T8" fmla="*/ 0 60000 65536"/>
                  <a:gd name="T9" fmla="*/ 0 w 6"/>
                  <a:gd name="T10" fmla="*/ 0 h 14"/>
                  <a:gd name="T11" fmla="*/ 6 w 6"/>
                  <a:gd name="T12" fmla="*/ 14 h 14"/>
                </a:gdLst>
                <a:ahLst/>
                <a:cxnLst>
                  <a:cxn ang="T6">
                    <a:pos x="T0" y="T1"/>
                  </a:cxn>
                  <a:cxn ang="T7">
                    <a:pos x="T2" y="T3"/>
                  </a:cxn>
                  <a:cxn ang="T8">
                    <a:pos x="T4" y="T5"/>
                  </a:cxn>
                </a:cxnLst>
                <a:rect l="T9" t="T10" r="T11" b="T12"/>
                <a:pathLst>
                  <a:path w="6" h="14">
                    <a:moveTo>
                      <a:pt x="1" y="0"/>
                    </a:moveTo>
                    <a:cubicBezTo>
                      <a:pt x="0" y="6"/>
                      <a:pt x="4" y="14"/>
                      <a:pt x="6" y="4"/>
                    </a:cubicBezTo>
                    <a:cubicBezTo>
                      <a:pt x="0" y="3"/>
                      <a:pt x="1" y="5"/>
                      <a:pt x="1" y="0"/>
                    </a:cubicBezTo>
                    <a:close/>
                  </a:path>
                </a:pathLst>
              </a:custGeom>
              <a:solidFill>
                <a:schemeClr val="accent1"/>
              </a:solidFill>
              <a:ln w="9525">
                <a:solidFill>
                  <a:schemeClr val="tx1"/>
                </a:solidFill>
                <a:round/>
                <a:headEnd/>
                <a:tailEnd/>
              </a:ln>
            </p:spPr>
            <p:txBody>
              <a:bodyPr/>
              <a:lstStyle/>
              <a:p>
                <a:endParaRPr lang="zh-CN" altLang="en-US"/>
              </a:p>
            </p:txBody>
          </p:sp>
          <p:sp>
            <p:nvSpPr>
              <p:cNvPr id="115" name="Freeform 134"/>
              <p:cNvSpPr>
                <a:spLocks/>
              </p:cNvSpPr>
              <p:nvPr/>
            </p:nvSpPr>
            <p:spPr bwMode="auto">
              <a:xfrm>
                <a:off x="757238" y="2921001"/>
                <a:ext cx="26988" cy="33338"/>
              </a:xfrm>
              <a:custGeom>
                <a:avLst/>
                <a:gdLst>
                  <a:gd name="T0" fmla="*/ 0 w 17"/>
                  <a:gd name="T1" fmla="*/ 10 h 21"/>
                  <a:gd name="T2" fmla="*/ 17 w 17"/>
                  <a:gd name="T3" fmla="*/ 14 h 21"/>
                  <a:gd name="T4" fmla="*/ 16 w 17"/>
                  <a:gd name="T5" fmla="*/ 7 h 21"/>
                  <a:gd name="T6" fmla="*/ 0 w 17"/>
                  <a:gd name="T7" fmla="*/ 10 h 21"/>
                  <a:gd name="T8" fmla="*/ 0 60000 65536"/>
                  <a:gd name="T9" fmla="*/ 0 60000 65536"/>
                  <a:gd name="T10" fmla="*/ 0 60000 65536"/>
                  <a:gd name="T11" fmla="*/ 0 60000 65536"/>
                  <a:gd name="T12" fmla="*/ 0 w 17"/>
                  <a:gd name="T13" fmla="*/ 0 h 21"/>
                  <a:gd name="T14" fmla="*/ 17 w 17"/>
                  <a:gd name="T15" fmla="*/ 21 h 21"/>
                </a:gdLst>
                <a:ahLst/>
                <a:cxnLst>
                  <a:cxn ang="T8">
                    <a:pos x="T0" y="T1"/>
                  </a:cxn>
                  <a:cxn ang="T9">
                    <a:pos x="T2" y="T3"/>
                  </a:cxn>
                  <a:cxn ang="T10">
                    <a:pos x="T4" y="T5"/>
                  </a:cxn>
                  <a:cxn ang="T11">
                    <a:pos x="T6" y="T7"/>
                  </a:cxn>
                </a:cxnLst>
                <a:rect l="T12" t="T13" r="T14" b="T15"/>
                <a:pathLst>
                  <a:path w="17" h="21">
                    <a:moveTo>
                      <a:pt x="0" y="10"/>
                    </a:moveTo>
                    <a:cubicBezTo>
                      <a:pt x="2" y="21"/>
                      <a:pt x="9" y="16"/>
                      <a:pt x="17" y="14"/>
                    </a:cubicBezTo>
                    <a:cubicBezTo>
                      <a:pt x="17" y="12"/>
                      <a:pt x="17" y="9"/>
                      <a:pt x="16" y="7"/>
                    </a:cubicBezTo>
                    <a:cubicBezTo>
                      <a:pt x="11" y="0"/>
                      <a:pt x="4" y="18"/>
                      <a:pt x="0" y="10"/>
                    </a:cubicBezTo>
                    <a:close/>
                  </a:path>
                </a:pathLst>
              </a:custGeom>
              <a:solidFill>
                <a:schemeClr val="tx1"/>
              </a:solidFill>
              <a:ln w="9525">
                <a:solidFill>
                  <a:schemeClr val="tx1"/>
                </a:solidFill>
                <a:round/>
                <a:headEnd/>
                <a:tailEnd/>
              </a:ln>
            </p:spPr>
            <p:txBody>
              <a:bodyPr/>
              <a:lstStyle/>
              <a:p>
                <a:endParaRPr lang="zh-CN" altLang="en-US"/>
              </a:p>
            </p:txBody>
          </p:sp>
          <p:sp>
            <p:nvSpPr>
              <p:cNvPr id="116" name="Freeform 135"/>
              <p:cNvSpPr>
                <a:spLocks/>
              </p:cNvSpPr>
              <p:nvPr/>
            </p:nvSpPr>
            <p:spPr bwMode="auto">
              <a:xfrm>
                <a:off x="1044575" y="2727326"/>
                <a:ext cx="23813" cy="14288"/>
              </a:xfrm>
              <a:custGeom>
                <a:avLst/>
                <a:gdLst>
                  <a:gd name="T0" fmla="*/ 1 w 15"/>
                  <a:gd name="T1" fmla="*/ 4 h 9"/>
                  <a:gd name="T2" fmla="*/ 9 w 15"/>
                  <a:gd name="T3" fmla="*/ 8 h 9"/>
                  <a:gd name="T4" fmla="*/ 1 w 15"/>
                  <a:gd name="T5" fmla="*/ 4 h 9"/>
                  <a:gd name="T6" fmla="*/ 0 60000 65536"/>
                  <a:gd name="T7" fmla="*/ 0 60000 65536"/>
                  <a:gd name="T8" fmla="*/ 0 60000 65536"/>
                  <a:gd name="T9" fmla="*/ 0 w 15"/>
                  <a:gd name="T10" fmla="*/ 0 h 9"/>
                  <a:gd name="T11" fmla="*/ 15 w 15"/>
                  <a:gd name="T12" fmla="*/ 9 h 9"/>
                </a:gdLst>
                <a:ahLst/>
                <a:cxnLst>
                  <a:cxn ang="T6">
                    <a:pos x="T0" y="T1"/>
                  </a:cxn>
                  <a:cxn ang="T7">
                    <a:pos x="T2" y="T3"/>
                  </a:cxn>
                  <a:cxn ang="T8">
                    <a:pos x="T4" y="T5"/>
                  </a:cxn>
                </a:cxnLst>
                <a:rect l="T9" t="T10" r="T11" b="T12"/>
                <a:pathLst>
                  <a:path w="15" h="9">
                    <a:moveTo>
                      <a:pt x="1" y="4"/>
                    </a:moveTo>
                    <a:cubicBezTo>
                      <a:pt x="6" y="3"/>
                      <a:pt x="15" y="0"/>
                      <a:pt x="9" y="8"/>
                    </a:cubicBezTo>
                    <a:cubicBezTo>
                      <a:pt x="0" y="6"/>
                      <a:pt x="1" y="9"/>
                      <a:pt x="1" y="4"/>
                    </a:cubicBezTo>
                    <a:close/>
                  </a:path>
                </a:pathLst>
              </a:custGeom>
              <a:solidFill>
                <a:schemeClr val="accent1"/>
              </a:solidFill>
              <a:ln w="9525">
                <a:solidFill>
                  <a:schemeClr val="tx1"/>
                </a:solidFill>
                <a:round/>
                <a:headEnd/>
                <a:tailEnd/>
              </a:ln>
            </p:spPr>
            <p:txBody>
              <a:bodyPr/>
              <a:lstStyle/>
              <a:p>
                <a:endParaRPr lang="zh-CN" altLang="en-US"/>
              </a:p>
            </p:txBody>
          </p:sp>
          <p:sp>
            <p:nvSpPr>
              <p:cNvPr id="117" name="Freeform 136"/>
              <p:cNvSpPr>
                <a:spLocks/>
              </p:cNvSpPr>
              <p:nvPr/>
            </p:nvSpPr>
            <p:spPr bwMode="auto">
              <a:xfrm>
                <a:off x="1076325" y="2668588"/>
                <a:ext cx="25400" cy="17463"/>
              </a:xfrm>
              <a:custGeom>
                <a:avLst/>
                <a:gdLst>
                  <a:gd name="T0" fmla="*/ 12 w 16"/>
                  <a:gd name="T1" fmla="*/ 1 h 11"/>
                  <a:gd name="T2" fmla="*/ 8 w 16"/>
                  <a:gd name="T3" fmla="*/ 9 h 11"/>
                  <a:gd name="T4" fmla="*/ 0 w 16"/>
                  <a:gd name="T5" fmla="*/ 3 h 11"/>
                  <a:gd name="T6" fmla="*/ 12 w 16"/>
                  <a:gd name="T7" fmla="*/ 1 h 11"/>
                  <a:gd name="T8" fmla="*/ 0 60000 65536"/>
                  <a:gd name="T9" fmla="*/ 0 60000 65536"/>
                  <a:gd name="T10" fmla="*/ 0 60000 65536"/>
                  <a:gd name="T11" fmla="*/ 0 60000 65536"/>
                  <a:gd name="T12" fmla="*/ 0 w 16"/>
                  <a:gd name="T13" fmla="*/ 0 h 11"/>
                  <a:gd name="T14" fmla="*/ 16 w 16"/>
                  <a:gd name="T15" fmla="*/ 11 h 11"/>
                </a:gdLst>
                <a:ahLst/>
                <a:cxnLst>
                  <a:cxn ang="T8">
                    <a:pos x="T0" y="T1"/>
                  </a:cxn>
                  <a:cxn ang="T9">
                    <a:pos x="T2" y="T3"/>
                  </a:cxn>
                  <a:cxn ang="T10">
                    <a:pos x="T4" y="T5"/>
                  </a:cxn>
                  <a:cxn ang="T11">
                    <a:pos x="T6" y="T7"/>
                  </a:cxn>
                </a:cxnLst>
                <a:rect l="T12" t="T13" r="T14" b="T15"/>
                <a:pathLst>
                  <a:path w="16" h="11">
                    <a:moveTo>
                      <a:pt x="12" y="1"/>
                    </a:moveTo>
                    <a:cubicBezTo>
                      <a:pt x="12" y="3"/>
                      <a:pt x="16" y="11"/>
                      <a:pt x="8" y="9"/>
                    </a:cubicBezTo>
                    <a:cubicBezTo>
                      <a:pt x="5" y="8"/>
                      <a:pt x="0" y="3"/>
                      <a:pt x="0" y="3"/>
                    </a:cubicBezTo>
                    <a:cubicBezTo>
                      <a:pt x="6" y="0"/>
                      <a:pt x="6" y="4"/>
                      <a:pt x="12" y="1"/>
                    </a:cubicBezTo>
                    <a:close/>
                  </a:path>
                </a:pathLst>
              </a:custGeom>
              <a:solidFill>
                <a:schemeClr val="accent1"/>
              </a:solidFill>
              <a:ln w="9525">
                <a:solidFill>
                  <a:schemeClr val="tx1"/>
                </a:solidFill>
                <a:round/>
                <a:headEnd/>
                <a:tailEnd/>
              </a:ln>
            </p:spPr>
            <p:txBody>
              <a:bodyPr/>
              <a:lstStyle/>
              <a:p>
                <a:endParaRPr lang="zh-CN" altLang="en-US"/>
              </a:p>
            </p:txBody>
          </p:sp>
          <p:sp>
            <p:nvSpPr>
              <p:cNvPr id="118" name="Freeform 137"/>
              <p:cNvSpPr>
                <a:spLocks/>
              </p:cNvSpPr>
              <p:nvPr/>
            </p:nvSpPr>
            <p:spPr bwMode="auto">
              <a:xfrm>
                <a:off x="1120775" y="2625726"/>
                <a:ext cx="23813" cy="17463"/>
              </a:xfrm>
              <a:custGeom>
                <a:avLst/>
                <a:gdLst>
                  <a:gd name="T0" fmla="*/ 12 w 15"/>
                  <a:gd name="T1" fmla="*/ 0 h 11"/>
                  <a:gd name="T2" fmla="*/ 8 w 15"/>
                  <a:gd name="T3" fmla="*/ 11 h 11"/>
                  <a:gd name="T4" fmla="*/ 12 w 15"/>
                  <a:gd name="T5" fmla="*/ 0 h 11"/>
                  <a:gd name="T6" fmla="*/ 0 60000 65536"/>
                  <a:gd name="T7" fmla="*/ 0 60000 65536"/>
                  <a:gd name="T8" fmla="*/ 0 60000 65536"/>
                  <a:gd name="T9" fmla="*/ 0 w 15"/>
                  <a:gd name="T10" fmla="*/ 0 h 11"/>
                  <a:gd name="T11" fmla="*/ 15 w 15"/>
                  <a:gd name="T12" fmla="*/ 11 h 11"/>
                </a:gdLst>
                <a:ahLst/>
                <a:cxnLst>
                  <a:cxn ang="T6">
                    <a:pos x="T0" y="T1"/>
                  </a:cxn>
                  <a:cxn ang="T7">
                    <a:pos x="T2" y="T3"/>
                  </a:cxn>
                  <a:cxn ang="T8">
                    <a:pos x="T4" y="T5"/>
                  </a:cxn>
                </a:cxnLst>
                <a:rect l="T9" t="T10" r="T11" b="T12"/>
                <a:pathLst>
                  <a:path w="15" h="11">
                    <a:moveTo>
                      <a:pt x="12" y="0"/>
                    </a:moveTo>
                    <a:cubicBezTo>
                      <a:pt x="15" y="6"/>
                      <a:pt x="13" y="7"/>
                      <a:pt x="8" y="11"/>
                    </a:cubicBezTo>
                    <a:cubicBezTo>
                      <a:pt x="0" y="7"/>
                      <a:pt x="5" y="1"/>
                      <a:pt x="12" y="0"/>
                    </a:cubicBezTo>
                    <a:close/>
                  </a:path>
                </a:pathLst>
              </a:custGeom>
              <a:solidFill>
                <a:schemeClr val="accent1"/>
              </a:solidFill>
              <a:ln w="9525">
                <a:solidFill>
                  <a:schemeClr val="tx1"/>
                </a:solidFill>
                <a:round/>
                <a:headEnd/>
                <a:tailEnd/>
              </a:ln>
            </p:spPr>
            <p:txBody>
              <a:bodyPr/>
              <a:lstStyle/>
              <a:p>
                <a:endParaRPr lang="zh-CN" altLang="en-US"/>
              </a:p>
            </p:txBody>
          </p:sp>
          <p:sp>
            <p:nvSpPr>
              <p:cNvPr id="119" name="Freeform 138"/>
              <p:cNvSpPr>
                <a:spLocks/>
              </p:cNvSpPr>
              <p:nvPr/>
            </p:nvSpPr>
            <p:spPr bwMode="auto">
              <a:xfrm>
                <a:off x="1203325" y="2589213"/>
                <a:ext cx="15875" cy="12700"/>
              </a:xfrm>
              <a:custGeom>
                <a:avLst/>
                <a:gdLst>
                  <a:gd name="T0" fmla="*/ 2 w 10"/>
                  <a:gd name="T1" fmla="*/ 0 h 8"/>
                  <a:gd name="T2" fmla="*/ 0 w 10"/>
                  <a:gd name="T3" fmla="*/ 5 h 8"/>
                  <a:gd name="T4" fmla="*/ 2 w 10"/>
                  <a:gd name="T5" fmla="*/ 0 h 8"/>
                  <a:gd name="T6" fmla="*/ 0 60000 65536"/>
                  <a:gd name="T7" fmla="*/ 0 60000 65536"/>
                  <a:gd name="T8" fmla="*/ 0 60000 65536"/>
                  <a:gd name="T9" fmla="*/ 0 w 10"/>
                  <a:gd name="T10" fmla="*/ 0 h 8"/>
                  <a:gd name="T11" fmla="*/ 10 w 10"/>
                  <a:gd name="T12" fmla="*/ 8 h 8"/>
                </a:gdLst>
                <a:ahLst/>
                <a:cxnLst>
                  <a:cxn ang="T6">
                    <a:pos x="T0" y="T1"/>
                  </a:cxn>
                  <a:cxn ang="T7">
                    <a:pos x="T2" y="T3"/>
                  </a:cxn>
                  <a:cxn ang="T8">
                    <a:pos x="T4" y="T5"/>
                  </a:cxn>
                </a:cxnLst>
                <a:rect l="T9" t="T10" r="T11" b="T12"/>
                <a:pathLst>
                  <a:path w="10" h="8">
                    <a:moveTo>
                      <a:pt x="2" y="0"/>
                    </a:moveTo>
                    <a:cubicBezTo>
                      <a:pt x="10" y="3"/>
                      <a:pt x="8" y="8"/>
                      <a:pt x="0" y="5"/>
                    </a:cubicBezTo>
                    <a:cubicBezTo>
                      <a:pt x="1" y="3"/>
                      <a:pt x="2" y="0"/>
                      <a:pt x="2" y="0"/>
                    </a:cubicBezTo>
                    <a:close/>
                  </a:path>
                </a:pathLst>
              </a:custGeom>
              <a:solidFill>
                <a:schemeClr val="accent1"/>
              </a:solidFill>
              <a:ln w="9525">
                <a:solidFill>
                  <a:schemeClr val="tx1"/>
                </a:solidFill>
                <a:round/>
                <a:headEnd/>
                <a:tailEnd/>
              </a:ln>
            </p:spPr>
            <p:txBody>
              <a:bodyPr/>
              <a:lstStyle/>
              <a:p>
                <a:endParaRPr lang="zh-CN" altLang="en-US"/>
              </a:p>
            </p:txBody>
          </p:sp>
          <p:sp>
            <p:nvSpPr>
              <p:cNvPr id="120" name="Freeform 139"/>
              <p:cNvSpPr>
                <a:spLocks/>
              </p:cNvSpPr>
              <p:nvPr/>
            </p:nvSpPr>
            <p:spPr bwMode="auto">
              <a:xfrm>
                <a:off x="981075" y="2727326"/>
                <a:ext cx="28575" cy="12700"/>
              </a:xfrm>
              <a:custGeom>
                <a:avLst/>
                <a:gdLst>
                  <a:gd name="T0" fmla="*/ 12 w 18"/>
                  <a:gd name="T1" fmla="*/ 0 h 8"/>
                  <a:gd name="T2" fmla="*/ 8 w 18"/>
                  <a:gd name="T3" fmla="*/ 8 h 8"/>
                  <a:gd name="T4" fmla="*/ 12 w 18"/>
                  <a:gd name="T5" fmla="*/ 0 h 8"/>
                  <a:gd name="T6" fmla="*/ 0 60000 65536"/>
                  <a:gd name="T7" fmla="*/ 0 60000 65536"/>
                  <a:gd name="T8" fmla="*/ 0 60000 65536"/>
                  <a:gd name="T9" fmla="*/ 0 w 18"/>
                  <a:gd name="T10" fmla="*/ 0 h 8"/>
                  <a:gd name="T11" fmla="*/ 18 w 18"/>
                  <a:gd name="T12" fmla="*/ 8 h 8"/>
                </a:gdLst>
                <a:ahLst/>
                <a:cxnLst>
                  <a:cxn ang="T6">
                    <a:pos x="T0" y="T1"/>
                  </a:cxn>
                  <a:cxn ang="T7">
                    <a:pos x="T2" y="T3"/>
                  </a:cxn>
                  <a:cxn ang="T8">
                    <a:pos x="T4" y="T5"/>
                  </a:cxn>
                </a:cxnLst>
                <a:rect l="T9" t="T10" r="T11" b="T12"/>
                <a:pathLst>
                  <a:path w="18" h="8">
                    <a:moveTo>
                      <a:pt x="12" y="0"/>
                    </a:moveTo>
                    <a:cubicBezTo>
                      <a:pt x="6" y="1"/>
                      <a:pt x="0" y="4"/>
                      <a:pt x="8" y="8"/>
                    </a:cubicBezTo>
                    <a:cubicBezTo>
                      <a:pt x="11" y="7"/>
                      <a:pt x="18" y="3"/>
                      <a:pt x="12" y="0"/>
                    </a:cubicBezTo>
                    <a:close/>
                  </a:path>
                </a:pathLst>
              </a:custGeom>
              <a:solidFill>
                <a:schemeClr val="accent1"/>
              </a:solidFill>
              <a:ln w="9525">
                <a:solidFill>
                  <a:schemeClr val="tx1"/>
                </a:solidFill>
                <a:round/>
                <a:headEnd/>
                <a:tailEnd/>
              </a:ln>
            </p:spPr>
            <p:txBody>
              <a:bodyPr/>
              <a:lstStyle/>
              <a:p>
                <a:endParaRPr lang="zh-CN" altLang="en-US"/>
              </a:p>
            </p:txBody>
          </p:sp>
          <p:sp>
            <p:nvSpPr>
              <p:cNvPr id="121" name="Freeform 140"/>
              <p:cNvSpPr>
                <a:spLocks/>
              </p:cNvSpPr>
              <p:nvPr/>
            </p:nvSpPr>
            <p:spPr bwMode="auto">
              <a:xfrm>
                <a:off x="952500" y="2749551"/>
                <a:ext cx="22225" cy="20638"/>
              </a:xfrm>
              <a:custGeom>
                <a:avLst/>
                <a:gdLst>
                  <a:gd name="T0" fmla="*/ 0 w 14"/>
                  <a:gd name="T1" fmla="*/ 0 h 13"/>
                  <a:gd name="T2" fmla="*/ 0 w 14"/>
                  <a:gd name="T3" fmla="*/ 0 h 13"/>
                  <a:gd name="T4" fmla="*/ 0 60000 65536"/>
                  <a:gd name="T5" fmla="*/ 0 60000 65536"/>
                  <a:gd name="T6" fmla="*/ 0 w 14"/>
                  <a:gd name="T7" fmla="*/ 0 h 13"/>
                  <a:gd name="T8" fmla="*/ 14 w 14"/>
                  <a:gd name="T9" fmla="*/ 13 h 13"/>
                </a:gdLst>
                <a:ahLst/>
                <a:cxnLst>
                  <a:cxn ang="T4">
                    <a:pos x="T0" y="T1"/>
                  </a:cxn>
                  <a:cxn ang="T5">
                    <a:pos x="T2" y="T3"/>
                  </a:cxn>
                </a:cxnLst>
                <a:rect l="T6" t="T7" r="T8" b="T9"/>
                <a:pathLst>
                  <a:path w="14" h="13">
                    <a:moveTo>
                      <a:pt x="0" y="0"/>
                    </a:moveTo>
                    <a:cubicBezTo>
                      <a:pt x="4" y="13"/>
                      <a:pt x="14" y="0"/>
                      <a:pt x="0" y="0"/>
                    </a:cubicBezTo>
                    <a:close/>
                  </a:path>
                </a:pathLst>
              </a:custGeom>
              <a:solidFill>
                <a:schemeClr val="accent1"/>
              </a:solidFill>
              <a:ln w="9525">
                <a:solidFill>
                  <a:schemeClr val="tx1"/>
                </a:solidFill>
                <a:round/>
                <a:headEnd/>
                <a:tailEnd/>
              </a:ln>
            </p:spPr>
            <p:txBody>
              <a:bodyPr/>
              <a:lstStyle/>
              <a:p>
                <a:endParaRPr lang="zh-CN" altLang="en-US"/>
              </a:p>
            </p:txBody>
          </p:sp>
          <p:sp>
            <p:nvSpPr>
              <p:cNvPr id="122" name="Freeform 141"/>
              <p:cNvSpPr>
                <a:spLocks/>
              </p:cNvSpPr>
              <p:nvPr/>
            </p:nvSpPr>
            <p:spPr bwMode="auto">
              <a:xfrm>
                <a:off x="931863" y="2778126"/>
                <a:ext cx="19050" cy="14288"/>
              </a:xfrm>
              <a:custGeom>
                <a:avLst/>
                <a:gdLst>
                  <a:gd name="T0" fmla="*/ 8 w 12"/>
                  <a:gd name="T1" fmla="*/ 1 h 9"/>
                  <a:gd name="T2" fmla="*/ 11 w 12"/>
                  <a:gd name="T3" fmla="*/ 6 h 9"/>
                  <a:gd name="T4" fmla="*/ 8 w 12"/>
                  <a:gd name="T5" fmla="*/ 1 h 9"/>
                  <a:gd name="T6" fmla="*/ 0 60000 65536"/>
                  <a:gd name="T7" fmla="*/ 0 60000 65536"/>
                  <a:gd name="T8" fmla="*/ 0 60000 65536"/>
                  <a:gd name="T9" fmla="*/ 0 w 12"/>
                  <a:gd name="T10" fmla="*/ 0 h 9"/>
                  <a:gd name="T11" fmla="*/ 12 w 12"/>
                  <a:gd name="T12" fmla="*/ 9 h 9"/>
                </a:gdLst>
                <a:ahLst/>
                <a:cxnLst>
                  <a:cxn ang="T6">
                    <a:pos x="T0" y="T1"/>
                  </a:cxn>
                  <a:cxn ang="T7">
                    <a:pos x="T2" y="T3"/>
                  </a:cxn>
                  <a:cxn ang="T8">
                    <a:pos x="T4" y="T5"/>
                  </a:cxn>
                </a:cxnLst>
                <a:rect l="T9" t="T10" r="T11" b="T12"/>
                <a:pathLst>
                  <a:path w="12" h="9">
                    <a:moveTo>
                      <a:pt x="8" y="1"/>
                    </a:moveTo>
                    <a:cubicBezTo>
                      <a:pt x="0" y="4"/>
                      <a:pt x="3" y="9"/>
                      <a:pt x="11" y="6"/>
                    </a:cubicBezTo>
                    <a:cubicBezTo>
                      <a:pt x="10" y="0"/>
                      <a:pt x="12" y="1"/>
                      <a:pt x="8" y="1"/>
                    </a:cubicBezTo>
                    <a:close/>
                  </a:path>
                </a:pathLst>
              </a:custGeom>
              <a:solidFill>
                <a:schemeClr val="accent1"/>
              </a:solidFill>
              <a:ln w="9525">
                <a:solidFill>
                  <a:schemeClr val="tx1"/>
                </a:solidFill>
                <a:round/>
                <a:headEnd/>
                <a:tailEnd/>
              </a:ln>
            </p:spPr>
            <p:txBody>
              <a:bodyPr/>
              <a:lstStyle/>
              <a:p>
                <a:endParaRPr lang="zh-CN" altLang="en-US"/>
              </a:p>
            </p:txBody>
          </p:sp>
          <p:sp>
            <p:nvSpPr>
              <p:cNvPr id="123" name="Freeform 142"/>
              <p:cNvSpPr>
                <a:spLocks/>
              </p:cNvSpPr>
              <p:nvPr/>
            </p:nvSpPr>
            <p:spPr bwMode="auto">
              <a:xfrm>
                <a:off x="919163" y="2797176"/>
                <a:ext cx="12700" cy="7938"/>
              </a:xfrm>
              <a:custGeom>
                <a:avLst/>
                <a:gdLst>
                  <a:gd name="T0" fmla="*/ 0 w 8"/>
                  <a:gd name="T1" fmla="*/ 2 h 5"/>
                  <a:gd name="T2" fmla="*/ 7 w 8"/>
                  <a:gd name="T3" fmla="*/ 4 h 5"/>
                  <a:gd name="T4" fmla="*/ 5 w 8"/>
                  <a:gd name="T5" fmla="*/ 0 h 5"/>
                  <a:gd name="T6" fmla="*/ 0 w 8"/>
                  <a:gd name="T7" fmla="*/ 2 h 5"/>
                  <a:gd name="T8" fmla="*/ 0 60000 65536"/>
                  <a:gd name="T9" fmla="*/ 0 60000 65536"/>
                  <a:gd name="T10" fmla="*/ 0 60000 65536"/>
                  <a:gd name="T11" fmla="*/ 0 60000 65536"/>
                  <a:gd name="T12" fmla="*/ 0 w 8"/>
                  <a:gd name="T13" fmla="*/ 0 h 5"/>
                  <a:gd name="T14" fmla="*/ 8 w 8"/>
                  <a:gd name="T15" fmla="*/ 5 h 5"/>
                </a:gdLst>
                <a:ahLst/>
                <a:cxnLst>
                  <a:cxn ang="T8">
                    <a:pos x="T0" y="T1"/>
                  </a:cxn>
                  <a:cxn ang="T9">
                    <a:pos x="T2" y="T3"/>
                  </a:cxn>
                  <a:cxn ang="T10">
                    <a:pos x="T4" y="T5"/>
                  </a:cxn>
                  <a:cxn ang="T11">
                    <a:pos x="T6" y="T7"/>
                  </a:cxn>
                </a:cxnLst>
                <a:rect l="T12" t="T13" r="T14" b="T15"/>
                <a:pathLst>
                  <a:path w="8" h="5">
                    <a:moveTo>
                      <a:pt x="0" y="2"/>
                    </a:moveTo>
                    <a:cubicBezTo>
                      <a:pt x="2" y="3"/>
                      <a:pt x="5" y="5"/>
                      <a:pt x="7" y="4"/>
                    </a:cubicBezTo>
                    <a:cubicBezTo>
                      <a:pt x="8" y="3"/>
                      <a:pt x="6" y="0"/>
                      <a:pt x="5" y="0"/>
                    </a:cubicBezTo>
                    <a:cubicBezTo>
                      <a:pt x="3" y="0"/>
                      <a:pt x="0" y="2"/>
                      <a:pt x="0" y="2"/>
                    </a:cubicBezTo>
                    <a:close/>
                  </a:path>
                </a:pathLst>
              </a:custGeom>
              <a:solidFill>
                <a:schemeClr val="accent1"/>
              </a:solidFill>
              <a:ln w="9525">
                <a:solidFill>
                  <a:schemeClr val="tx1"/>
                </a:solidFill>
                <a:round/>
                <a:headEnd/>
                <a:tailEnd/>
              </a:ln>
            </p:spPr>
            <p:txBody>
              <a:bodyPr/>
              <a:lstStyle/>
              <a:p>
                <a:endParaRPr lang="zh-CN" altLang="en-US"/>
              </a:p>
            </p:txBody>
          </p:sp>
          <p:sp>
            <p:nvSpPr>
              <p:cNvPr id="124" name="Freeform 143"/>
              <p:cNvSpPr>
                <a:spLocks/>
              </p:cNvSpPr>
              <p:nvPr/>
            </p:nvSpPr>
            <p:spPr bwMode="auto">
              <a:xfrm>
                <a:off x="879475" y="2843213"/>
                <a:ext cx="15875" cy="14288"/>
              </a:xfrm>
              <a:custGeom>
                <a:avLst/>
                <a:gdLst>
                  <a:gd name="T0" fmla="*/ 3 w 10"/>
                  <a:gd name="T1" fmla="*/ 0 h 9"/>
                  <a:gd name="T2" fmla="*/ 1 w 10"/>
                  <a:gd name="T3" fmla="*/ 5 h 9"/>
                  <a:gd name="T4" fmla="*/ 6 w 10"/>
                  <a:gd name="T5" fmla="*/ 7 h 9"/>
                  <a:gd name="T6" fmla="*/ 3 w 10"/>
                  <a:gd name="T7" fmla="*/ 0 h 9"/>
                  <a:gd name="T8" fmla="*/ 0 60000 65536"/>
                  <a:gd name="T9" fmla="*/ 0 60000 65536"/>
                  <a:gd name="T10" fmla="*/ 0 60000 65536"/>
                  <a:gd name="T11" fmla="*/ 0 60000 65536"/>
                  <a:gd name="T12" fmla="*/ 0 w 10"/>
                  <a:gd name="T13" fmla="*/ 0 h 9"/>
                  <a:gd name="T14" fmla="*/ 10 w 10"/>
                  <a:gd name="T15" fmla="*/ 9 h 9"/>
                </a:gdLst>
                <a:ahLst/>
                <a:cxnLst>
                  <a:cxn ang="T8">
                    <a:pos x="T0" y="T1"/>
                  </a:cxn>
                  <a:cxn ang="T9">
                    <a:pos x="T2" y="T3"/>
                  </a:cxn>
                  <a:cxn ang="T10">
                    <a:pos x="T4" y="T5"/>
                  </a:cxn>
                  <a:cxn ang="T11">
                    <a:pos x="T6" y="T7"/>
                  </a:cxn>
                </a:cxnLst>
                <a:rect l="T12" t="T13" r="T14" b="T15"/>
                <a:pathLst>
                  <a:path w="10" h="9">
                    <a:moveTo>
                      <a:pt x="3" y="0"/>
                    </a:moveTo>
                    <a:cubicBezTo>
                      <a:pt x="2" y="2"/>
                      <a:pt x="0" y="3"/>
                      <a:pt x="1" y="5"/>
                    </a:cubicBezTo>
                    <a:cubicBezTo>
                      <a:pt x="2" y="7"/>
                      <a:pt x="5" y="9"/>
                      <a:pt x="6" y="7"/>
                    </a:cubicBezTo>
                    <a:cubicBezTo>
                      <a:pt x="10" y="0"/>
                      <a:pt x="6" y="0"/>
                      <a:pt x="3" y="0"/>
                    </a:cubicBezTo>
                    <a:close/>
                  </a:path>
                </a:pathLst>
              </a:custGeom>
              <a:solidFill>
                <a:schemeClr val="accent1"/>
              </a:solidFill>
              <a:ln w="9525">
                <a:solidFill>
                  <a:schemeClr val="tx1"/>
                </a:solidFill>
                <a:round/>
                <a:headEnd/>
                <a:tailEnd/>
              </a:ln>
            </p:spPr>
            <p:txBody>
              <a:bodyPr/>
              <a:lstStyle/>
              <a:p>
                <a:endParaRPr lang="zh-CN" altLang="en-US"/>
              </a:p>
            </p:txBody>
          </p:sp>
          <p:sp>
            <p:nvSpPr>
              <p:cNvPr id="125" name="Freeform 144"/>
              <p:cNvSpPr>
                <a:spLocks/>
              </p:cNvSpPr>
              <p:nvPr/>
            </p:nvSpPr>
            <p:spPr bwMode="auto">
              <a:xfrm>
                <a:off x="817563" y="2855913"/>
                <a:ext cx="20638" cy="12700"/>
              </a:xfrm>
              <a:custGeom>
                <a:avLst/>
                <a:gdLst>
                  <a:gd name="T0" fmla="*/ 0 w 13"/>
                  <a:gd name="T1" fmla="*/ 0 h 8"/>
                  <a:gd name="T2" fmla="*/ 13 w 13"/>
                  <a:gd name="T3" fmla="*/ 5 h 8"/>
                  <a:gd name="T4" fmla="*/ 0 w 13"/>
                  <a:gd name="T5" fmla="*/ 0 h 8"/>
                  <a:gd name="T6" fmla="*/ 0 60000 65536"/>
                  <a:gd name="T7" fmla="*/ 0 60000 65536"/>
                  <a:gd name="T8" fmla="*/ 0 60000 65536"/>
                  <a:gd name="T9" fmla="*/ 0 w 13"/>
                  <a:gd name="T10" fmla="*/ 0 h 8"/>
                  <a:gd name="T11" fmla="*/ 13 w 13"/>
                  <a:gd name="T12" fmla="*/ 8 h 8"/>
                </a:gdLst>
                <a:ahLst/>
                <a:cxnLst>
                  <a:cxn ang="T6">
                    <a:pos x="T0" y="T1"/>
                  </a:cxn>
                  <a:cxn ang="T7">
                    <a:pos x="T2" y="T3"/>
                  </a:cxn>
                  <a:cxn ang="T8">
                    <a:pos x="T4" y="T5"/>
                  </a:cxn>
                </a:cxnLst>
                <a:rect l="T9" t="T10" r="T11" b="T12"/>
                <a:pathLst>
                  <a:path w="13" h="8">
                    <a:moveTo>
                      <a:pt x="0" y="0"/>
                    </a:moveTo>
                    <a:cubicBezTo>
                      <a:pt x="3" y="8"/>
                      <a:pt x="5" y="8"/>
                      <a:pt x="13" y="5"/>
                    </a:cubicBezTo>
                    <a:cubicBezTo>
                      <a:pt x="9" y="3"/>
                      <a:pt x="5" y="0"/>
                      <a:pt x="0" y="0"/>
                    </a:cubicBezTo>
                    <a:close/>
                  </a:path>
                </a:pathLst>
              </a:custGeom>
              <a:solidFill>
                <a:schemeClr val="accent1"/>
              </a:solidFill>
              <a:ln w="9525">
                <a:solidFill>
                  <a:schemeClr val="tx1"/>
                </a:solidFill>
                <a:round/>
                <a:headEnd/>
                <a:tailEnd/>
              </a:ln>
            </p:spPr>
            <p:txBody>
              <a:bodyPr/>
              <a:lstStyle/>
              <a:p>
                <a:endParaRPr lang="zh-CN" altLang="en-US"/>
              </a:p>
            </p:txBody>
          </p:sp>
          <p:sp>
            <p:nvSpPr>
              <p:cNvPr id="126" name="Freeform 145"/>
              <p:cNvSpPr>
                <a:spLocks/>
              </p:cNvSpPr>
              <p:nvPr/>
            </p:nvSpPr>
            <p:spPr bwMode="auto">
              <a:xfrm>
                <a:off x="808038" y="2886076"/>
                <a:ext cx="23813" cy="17463"/>
              </a:xfrm>
              <a:custGeom>
                <a:avLst/>
                <a:gdLst>
                  <a:gd name="T0" fmla="*/ 0 w 15"/>
                  <a:gd name="T1" fmla="*/ 2 h 11"/>
                  <a:gd name="T2" fmla="*/ 11 w 15"/>
                  <a:gd name="T3" fmla="*/ 0 h 11"/>
                  <a:gd name="T4" fmla="*/ 0 w 15"/>
                  <a:gd name="T5" fmla="*/ 2 h 11"/>
                  <a:gd name="T6" fmla="*/ 0 60000 65536"/>
                  <a:gd name="T7" fmla="*/ 0 60000 65536"/>
                  <a:gd name="T8" fmla="*/ 0 60000 65536"/>
                  <a:gd name="T9" fmla="*/ 0 w 15"/>
                  <a:gd name="T10" fmla="*/ 0 h 11"/>
                  <a:gd name="T11" fmla="*/ 15 w 15"/>
                  <a:gd name="T12" fmla="*/ 11 h 11"/>
                </a:gdLst>
                <a:ahLst/>
                <a:cxnLst>
                  <a:cxn ang="T6">
                    <a:pos x="T0" y="T1"/>
                  </a:cxn>
                  <a:cxn ang="T7">
                    <a:pos x="T2" y="T3"/>
                  </a:cxn>
                  <a:cxn ang="T8">
                    <a:pos x="T4" y="T5"/>
                  </a:cxn>
                </a:cxnLst>
                <a:rect l="T9" t="T10" r="T11" b="T12"/>
                <a:pathLst>
                  <a:path w="15" h="11">
                    <a:moveTo>
                      <a:pt x="0" y="2"/>
                    </a:moveTo>
                    <a:cubicBezTo>
                      <a:pt x="2" y="11"/>
                      <a:pt x="15" y="10"/>
                      <a:pt x="11" y="0"/>
                    </a:cubicBezTo>
                    <a:cubicBezTo>
                      <a:pt x="0" y="4"/>
                      <a:pt x="3" y="7"/>
                      <a:pt x="0" y="2"/>
                    </a:cubicBezTo>
                    <a:close/>
                  </a:path>
                </a:pathLst>
              </a:custGeom>
              <a:solidFill>
                <a:schemeClr val="accent1"/>
              </a:solidFill>
              <a:ln w="9525">
                <a:solidFill>
                  <a:schemeClr val="tx1"/>
                </a:solidFill>
                <a:round/>
                <a:headEnd/>
                <a:tailEnd/>
              </a:ln>
            </p:spPr>
            <p:txBody>
              <a:bodyPr/>
              <a:lstStyle/>
              <a:p>
                <a:endParaRPr lang="zh-CN" altLang="en-US"/>
              </a:p>
            </p:txBody>
          </p:sp>
          <p:sp>
            <p:nvSpPr>
              <p:cNvPr id="127" name="Freeform 146"/>
              <p:cNvSpPr>
                <a:spLocks/>
              </p:cNvSpPr>
              <p:nvPr/>
            </p:nvSpPr>
            <p:spPr bwMode="auto">
              <a:xfrm>
                <a:off x="801688" y="2941638"/>
                <a:ext cx="20638" cy="14288"/>
              </a:xfrm>
              <a:custGeom>
                <a:avLst/>
                <a:gdLst>
                  <a:gd name="T0" fmla="*/ 4 w 13"/>
                  <a:gd name="T1" fmla="*/ 1 h 9"/>
                  <a:gd name="T2" fmla="*/ 10 w 13"/>
                  <a:gd name="T3" fmla="*/ 7 h 9"/>
                  <a:gd name="T4" fmla="*/ 4 w 13"/>
                  <a:gd name="T5" fmla="*/ 1 h 9"/>
                  <a:gd name="T6" fmla="*/ 0 60000 65536"/>
                  <a:gd name="T7" fmla="*/ 0 60000 65536"/>
                  <a:gd name="T8" fmla="*/ 0 60000 65536"/>
                  <a:gd name="T9" fmla="*/ 0 w 13"/>
                  <a:gd name="T10" fmla="*/ 0 h 9"/>
                  <a:gd name="T11" fmla="*/ 13 w 13"/>
                  <a:gd name="T12" fmla="*/ 9 h 9"/>
                </a:gdLst>
                <a:ahLst/>
                <a:cxnLst>
                  <a:cxn ang="T6">
                    <a:pos x="T0" y="T1"/>
                  </a:cxn>
                  <a:cxn ang="T7">
                    <a:pos x="T2" y="T3"/>
                  </a:cxn>
                  <a:cxn ang="T8">
                    <a:pos x="T4" y="T5"/>
                  </a:cxn>
                </a:cxnLst>
                <a:rect l="T9" t="T10" r="T11" b="T12"/>
                <a:pathLst>
                  <a:path w="13" h="9">
                    <a:moveTo>
                      <a:pt x="4" y="1"/>
                    </a:moveTo>
                    <a:cubicBezTo>
                      <a:pt x="0" y="8"/>
                      <a:pt x="3" y="9"/>
                      <a:pt x="10" y="7"/>
                    </a:cubicBezTo>
                    <a:cubicBezTo>
                      <a:pt x="13" y="0"/>
                      <a:pt x="10" y="1"/>
                      <a:pt x="4" y="1"/>
                    </a:cubicBezTo>
                    <a:close/>
                  </a:path>
                </a:pathLst>
              </a:custGeom>
              <a:solidFill>
                <a:schemeClr val="accent1"/>
              </a:solidFill>
              <a:ln w="9525">
                <a:solidFill>
                  <a:schemeClr val="tx1"/>
                </a:solidFill>
                <a:round/>
                <a:headEnd/>
                <a:tailEnd/>
              </a:ln>
            </p:spPr>
            <p:txBody>
              <a:bodyPr/>
              <a:lstStyle/>
              <a:p>
                <a:endParaRPr lang="zh-CN" altLang="en-US"/>
              </a:p>
            </p:txBody>
          </p:sp>
          <p:sp>
            <p:nvSpPr>
              <p:cNvPr id="128" name="Freeform 147"/>
              <p:cNvSpPr>
                <a:spLocks/>
              </p:cNvSpPr>
              <p:nvPr/>
            </p:nvSpPr>
            <p:spPr bwMode="auto">
              <a:xfrm>
                <a:off x="720725" y="2890838"/>
                <a:ext cx="26988" cy="14288"/>
              </a:xfrm>
              <a:custGeom>
                <a:avLst/>
                <a:gdLst>
                  <a:gd name="T0" fmla="*/ 10 w 17"/>
                  <a:gd name="T1" fmla="*/ 1 h 9"/>
                  <a:gd name="T2" fmla="*/ 15 w 17"/>
                  <a:gd name="T3" fmla="*/ 7 h 9"/>
                  <a:gd name="T4" fmla="*/ 16 w 17"/>
                  <a:gd name="T5" fmla="*/ 2 h 9"/>
                  <a:gd name="T6" fmla="*/ 10 w 17"/>
                  <a:gd name="T7" fmla="*/ 1 h 9"/>
                  <a:gd name="T8" fmla="*/ 0 60000 65536"/>
                  <a:gd name="T9" fmla="*/ 0 60000 65536"/>
                  <a:gd name="T10" fmla="*/ 0 60000 65536"/>
                  <a:gd name="T11" fmla="*/ 0 60000 65536"/>
                  <a:gd name="T12" fmla="*/ 0 w 17"/>
                  <a:gd name="T13" fmla="*/ 0 h 9"/>
                  <a:gd name="T14" fmla="*/ 17 w 17"/>
                  <a:gd name="T15" fmla="*/ 9 h 9"/>
                </a:gdLst>
                <a:ahLst/>
                <a:cxnLst>
                  <a:cxn ang="T8">
                    <a:pos x="T0" y="T1"/>
                  </a:cxn>
                  <a:cxn ang="T9">
                    <a:pos x="T2" y="T3"/>
                  </a:cxn>
                  <a:cxn ang="T10">
                    <a:pos x="T4" y="T5"/>
                  </a:cxn>
                  <a:cxn ang="T11">
                    <a:pos x="T6" y="T7"/>
                  </a:cxn>
                </a:cxnLst>
                <a:rect l="T12" t="T13" r="T14" b="T15"/>
                <a:pathLst>
                  <a:path w="17" h="9">
                    <a:moveTo>
                      <a:pt x="10" y="1"/>
                    </a:moveTo>
                    <a:cubicBezTo>
                      <a:pt x="0" y="7"/>
                      <a:pt x="2" y="9"/>
                      <a:pt x="15" y="7"/>
                    </a:cubicBezTo>
                    <a:cubicBezTo>
                      <a:pt x="15" y="5"/>
                      <a:pt x="17" y="3"/>
                      <a:pt x="16" y="2"/>
                    </a:cubicBezTo>
                    <a:cubicBezTo>
                      <a:pt x="15" y="0"/>
                      <a:pt x="10" y="1"/>
                      <a:pt x="10" y="1"/>
                    </a:cubicBezTo>
                    <a:close/>
                  </a:path>
                </a:pathLst>
              </a:custGeom>
              <a:solidFill>
                <a:schemeClr val="accent1"/>
              </a:solidFill>
              <a:ln w="9525">
                <a:solidFill>
                  <a:schemeClr val="tx1"/>
                </a:solidFill>
                <a:round/>
                <a:headEnd/>
                <a:tailEnd/>
              </a:ln>
            </p:spPr>
            <p:txBody>
              <a:bodyPr/>
              <a:lstStyle/>
              <a:p>
                <a:endParaRPr lang="zh-CN" altLang="en-US"/>
              </a:p>
            </p:txBody>
          </p:sp>
          <p:sp>
            <p:nvSpPr>
              <p:cNvPr id="129" name="Freeform 148"/>
              <p:cNvSpPr>
                <a:spLocks/>
              </p:cNvSpPr>
              <p:nvPr/>
            </p:nvSpPr>
            <p:spPr bwMode="auto">
              <a:xfrm>
                <a:off x="663575" y="2965451"/>
                <a:ext cx="47625" cy="23813"/>
              </a:xfrm>
              <a:custGeom>
                <a:avLst/>
                <a:gdLst>
                  <a:gd name="T0" fmla="*/ 6 w 30"/>
                  <a:gd name="T1" fmla="*/ 0 h 15"/>
                  <a:gd name="T2" fmla="*/ 9 w 30"/>
                  <a:gd name="T3" fmla="*/ 14 h 15"/>
                  <a:gd name="T4" fmla="*/ 27 w 30"/>
                  <a:gd name="T5" fmla="*/ 13 h 15"/>
                  <a:gd name="T6" fmla="*/ 20 w 30"/>
                  <a:gd name="T7" fmla="*/ 5 h 15"/>
                  <a:gd name="T8" fmla="*/ 6 w 30"/>
                  <a:gd name="T9" fmla="*/ 0 h 15"/>
                  <a:gd name="T10" fmla="*/ 0 60000 65536"/>
                  <a:gd name="T11" fmla="*/ 0 60000 65536"/>
                  <a:gd name="T12" fmla="*/ 0 60000 65536"/>
                  <a:gd name="T13" fmla="*/ 0 60000 65536"/>
                  <a:gd name="T14" fmla="*/ 0 60000 65536"/>
                  <a:gd name="T15" fmla="*/ 0 w 30"/>
                  <a:gd name="T16" fmla="*/ 0 h 15"/>
                  <a:gd name="T17" fmla="*/ 30 w 30"/>
                  <a:gd name="T18" fmla="*/ 15 h 15"/>
                </a:gdLst>
                <a:ahLst/>
                <a:cxnLst>
                  <a:cxn ang="T10">
                    <a:pos x="T0" y="T1"/>
                  </a:cxn>
                  <a:cxn ang="T11">
                    <a:pos x="T2" y="T3"/>
                  </a:cxn>
                  <a:cxn ang="T12">
                    <a:pos x="T4" y="T5"/>
                  </a:cxn>
                  <a:cxn ang="T13">
                    <a:pos x="T6" y="T7"/>
                  </a:cxn>
                  <a:cxn ang="T14">
                    <a:pos x="T8" y="T9"/>
                  </a:cxn>
                </a:cxnLst>
                <a:rect l="T15" t="T16" r="T17" b="T18"/>
                <a:pathLst>
                  <a:path w="30" h="15">
                    <a:moveTo>
                      <a:pt x="6" y="0"/>
                    </a:moveTo>
                    <a:cubicBezTo>
                      <a:pt x="2" y="6"/>
                      <a:pt x="0" y="12"/>
                      <a:pt x="9" y="14"/>
                    </a:cubicBezTo>
                    <a:cubicBezTo>
                      <a:pt x="15" y="14"/>
                      <a:pt x="21" y="15"/>
                      <a:pt x="27" y="13"/>
                    </a:cubicBezTo>
                    <a:cubicBezTo>
                      <a:pt x="30" y="12"/>
                      <a:pt x="23" y="6"/>
                      <a:pt x="20" y="5"/>
                    </a:cubicBezTo>
                    <a:cubicBezTo>
                      <a:pt x="5" y="1"/>
                      <a:pt x="6" y="8"/>
                      <a:pt x="6" y="0"/>
                    </a:cubicBezTo>
                    <a:close/>
                  </a:path>
                </a:pathLst>
              </a:custGeom>
              <a:solidFill>
                <a:schemeClr val="tx1"/>
              </a:solidFill>
              <a:ln w="9525">
                <a:solidFill>
                  <a:schemeClr val="tx1"/>
                </a:solidFill>
                <a:round/>
                <a:headEnd/>
                <a:tailEnd/>
              </a:ln>
            </p:spPr>
            <p:txBody>
              <a:bodyPr/>
              <a:lstStyle/>
              <a:p>
                <a:endParaRPr lang="zh-CN" altLang="en-US"/>
              </a:p>
            </p:txBody>
          </p:sp>
          <p:sp>
            <p:nvSpPr>
              <p:cNvPr id="130" name="Freeform 149"/>
              <p:cNvSpPr>
                <a:spLocks/>
              </p:cNvSpPr>
              <p:nvPr/>
            </p:nvSpPr>
            <p:spPr bwMode="auto">
              <a:xfrm rot="4531695">
                <a:off x="2924175" y="2003425"/>
                <a:ext cx="23813" cy="14288"/>
              </a:xfrm>
              <a:custGeom>
                <a:avLst/>
                <a:gdLst>
                  <a:gd name="T0" fmla="*/ 1 w 15"/>
                  <a:gd name="T1" fmla="*/ 4 h 9"/>
                  <a:gd name="T2" fmla="*/ 9 w 15"/>
                  <a:gd name="T3" fmla="*/ 8 h 9"/>
                  <a:gd name="T4" fmla="*/ 1 w 15"/>
                  <a:gd name="T5" fmla="*/ 4 h 9"/>
                  <a:gd name="T6" fmla="*/ 0 60000 65536"/>
                  <a:gd name="T7" fmla="*/ 0 60000 65536"/>
                  <a:gd name="T8" fmla="*/ 0 60000 65536"/>
                  <a:gd name="T9" fmla="*/ 0 w 15"/>
                  <a:gd name="T10" fmla="*/ 0 h 9"/>
                  <a:gd name="T11" fmla="*/ 15 w 15"/>
                  <a:gd name="T12" fmla="*/ 9 h 9"/>
                </a:gdLst>
                <a:ahLst/>
                <a:cxnLst>
                  <a:cxn ang="T6">
                    <a:pos x="T0" y="T1"/>
                  </a:cxn>
                  <a:cxn ang="T7">
                    <a:pos x="T2" y="T3"/>
                  </a:cxn>
                  <a:cxn ang="T8">
                    <a:pos x="T4" y="T5"/>
                  </a:cxn>
                </a:cxnLst>
                <a:rect l="T9" t="T10" r="T11" b="T12"/>
                <a:pathLst>
                  <a:path w="15" h="9">
                    <a:moveTo>
                      <a:pt x="1" y="4"/>
                    </a:moveTo>
                    <a:cubicBezTo>
                      <a:pt x="6" y="3"/>
                      <a:pt x="15" y="0"/>
                      <a:pt x="9" y="8"/>
                    </a:cubicBezTo>
                    <a:cubicBezTo>
                      <a:pt x="0" y="6"/>
                      <a:pt x="1" y="9"/>
                      <a:pt x="1" y="4"/>
                    </a:cubicBezTo>
                    <a:close/>
                  </a:path>
                </a:pathLst>
              </a:custGeom>
              <a:solidFill>
                <a:schemeClr val="accent1"/>
              </a:solidFill>
              <a:ln w="9525">
                <a:solidFill>
                  <a:schemeClr val="tx1"/>
                </a:solidFill>
                <a:round/>
                <a:headEnd/>
                <a:tailEnd/>
              </a:ln>
            </p:spPr>
            <p:txBody>
              <a:bodyPr/>
              <a:lstStyle/>
              <a:p>
                <a:endParaRPr lang="zh-CN" altLang="en-US"/>
              </a:p>
            </p:txBody>
          </p:sp>
          <p:sp>
            <p:nvSpPr>
              <p:cNvPr id="131" name="Freeform 150"/>
              <p:cNvSpPr>
                <a:spLocks/>
              </p:cNvSpPr>
              <p:nvPr/>
            </p:nvSpPr>
            <p:spPr bwMode="auto">
              <a:xfrm rot="4531695">
                <a:off x="2987675" y="2019300"/>
                <a:ext cx="25400" cy="17463"/>
              </a:xfrm>
              <a:custGeom>
                <a:avLst/>
                <a:gdLst>
                  <a:gd name="T0" fmla="*/ 12 w 16"/>
                  <a:gd name="T1" fmla="*/ 1 h 11"/>
                  <a:gd name="T2" fmla="*/ 8 w 16"/>
                  <a:gd name="T3" fmla="*/ 9 h 11"/>
                  <a:gd name="T4" fmla="*/ 0 w 16"/>
                  <a:gd name="T5" fmla="*/ 3 h 11"/>
                  <a:gd name="T6" fmla="*/ 12 w 16"/>
                  <a:gd name="T7" fmla="*/ 1 h 11"/>
                  <a:gd name="T8" fmla="*/ 0 60000 65536"/>
                  <a:gd name="T9" fmla="*/ 0 60000 65536"/>
                  <a:gd name="T10" fmla="*/ 0 60000 65536"/>
                  <a:gd name="T11" fmla="*/ 0 60000 65536"/>
                  <a:gd name="T12" fmla="*/ 0 w 16"/>
                  <a:gd name="T13" fmla="*/ 0 h 11"/>
                  <a:gd name="T14" fmla="*/ 16 w 16"/>
                  <a:gd name="T15" fmla="*/ 11 h 11"/>
                </a:gdLst>
                <a:ahLst/>
                <a:cxnLst>
                  <a:cxn ang="T8">
                    <a:pos x="T0" y="T1"/>
                  </a:cxn>
                  <a:cxn ang="T9">
                    <a:pos x="T2" y="T3"/>
                  </a:cxn>
                  <a:cxn ang="T10">
                    <a:pos x="T4" y="T5"/>
                  </a:cxn>
                  <a:cxn ang="T11">
                    <a:pos x="T6" y="T7"/>
                  </a:cxn>
                </a:cxnLst>
                <a:rect l="T12" t="T13" r="T14" b="T15"/>
                <a:pathLst>
                  <a:path w="16" h="11">
                    <a:moveTo>
                      <a:pt x="12" y="1"/>
                    </a:moveTo>
                    <a:cubicBezTo>
                      <a:pt x="12" y="3"/>
                      <a:pt x="16" y="11"/>
                      <a:pt x="8" y="9"/>
                    </a:cubicBezTo>
                    <a:cubicBezTo>
                      <a:pt x="5" y="8"/>
                      <a:pt x="0" y="3"/>
                      <a:pt x="0" y="3"/>
                    </a:cubicBezTo>
                    <a:cubicBezTo>
                      <a:pt x="6" y="0"/>
                      <a:pt x="6" y="4"/>
                      <a:pt x="12" y="1"/>
                    </a:cubicBezTo>
                    <a:close/>
                  </a:path>
                </a:pathLst>
              </a:custGeom>
              <a:solidFill>
                <a:schemeClr val="accent1"/>
              </a:solidFill>
              <a:ln w="9525">
                <a:solidFill>
                  <a:schemeClr val="tx1"/>
                </a:solidFill>
                <a:round/>
                <a:headEnd/>
                <a:tailEnd/>
              </a:ln>
            </p:spPr>
            <p:txBody>
              <a:bodyPr/>
              <a:lstStyle/>
              <a:p>
                <a:endParaRPr lang="zh-CN" altLang="en-US"/>
              </a:p>
            </p:txBody>
          </p:sp>
          <p:sp>
            <p:nvSpPr>
              <p:cNvPr id="132" name="Freeform 151"/>
              <p:cNvSpPr>
                <a:spLocks/>
              </p:cNvSpPr>
              <p:nvPr/>
            </p:nvSpPr>
            <p:spPr bwMode="auto">
              <a:xfrm rot="4531695">
                <a:off x="3040063" y="2051050"/>
                <a:ext cx="23813" cy="17463"/>
              </a:xfrm>
              <a:custGeom>
                <a:avLst/>
                <a:gdLst>
                  <a:gd name="T0" fmla="*/ 12 w 15"/>
                  <a:gd name="T1" fmla="*/ 0 h 11"/>
                  <a:gd name="T2" fmla="*/ 8 w 15"/>
                  <a:gd name="T3" fmla="*/ 11 h 11"/>
                  <a:gd name="T4" fmla="*/ 12 w 15"/>
                  <a:gd name="T5" fmla="*/ 0 h 11"/>
                  <a:gd name="T6" fmla="*/ 0 60000 65536"/>
                  <a:gd name="T7" fmla="*/ 0 60000 65536"/>
                  <a:gd name="T8" fmla="*/ 0 60000 65536"/>
                  <a:gd name="T9" fmla="*/ 0 w 15"/>
                  <a:gd name="T10" fmla="*/ 0 h 11"/>
                  <a:gd name="T11" fmla="*/ 15 w 15"/>
                  <a:gd name="T12" fmla="*/ 11 h 11"/>
                </a:gdLst>
                <a:ahLst/>
                <a:cxnLst>
                  <a:cxn ang="T6">
                    <a:pos x="T0" y="T1"/>
                  </a:cxn>
                  <a:cxn ang="T7">
                    <a:pos x="T2" y="T3"/>
                  </a:cxn>
                  <a:cxn ang="T8">
                    <a:pos x="T4" y="T5"/>
                  </a:cxn>
                </a:cxnLst>
                <a:rect l="T9" t="T10" r="T11" b="T12"/>
                <a:pathLst>
                  <a:path w="15" h="11">
                    <a:moveTo>
                      <a:pt x="12" y="0"/>
                    </a:moveTo>
                    <a:cubicBezTo>
                      <a:pt x="15" y="6"/>
                      <a:pt x="13" y="7"/>
                      <a:pt x="8" y="11"/>
                    </a:cubicBezTo>
                    <a:cubicBezTo>
                      <a:pt x="0" y="7"/>
                      <a:pt x="5" y="1"/>
                      <a:pt x="12" y="0"/>
                    </a:cubicBezTo>
                    <a:close/>
                  </a:path>
                </a:pathLst>
              </a:custGeom>
              <a:solidFill>
                <a:schemeClr val="tx1"/>
              </a:solidFill>
              <a:ln w="9525">
                <a:solidFill>
                  <a:schemeClr val="tx1"/>
                </a:solidFill>
                <a:round/>
                <a:headEnd/>
                <a:tailEnd/>
              </a:ln>
            </p:spPr>
            <p:txBody>
              <a:bodyPr/>
              <a:lstStyle/>
              <a:p>
                <a:endParaRPr lang="zh-CN" altLang="en-US"/>
              </a:p>
            </p:txBody>
          </p:sp>
          <p:sp>
            <p:nvSpPr>
              <p:cNvPr id="133" name="Freeform 152"/>
              <p:cNvSpPr>
                <a:spLocks/>
              </p:cNvSpPr>
              <p:nvPr/>
            </p:nvSpPr>
            <p:spPr bwMode="auto">
              <a:xfrm rot="4531695">
                <a:off x="3101975" y="2119313"/>
                <a:ext cx="15875" cy="12700"/>
              </a:xfrm>
              <a:custGeom>
                <a:avLst/>
                <a:gdLst>
                  <a:gd name="T0" fmla="*/ 2 w 10"/>
                  <a:gd name="T1" fmla="*/ 0 h 8"/>
                  <a:gd name="T2" fmla="*/ 0 w 10"/>
                  <a:gd name="T3" fmla="*/ 5 h 8"/>
                  <a:gd name="T4" fmla="*/ 2 w 10"/>
                  <a:gd name="T5" fmla="*/ 0 h 8"/>
                  <a:gd name="T6" fmla="*/ 0 60000 65536"/>
                  <a:gd name="T7" fmla="*/ 0 60000 65536"/>
                  <a:gd name="T8" fmla="*/ 0 60000 65536"/>
                  <a:gd name="T9" fmla="*/ 0 w 10"/>
                  <a:gd name="T10" fmla="*/ 0 h 8"/>
                  <a:gd name="T11" fmla="*/ 10 w 10"/>
                  <a:gd name="T12" fmla="*/ 8 h 8"/>
                </a:gdLst>
                <a:ahLst/>
                <a:cxnLst>
                  <a:cxn ang="T6">
                    <a:pos x="T0" y="T1"/>
                  </a:cxn>
                  <a:cxn ang="T7">
                    <a:pos x="T2" y="T3"/>
                  </a:cxn>
                  <a:cxn ang="T8">
                    <a:pos x="T4" y="T5"/>
                  </a:cxn>
                </a:cxnLst>
                <a:rect l="T9" t="T10" r="T11" b="T12"/>
                <a:pathLst>
                  <a:path w="10" h="8">
                    <a:moveTo>
                      <a:pt x="2" y="0"/>
                    </a:moveTo>
                    <a:cubicBezTo>
                      <a:pt x="10" y="3"/>
                      <a:pt x="8" y="8"/>
                      <a:pt x="0" y="5"/>
                    </a:cubicBezTo>
                    <a:cubicBezTo>
                      <a:pt x="1" y="3"/>
                      <a:pt x="2" y="0"/>
                      <a:pt x="2" y="0"/>
                    </a:cubicBezTo>
                    <a:close/>
                  </a:path>
                </a:pathLst>
              </a:custGeom>
              <a:solidFill>
                <a:schemeClr val="accent1"/>
              </a:solidFill>
              <a:ln w="9525">
                <a:solidFill>
                  <a:schemeClr val="tx1"/>
                </a:solidFill>
                <a:round/>
                <a:headEnd/>
                <a:tailEnd/>
              </a:ln>
            </p:spPr>
            <p:txBody>
              <a:bodyPr/>
              <a:lstStyle/>
              <a:p>
                <a:endParaRPr lang="zh-CN" altLang="en-US"/>
              </a:p>
            </p:txBody>
          </p:sp>
          <p:sp>
            <p:nvSpPr>
              <p:cNvPr id="134" name="Freeform 153"/>
              <p:cNvSpPr>
                <a:spLocks/>
              </p:cNvSpPr>
              <p:nvPr/>
            </p:nvSpPr>
            <p:spPr bwMode="auto">
              <a:xfrm rot="4531695">
                <a:off x="3178175" y="2171700"/>
                <a:ext cx="9525" cy="20638"/>
              </a:xfrm>
              <a:custGeom>
                <a:avLst/>
                <a:gdLst>
                  <a:gd name="T0" fmla="*/ 0 w 6"/>
                  <a:gd name="T1" fmla="*/ 1 h 13"/>
                  <a:gd name="T2" fmla="*/ 2 w 6"/>
                  <a:gd name="T3" fmla="*/ 11 h 13"/>
                  <a:gd name="T4" fmla="*/ 4 w 6"/>
                  <a:gd name="T5" fmla="*/ 1 h 13"/>
                  <a:gd name="T6" fmla="*/ 0 w 6"/>
                  <a:gd name="T7" fmla="*/ 1 h 13"/>
                  <a:gd name="T8" fmla="*/ 0 60000 65536"/>
                  <a:gd name="T9" fmla="*/ 0 60000 65536"/>
                  <a:gd name="T10" fmla="*/ 0 60000 65536"/>
                  <a:gd name="T11" fmla="*/ 0 60000 65536"/>
                  <a:gd name="T12" fmla="*/ 0 w 6"/>
                  <a:gd name="T13" fmla="*/ 0 h 13"/>
                  <a:gd name="T14" fmla="*/ 6 w 6"/>
                  <a:gd name="T15" fmla="*/ 13 h 13"/>
                </a:gdLst>
                <a:ahLst/>
                <a:cxnLst>
                  <a:cxn ang="T8">
                    <a:pos x="T0" y="T1"/>
                  </a:cxn>
                  <a:cxn ang="T9">
                    <a:pos x="T2" y="T3"/>
                  </a:cxn>
                  <a:cxn ang="T10">
                    <a:pos x="T4" y="T5"/>
                  </a:cxn>
                  <a:cxn ang="T11">
                    <a:pos x="T6" y="T7"/>
                  </a:cxn>
                </a:cxnLst>
                <a:rect l="T12" t="T13" r="T14" b="T15"/>
                <a:pathLst>
                  <a:path w="6" h="13">
                    <a:moveTo>
                      <a:pt x="0" y="1"/>
                    </a:moveTo>
                    <a:cubicBezTo>
                      <a:pt x="1" y="4"/>
                      <a:pt x="0" y="9"/>
                      <a:pt x="2" y="11"/>
                    </a:cubicBezTo>
                    <a:cubicBezTo>
                      <a:pt x="4" y="13"/>
                      <a:pt x="6" y="3"/>
                      <a:pt x="4" y="1"/>
                    </a:cubicBezTo>
                    <a:cubicBezTo>
                      <a:pt x="3" y="0"/>
                      <a:pt x="1" y="1"/>
                      <a:pt x="0" y="1"/>
                    </a:cubicBezTo>
                    <a:close/>
                  </a:path>
                </a:pathLst>
              </a:custGeom>
              <a:solidFill>
                <a:schemeClr val="accent1"/>
              </a:solidFill>
              <a:ln w="9525">
                <a:solidFill>
                  <a:schemeClr val="tx1"/>
                </a:solidFill>
                <a:round/>
                <a:headEnd/>
                <a:tailEnd/>
              </a:ln>
            </p:spPr>
            <p:txBody>
              <a:bodyPr/>
              <a:lstStyle/>
              <a:p>
                <a:endParaRPr lang="zh-CN" altLang="en-US"/>
              </a:p>
            </p:txBody>
          </p:sp>
          <p:sp>
            <p:nvSpPr>
              <p:cNvPr id="135" name="Freeform 154"/>
              <p:cNvSpPr>
                <a:spLocks/>
              </p:cNvSpPr>
              <p:nvPr/>
            </p:nvSpPr>
            <p:spPr bwMode="auto">
              <a:xfrm rot="4531695">
                <a:off x="2908300" y="1944688"/>
                <a:ext cx="28575" cy="12700"/>
              </a:xfrm>
              <a:custGeom>
                <a:avLst/>
                <a:gdLst>
                  <a:gd name="T0" fmla="*/ 12 w 18"/>
                  <a:gd name="T1" fmla="*/ 0 h 8"/>
                  <a:gd name="T2" fmla="*/ 8 w 18"/>
                  <a:gd name="T3" fmla="*/ 8 h 8"/>
                  <a:gd name="T4" fmla="*/ 12 w 18"/>
                  <a:gd name="T5" fmla="*/ 0 h 8"/>
                  <a:gd name="T6" fmla="*/ 0 60000 65536"/>
                  <a:gd name="T7" fmla="*/ 0 60000 65536"/>
                  <a:gd name="T8" fmla="*/ 0 60000 65536"/>
                  <a:gd name="T9" fmla="*/ 0 w 18"/>
                  <a:gd name="T10" fmla="*/ 0 h 8"/>
                  <a:gd name="T11" fmla="*/ 18 w 18"/>
                  <a:gd name="T12" fmla="*/ 8 h 8"/>
                </a:gdLst>
                <a:ahLst/>
                <a:cxnLst>
                  <a:cxn ang="T6">
                    <a:pos x="T0" y="T1"/>
                  </a:cxn>
                  <a:cxn ang="T7">
                    <a:pos x="T2" y="T3"/>
                  </a:cxn>
                  <a:cxn ang="T8">
                    <a:pos x="T4" y="T5"/>
                  </a:cxn>
                </a:cxnLst>
                <a:rect l="T9" t="T10" r="T11" b="T12"/>
                <a:pathLst>
                  <a:path w="18" h="8">
                    <a:moveTo>
                      <a:pt x="12" y="0"/>
                    </a:moveTo>
                    <a:cubicBezTo>
                      <a:pt x="6" y="1"/>
                      <a:pt x="0" y="4"/>
                      <a:pt x="8" y="8"/>
                    </a:cubicBezTo>
                    <a:cubicBezTo>
                      <a:pt x="11" y="7"/>
                      <a:pt x="18" y="3"/>
                      <a:pt x="12" y="0"/>
                    </a:cubicBezTo>
                    <a:close/>
                  </a:path>
                </a:pathLst>
              </a:custGeom>
              <a:solidFill>
                <a:schemeClr val="accent1"/>
              </a:solidFill>
              <a:ln w="9525">
                <a:solidFill>
                  <a:schemeClr val="tx1"/>
                </a:solidFill>
                <a:round/>
                <a:headEnd/>
                <a:tailEnd/>
              </a:ln>
            </p:spPr>
            <p:txBody>
              <a:bodyPr/>
              <a:lstStyle/>
              <a:p>
                <a:endParaRPr lang="zh-CN" altLang="en-US"/>
              </a:p>
            </p:txBody>
          </p:sp>
          <p:sp>
            <p:nvSpPr>
              <p:cNvPr id="136" name="Freeform 155"/>
              <p:cNvSpPr>
                <a:spLocks/>
              </p:cNvSpPr>
              <p:nvPr/>
            </p:nvSpPr>
            <p:spPr bwMode="auto">
              <a:xfrm rot="4531695">
                <a:off x="2878138" y="1916113"/>
                <a:ext cx="22225" cy="20638"/>
              </a:xfrm>
              <a:custGeom>
                <a:avLst/>
                <a:gdLst>
                  <a:gd name="T0" fmla="*/ 0 w 14"/>
                  <a:gd name="T1" fmla="*/ 0 h 13"/>
                  <a:gd name="T2" fmla="*/ 0 w 14"/>
                  <a:gd name="T3" fmla="*/ 0 h 13"/>
                  <a:gd name="T4" fmla="*/ 0 60000 65536"/>
                  <a:gd name="T5" fmla="*/ 0 60000 65536"/>
                  <a:gd name="T6" fmla="*/ 0 w 14"/>
                  <a:gd name="T7" fmla="*/ 0 h 13"/>
                  <a:gd name="T8" fmla="*/ 14 w 14"/>
                  <a:gd name="T9" fmla="*/ 13 h 13"/>
                </a:gdLst>
                <a:ahLst/>
                <a:cxnLst>
                  <a:cxn ang="T4">
                    <a:pos x="T0" y="T1"/>
                  </a:cxn>
                  <a:cxn ang="T5">
                    <a:pos x="T2" y="T3"/>
                  </a:cxn>
                </a:cxnLst>
                <a:rect l="T6" t="T7" r="T8" b="T9"/>
                <a:pathLst>
                  <a:path w="14" h="13">
                    <a:moveTo>
                      <a:pt x="0" y="0"/>
                    </a:moveTo>
                    <a:cubicBezTo>
                      <a:pt x="4" y="13"/>
                      <a:pt x="14" y="0"/>
                      <a:pt x="0" y="0"/>
                    </a:cubicBezTo>
                    <a:close/>
                  </a:path>
                </a:pathLst>
              </a:custGeom>
              <a:solidFill>
                <a:schemeClr val="accent1"/>
              </a:solidFill>
              <a:ln w="9525">
                <a:solidFill>
                  <a:schemeClr val="tx1"/>
                </a:solidFill>
                <a:round/>
                <a:headEnd/>
                <a:tailEnd/>
              </a:ln>
            </p:spPr>
            <p:txBody>
              <a:bodyPr/>
              <a:lstStyle/>
              <a:p>
                <a:endParaRPr lang="zh-CN" altLang="en-US"/>
              </a:p>
            </p:txBody>
          </p:sp>
          <p:sp>
            <p:nvSpPr>
              <p:cNvPr id="137" name="Freeform 156"/>
              <p:cNvSpPr>
                <a:spLocks/>
              </p:cNvSpPr>
              <p:nvPr/>
            </p:nvSpPr>
            <p:spPr bwMode="auto">
              <a:xfrm rot="4531695">
                <a:off x="3011488" y="2078038"/>
                <a:ext cx="19050" cy="14288"/>
              </a:xfrm>
              <a:custGeom>
                <a:avLst/>
                <a:gdLst>
                  <a:gd name="T0" fmla="*/ 8 w 12"/>
                  <a:gd name="T1" fmla="*/ 1 h 9"/>
                  <a:gd name="T2" fmla="*/ 11 w 12"/>
                  <a:gd name="T3" fmla="*/ 6 h 9"/>
                  <a:gd name="T4" fmla="*/ 8 w 12"/>
                  <a:gd name="T5" fmla="*/ 1 h 9"/>
                  <a:gd name="T6" fmla="*/ 0 60000 65536"/>
                  <a:gd name="T7" fmla="*/ 0 60000 65536"/>
                  <a:gd name="T8" fmla="*/ 0 60000 65536"/>
                  <a:gd name="T9" fmla="*/ 0 w 12"/>
                  <a:gd name="T10" fmla="*/ 0 h 9"/>
                  <a:gd name="T11" fmla="*/ 12 w 12"/>
                  <a:gd name="T12" fmla="*/ 9 h 9"/>
                </a:gdLst>
                <a:ahLst/>
                <a:cxnLst>
                  <a:cxn ang="T6">
                    <a:pos x="T0" y="T1"/>
                  </a:cxn>
                  <a:cxn ang="T7">
                    <a:pos x="T2" y="T3"/>
                  </a:cxn>
                  <a:cxn ang="T8">
                    <a:pos x="T4" y="T5"/>
                  </a:cxn>
                </a:cxnLst>
                <a:rect l="T9" t="T10" r="T11" b="T12"/>
                <a:pathLst>
                  <a:path w="12" h="9">
                    <a:moveTo>
                      <a:pt x="8" y="1"/>
                    </a:moveTo>
                    <a:cubicBezTo>
                      <a:pt x="0" y="4"/>
                      <a:pt x="3" y="9"/>
                      <a:pt x="11" y="6"/>
                    </a:cubicBezTo>
                    <a:cubicBezTo>
                      <a:pt x="10" y="0"/>
                      <a:pt x="12" y="1"/>
                      <a:pt x="8" y="1"/>
                    </a:cubicBezTo>
                    <a:close/>
                  </a:path>
                </a:pathLst>
              </a:custGeom>
              <a:solidFill>
                <a:schemeClr val="accent1"/>
              </a:solidFill>
              <a:ln w="9525">
                <a:solidFill>
                  <a:schemeClr val="tx1"/>
                </a:solidFill>
                <a:round/>
                <a:headEnd/>
                <a:tailEnd/>
              </a:ln>
            </p:spPr>
            <p:txBody>
              <a:bodyPr/>
              <a:lstStyle/>
              <a:p>
                <a:endParaRPr lang="zh-CN" altLang="en-US"/>
              </a:p>
            </p:txBody>
          </p:sp>
          <p:sp>
            <p:nvSpPr>
              <p:cNvPr id="138" name="Freeform 157"/>
              <p:cNvSpPr>
                <a:spLocks/>
              </p:cNvSpPr>
              <p:nvPr/>
            </p:nvSpPr>
            <p:spPr bwMode="auto">
              <a:xfrm rot="4531695">
                <a:off x="2832100" y="1895475"/>
                <a:ext cx="12700" cy="7938"/>
              </a:xfrm>
              <a:custGeom>
                <a:avLst/>
                <a:gdLst>
                  <a:gd name="T0" fmla="*/ 0 w 8"/>
                  <a:gd name="T1" fmla="*/ 2 h 5"/>
                  <a:gd name="T2" fmla="*/ 7 w 8"/>
                  <a:gd name="T3" fmla="*/ 4 h 5"/>
                  <a:gd name="T4" fmla="*/ 5 w 8"/>
                  <a:gd name="T5" fmla="*/ 0 h 5"/>
                  <a:gd name="T6" fmla="*/ 0 w 8"/>
                  <a:gd name="T7" fmla="*/ 2 h 5"/>
                  <a:gd name="T8" fmla="*/ 0 60000 65536"/>
                  <a:gd name="T9" fmla="*/ 0 60000 65536"/>
                  <a:gd name="T10" fmla="*/ 0 60000 65536"/>
                  <a:gd name="T11" fmla="*/ 0 60000 65536"/>
                  <a:gd name="T12" fmla="*/ 0 w 8"/>
                  <a:gd name="T13" fmla="*/ 0 h 5"/>
                  <a:gd name="T14" fmla="*/ 8 w 8"/>
                  <a:gd name="T15" fmla="*/ 5 h 5"/>
                </a:gdLst>
                <a:ahLst/>
                <a:cxnLst>
                  <a:cxn ang="T8">
                    <a:pos x="T0" y="T1"/>
                  </a:cxn>
                  <a:cxn ang="T9">
                    <a:pos x="T2" y="T3"/>
                  </a:cxn>
                  <a:cxn ang="T10">
                    <a:pos x="T4" y="T5"/>
                  </a:cxn>
                  <a:cxn ang="T11">
                    <a:pos x="T6" y="T7"/>
                  </a:cxn>
                </a:cxnLst>
                <a:rect l="T12" t="T13" r="T14" b="T15"/>
                <a:pathLst>
                  <a:path w="8" h="5">
                    <a:moveTo>
                      <a:pt x="0" y="2"/>
                    </a:moveTo>
                    <a:cubicBezTo>
                      <a:pt x="2" y="3"/>
                      <a:pt x="5" y="5"/>
                      <a:pt x="7" y="4"/>
                    </a:cubicBezTo>
                    <a:cubicBezTo>
                      <a:pt x="8" y="3"/>
                      <a:pt x="6" y="0"/>
                      <a:pt x="5" y="0"/>
                    </a:cubicBezTo>
                    <a:cubicBezTo>
                      <a:pt x="3" y="0"/>
                      <a:pt x="0" y="2"/>
                      <a:pt x="0" y="2"/>
                    </a:cubicBezTo>
                    <a:close/>
                  </a:path>
                </a:pathLst>
              </a:custGeom>
              <a:solidFill>
                <a:schemeClr val="accent1"/>
              </a:solidFill>
              <a:ln w="9525">
                <a:solidFill>
                  <a:schemeClr val="tx1"/>
                </a:solidFill>
                <a:round/>
                <a:headEnd/>
                <a:tailEnd/>
              </a:ln>
            </p:spPr>
            <p:txBody>
              <a:bodyPr/>
              <a:lstStyle/>
              <a:p>
                <a:endParaRPr lang="zh-CN" altLang="en-US"/>
              </a:p>
            </p:txBody>
          </p:sp>
          <p:sp>
            <p:nvSpPr>
              <p:cNvPr id="139" name="Freeform 158"/>
              <p:cNvSpPr>
                <a:spLocks/>
              </p:cNvSpPr>
              <p:nvPr/>
            </p:nvSpPr>
            <p:spPr bwMode="auto">
              <a:xfrm rot="4531695">
                <a:off x="2773363" y="1868488"/>
                <a:ext cx="15875" cy="14288"/>
              </a:xfrm>
              <a:custGeom>
                <a:avLst/>
                <a:gdLst>
                  <a:gd name="T0" fmla="*/ 3 w 10"/>
                  <a:gd name="T1" fmla="*/ 0 h 9"/>
                  <a:gd name="T2" fmla="*/ 1 w 10"/>
                  <a:gd name="T3" fmla="*/ 5 h 9"/>
                  <a:gd name="T4" fmla="*/ 6 w 10"/>
                  <a:gd name="T5" fmla="*/ 7 h 9"/>
                  <a:gd name="T6" fmla="*/ 3 w 10"/>
                  <a:gd name="T7" fmla="*/ 0 h 9"/>
                  <a:gd name="T8" fmla="*/ 0 60000 65536"/>
                  <a:gd name="T9" fmla="*/ 0 60000 65536"/>
                  <a:gd name="T10" fmla="*/ 0 60000 65536"/>
                  <a:gd name="T11" fmla="*/ 0 60000 65536"/>
                  <a:gd name="T12" fmla="*/ 0 w 10"/>
                  <a:gd name="T13" fmla="*/ 0 h 9"/>
                  <a:gd name="T14" fmla="*/ 10 w 10"/>
                  <a:gd name="T15" fmla="*/ 9 h 9"/>
                </a:gdLst>
                <a:ahLst/>
                <a:cxnLst>
                  <a:cxn ang="T8">
                    <a:pos x="T0" y="T1"/>
                  </a:cxn>
                  <a:cxn ang="T9">
                    <a:pos x="T2" y="T3"/>
                  </a:cxn>
                  <a:cxn ang="T10">
                    <a:pos x="T4" y="T5"/>
                  </a:cxn>
                  <a:cxn ang="T11">
                    <a:pos x="T6" y="T7"/>
                  </a:cxn>
                </a:cxnLst>
                <a:rect l="T12" t="T13" r="T14" b="T15"/>
                <a:pathLst>
                  <a:path w="10" h="9">
                    <a:moveTo>
                      <a:pt x="3" y="0"/>
                    </a:moveTo>
                    <a:cubicBezTo>
                      <a:pt x="2" y="2"/>
                      <a:pt x="0" y="3"/>
                      <a:pt x="1" y="5"/>
                    </a:cubicBezTo>
                    <a:cubicBezTo>
                      <a:pt x="2" y="7"/>
                      <a:pt x="5" y="9"/>
                      <a:pt x="6" y="7"/>
                    </a:cubicBezTo>
                    <a:cubicBezTo>
                      <a:pt x="10" y="0"/>
                      <a:pt x="6" y="0"/>
                      <a:pt x="3" y="0"/>
                    </a:cubicBezTo>
                    <a:close/>
                  </a:path>
                </a:pathLst>
              </a:custGeom>
              <a:solidFill>
                <a:schemeClr val="accent1"/>
              </a:solidFill>
              <a:ln w="9525">
                <a:solidFill>
                  <a:schemeClr val="tx1"/>
                </a:solidFill>
                <a:round/>
                <a:headEnd/>
                <a:tailEnd/>
              </a:ln>
            </p:spPr>
            <p:txBody>
              <a:bodyPr/>
              <a:lstStyle/>
              <a:p>
                <a:endParaRPr lang="zh-CN" altLang="en-US"/>
              </a:p>
            </p:txBody>
          </p:sp>
          <p:sp>
            <p:nvSpPr>
              <p:cNvPr id="140" name="Freeform 159"/>
              <p:cNvSpPr>
                <a:spLocks/>
              </p:cNvSpPr>
              <p:nvPr/>
            </p:nvSpPr>
            <p:spPr bwMode="auto">
              <a:xfrm rot="4531695">
                <a:off x="2744788" y="1816100"/>
                <a:ext cx="20638" cy="12700"/>
              </a:xfrm>
              <a:custGeom>
                <a:avLst/>
                <a:gdLst>
                  <a:gd name="T0" fmla="*/ 0 w 13"/>
                  <a:gd name="T1" fmla="*/ 0 h 8"/>
                  <a:gd name="T2" fmla="*/ 13 w 13"/>
                  <a:gd name="T3" fmla="*/ 5 h 8"/>
                  <a:gd name="T4" fmla="*/ 0 w 13"/>
                  <a:gd name="T5" fmla="*/ 0 h 8"/>
                  <a:gd name="T6" fmla="*/ 0 60000 65536"/>
                  <a:gd name="T7" fmla="*/ 0 60000 65536"/>
                  <a:gd name="T8" fmla="*/ 0 60000 65536"/>
                  <a:gd name="T9" fmla="*/ 0 w 13"/>
                  <a:gd name="T10" fmla="*/ 0 h 8"/>
                  <a:gd name="T11" fmla="*/ 13 w 13"/>
                  <a:gd name="T12" fmla="*/ 8 h 8"/>
                </a:gdLst>
                <a:ahLst/>
                <a:cxnLst>
                  <a:cxn ang="T6">
                    <a:pos x="T0" y="T1"/>
                  </a:cxn>
                  <a:cxn ang="T7">
                    <a:pos x="T2" y="T3"/>
                  </a:cxn>
                  <a:cxn ang="T8">
                    <a:pos x="T4" y="T5"/>
                  </a:cxn>
                </a:cxnLst>
                <a:rect l="T9" t="T10" r="T11" b="T12"/>
                <a:pathLst>
                  <a:path w="13" h="8">
                    <a:moveTo>
                      <a:pt x="0" y="0"/>
                    </a:moveTo>
                    <a:cubicBezTo>
                      <a:pt x="3" y="8"/>
                      <a:pt x="5" y="8"/>
                      <a:pt x="13" y="5"/>
                    </a:cubicBezTo>
                    <a:cubicBezTo>
                      <a:pt x="9" y="3"/>
                      <a:pt x="5" y="0"/>
                      <a:pt x="0" y="0"/>
                    </a:cubicBezTo>
                    <a:close/>
                  </a:path>
                </a:pathLst>
              </a:custGeom>
              <a:solidFill>
                <a:schemeClr val="accent1"/>
              </a:solidFill>
              <a:ln w="9525">
                <a:solidFill>
                  <a:schemeClr val="tx1"/>
                </a:solidFill>
                <a:round/>
                <a:headEnd/>
                <a:tailEnd/>
              </a:ln>
            </p:spPr>
            <p:txBody>
              <a:bodyPr/>
              <a:lstStyle/>
              <a:p>
                <a:endParaRPr lang="zh-CN" altLang="en-US"/>
              </a:p>
            </p:txBody>
          </p:sp>
          <p:sp>
            <p:nvSpPr>
              <p:cNvPr id="141" name="Freeform 160"/>
              <p:cNvSpPr>
                <a:spLocks/>
              </p:cNvSpPr>
              <p:nvPr/>
            </p:nvSpPr>
            <p:spPr bwMode="auto">
              <a:xfrm rot="4531695">
                <a:off x="2709863" y="1812925"/>
                <a:ext cx="23813" cy="17463"/>
              </a:xfrm>
              <a:custGeom>
                <a:avLst/>
                <a:gdLst>
                  <a:gd name="T0" fmla="*/ 0 w 15"/>
                  <a:gd name="T1" fmla="*/ 2 h 11"/>
                  <a:gd name="T2" fmla="*/ 11 w 15"/>
                  <a:gd name="T3" fmla="*/ 0 h 11"/>
                  <a:gd name="T4" fmla="*/ 0 w 15"/>
                  <a:gd name="T5" fmla="*/ 2 h 11"/>
                  <a:gd name="T6" fmla="*/ 0 60000 65536"/>
                  <a:gd name="T7" fmla="*/ 0 60000 65536"/>
                  <a:gd name="T8" fmla="*/ 0 60000 65536"/>
                  <a:gd name="T9" fmla="*/ 0 w 15"/>
                  <a:gd name="T10" fmla="*/ 0 h 11"/>
                  <a:gd name="T11" fmla="*/ 15 w 15"/>
                  <a:gd name="T12" fmla="*/ 11 h 11"/>
                </a:gdLst>
                <a:ahLst/>
                <a:cxnLst>
                  <a:cxn ang="T6">
                    <a:pos x="T0" y="T1"/>
                  </a:cxn>
                  <a:cxn ang="T7">
                    <a:pos x="T2" y="T3"/>
                  </a:cxn>
                  <a:cxn ang="T8">
                    <a:pos x="T4" y="T5"/>
                  </a:cxn>
                </a:cxnLst>
                <a:rect l="T9" t="T10" r="T11" b="T12"/>
                <a:pathLst>
                  <a:path w="15" h="11">
                    <a:moveTo>
                      <a:pt x="0" y="2"/>
                    </a:moveTo>
                    <a:cubicBezTo>
                      <a:pt x="2" y="11"/>
                      <a:pt x="15" y="10"/>
                      <a:pt x="11" y="0"/>
                    </a:cubicBezTo>
                    <a:cubicBezTo>
                      <a:pt x="0" y="4"/>
                      <a:pt x="3" y="7"/>
                      <a:pt x="0" y="2"/>
                    </a:cubicBezTo>
                    <a:close/>
                  </a:path>
                </a:pathLst>
              </a:custGeom>
              <a:solidFill>
                <a:schemeClr val="accent1"/>
              </a:solidFill>
              <a:ln w="9525">
                <a:solidFill>
                  <a:schemeClr val="tx1"/>
                </a:solidFill>
                <a:round/>
                <a:headEnd/>
                <a:tailEnd/>
              </a:ln>
            </p:spPr>
            <p:txBody>
              <a:bodyPr/>
              <a:lstStyle/>
              <a:p>
                <a:endParaRPr lang="zh-CN" altLang="en-US"/>
              </a:p>
            </p:txBody>
          </p:sp>
          <p:sp>
            <p:nvSpPr>
              <p:cNvPr id="142" name="Freeform 161"/>
              <p:cNvSpPr>
                <a:spLocks/>
              </p:cNvSpPr>
              <p:nvPr/>
            </p:nvSpPr>
            <p:spPr bwMode="auto">
              <a:xfrm rot="4531695">
                <a:off x="2574925" y="1757363"/>
                <a:ext cx="20638" cy="14288"/>
              </a:xfrm>
              <a:custGeom>
                <a:avLst/>
                <a:gdLst>
                  <a:gd name="T0" fmla="*/ 4 w 13"/>
                  <a:gd name="T1" fmla="*/ 1 h 9"/>
                  <a:gd name="T2" fmla="*/ 10 w 13"/>
                  <a:gd name="T3" fmla="*/ 7 h 9"/>
                  <a:gd name="T4" fmla="*/ 4 w 13"/>
                  <a:gd name="T5" fmla="*/ 1 h 9"/>
                  <a:gd name="T6" fmla="*/ 0 60000 65536"/>
                  <a:gd name="T7" fmla="*/ 0 60000 65536"/>
                  <a:gd name="T8" fmla="*/ 0 60000 65536"/>
                  <a:gd name="T9" fmla="*/ 0 w 13"/>
                  <a:gd name="T10" fmla="*/ 0 h 9"/>
                  <a:gd name="T11" fmla="*/ 13 w 13"/>
                  <a:gd name="T12" fmla="*/ 9 h 9"/>
                </a:gdLst>
                <a:ahLst/>
                <a:cxnLst>
                  <a:cxn ang="T6">
                    <a:pos x="T0" y="T1"/>
                  </a:cxn>
                  <a:cxn ang="T7">
                    <a:pos x="T2" y="T3"/>
                  </a:cxn>
                  <a:cxn ang="T8">
                    <a:pos x="T4" y="T5"/>
                  </a:cxn>
                </a:cxnLst>
                <a:rect l="T9" t="T10" r="T11" b="T12"/>
                <a:pathLst>
                  <a:path w="13" h="9">
                    <a:moveTo>
                      <a:pt x="4" y="1"/>
                    </a:moveTo>
                    <a:cubicBezTo>
                      <a:pt x="0" y="8"/>
                      <a:pt x="3" y="9"/>
                      <a:pt x="10" y="7"/>
                    </a:cubicBezTo>
                    <a:cubicBezTo>
                      <a:pt x="13" y="0"/>
                      <a:pt x="10" y="1"/>
                      <a:pt x="4" y="1"/>
                    </a:cubicBezTo>
                    <a:close/>
                  </a:path>
                </a:pathLst>
              </a:custGeom>
              <a:solidFill>
                <a:schemeClr val="accent1"/>
              </a:solidFill>
              <a:ln w="9525">
                <a:solidFill>
                  <a:schemeClr val="tx1"/>
                </a:solidFill>
                <a:round/>
                <a:headEnd/>
                <a:tailEnd/>
              </a:ln>
            </p:spPr>
            <p:txBody>
              <a:bodyPr/>
              <a:lstStyle/>
              <a:p>
                <a:endParaRPr lang="zh-CN" altLang="en-US"/>
              </a:p>
            </p:txBody>
          </p:sp>
          <p:sp>
            <p:nvSpPr>
              <p:cNvPr id="143" name="Freeform 162"/>
              <p:cNvSpPr>
                <a:spLocks/>
              </p:cNvSpPr>
              <p:nvPr/>
            </p:nvSpPr>
            <p:spPr bwMode="auto">
              <a:xfrm rot="4531695">
                <a:off x="2682875" y="1731963"/>
                <a:ext cx="26988" cy="14288"/>
              </a:xfrm>
              <a:custGeom>
                <a:avLst/>
                <a:gdLst>
                  <a:gd name="T0" fmla="*/ 10 w 17"/>
                  <a:gd name="T1" fmla="*/ 1 h 9"/>
                  <a:gd name="T2" fmla="*/ 15 w 17"/>
                  <a:gd name="T3" fmla="*/ 7 h 9"/>
                  <a:gd name="T4" fmla="*/ 16 w 17"/>
                  <a:gd name="T5" fmla="*/ 2 h 9"/>
                  <a:gd name="T6" fmla="*/ 10 w 17"/>
                  <a:gd name="T7" fmla="*/ 1 h 9"/>
                  <a:gd name="T8" fmla="*/ 0 60000 65536"/>
                  <a:gd name="T9" fmla="*/ 0 60000 65536"/>
                  <a:gd name="T10" fmla="*/ 0 60000 65536"/>
                  <a:gd name="T11" fmla="*/ 0 60000 65536"/>
                  <a:gd name="T12" fmla="*/ 0 w 17"/>
                  <a:gd name="T13" fmla="*/ 0 h 9"/>
                  <a:gd name="T14" fmla="*/ 17 w 17"/>
                  <a:gd name="T15" fmla="*/ 9 h 9"/>
                </a:gdLst>
                <a:ahLst/>
                <a:cxnLst>
                  <a:cxn ang="T8">
                    <a:pos x="T0" y="T1"/>
                  </a:cxn>
                  <a:cxn ang="T9">
                    <a:pos x="T2" y="T3"/>
                  </a:cxn>
                  <a:cxn ang="T10">
                    <a:pos x="T4" y="T5"/>
                  </a:cxn>
                  <a:cxn ang="T11">
                    <a:pos x="T6" y="T7"/>
                  </a:cxn>
                </a:cxnLst>
                <a:rect l="T12" t="T13" r="T14" b="T15"/>
                <a:pathLst>
                  <a:path w="17" h="9">
                    <a:moveTo>
                      <a:pt x="10" y="1"/>
                    </a:moveTo>
                    <a:cubicBezTo>
                      <a:pt x="0" y="7"/>
                      <a:pt x="2" y="9"/>
                      <a:pt x="15" y="7"/>
                    </a:cubicBezTo>
                    <a:cubicBezTo>
                      <a:pt x="15" y="5"/>
                      <a:pt x="17" y="3"/>
                      <a:pt x="16" y="2"/>
                    </a:cubicBezTo>
                    <a:cubicBezTo>
                      <a:pt x="15" y="0"/>
                      <a:pt x="10" y="1"/>
                      <a:pt x="10" y="1"/>
                    </a:cubicBezTo>
                    <a:close/>
                  </a:path>
                </a:pathLst>
              </a:custGeom>
              <a:solidFill>
                <a:schemeClr val="accent1"/>
              </a:solidFill>
              <a:ln w="9525">
                <a:solidFill>
                  <a:schemeClr val="tx1"/>
                </a:solidFill>
                <a:round/>
                <a:headEnd/>
                <a:tailEnd/>
              </a:ln>
            </p:spPr>
            <p:txBody>
              <a:bodyPr/>
              <a:lstStyle/>
              <a:p>
                <a:endParaRPr lang="zh-CN" altLang="en-US"/>
              </a:p>
            </p:txBody>
          </p:sp>
          <p:sp>
            <p:nvSpPr>
              <p:cNvPr id="144" name="Freeform 163"/>
              <p:cNvSpPr>
                <a:spLocks/>
              </p:cNvSpPr>
              <p:nvPr/>
            </p:nvSpPr>
            <p:spPr bwMode="auto">
              <a:xfrm>
                <a:off x="2614613" y="1712913"/>
                <a:ext cx="23813" cy="14288"/>
              </a:xfrm>
              <a:custGeom>
                <a:avLst/>
                <a:gdLst>
                  <a:gd name="T0" fmla="*/ 1 w 15"/>
                  <a:gd name="T1" fmla="*/ 4 h 9"/>
                  <a:gd name="T2" fmla="*/ 9 w 15"/>
                  <a:gd name="T3" fmla="*/ 8 h 9"/>
                  <a:gd name="T4" fmla="*/ 1 w 15"/>
                  <a:gd name="T5" fmla="*/ 4 h 9"/>
                  <a:gd name="T6" fmla="*/ 0 60000 65536"/>
                  <a:gd name="T7" fmla="*/ 0 60000 65536"/>
                  <a:gd name="T8" fmla="*/ 0 60000 65536"/>
                  <a:gd name="T9" fmla="*/ 0 w 15"/>
                  <a:gd name="T10" fmla="*/ 0 h 9"/>
                  <a:gd name="T11" fmla="*/ 15 w 15"/>
                  <a:gd name="T12" fmla="*/ 9 h 9"/>
                </a:gdLst>
                <a:ahLst/>
                <a:cxnLst>
                  <a:cxn ang="T6">
                    <a:pos x="T0" y="T1"/>
                  </a:cxn>
                  <a:cxn ang="T7">
                    <a:pos x="T2" y="T3"/>
                  </a:cxn>
                  <a:cxn ang="T8">
                    <a:pos x="T4" y="T5"/>
                  </a:cxn>
                </a:cxnLst>
                <a:rect l="T9" t="T10" r="T11" b="T12"/>
                <a:pathLst>
                  <a:path w="15" h="9">
                    <a:moveTo>
                      <a:pt x="1" y="4"/>
                    </a:moveTo>
                    <a:cubicBezTo>
                      <a:pt x="6" y="3"/>
                      <a:pt x="15" y="0"/>
                      <a:pt x="9" y="8"/>
                    </a:cubicBezTo>
                    <a:cubicBezTo>
                      <a:pt x="0" y="6"/>
                      <a:pt x="1" y="9"/>
                      <a:pt x="1" y="4"/>
                    </a:cubicBezTo>
                    <a:close/>
                  </a:path>
                </a:pathLst>
              </a:custGeom>
              <a:solidFill>
                <a:schemeClr val="accent1"/>
              </a:solidFill>
              <a:ln w="9525">
                <a:solidFill>
                  <a:schemeClr val="tx1"/>
                </a:solidFill>
                <a:round/>
                <a:headEnd/>
                <a:tailEnd/>
              </a:ln>
            </p:spPr>
            <p:txBody>
              <a:bodyPr/>
              <a:lstStyle/>
              <a:p>
                <a:endParaRPr lang="zh-CN" altLang="en-US"/>
              </a:p>
            </p:txBody>
          </p:sp>
          <p:sp>
            <p:nvSpPr>
              <p:cNvPr id="145" name="Freeform 164"/>
              <p:cNvSpPr>
                <a:spLocks/>
              </p:cNvSpPr>
              <p:nvPr/>
            </p:nvSpPr>
            <p:spPr bwMode="auto">
              <a:xfrm>
                <a:off x="2073275" y="1974851"/>
                <a:ext cx="25400" cy="17463"/>
              </a:xfrm>
              <a:custGeom>
                <a:avLst/>
                <a:gdLst>
                  <a:gd name="T0" fmla="*/ 12 w 16"/>
                  <a:gd name="T1" fmla="*/ 1 h 11"/>
                  <a:gd name="T2" fmla="*/ 8 w 16"/>
                  <a:gd name="T3" fmla="*/ 9 h 11"/>
                  <a:gd name="T4" fmla="*/ 0 w 16"/>
                  <a:gd name="T5" fmla="*/ 3 h 11"/>
                  <a:gd name="T6" fmla="*/ 12 w 16"/>
                  <a:gd name="T7" fmla="*/ 1 h 11"/>
                  <a:gd name="T8" fmla="*/ 0 60000 65536"/>
                  <a:gd name="T9" fmla="*/ 0 60000 65536"/>
                  <a:gd name="T10" fmla="*/ 0 60000 65536"/>
                  <a:gd name="T11" fmla="*/ 0 60000 65536"/>
                  <a:gd name="T12" fmla="*/ 0 w 16"/>
                  <a:gd name="T13" fmla="*/ 0 h 11"/>
                  <a:gd name="T14" fmla="*/ 16 w 16"/>
                  <a:gd name="T15" fmla="*/ 11 h 11"/>
                </a:gdLst>
                <a:ahLst/>
                <a:cxnLst>
                  <a:cxn ang="T8">
                    <a:pos x="T0" y="T1"/>
                  </a:cxn>
                  <a:cxn ang="T9">
                    <a:pos x="T2" y="T3"/>
                  </a:cxn>
                  <a:cxn ang="T10">
                    <a:pos x="T4" y="T5"/>
                  </a:cxn>
                  <a:cxn ang="T11">
                    <a:pos x="T6" y="T7"/>
                  </a:cxn>
                </a:cxnLst>
                <a:rect l="T12" t="T13" r="T14" b="T15"/>
                <a:pathLst>
                  <a:path w="16" h="11">
                    <a:moveTo>
                      <a:pt x="12" y="1"/>
                    </a:moveTo>
                    <a:cubicBezTo>
                      <a:pt x="12" y="3"/>
                      <a:pt x="16" y="11"/>
                      <a:pt x="8" y="9"/>
                    </a:cubicBezTo>
                    <a:cubicBezTo>
                      <a:pt x="5" y="8"/>
                      <a:pt x="0" y="3"/>
                      <a:pt x="0" y="3"/>
                    </a:cubicBezTo>
                    <a:cubicBezTo>
                      <a:pt x="6" y="0"/>
                      <a:pt x="6" y="4"/>
                      <a:pt x="12" y="1"/>
                    </a:cubicBezTo>
                    <a:close/>
                  </a:path>
                </a:pathLst>
              </a:custGeom>
              <a:solidFill>
                <a:schemeClr val="accent1"/>
              </a:solidFill>
              <a:ln w="9525">
                <a:solidFill>
                  <a:schemeClr val="tx1"/>
                </a:solidFill>
                <a:round/>
                <a:headEnd/>
                <a:tailEnd/>
              </a:ln>
            </p:spPr>
            <p:txBody>
              <a:bodyPr/>
              <a:lstStyle/>
              <a:p>
                <a:endParaRPr lang="zh-CN" altLang="en-US"/>
              </a:p>
            </p:txBody>
          </p:sp>
          <p:sp>
            <p:nvSpPr>
              <p:cNvPr id="146" name="Freeform 165"/>
              <p:cNvSpPr>
                <a:spLocks/>
              </p:cNvSpPr>
              <p:nvPr/>
            </p:nvSpPr>
            <p:spPr bwMode="auto">
              <a:xfrm>
                <a:off x="2533650" y="1725613"/>
                <a:ext cx="23813" cy="17463"/>
              </a:xfrm>
              <a:custGeom>
                <a:avLst/>
                <a:gdLst>
                  <a:gd name="T0" fmla="*/ 12 w 15"/>
                  <a:gd name="T1" fmla="*/ 0 h 11"/>
                  <a:gd name="T2" fmla="*/ 8 w 15"/>
                  <a:gd name="T3" fmla="*/ 11 h 11"/>
                  <a:gd name="T4" fmla="*/ 12 w 15"/>
                  <a:gd name="T5" fmla="*/ 0 h 11"/>
                  <a:gd name="T6" fmla="*/ 0 60000 65536"/>
                  <a:gd name="T7" fmla="*/ 0 60000 65536"/>
                  <a:gd name="T8" fmla="*/ 0 60000 65536"/>
                  <a:gd name="T9" fmla="*/ 0 w 15"/>
                  <a:gd name="T10" fmla="*/ 0 h 11"/>
                  <a:gd name="T11" fmla="*/ 15 w 15"/>
                  <a:gd name="T12" fmla="*/ 11 h 11"/>
                </a:gdLst>
                <a:ahLst/>
                <a:cxnLst>
                  <a:cxn ang="T6">
                    <a:pos x="T0" y="T1"/>
                  </a:cxn>
                  <a:cxn ang="T7">
                    <a:pos x="T2" y="T3"/>
                  </a:cxn>
                  <a:cxn ang="T8">
                    <a:pos x="T4" y="T5"/>
                  </a:cxn>
                </a:cxnLst>
                <a:rect l="T9" t="T10" r="T11" b="T12"/>
                <a:pathLst>
                  <a:path w="15" h="11">
                    <a:moveTo>
                      <a:pt x="12" y="0"/>
                    </a:moveTo>
                    <a:cubicBezTo>
                      <a:pt x="15" y="6"/>
                      <a:pt x="13" y="7"/>
                      <a:pt x="8" y="11"/>
                    </a:cubicBezTo>
                    <a:cubicBezTo>
                      <a:pt x="0" y="7"/>
                      <a:pt x="5" y="1"/>
                      <a:pt x="12" y="0"/>
                    </a:cubicBezTo>
                    <a:close/>
                  </a:path>
                </a:pathLst>
              </a:custGeom>
              <a:solidFill>
                <a:schemeClr val="tx1"/>
              </a:solidFill>
              <a:ln w="9525">
                <a:solidFill>
                  <a:schemeClr val="tx1"/>
                </a:solidFill>
                <a:round/>
                <a:headEnd/>
                <a:tailEnd/>
              </a:ln>
            </p:spPr>
            <p:txBody>
              <a:bodyPr/>
              <a:lstStyle/>
              <a:p>
                <a:endParaRPr lang="zh-CN" altLang="en-US"/>
              </a:p>
            </p:txBody>
          </p:sp>
          <p:sp>
            <p:nvSpPr>
              <p:cNvPr id="147" name="Freeform 166"/>
              <p:cNvSpPr>
                <a:spLocks/>
              </p:cNvSpPr>
              <p:nvPr/>
            </p:nvSpPr>
            <p:spPr bwMode="auto">
              <a:xfrm>
                <a:off x="2200275" y="1895476"/>
                <a:ext cx="15875" cy="12700"/>
              </a:xfrm>
              <a:custGeom>
                <a:avLst/>
                <a:gdLst>
                  <a:gd name="T0" fmla="*/ 2 w 10"/>
                  <a:gd name="T1" fmla="*/ 0 h 8"/>
                  <a:gd name="T2" fmla="*/ 0 w 10"/>
                  <a:gd name="T3" fmla="*/ 5 h 8"/>
                  <a:gd name="T4" fmla="*/ 2 w 10"/>
                  <a:gd name="T5" fmla="*/ 0 h 8"/>
                  <a:gd name="T6" fmla="*/ 0 60000 65536"/>
                  <a:gd name="T7" fmla="*/ 0 60000 65536"/>
                  <a:gd name="T8" fmla="*/ 0 60000 65536"/>
                  <a:gd name="T9" fmla="*/ 0 w 10"/>
                  <a:gd name="T10" fmla="*/ 0 h 8"/>
                  <a:gd name="T11" fmla="*/ 10 w 10"/>
                  <a:gd name="T12" fmla="*/ 8 h 8"/>
                </a:gdLst>
                <a:ahLst/>
                <a:cxnLst>
                  <a:cxn ang="T6">
                    <a:pos x="T0" y="T1"/>
                  </a:cxn>
                  <a:cxn ang="T7">
                    <a:pos x="T2" y="T3"/>
                  </a:cxn>
                  <a:cxn ang="T8">
                    <a:pos x="T4" y="T5"/>
                  </a:cxn>
                </a:cxnLst>
                <a:rect l="T9" t="T10" r="T11" b="T12"/>
                <a:pathLst>
                  <a:path w="10" h="8">
                    <a:moveTo>
                      <a:pt x="2" y="0"/>
                    </a:moveTo>
                    <a:cubicBezTo>
                      <a:pt x="10" y="3"/>
                      <a:pt x="8" y="8"/>
                      <a:pt x="0" y="5"/>
                    </a:cubicBezTo>
                    <a:cubicBezTo>
                      <a:pt x="1" y="3"/>
                      <a:pt x="2" y="0"/>
                      <a:pt x="2" y="0"/>
                    </a:cubicBezTo>
                    <a:close/>
                  </a:path>
                </a:pathLst>
              </a:custGeom>
              <a:solidFill>
                <a:schemeClr val="accent1"/>
              </a:solidFill>
              <a:ln w="9525">
                <a:solidFill>
                  <a:schemeClr val="tx1"/>
                </a:solidFill>
                <a:round/>
                <a:headEnd/>
                <a:tailEnd/>
              </a:ln>
            </p:spPr>
            <p:txBody>
              <a:bodyPr/>
              <a:lstStyle/>
              <a:p>
                <a:endParaRPr lang="zh-CN" altLang="en-US"/>
              </a:p>
            </p:txBody>
          </p:sp>
          <p:sp>
            <p:nvSpPr>
              <p:cNvPr id="148" name="Freeform 167"/>
              <p:cNvSpPr>
                <a:spLocks/>
              </p:cNvSpPr>
              <p:nvPr/>
            </p:nvSpPr>
            <p:spPr bwMode="auto">
              <a:xfrm>
                <a:off x="2276475" y="1835151"/>
                <a:ext cx="9525" cy="20638"/>
              </a:xfrm>
              <a:custGeom>
                <a:avLst/>
                <a:gdLst>
                  <a:gd name="T0" fmla="*/ 0 w 6"/>
                  <a:gd name="T1" fmla="*/ 1 h 13"/>
                  <a:gd name="T2" fmla="*/ 2 w 6"/>
                  <a:gd name="T3" fmla="*/ 11 h 13"/>
                  <a:gd name="T4" fmla="*/ 4 w 6"/>
                  <a:gd name="T5" fmla="*/ 1 h 13"/>
                  <a:gd name="T6" fmla="*/ 0 w 6"/>
                  <a:gd name="T7" fmla="*/ 1 h 13"/>
                  <a:gd name="T8" fmla="*/ 0 60000 65536"/>
                  <a:gd name="T9" fmla="*/ 0 60000 65536"/>
                  <a:gd name="T10" fmla="*/ 0 60000 65536"/>
                  <a:gd name="T11" fmla="*/ 0 60000 65536"/>
                  <a:gd name="T12" fmla="*/ 0 w 6"/>
                  <a:gd name="T13" fmla="*/ 0 h 13"/>
                  <a:gd name="T14" fmla="*/ 6 w 6"/>
                  <a:gd name="T15" fmla="*/ 13 h 13"/>
                </a:gdLst>
                <a:ahLst/>
                <a:cxnLst>
                  <a:cxn ang="T8">
                    <a:pos x="T0" y="T1"/>
                  </a:cxn>
                  <a:cxn ang="T9">
                    <a:pos x="T2" y="T3"/>
                  </a:cxn>
                  <a:cxn ang="T10">
                    <a:pos x="T4" y="T5"/>
                  </a:cxn>
                  <a:cxn ang="T11">
                    <a:pos x="T6" y="T7"/>
                  </a:cxn>
                </a:cxnLst>
                <a:rect l="T12" t="T13" r="T14" b="T15"/>
                <a:pathLst>
                  <a:path w="6" h="13">
                    <a:moveTo>
                      <a:pt x="0" y="1"/>
                    </a:moveTo>
                    <a:cubicBezTo>
                      <a:pt x="1" y="4"/>
                      <a:pt x="0" y="9"/>
                      <a:pt x="2" y="11"/>
                    </a:cubicBezTo>
                    <a:cubicBezTo>
                      <a:pt x="4" y="13"/>
                      <a:pt x="6" y="3"/>
                      <a:pt x="4" y="1"/>
                    </a:cubicBezTo>
                    <a:cubicBezTo>
                      <a:pt x="3" y="0"/>
                      <a:pt x="1" y="1"/>
                      <a:pt x="0" y="1"/>
                    </a:cubicBezTo>
                    <a:close/>
                  </a:path>
                </a:pathLst>
              </a:custGeom>
              <a:solidFill>
                <a:schemeClr val="accent1"/>
              </a:solidFill>
              <a:ln w="9525">
                <a:solidFill>
                  <a:schemeClr val="tx1"/>
                </a:solidFill>
                <a:round/>
                <a:headEnd/>
                <a:tailEnd/>
              </a:ln>
            </p:spPr>
            <p:txBody>
              <a:bodyPr/>
              <a:lstStyle/>
              <a:p>
                <a:endParaRPr lang="zh-CN" altLang="en-US"/>
              </a:p>
            </p:txBody>
          </p:sp>
          <p:sp>
            <p:nvSpPr>
              <p:cNvPr id="149" name="Freeform 168"/>
              <p:cNvSpPr>
                <a:spLocks/>
              </p:cNvSpPr>
              <p:nvPr/>
            </p:nvSpPr>
            <p:spPr bwMode="auto">
              <a:xfrm>
                <a:off x="2292350" y="1852613"/>
                <a:ext cx="26988" cy="17463"/>
              </a:xfrm>
              <a:custGeom>
                <a:avLst/>
                <a:gdLst>
                  <a:gd name="T0" fmla="*/ 5 w 17"/>
                  <a:gd name="T1" fmla="*/ 0 h 11"/>
                  <a:gd name="T2" fmla="*/ 8 w 17"/>
                  <a:gd name="T3" fmla="*/ 11 h 11"/>
                  <a:gd name="T4" fmla="*/ 6 w 17"/>
                  <a:gd name="T5" fmla="*/ 5 h 11"/>
                  <a:gd name="T6" fmla="*/ 5 w 17"/>
                  <a:gd name="T7" fmla="*/ 0 h 11"/>
                  <a:gd name="T8" fmla="*/ 0 60000 65536"/>
                  <a:gd name="T9" fmla="*/ 0 60000 65536"/>
                  <a:gd name="T10" fmla="*/ 0 60000 65536"/>
                  <a:gd name="T11" fmla="*/ 0 60000 65536"/>
                  <a:gd name="T12" fmla="*/ 0 w 17"/>
                  <a:gd name="T13" fmla="*/ 0 h 11"/>
                  <a:gd name="T14" fmla="*/ 17 w 17"/>
                  <a:gd name="T15" fmla="*/ 11 h 11"/>
                </a:gdLst>
                <a:ahLst/>
                <a:cxnLst>
                  <a:cxn ang="T8">
                    <a:pos x="T0" y="T1"/>
                  </a:cxn>
                  <a:cxn ang="T9">
                    <a:pos x="T2" y="T3"/>
                  </a:cxn>
                  <a:cxn ang="T10">
                    <a:pos x="T4" y="T5"/>
                  </a:cxn>
                  <a:cxn ang="T11">
                    <a:pos x="T6" y="T7"/>
                  </a:cxn>
                </a:cxnLst>
                <a:rect l="T12" t="T13" r="T14" b="T15"/>
                <a:pathLst>
                  <a:path w="17" h="11">
                    <a:moveTo>
                      <a:pt x="5" y="0"/>
                    </a:moveTo>
                    <a:cubicBezTo>
                      <a:pt x="1" y="6"/>
                      <a:pt x="0" y="9"/>
                      <a:pt x="8" y="11"/>
                    </a:cubicBezTo>
                    <a:cubicBezTo>
                      <a:pt x="17" y="9"/>
                      <a:pt x="11" y="6"/>
                      <a:pt x="6" y="5"/>
                    </a:cubicBezTo>
                    <a:cubicBezTo>
                      <a:pt x="1" y="1"/>
                      <a:pt x="1" y="3"/>
                      <a:pt x="5" y="0"/>
                    </a:cubicBezTo>
                    <a:close/>
                  </a:path>
                </a:pathLst>
              </a:custGeom>
              <a:solidFill>
                <a:schemeClr val="accent1"/>
              </a:solidFill>
              <a:ln w="9525">
                <a:solidFill>
                  <a:schemeClr val="tx1"/>
                </a:solidFill>
                <a:round/>
                <a:headEnd/>
                <a:tailEnd/>
              </a:ln>
            </p:spPr>
            <p:txBody>
              <a:bodyPr/>
              <a:lstStyle/>
              <a:p>
                <a:endParaRPr lang="zh-CN" altLang="en-US"/>
              </a:p>
            </p:txBody>
          </p:sp>
          <p:sp>
            <p:nvSpPr>
              <p:cNvPr id="150" name="Freeform 169"/>
              <p:cNvSpPr>
                <a:spLocks/>
              </p:cNvSpPr>
              <p:nvPr/>
            </p:nvSpPr>
            <p:spPr bwMode="auto">
              <a:xfrm>
                <a:off x="2325688" y="1819276"/>
                <a:ext cx="14288" cy="15875"/>
              </a:xfrm>
              <a:custGeom>
                <a:avLst/>
                <a:gdLst>
                  <a:gd name="T0" fmla="*/ 0 w 9"/>
                  <a:gd name="T1" fmla="*/ 2 h 10"/>
                  <a:gd name="T2" fmla="*/ 6 w 9"/>
                  <a:gd name="T3" fmla="*/ 0 h 10"/>
                  <a:gd name="T4" fmla="*/ 0 w 9"/>
                  <a:gd name="T5" fmla="*/ 2 h 10"/>
                  <a:gd name="T6" fmla="*/ 0 60000 65536"/>
                  <a:gd name="T7" fmla="*/ 0 60000 65536"/>
                  <a:gd name="T8" fmla="*/ 0 60000 65536"/>
                  <a:gd name="T9" fmla="*/ 0 w 9"/>
                  <a:gd name="T10" fmla="*/ 0 h 10"/>
                  <a:gd name="T11" fmla="*/ 9 w 9"/>
                  <a:gd name="T12" fmla="*/ 10 h 10"/>
                </a:gdLst>
                <a:ahLst/>
                <a:cxnLst>
                  <a:cxn ang="T6">
                    <a:pos x="T0" y="T1"/>
                  </a:cxn>
                  <a:cxn ang="T7">
                    <a:pos x="T2" y="T3"/>
                  </a:cxn>
                  <a:cxn ang="T8">
                    <a:pos x="T4" y="T5"/>
                  </a:cxn>
                </a:cxnLst>
                <a:rect l="T9" t="T10" r="T11" b="T12"/>
                <a:pathLst>
                  <a:path w="9" h="10">
                    <a:moveTo>
                      <a:pt x="0" y="2"/>
                    </a:moveTo>
                    <a:cubicBezTo>
                      <a:pt x="2" y="10"/>
                      <a:pt x="9" y="8"/>
                      <a:pt x="6" y="0"/>
                    </a:cubicBezTo>
                    <a:cubicBezTo>
                      <a:pt x="4" y="1"/>
                      <a:pt x="0" y="2"/>
                      <a:pt x="0" y="2"/>
                    </a:cubicBezTo>
                    <a:close/>
                  </a:path>
                </a:pathLst>
              </a:custGeom>
              <a:solidFill>
                <a:schemeClr val="accent1"/>
              </a:solidFill>
              <a:ln w="9525">
                <a:solidFill>
                  <a:schemeClr val="tx1"/>
                </a:solidFill>
                <a:round/>
                <a:headEnd/>
                <a:tailEnd/>
              </a:ln>
            </p:spPr>
            <p:txBody>
              <a:bodyPr/>
              <a:lstStyle/>
              <a:p>
                <a:endParaRPr lang="zh-CN" altLang="en-US"/>
              </a:p>
            </p:txBody>
          </p:sp>
          <p:sp>
            <p:nvSpPr>
              <p:cNvPr id="151" name="Freeform 170"/>
              <p:cNvSpPr>
                <a:spLocks/>
              </p:cNvSpPr>
              <p:nvPr/>
            </p:nvSpPr>
            <p:spPr bwMode="auto">
              <a:xfrm>
                <a:off x="2333625" y="1770063"/>
                <a:ext cx="14288" cy="25400"/>
              </a:xfrm>
              <a:custGeom>
                <a:avLst/>
                <a:gdLst>
                  <a:gd name="T0" fmla="*/ 6 w 9"/>
                  <a:gd name="T1" fmla="*/ 1 h 16"/>
                  <a:gd name="T2" fmla="*/ 1 w 9"/>
                  <a:gd name="T3" fmla="*/ 2 h 16"/>
                  <a:gd name="T4" fmla="*/ 8 w 9"/>
                  <a:gd name="T5" fmla="*/ 12 h 16"/>
                  <a:gd name="T6" fmla="*/ 6 w 9"/>
                  <a:gd name="T7" fmla="*/ 1 h 16"/>
                  <a:gd name="T8" fmla="*/ 0 60000 65536"/>
                  <a:gd name="T9" fmla="*/ 0 60000 65536"/>
                  <a:gd name="T10" fmla="*/ 0 60000 65536"/>
                  <a:gd name="T11" fmla="*/ 0 60000 65536"/>
                  <a:gd name="T12" fmla="*/ 0 w 9"/>
                  <a:gd name="T13" fmla="*/ 0 h 16"/>
                  <a:gd name="T14" fmla="*/ 9 w 9"/>
                  <a:gd name="T15" fmla="*/ 16 h 16"/>
                </a:gdLst>
                <a:ahLst/>
                <a:cxnLst>
                  <a:cxn ang="T8">
                    <a:pos x="T0" y="T1"/>
                  </a:cxn>
                  <a:cxn ang="T9">
                    <a:pos x="T2" y="T3"/>
                  </a:cxn>
                  <a:cxn ang="T10">
                    <a:pos x="T4" y="T5"/>
                  </a:cxn>
                  <a:cxn ang="T11">
                    <a:pos x="T6" y="T7"/>
                  </a:cxn>
                </a:cxnLst>
                <a:rect l="T12" t="T13" r="T14" b="T15"/>
                <a:pathLst>
                  <a:path w="9" h="16">
                    <a:moveTo>
                      <a:pt x="6" y="1"/>
                    </a:moveTo>
                    <a:cubicBezTo>
                      <a:pt x="4" y="1"/>
                      <a:pt x="2" y="0"/>
                      <a:pt x="1" y="2"/>
                    </a:cubicBezTo>
                    <a:cubicBezTo>
                      <a:pt x="0" y="6"/>
                      <a:pt x="7" y="16"/>
                      <a:pt x="8" y="12"/>
                    </a:cubicBezTo>
                    <a:cubicBezTo>
                      <a:pt x="9" y="9"/>
                      <a:pt x="7" y="5"/>
                      <a:pt x="6" y="1"/>
                    </a:cubicBezTo>
                    <a:close/>
                  </a:path>
                </a:pathLst>
              </a:custGeom>
              <a:solidFill>
                <a:schemeClr val="accent1"/>
              </a:solidFill>
              <a:ln w="9525">
                <a:solidFill>
                  <a:schemeClr val="tx1"/>
                </a:solidFill>
                <a:round/>
                <a:headEnd/>
                <a:tailEnd/>
              </a:ln>
            </p:spPr>
            <p:txBody>
              <a:bodyPr/>
              <a:lstStyle/>
              <a:p>
                <a:endParaRPr lang="zh-CN" altLang="en-US"/>
              </a:p>
            </p:txBody>
          </p:sp>
          <p:sp>
            <p:nvSpPr>
              <p:cNvPr id="152" name="Freeform 171"/>
              <p:cNvSpPr>
                <a:spLocks/>
              </p:cNvSpPr>
              <p:nvPr/>
            </p:nvSpPr>
            <p:spPr bwMode="auto">
              <a:xfrm>
                <a:off x="2413000" y="1793876"/>
                <a:ext cx="28575" cy="15875"/>
              </a:xfrm>
              <a:custGeom>
                <a:avLst/>
                <a:gdLst>
                  <a:gd name="T0" fmla="*/ 9 w 18"/>
                  <a:gd name="T1" fmla="*/ 0 h 10"/>
                  <a:gd name="T2" fmla="*/ 7 w 18"/>
                  <a:gd name="T3" fmla="*/ 10 h 10"/>
                  <a:gd name="T4" fmla="*/ 9 w 18"/>
                  <a:gd name="T5" fmla="*/ 0 h 10"/>
                  <a:gd name="T6" fmla="*/ 0 60000 65536"/>
                  <a:gd name="T7" fmla="*/ 0 60000 65536"/>
                  <a:gd name="T8" fmla="*/ 0 60000 65536"/>
                  <a:gd name="T9" fmla="*/ 0 w 18"/>
                  <a:gd name="T10" fmla="*/ 0 h 10"/>
                  <a:gd name="T11" fmla="*/ 18 w 18"/>
                  <a:gd name="T12" fmla="*/ 10 h 10"/>
                </a:gdLst>
                <a:ahLst/>
                <a:cxnLst>
                  <a:cxn ang="T6">
                    <a:pos x="T0" y="T1"/>
                  </a:cxn>
                  <a:cxn ang="T7">
                    <a:pos x="T2" y="T3"/>
                  </a:cxn>
                  <a:cxn ang="T8">
                    <a:pos x="T4" y="T5"/>
                  </a:cxn>
                </a:cxnLst>
                <a:rect l="T9" t="T10" r="T11" b="T12"/>
                <a:pathLst>
                  <a:path w="18" h="10">
                    <a:moveTo>
                      <a:pt x="9" y="0"/>
                    </a:moveTo>
                    <a:cubicBezTo>
                      <a:pt x="2" y="3"/>
                      <a:pt x="0" y="6"/>
                      <a:pt x="7" y="10"/>
                    </a:cubicBezTo>
                    <a:cubicBezTo>
                      <a:pt x="17" y="8"/>
                      <a:pt x="18" y="5"/>
                      <a:pt x="9" y="0"/>
                    </a:cubicBezTo>
                    <a:close/>
                  </a:path>
                </a:pathLst>
              </a:custGeom>
              <a:solidFill>
                <a:schemeClr val="tx1"/>
              </a:solidFill>
              <a:ln w="9525">
                <a:solidFill>
                  <a:schemeClr val="tx1"/>
                </a:solidFill>
                <a:round/>
                <a:headEnd/>
                <a:tailEnd/>
              </a:ln>
            </p:spPr>
            <p:txBody>
              <a:bodyPr/>
              <a:lstStyle/>
              <a:p>
                <a:endParaRPr lang="zh-CN" altLang="en-US"/>
              </a:p>
            </p:txBody>
          </p:sp>
          <p:sp>
            <p:nvSpPr>
              <p:cNvPr id="153" name="Freeform 172"/>
              <p:cNvSpPr>
                <a:spLocks/>
              </p:cNvSpPr>
              <p:nvPr/>
            </p:nvSpPr>
            <p:spPr bwMode="auto">
              <a:xfrm>
                <a:off x="2416175" y="1743076"/>
                <a:ext cx="19050" cy="12700"/>
              </a:xfrm>
              <a:custGeom>
                <a:avLst/>
                <a:gdLst>
                  <a:gd name="T0" fmla="*/ 5 w 12"/>
                  <a:gd name="T1" fmla="*/ 0 h 8"/>
                  <a:gd name="T2" fmla="*/ 12 w 12"/>
                  <a:gd name="T3" fmla="*/ 7 h 8"/>
                  <a:gd name="T4" fmla="*/ 5 w 12"/>
                  <a:gd name="T5" fmla="*/ 0 h 8"/>
                  <a:gd name="T6" fmla="*/ 0 60000 65536"/>
                  <a:gd name="T7" fmla="*/ 0 60000 65536"/>
                  <a:gd name="T8" fmla="*/ 0 60000 65536"/>
                  <a:gd name="T9" fmla="*/ 0 w 12"/>
                  <a:gd name="T10" fmla="*/ 0 h 8"/>
                  <a:gd name="T11" fmla="*/ 12 w 12"/>
                  <a:gd name="T12" fmla="*/ 8 h 8"/>
                </a:gdLst>
                <a:ahLst/>
                <a:cxnLst>
                  <a:cxn ang="T6">
                    <a:pos x="T0" y="T1"/>
                  </a:cxn>
                  <a:cxn ang="T7">
                    <a:pos x="T2" y="T3"/>
                  </a:cxn>
                  <a:cxn ang="T8">
                    <a:pos x="T4" y="T5"/>
                  </a:cxn>
                </a:cxnLst>
                <a:rect l="T9" t="T10" r="T11" b="T12"/>
                <a:pathLst>
                  <a:path w="12" h="8">
                    <a:moveTo>
                      <a:pt x="5" y="0"/>
                    </a:moveTo>
                    <a:cubicBezTo>
                      <a:pt x="0" y="8"/>
                      <a:pt x="5" y="8"/>
                      <a:pt x="12" y="7"/>
                    </a:cubicBezTo>
                    <a:cubicBezTo>
                      <a:pt x="6" y="4"/>
                      <a:pt x="9" y="6"/>
                      <a:pt x="5" y="0"/>
                    </a:cubicBezTo>
                    <a:close/>
                  </a:path>
                </a:pathLst>
              </a:custGeom>
              <a:solidFill>
                <a:schemeClr val="accent1"/>
              </a:solidFill>
              <a:ln w="9525">
                <a:solidFill>
                  <a:schemeClr val="tx1"/>
                </a:solidFill>
                <a:round/>
                <a:headEnd/>
                <a:tailEnd/>
              </a:ln>
            </p:spPr>
            <p:txBody>
              <a:bodyPr/>
              <a:lstStyle/>
              <a:p>
                <a:endParaRPr lang="zh-CN" altLang="en-US"/>
              </a:p>
            </p:txBody>
          </p:sp>
          <p:sp>
            <p:nvSpPr>
              <p:cNvPr id="154" name="Freeform 173"/>
              <p:cNvSpPr>
                <a:spLocks/>
              </p:cNvSpPr>
              <p:nvPr/>
            </p:nvSpPr>
            <p:spPr bwMode="auto">
              <a:xfrm>
                <a:off x="2441575" y="1704976"/>
                <a:ext cx="15875" cy="14288"/>
              </a:xfrm>
              <a:custGeom>
                <a:avLst/>
                <a:gdLst>
                  <a:gd name="T0" fmla="*/ 0 w 10"/>
                  <a:gd name="T1" fmla="*/ 3 h 9"/>
                  <a:gd name="T2" fmla="*/ 2 w 10"/>
                  <a:gd name="T3" fmla="*/ 7 h 9"/>
                  <a:gd name="T4" fmla="*/ 0 w 10"/>
                  <a:gd name="T5" fmla="*/ 3 h 9"/>
                  <a:gd name="T6" fmla="*/ 0 60000 65536"/>
                  <a:gd name="T7" fmla="*/ 0 60000 65536"/>
                  <a:gd name="T8" fmla="*/ 0 60000 65536"/>
                  <a:gd name="T9" fmla="*/ 0 w 10"/>
                  <a:gd name="T10" fmla="*/ 0 h 9"/>
                  <a:gd name="T11" fmla="*/ 10 w 10"/>
                  <a:gd name="T12" fmla="*/ 9 h 9"/>
                </a:gdLst>
                <a:ahLst/>
                <a:cxnLst>
                  <a:cxn ang="T6">
                    <a:pos x="T0" y="T1"/>
                  </a:cxn>
                  <a:cxn ang="T7">
                    <a:pos x="T2" y="T3"/>
                  </a:cxn>
                  <a:cxn ang="T8">
                    <a:pos x="T4" y="T5"/>
                  </a:cxn>
                </a:cxnLst>
                <a:rect l="T9" t="T10" r="T11" b="T12"/>
                <a:pathLst>
                  <a:path w="10" h="9">
                    <a:moveTo>
                      <a:pt x="0" y="3"/>
                    </a:moveTo>
                    <a:cubicBezTo>
                      <a:pt x="1" y="4"/>
                      <a:pt x="1" y="7"/>
                      <a:pt x="2" y="7"/>
                    </a:cubicBezTo>
                    <a:cubicBezTo>
                      <a:pt x="10" y="9"/>
                      <a:pt x="6" y="0"/>
                      <a:pt x="0" y="3"/>
                    </a:cubicBezTo>
                    <a:close/>
                  </a:path>
                </a:pathLst>
              </a:custGeom>
              <a:solidFill>
                <a:schemeClr val="accent1"/>
              </a:solidFill>
              <a:ln w="9525">
                <a:solidFill>
                  <a:schemeClr val="tx1"/>
                </a:solidFill>
                <a:round/>
                <a:headEnd/>
                <a:tailEnd/>
              </a:ln>
            </p:spPr>
            <p:txBody>
              <a:bodyPr/>
              <a:lstStyle/>
              <a:p>
                <a:endParaRPr lang="zh-CN" altLang="en-US"/>
              </a:p>
            </p:txBody>
          </p:sp>
          <p:sp>
            <p:nvSpPr>
              <p:cNvPr id="155" name="Freeform 174"/>
              <p:cNvSpPr>
                <a:spLocks/>
              </p:cNvSpPr>
              <p:nvPr/>
            </p:nvSpPr>
            <p:spPr bwMode="auto">
              <a:xfrm>
                <a:off x="2481263" y="1690688"/>
                <a:ext cx="19050" cy="19050"/>
              </a:xfrm>
              <a:custGeom>
                <a:avLst/>
                <a:gdLst>
                  <a:gd name="T0" fmla="*/ 6 w 12"/>
                  <a:gd name="T1" fmla="*/ 3 h 12"/>
                  <a:gd name="T2" fmla="*/ 12 w 12"/>
                  <a:gd name="T3" fmla="*/ 4 h 12"/>
                  <a:gd name="T4" fmla="*/ 6 w 12"/>
                  <a:gd name="T5" fmla="*/ 3 h 12"/>
                  <a:gd name="T6" fmla="*/ 0 60000 65536"/>
                  <a:gd name="T7" fmla="*/ 0 60000 65536"/>
                  <a:gd name="T8" fmla="*/ 0 60000 65536"/>
                  <a:gd name="T9" fmla="*/ 0 w 12"/>
                  <a:gd name="T10" fmla="*/ 0 h 12"/>
                  <a:gd name="T11" fmla="*/ 12 w 12"/>
                  <a:gd name="T12" fmla="*/ 12 h 12"/>
                </a:gdLst>
                <a:ahLst/>
                <a:cxnLst>
                  <a:cxn ang="T6">
                    <a:pos x="T0" y="T1"/>
                  </a:cxn>
                  <a:cxn ang="T7">
                    <a:pos x="T2" y="T3"/>
                  </a:cxn>
                  <a:cxn ang="T8">
                    <a:pos x="T4" y="T5"/>
                  </a:cxn>
                </a:cxnLst>
                <a:rect l="T9" t="T10" r="T11" b="T12"/>
                <a:pathLst>
                  <a:path w="12" h="12">
                    <a:moveTo>
                      <a:pt x="6" y="3"/>
                    </a:moveTo>
                    <a:cubicBezTo>
                      <a:pt x="2" y="12"/>
                      <a:pt x="9" y="9"/>
                      <a:pt x="12" y="4"/>
                    </a:cubicBezTo>
                    <a:cubicBezTo>
                      <a:pt x="6" y="0"/>
                      <a:pt x="0" y="3"/>
                      <a:pt x="6" y="3"/>
                    </a:cubicBezTo>
                    <a:close/>
                  </a:path>
                </a:pathLst>
              </a:custGeom>
              <a:solidFill>
                <a:schemeClr val="accent1"/>
              </a:solidFill>
              <a:ln w="9525">
                <a:solidFill>
                  <a:schemeClr val="tx1"/>
                </a:solidFill>
                <a:round/>
                <a:headEnd/>
                <a:tailEnd/>
              </a:ln>
            </p:spPr>
            <p:txBody>
              <a:bodyPr/>
              <a:lstStyle/>
              <a:p>
                <a:endParaRPr lang="zh-CN" altLang="en-US"/>
              </a:p>
            </p:txBody>
          </p:sp>
          <p:sp>
            <p:nvSpPr>
              <p:cNvPr id="156" name="Freeform 175"/>
              <p:cNvSpPr>
                <a:spLocks/>
              </p:cNvSpPr>
              <p:nvPr/>
            </p:nvSpPr>
            <p:spPr bwMode="auto">
              <a:xfrm>
                <a:off x="2643188" y="1765301"/>
                <a:ext cx="28575" cy="12700"/>
              </a:xfrm>
              <a:custGeom>
                <a:avLst/>
                <a:gdLst>
                  <a:gd name="T0" fmla="*/ 12 w 18"/>
                  <a:gd name="T1" fmla="*/ 0 h 8"/>
                  <a:gd name="T2" fmla="*/ 8 w 18"/>
                  <a:gd name="T3" fmla="*/ 8 h 8"/>
                  <a:gd name="T4" fmla="*/ 12 w 18"/>
                  <a:gd name="T5" fmla="*/ 0 h 8"/>
                  <a:gd name="T6" fmla="*/ 0 60000 65536"/>
                  <a:gd name="T7" fmla="*/ 0 60000 65536"/>
                  <a:gd name="T8" fmla="*/ 0 60000 65536"/>
                  <a:gd name="T9" fmla="*/ 0 w 18"/>
                  <a:gd name="T10" fmla="*/ 0 h 8"/>
                  <a:gd name="T11" fmla="*/ 18 w 18"/>
                  <a:gd name="T12" fmla="*/ 8 h 8"/>
                </a:gdLst>
                <a:ahLst/>
                <a:cxnLst>
                  <a:cxn ang="T6">
                    <a:pos x="T0" y="T1"/>
                  </a:cxn>
                  <a:cxn ang="T7">
                    <a:pos x="T2" y="T3"/>
                  </a:cxn>
                  <a:cxn ang="T8">
                    <a:pos x="T4" y="T5"/>
                  </a:cxn>
                </a:cxnLst>
                <a:rect l="T9" t="T10" r="T11" b="T12"/>
                <a:pathLst>
                  <a:path w="18" h="8">
                    <a:moveTo>
                      <a:pt x="12" y="0"/>
                    </a:moveTo>
                    <a:cubicBezTo>
                      <a:pt x="6" y="1"/>
                      <a:pt x="0" y="4"/>
                      <a:pt x="8" y="8"/>
                    </a:cubicBezTo>
                    <a:cubicBezTo>
                      <a:pt x="11" y="7"/>
                      <a:pt x="18" y="3"/>
                      <a:pt x="12" y="0"/>
                    </a:cubicBezTo>
                    <a:close/>
                  </a:path>
                </a:pathLst>
              </a:custGeom>
              <a:solidFill>
                <a:schemeClr val="accent1"/>
              </a:solidFill>
              <a:ln w="9525">
                <a:solidFill>
                  <a:schemeClr val="tx1"/>
                </a:solidFill>
                <a:round/>
                <a:headEnd/>
                <a:tailEnd/>
              </a:ln>
            </p:spPr>
            <p:txBody>
              <a:bodyPr/>
              <a:lstStyle/>
              <a:p>
                <a:endParaRPr lang="zh-CN" altLang="en-US"/>
              </a:p>
            </p:txBody>
          </p:sp>
          <p:sp>
            <p:nvSpPr>
              <p:cNvPr id="157" name="Freeform 176"/>
              <p:cNvSpPr>
                <a:spLocks/>
              </p:cNvSpPr>
              <p:nvPr/>
            </p:nvSpPr>
            <p:spPr bwMode="auto">
              <a:xfrm>
                <a:off x="3105150" y="2155826"/>
                <a:ext cx="14288" cy="15875"/>
              </a:xfrm>
              <a:custGeom>
                <a:avLst/>
                <a:gdLst>
                  <a:gd name="T0" fmla="*/ 0 w 9"/>
                  <a:gd name="T1" fmla="*/ 2 h 10"/>
                  <a:gd name="T2" fmla="*/ 6 w 9"/>
                  <a:gd name="T3" fmla="*/ 0 h 10"/>
                  <a:gd name="T4" fmla="*/ 0 w 9"/>
                  <a:gd name="T5" fmla="*/ 2 h 10"/>
                  <a:gd name="T6" fmla="*/ 0 60000 65536"/>
                  <a:gd name="T7" fmla="*/ 0 60000 65536"/>
                  <a:gd name="T8" fmla="*/ 0 60000 65536"/>
                  <a:gd name="T9" fmla="*/ 0 w 9"/>
                  <a:gd name="T10" fmla="*/ 0 h 10"/>
                  <a:gd name="T11" fmla="*/ 9 w 9"/>
                  <a:gd name="T12" fmla="*/ 10 h 10"/>
                </a:gdLst>
                <a:ahLst/>
                <a:cxnLst>
                  <a:cxn ang="T6">
                    <a:pos x="T0" y="T1"/>
                  </a:cxn>
                  <a:cxn ang="T7">
                    <a:pos x="T2" y="T3"/>
                  </a:cxn>
                  <a:cxn ang="T8">
                    <a:pos x="T4" y="T5"/>
                  </a:cxn>
                </a:cxnLst>
                <a:rect l="T9" t="T10" r="T11" b="T12"/>
                <a:pathLst>
                  <a:path w="9" h="10">
                    <a:moveTo>
                      <a:pt x="0" y="2"/>
                    </a:moveTo>
                    <a:cubicBezTo>
                      <a:pt x="2" y="10"/>
                      <a:pt x="9" y="8"/>
                      <a:pt x="6" y="0"/>
                    </a:cubicBezTo>
                    <a:cubicBezTo>
                      <a:pt x="4" y="1"/>
                      <a:pt x="0" y="2"/>
                      <a:pt x="0" y="2"/>
                    </a:cubicBezTo>
                    <a:close/>
                  </a:path>
                </a:pathLst>
              </a:custGeom>
              <a:solidFill>
                <a:schemeClr val="accent1"/>
              </a:solidFill>
              <a:ln w="9525">
                <a:solidFill>
                  <a:schemeClr val="tx1"/>
                </a:solidFill>
                <a:round/>
                <a:headEnd/>
                <a:tailEnd/>
              </a:ln>
            </p:spPr>
            <p:txBody>
              <a:bodyPr/>
              <a:lstStyle/>
              <a:p>
                <a:endParaRPr lang="zh-CN" altLang="en-US"/>
              </a:p>
            </p:txBody>
          </p:sp>
          <p:sp>
            <p:nvSpPr>
              <p:cNvPr id="158" name="Freeform 177"/>
              <p:cNvSpPr>
                <a:spLocks/>
              </p:cNvSpPr>
              <p:nvPr/>
            </p:nvSpPr>
            <p:spPr bwMode="auto">
              <a:xfrm>
                <a:off x="2668588" y="1711326"/>
                <a:ext cx="14288" cy="15875"/>
              </a:xfrm>
              <a:custGeom>
                <a:avLst/>
                <a:gdLst>
                  <a:gd name="T0" fmla="*/ 0 w 9"/>
                  <a:gd name="T1" fmla="*/ 2 h 10"/>
                  <a:gd name="T2" fmla="*/ 6 w 9"/>
                  <a:gd name="T3" fmla="*/ 0 h 10"/>
                  <a:gd name="T4" fmla="*/ 0 w 9"/>
                  <a:gd name="T5" fmla="*/ 2 h 10"/>
                  <a:gd name="T6" fmla="*/ 0 60000 65536"/>
                  <a:gd name="T7" fmla="*/ 0 60000 65536"/>
                  <a:gd name="T8" fmla="*/ 0 60000 65536"/>
                  <a:gd name="T9" fmla="*/ 0 w 9"/>
                  <a:gd name="T10" fmla="*/ 0 h 10"/>
                  <a:gd name="T11" fmla="*/ 9 w 9"/>
                  <a:gd name="T12" fmla="*/ 10 h 10"/>
                </a:gdLst>
                <a:ahLst/>
                <a:cxnLst>
                  <a:cxn ang="T6">
                    <a:pos x="T0" y="T1"/>
                  </a:cxn>
                  <a:cxn ang="T7">
                    <a:pos x="T2" y="T3"/>
                  </a:cxn>
                  <a:cxn ang="T8">
                    <a:pos x="T4" y="T5"/>
                  </a:cxn>
                </a:cxnLst>
                <a:rect l="T9" t="T10" r="T11" b="T12"/>
                <a:pathLst>
                  <a:path w="9" h="10">
                    <a:moveTo>
                      <a:pt x="0" y="2"/>
                    </a:moveTo>
                    <a:cubicBezTo>
                      <a:pt x="2" y="10"/>
                      <a:pt x="9" y="8"/>
                      <a:pt x="6" y="0"/>
                    </a:cubicBezTo>
                    <a:cubicBezTo>
                      <a:pt x="4" y="1"/>
                      <a:pt x="0" y="2"/>
                      <a:pt x="0" y="2"/>
                    </a:cubicBezTo>
                    <a:close/>
                  </a:path>
                </a:pathLst>
              </a:custGeom>
              <a:solidFill>
                <a:schemeClr val="accent1"/>
              </a:solidFill>
              <a:ln w="9525">
                <a:solidFill>
                  <a:schemeClr val="tx1"/>
                </a:solidFill>
                <a:round/>
                <a:headEnd/>
                <a:tailEnd/>
              </a:ln>
            </p:spPr>
            <p:txBody>
              <a:bodyPr/>
              <a:lstStyle/>
              <a:p>
                <a:endParaRPr lang="zh-CN" altLang="en-US"/>
              </a:p>
            </p:txBody>
          </p:sp>
        </p:grpSp>
        <p:sp>
          <p:nvSpPr>
            <p:cNvPr id="169" name="Line 107"/>
            <p:cNvSpPr>
              <a:spLocks noChangeShapeType="1"/>
            </p:cNvSpPr>
            <p:nvPr/>
          </p:nvSpPr>
          <p:spPr bwMode="auto">
            <a:xfrm>
              <a:off x="5711242" y="2768816"/>
              <a:ext cx="3027114"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0" name="Line 186"/>
            <p:cNvSpPr>
              <a:spLocks noChangeShapeType="1"/>
            </p:cNvSpPr>
            <p:nvPr/>
          </p:nvSpPr>
          <p:spPr bwMode="auto">
            <a:xfrm flipH="1">
              <a:off x="5814428" y="2767228"/>
              <a:ext cx="76200" cy="1143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1" name="Line 187"/>
            <p:cNvSpPr>
              <a:spLocks noChangeShapeType="1"/>
            </p:cNvSpPr>
            <p:nvPr/>
          </p:nvSpPr>
          <p:spPr bwMode="auto">
            <a:xfrm flipH="1">
              <a:off x="5893803" y="2771991"/>
              <a:ext cx="57150" cy="1063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2" name="Line 188"/>
            <p:cNvSpPr>
              <a:spLocks noChangeShapeType="1"/>
            </p:cNvSpPr>
            <p:nvPr/>
          </p:nvSpPr>
          <p:spPr bwMode="auto">
            <a:xfrm flipH="1">
              <a:off x="5966828" y="2767228"/>
              <a:ext cx="57150" cy="920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3" name="Line 189"/>
            <p:cNvSpPr>
              <a:spLocks noChangeShapeType="1"/>
            </p:cNvSpPr>
            <p:nvPr/>
          </p:nvSpPr>
          <p:spPr bwMode="auto">
            <a:xfrm flipH="1">
              <a:off x="6165266" y="2775166"/>
              <a:ext cx="49213" cy="8731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4" name="Line 190"/>
            <p:cNvSpPr>
              <a:spLocks noChangeShapeType="1"/>
            </p:cNvSpPr>
            <p:nvPr/>
          </p:nvSpPr>
          <p:spPr bwMode="auto">
            <a:xfrm flipH="1">
              <a:off x="6230353" y="2775166"/>
              <a:ext cx="44450" cy="76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5" name="Line 191"/>
            <p:cNvSpPr>
              <a:spLocks noChangeShapeType="1"/>
            </p:cNvSpPr>
            <p:nvPr/>
          </p:nvSpPr>
          <p:spPr bwMode="auto">
            <a:xfrm flipH="1">
              <a:off x="6287503" y="2767228"/>
              <a:ext cx="49213" cy="10001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6" name="Line 192"/>
            <p:cNvSpPr>
              <a:spLocks noChangeShapeType="1"/>
            </p:cNvSpPr>
            <p:nvPr/>
          </p:nvSpPr>
          <p:spPr bwMode="auto">
            <a:xfrm>
              <a:off x="6108116" y="2783103"/>
              <a:ext cx="60325" cy="682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7" name="Line 193"/>
            <p:cNvSpPr>
              <a:spLocks noChangeShapeType="1"/>
            </p:cNvSpPr>
            <p:nvPr/>
          </p:nvSpPr>
          <p:spPr bwMode="auto">
            <a:xfrm>
              <a:off x="6035091" y="2786278"/>
              <a:ext cx="100013" cy="952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8" name="Line 194"/>
            <p:cNvSpPr>
              <a:spLocks noChangeShapeType="1"/>
            </p:cNvSpPr>
            <p:nvPr/>
          </p:nvSpPr>
          <p:spPr bwMode="auto">
            <a:xfrm>
              <a:off x="5993816" y="2821203"/>
              <a:ext cx="79375" cy="682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9" name="Line 195"/>
            <p:cNvSpPr>
              <a:spLocks noChangeShapeType="1"/>
            </p:cNvSpPr>
            <p:nvPr/>
          </p:nvSpPr>
          <p:spPr bwMode="auto">
            <a:xfrm flipH="1">
              <a:off x="7973428" y="2767228"/>
              <a:ext cx="42863" cy="825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0" name="Line 196"/>
            <p:cNvSpPr>
              <a:spLocks noChangeShapeType="1"/>
            </p:cNvSpPr>
            <p:nvPr/>
          </p:nvSpPr>
          <p:spPr bwMode="auto">
            <a:xfrm flipH="1">
              <a:off x="8043278" y="2770403"/>
              <a:ext cx="41275" cy="793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1" name="Line 197"/>
            <p:cNvSpPr>
              <a:spLocks noChangeShapeType="1"/>
            </p:cNvSpPr>
            <p:nvPr/>
          </p:nvSpPr>
          <p:spPr bwMode="auto">
            <a:xfrm flipH="1">
              <a:off x="8095666" y="2770403"/>
              <a:ext cx="53975" cy="8413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2" name="Line 198"/>
            <p:cNvSpPr>
              <a:spLocks noChangeShapeType="1"/>
            </p:cNvSpPr>
            <p:nvPr/>
          </p:nvSpPr>
          <p:spPr bwMode="auto">
            <a:xfrm flipH="1">
              <a:off x="8259178" y="2762466"/>
              <a:ext cx="31750" cy="76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3" name="Line 199"/>
            <p:cNvSpPr>
              <a:spLocks noChangeShapeType="1"/>
            </p:cNvSpPr>
            <p:nvPr/>
          </p:nvSpPr>
          <p:spPr bwMode="auto">
            <a:xfrm flipH="1">
              <a:off x="8290928" y="2778341"/>
              <a:ext cx="57150" cy="793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4" name="Line 200"/>
            <p:cNvSpPr>
              <a:spLocks noChangeShapeType="1"/>
            </p:cNvSpPr>
            <p:nvPr/>
          </p:nvSpPr>
          <p:spPr bwMode="auto">
            <a:xfrm flipH="1">
              <a:off x="8370303" y="2767228"/>
              <a:ext cx="41275" cy="904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5" name="Line 201"/>
            <p:cNvSpPr>
              <a:spLocks noChangeShapeType="1"/>
            </p:cNvSpPr>
            <p:nvPr/>
          </p:nvSpPr>
          <p:spPr bwMode="auto">
            <a:xfrm>
              <a:off x="8514766" y="2773578"/>
              <a:ext cx="61913" cy="730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6" name="Line 202"/>
            <p:cNvSpPr>
              <a:spLocks noChangeShapeType="1"/>
            </p:cNvSpPr>
            <p:nvPr/>
          </p:nvSpPr>
          <p:spPr bwMode="auto">
            <a:xfrm>
              <a:off x="8457616" y="2773578"/>
              <a:ext cx="73025" cy="920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7" name="Line 203"/>
            <p:cNvSpPr>
              <a:spLocks noChangeShapeType="1"/>
            </p:cNvSpPr>
            <p:nvPr/>
          </p:nvSpPr>
          <p:spPr bwMode="auto">
            <a:xfrm>
              <a:off x="8392528" y="2811678"/>
              <a:ext cx="57150" cy="571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8" name="Line 204"/>
            <p:cNvSpPr>
              <a:spLocks noChangeShapeType="1"/>
            </p:cNvSpPr>
            <p:nvPr/>
          </p:nvSpPr>
          <p:spPr bwMode="auto">
            <a:xfrm>
              <a:off x="8225841" y="2770403"/>
              <a:ext cx="30163" cy="412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9" name="Line 205"/>
            <p:cNvSpPr>
              <a:spLocks noChangeShapeType="1"/>
            </p:cNvSpPr>
            <p:nvPr/>
          </p:nvSpPr>
          <p:spPr bwMode="auto">
            <a:xfrm>
              <a:off x="8157578" y="2773578"/>
              <a:ext cx="68263" cy="920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0" name="Line 206"/>
            <p:cNvSpPr>
              <a:spLocks noChangeShapeType="1"/>
            </p:cNvSpPr>
            <p:nvPr/>
          </p:nvSpPr>
          <p:spPr bwMode="auto">
            <a:xfrm>
              <a:off x="8119478" y="2819616"/>
              <a:ext cx="49213" cy="650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91" name="组合 190"/>
            <p:cNvGrpSpPr/>
            <p:nvPr/>
          </p:nvGrpSpPr>
          <p:grpSpPr>
            <a:xfrm>
              <a:off x="6366063" y="2325932"/>
              <a:ext cx="434044" cy="457200"/>
              <a:chOff x="1014413" y="2566216"/>
              <a:chExt cx="434044" cy="457200"/>
            </a:xfrm>
          </p:grpSpPr>
          <p:sp>
            <p:nvSpPr>
              <p:cNvPr id="192" name="Freeform 185"/>
              <p:cNvSpPr>
                <a:spLocks/>
              </p:cNvSpPr>
              <p:nvPr/>
            </p:nvSpPr>
            <p:spPr bwMode="auto">
              <a:xfrm>
                <a:off x="1014413" y="2703513"/>
                <a:ext cx="111125" cy="300038"/>
              </a:xfrm>
              <a:custGeom>
                <a:avLst/>
                <a:gdLst>
                  <a:gd name="T0" fmla="*/ 70 w 70"/>
                  <a:gd name="T1" fmla="*/ 189 h 189"/>
                  <a:gd name="T2" fmla="*/ 58 w 70"/>
                  <a:gd name="T3" fmla="*/ 96 h 189"/>
                  <a:gd name="T4" fmla="*/ 0 w 70"/>
                  <a:gd name="T5" fmla="*/ 0 h 189"/>
                  <a:gd name="T6" fmla="*/ 0 60000 65536"/>
                  <a:gd name="T7" fmla="*/ 0 60000 65536"/>
                  <a:gd name="T8" fmla="*/ 0 60000 65536"/>
                  <a:gd name="T9" fmla="*/ 0 w 70"/>
                  <a:gd name="T10" fmla="*/ 0 h 189"/>
                  <a:gd name="T11" fmla="*/ 70 w 70"/>
                  <a:gd name="T12" fmla="*/ 189 h 189"/>
                </a:gdLst>
                <a:ahLst/>
                <a:cxnLst>
                  <a:cxn ang="T6">
                    <a:pos x="T0" y="T1"/>
                  </a:cxn>
                  <a:cxn ang="T7">
                    <a:pos x="T2" y="T3"/>
                  </a:cxn>
                  <a:cxn ang="T8">
                    <a:pos x="T4" y="T5"/>
                  </a:cxn>
                </a:cxnLst>
                <a:rect l="T9" t="T10" r="T11" b="T12"/>
                <a:pathLst>
                  <a:path w="70" h="189">
                    <a:moveTo>
                      <a:pt x="70" y="189"/>
                    </a:moveTo>
                    <a:cubicBezTo>
                      <a:pt x="70" y="158"/>
                      <a:pt x="70" y="127"/>
                      <a:pt x="58" y="96"/>
                    </a:cubicBezTo>
                    <a:cubicBezTo>
                      <a:pt x="46" y="65"/>
                      <a:pt x="23" y="32"/>
                      <a:pt x="0" y="0"/>
                    </a:cubicBezTo>
                  </a:path>
                </a:pathLst>
              </a:custGeom>
              <a:noFill/>
              <a:ln w="12700" cmpd="sng">
                <a:solidFill>
                  <a:schemeClr val="tx1"/>
                </a:solidFill>
                <a:round/>
                <a:headEnd type="triangl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93" name="Text Box 208"/>
              <p:cNvSpPr txBox="1">
                <a:spLocks noChangeArrowheads="1"/>
              </p:cNvSpPr>
              <p:nvPr/>
            </p:nvSpPr>
            <p:spPr bwMode="auto">
              <a:xfrm>
                <a:off x="1072219" y="2566216"/>
                <a:ext cx="3762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zh-CN" altLang="en-US" sz="2400" b="1" i="1" dirty="0">
                    <a:solidFill>
                      <a:srgbClr val="A50021"/>
                    </a:solidFill>
                    <a:ea typeface="幼圆" pitchFamily="49" charset="-122"/>
                    <a:sym typeface="Symbol" pitchFamily="18" charset="2"/>
                  </a:rPr>
                  <a:t></a:t>
                </a:r>
              </a:p>
            </p:txBody>
          </p:sp>
        </p:grpSp>
      </p:grpSp>
      <p:sp>
        <p:nvSpPr>
          <p:cNvPr id="195" name="Freeform 209"/>
          <p:cNvSpPr>
            <a:spLocks/>
          </p:cNvSpPr>
          <p:nvPr/>
        </p:nvSpPr>
        <p:spPr bwMode="auto">
          <a:xfrm>
            <a:off x="7136519" y="1701821"/>
            <a:ext cx="249238" cy="204788"/>
          </a:xfrm>
          <a:custGeom>
            <a:avLst/>
            <a:gdLst>
              <a:gd name="T0" fmla="*/ 155 w 157"/>
              <a:gd name="T1" fmla="*/ 32 h 129"/>
              <a:gd name="T2" fmla="*/ 136 w 157"/>
              <a:gd name="T3" fmla="*/ 1 h 129"/>
              <a:gd name="T4" fmla="*/ 71 w 157"/>
              <a:gd name="T5" fmla="*/ 27 h 129"/>
              <a:gd name="T6" fmla="*/ 14 w 157"/>
              <a:gd name="T7" fmla="*/ 77 h 129"/>
              <a:gd name="T8" fmla="*/ 2 w 157"/>
              <a:gd name="T9" fmla="*/ 106 h 129"/>
              <a:gd name="T10" fmla="*/ 11 w 157"/>
              <a:gd name="T11" fmla="*/ 128 h 129"/>
              <a:gd name="T12" fmla="*/ 69 w 157"/>
              <a:gd name="T13" fmla="*/ 113 h 129"/>
              <a:gd name="T14" fmla="*/ 115 w 157"/>
              <a:gd name="T15" fmla="*/ 75 h 129"/>
              <a:gd name="T16" fmla="*/ 146 w 157"/>
              <a:gd name="T17" fmla="*/ 49 h 129"/>
              <a:gd name="T18" fmla="*/ 155 w 157"/>
              <a:gd name="T19" fmla="*/ 32 h 12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57"/>
              <a:gd name="T31" fmla="*/ 0 h 129"/>
              <a:gd name="T32" fmla="*/ 157 w 157"/>
              <a:gd name="T33" fmla="*/ 129 h 129"/>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57" h="129">
                <a:moveTo>
                  <a:pt x="155" y="32"/>
                </a:moveTo>
                <a:cubicBezTo>
                  <a:pt x="153" y="24"/>
                  <a:pt x="150" y="2"/>
                  <a:pt x="136" y="1"/>
                </a:cubicBezTo>
                <a:cubicBezTo>
                  <a:pt x="122" y="0"/>
                  <a:pt x="91" y="14"/>
                  <a:pt x="71" y="27"/>
                </a:cubicBezTo>
                <a:cubicBezTo>
                  <a:pt x="51" y="40"/>
                  <a:pt x="26" y="64"/>
                  <a:pt x="14" y="77"/>
                </a:cubicBezTo>
                <a:cubicBezTo>
                  <a:pt x="2" y="90"/>
                  <a:pt x="2" y="98"/>
                  <a:pt x="2" y="106"/>
                </a:cubicBezTo>
                <a:cubicBezTo>
                  <a:pt x="2" y="114"/>
                  <a:pt x="0" y="127"/>
                  <a:pt x="11" y="128"/>
                </a:cubicBezTo>
                <a:cubicBezTo>
                  <a:pt x="22" y="129"/>
                  <a:pt x="52" y="122"/>
                  <a:pt x="69" y="113"/>
                </a:cubicBezTo>
                <a:cubicBezTo>
                  <a:pt x="86" y="104"/>
                  <a:pt x="102" y="86"/>
                  <a:pt x="115" y="75"/>
                </a:cubicBezTo>
                <a:cubicBezTo>
                  <a:pt x="128" y="64"/>
                  <a:pt x="139" y="55"/>
                  <a:pt x="146" y="49"/>
                </a:cubicBezTo>
                <a:cubicBezTo>
                  <a:pt x="153" y="43"/>
                  <a:pt x="157" y="40"/>
                  <a:pt x="155" y="32"/>
                </a:cubicBezTo>
                <a:close/>
              </a:path>
            </a:pathLst>
          </a:custGeom>
          <a:solidFill>
            <a:srgbClr val="A50021"/>
          </a:solidFill>
          <a:ln w="9525">
            <a:solidFill>
              <a:schemeClr val="tx1"/>
            </a:solidFill>
            <a:round/>
            <a:headEnd/>
            <a:tailEnd/>
          </a:ln>
        </p:spPr>
        <p:txBody>
          <a:bodyPr/>
          <a:lstStyle/>
          <a:p>
            <a:endParaRPr lang="zh-CN" altLang="en-US"/>
          </a:p>
        </p:txBody>
      </p:sp>
      <p:grpSp>
        <p:nvGrpSpPr>
          <p:cNvPr id="2" name="组合 1"/>
          <p:cNvGrpSpPr/>
          <p:nvPr/>
        </p:nvGrpSpPr>
        <p:grpSpPr>
          <a:xfrm>
            <a:off x="6578383" y="1614047"/>
            <a:ext cx="1306513" cy="982663"/>
            <a:chOff x="6578383" y="1614047"/>
            <a:chExt cx="1306513" cy="982663"/>
          </a:xfrm>
        </p:grpSpPr>
        <p:sp>
          <p:nvSpPr>
            <p:cNvPr id="196" name="Line 210"/>
            <p:cNvSpPr>
              <a:spLocks noChangeShapeType="1"/>
            </p:cNvSpPr>
            <p:nvPr/>
          </p:nvSpPr>
          <p:spPr bwMode="auto">
            <a:xfrm flipH="1">
              <a:off x="6795871" y="1887097"/>
              <a:ext cx="334963" cy="242888"/>
            </a:xfrm>
            <a:prstGeom prst="line">
              <a:avLst/>
            </a:prstGeom>
            <a:noFill/>
            <a:ln w="28575">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97" name="Line 211"/>
            <p:cNvSpPr>
              <a:spLocks noChangeShapeType="1"/>
            </p:cNvSpPr>
            <p:nvPr/>
          </p:nvSpPr>
          <p:spPr bwMode="auto">
            <a:xfrm>
              <a:off x="7230846" y="1863285"/>
              <a:ext cx="0" cy="536575"/>
            </a:xfrm>
            <a:prstGeom prst="line">
              <a:avLst/>
            </a:prstGeom>
            <a:noFill/>
            <a:ln w="28575">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98" name="Line 212"/>
            <p:cNvSpPr>
              <a:spLocks noChangeShapeType="1"/>
            </p:cNvSpPr>
            <p:nvPr/>
          </p:nvSpPr>
          <p:spPr bwMode="auto">
            <a:xfrm>
              <a:off x="7280058" y="1885510"/>
              <a:ext cx="274638" cy="388938"/>
            </a:xfrm>
            <a:prstGeom prst="line">
              <a:avLst/>
            </a:prstGeom>
            <a:noFill/>
            <a:ln w="28575">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99" name="Text Box 213"/>
            <p:cNvSpPr txBox="1">
              <a:spLocks noChangeArrowheads="1"/>
            </p:cNvSpPr>
            <p:nvPr/>
          </p:nvSpPr>
          <p:spPr bwMode="auto">
            <a:xfrm>
              <a:off x="6578383" y="1614047"/>
              <a:ext cx="3540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en-US" altLang="zh-CN" sz="2000" b="1" i="1" dirty="0">
                  <a:solidFill>
                    <a:srgbClr val="A50021"/>
                  </a:solidFill>
                  <a:ea typeface="幼圆" pitchFamily="49" charset="-122"/>
                </a:rPr>
                <a:t>T</a:t>
              </a:r>
            </a:p>
          </p:txBody>
        </p:sp>
        <p:sp>
          <p:nvSpPr>
            <p:cNvPr id="200" name="Text Box 214"/>
            <p:cNvSpPr txBox="1">
              <a:spLocks noChangeArrowheads="1"/>
            </p:cNvSpPr>
            <p:nvPr/>
          </p:nvSpPr>
          <p:spPr bwMode="auto">
            <a:xfrm>
              <a:off x="7194333" y="2196660"/>
              <a:ext cx="4127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en-US" altLang="zh-CN" sz="2000" b="1" i="1" dirty="0">
                  <a:solidFill>
                    <a:srgbClr val="A50021"/>
                  </a:solidFill>
                  <a:ea typeface="幼圆" pitchFamily="49" charset="-122"/>
                </a:rPr>
                <a:t>W</a:t>
              </a:r>
            </a:p>
          </p:txBody>
        </p:sp>
        <p:sp>
          <p:nvSpPr>
            <p:cNvPr id="201" name="Text Box 215"/>
            <p:cNvSpPr txBox="1">
              <a:spLocks noChangeArrowheads="1"/>
            </p:cNvSpPr>
            <p:nvPr/>
          </p:nvSpPr>
          <p:spPr bwMode="auto">
            <a:xfrm>
              <a:off x="7516596" y="1912497"/>
              <a:ext cx="3683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en-US" altLang="zh-CN" sz="2000" b="1" i="1" dirty="0">
                  <a:solidFill>
                    <a:srgbClr val="A50021"/>
                  </a:solidFill>
                  <a:ea typeface="幼圆" pitchFamily="49" charset="-122"/>
                </a:rPr>
                <a:t>N</a:t>
              </a:r>
            </a:p>
          </p:txBody>
        </p:sp>
      </p:grpSp>
      <p:grpSp>
        <p:nvGrpSpPr>
          <p:cNvPr id="4" name="组合 3"/>
          <p:cNvGrpSpPr/>
          <p:nvPr/>
        </p:nvGrpSpPr>
        <p:grpSpPr>
          <a:xfrm>
            <a:off x="1235074" y="2667669"/>
            <a:ext cx="4409559" cy="972586"/>
            <a:chOff x="1235074" y="2667669"/>
            <a:chExt cx="4409559" cy="972586"/>
          </a:xfrm>
        </p:grpSpPr>
        <p:graphicFrame>
          <p:nvGraphicFramePr>
            <p:cNvPr id="202" name="Object 23"/>
            <p:cNvGraphicFramePr>
              <a:graphicFrameLocks noChangeAspect="1"/>
            </p:cNvGraphicFramePr>
            <p:nvPr>
              <p:extLst>
                <p:ext uri="{D42A27DB-BD31-4B8C-83A1-F6EECF244321}">
                  <p14:modId xmlns:p14="http://schemas.microsoft.com/office/powerpoint/2010/main" val="1994582611"/>
                </p:ext>
              </p:extLst>
            </p:nvPr>
          </p:nvGraphicFramePr>
          <p:xfrm>
            <a:off x="3493056" y="2745991"/>
            <a:ext cx="1614487" cy="342900"/>
          </p:xfrm>
          <a:graphic>
            <a:graphicData uri="http://schemas.openxmlformats.org/presentationml/2006/ole">
              <mc:AlternateContent xmlns:mc="http://schemas.openxmlformats.org/markup-compatibility/2006">
                <mc:Choice xmlns:v="urn:schemas-microsoft-com:vml" Requires="v">
                  <p:oleObj spid="_x0000_s1749996" name="公式" r:id="rId4" imgW="838080" imgH="177480" progId="Equation.3">
                    <p:embed/>
                  </p:oleObj>
                </mc:Choice>
                <mc:Fallback>
                  <p:oleObj name="公式" r:id="rId4" imgW="838080" imgH="177480" progId="Equation.3">
                    <p:embed/>
                    <p:pic>
                      <p:nvPicPr>
                        <p:cNvPr id="0" name=""/>
                        <p:cNvPicPr>
                          <a:picLocks noChangeAspect="1" noChangeArrowheads="1"/>
                        </p:cNvPicPr>
                        <p:nvPr/>
                      </p:nvPicPr>
                      <p:blipFill>
                        <a:blip r:embed="rId5"/>
                        <a:srcRect/>
                        <a:stretch>
                          <a:fillRect/>
                        </a:stretch>
                      </p:blipFill>
                      <p:spPr bwMode="auto">
                        <a:xfrm>
                          <a:off x="3493056" y="2745991"/>
                          <a:ext cx="1614487" cy="342900"/>
                        </a:xfrm>
                        <a:prstGeom prst="rect">
                          <a:avLst/>
                        </a:prstGeom>
                        <a:noFill/>
                        <a:ln>
                          <a:noFill/>
                        </a:ln>
                        <a:effectLst/>
                      </p:spPr>
                    </p:pic>
                  </p:oleObj>
                </mc:Fallback>
              </mc:AlternateContent>
            </a:graphicData>
          </a:graphic>
        </p:graphicFrame>
        <p:sp>
          <p:nvSpPr>
            <p:cNvPr id="203" name="Text Box 4"/>
            <p:cNvSpPr txBox="1">
              <a:spLocks noChangeArrowheads="1"/>
            </p:cNvSpPr>
            <p:nvPr/>
          </p:nvSpPr>
          <p:spPr bwMode="auto">
            <a:xfrm>
              <a:off x="1235074" y="2667669"/>
              <a:ext cx="2250487"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180975" indent="-180975" eaLnBrk="1" hangingPunct="1">
                <a:lnSpc>
                  <a:spcPct val="100000"/>
                </a:lnSpc>
                <a:buClr>
                  <a:srgbClr val="A50021"/>
                </a:buClr>
                <a:buFont typeface="Arial" panose="020B0604020202020204" pitchFamily="34" charset="0"/>
                <a:buChar char="•"/>
              </a:pPr>
              <a:r>
                <a:rPr lang="zh-CN" altLang="en-US" sz="2200" b="1" dirty="0" smtClean="0">
                  <a:solidFill>
                    <a:srgbClr val="000066"/>
                  </a:solidFill>
                  <a:ea typeface="幼圆" pitchFamily="49" charset="-122"/>
                </a:rPr>
                <a:t>沿坡面滑动力：</a:t>
              </a:r>
              <a:endParaRPr lang="zh-CN" altLang="en-US" sz="2200" b="1" dirty="0">
                <a:solidFill>
                  <a:srgbClr val="000066"/>
                </a:solidFill>
                <a:ea typeface="幼圆" pitchFamily="49" charset="-122"/>
              </a:endParaRPr>
            </a:p>
          </p:txBody>
        </p:sp>
        <p:sp>
          <p:nvSpPr>
            <p:cNvPr id="204" name="Text Box 4"/>
            <p:cNvSpPr txBox="1">
              <a:spLocks noChangeArrowheads="1"/>
            </p:cNvSpPr>
            <p:nvPr/>
          </p:nvSpPr>
          <p:spPr bwMode="auto">
            <a:xfrm>
              <a:off x="1244127" y="3209368"/>
              <a:ext cx="2068221"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180975" indent="-180975" eaLnBrk="1" hangingPunct="1">
                <a:lnSpc>
                  <a:spcPct val="100000"/>
                </a:lnSpc>
                <a:buClr>
                  <a:srgbClr val="A50021"/>
                </a:buClr>
                <a:buFont typeface="Arial" panose="020B0604020202020204" pitchFamily="34" charset="0"/>
                <a:buChar char="•"/>
              </a:pPr>
              <a:r>
                <a:rPr lang="zh-CN" altLang="en-US" sz="2200" b="1" dirty="0" smtClean="0">
                  <a:solidFill>
                    <a:srgbClr val="000066"/>
                  </a:solidFill>
                  <a:ea typeface="幼圆" pitchFamily="49" charset="-122"/>
                </a:rPr>
                <a:t>极限抗滑力：</a:t>
              </a:r>
              <a:endParaRPr lang="zh-CN" altLang="en-US" sz="2200" b="1" dirty="0">
                <a:solidFill>
                  <a:srgbClr val="000066"/>
                </a:solidFill>
                <a:ea typeface="幼圆" pitchFamily="49" charset="-122"/>
              </a:endParaRPr>
            </a:p>
          </p:txBody>
        </p:sp>
        <p:graphicFrame>
          <p:nvGraphicFramePr>
            <p:cNvPr id="205" name="Object 23"/>
            <p:cNvGraphicFramePr>
              <a:graphicFrameLocks noChangeAspect="1"/>
            </p:cNvGraphicFramePr>
            <p:nvPr>
              <p:extLst>
                <p:ext uri="{D42A27DB-BD31-4B8C-83A1-F6EECF244321}">
                  <p14:modId xmlns:p14="http://schemas.microsoft.com/office/powerpoint/2010/main" val="203613196"/>
                </p:ext>
              </p:extLst>
            </p:nvPr>
          </p:nvGraphicFramePr>
          <p:xfrm>
            <a:off x="3222108" y="3246354"/>
            <a:ext cx="2422525" cy="392113"/>
          </p:xfrm>
          <a:graphic>
            <a:graphicData uri="http://schemas.openxmlformats.org/presentationml/2006/ole">
              <mc:AlternateContent xmlns:mc="http://schemas.openxmlformats.org/markup-compatibility/2006">
                <mc:Choice xmlns:v="urn:schemas-microsoft-com:vml" Requires="v">
                  <p:oleObj spid="_x0000_s1749997" name="公式" r:id="rId6" imgW="1257120" imgH="203040" progId="Equation.3">
                    <p:embed/>
                  </p:oleObj>
                </mc:Choice>
                <mc:Fallback>
                  <p:oleObj name="公式" r:id="rId6" imgW="1257120" imgH="203040" progId="Equation.3">
                    <p:embed/>
                    <p:pic>
                      <p:nvPicPr>
                        <p:cNvPr id="0" name=""/>
                        <p:cNvPicPr>
                          <a:picLocks noChangeAspect="1" noChangeArrowheads="1"/>
                        </p:cNvPicPr>
                        <p:nvPr/>
                      </p:nvPicPr>
                      <p:blipFill>
                        <a:blip r:embed="rId7"/>
                        <a:srcRect/>
                        <a:stretch>
                          <a:fillRect/>
                        </a:stretch>
                      </p:blipFill>
                      <p:spPr bwMode="auto">
                        <a:xfrm>
                          <a:off x="3222108" y="3246354"/>
                          <a:ext cx="2422525" cy="392113"/>
                        </a:xfrm>
                        <a:prstGeom prst="rect">
                          <a:avLst/>
                        </a:prstGeom>
                        <a:noFill/>
                        <a:ln>
                          <a:noFill/>
                        </a:ln>
                        <a:effectLst/>
                      </p:spPr>
                    </p:pic>
                  </p:oleObj>
                </mc:Fallback>
              </mc:AlternateContent>
            </a:graphicData>
          </a:graphic>
        </p:graphicFrame>
      </p:grpSp>
      <p:sp>
        <p:nvSpPr>
          <p:cNvPr id="206" name="Text Box 4"/>
          <p:cNvSpPr txBox="1">
            <a:spLocks noChangeArrowheads="1"/>
          </p:cNvSpPr>
          <p:nvPr/>
        </p:nvSpPr>
        <p:spPr bwMode="auto">
          <a:xfrm>
            <a:off x="1577613" y="4040754"/>
            <a:ext cx="1690685" cy="8660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20000"/>
              </a:lnSpc>
              <a:buClr>
                <a:srgbClr val="A50021"/>
              </a:buClr>
            </a:pPr>
            <a:r>
              <a:rPr lang="zh-CN" altLang="en-US" sz="2200" b="1" dirty="0">
                <a:solidFill>
                  <a:srgbClr val="A50021"/>
                </a:solidFill>
                <a:ea typeface="幼圆" pitchFamily="49" charset="-122"/>
              </a:rPr>
              <a:t>抗滑</a:t>
            </a:r>
            <a:r>
              <a:rPr lang="zh-CN" altLang="en-US" sz="2200" b="1" dirty="0" smtClean="0">
                <a:solidFill>
                  <a:srgbClr val="A50021"/>
                </a:solidFill>
                <a:ea typeface="幼圆" pitchFamily="49" charset="-122"/>
              </a:rPr>
              <a:t>稳定安全系数</a:t>
            </a:r>
            <a:r>
              <a:rPr lang="en-US" altLang="zh-CN" sz="2200" b="1" i="1" dirty="0" smtClean="0">
                <a:solidFill>
                  <a:srgbClr val="A50021"/>
                </a:solidFill>
                <a:ea typeface="幼圆" pitchFamily="49" charset="-122"/>
              </a:rPr>
              <a:t>F</a:t>
            </a:r>
            <a:r>
              <a:rPr lang="en-US" altLang="zh-CN" sz="2200" b="1" i="1" baseline="-25000" dirty="0" smtClean="0">
                <a:solidFill>
                  <a:srgbClr val="A50021"/>
                </a:solidFill>
                <a:ea typeface="幼圆" pitchFamily="49" charset="-122"/>
              </a:rPr>
              <a:t>s</a:t>
            </a:r>
            <a:r>
              <a:rPr lang="zh-CN" altLang="en-US" sz="2200" b="1" dirty="0" smtClean="0">
                <a:solidFill>
                  <a:srgbClr val="A50021"/>
                </a:solidFill>
                <a:ea typeface="幼圆" pitchFamily="49" charset="-122"/>
              </a:rPr>
              <a:t>：</a:t>
            </a:r>
            <a:endParaRPr lang="zh-CN" altLang="en-US" sz="2200" b="1" dirty="0">
              <a:solidFill>
                <a:srgbClr val="A50021"/>
              </a:solidFill>
              <a:ea typeface="幼圆" pitchFamily="49" charset="-122"/>
            </a:endParaRPr>
          </a:p>
        </p:txBody>
      </p:sp>
      <p:graphicFrame>
        <p:nvGraphicFramePr>
          <p:cNvPr id="207" name="Object 23"/>
          <p:cNvGraphicFramePr>
            <a:graphicFrameLocks noChangeAspect="1"/>
          </p:cNvGraphicFramePr>
          <p:nvPr>
            <p:extLst>
              <p:ext uri="{D42A27DB-BD31-4B8C-83A1-F6EECF244321}">
                <p14:modId xmlns:p14="http://schemas.microsoft.com/office/powerpoint/2010/main" val="259796813"/>
              </p:ext>
            </p:extLst>
          </p:nvPr>
        </p:nvGraphicFramePr>
        <p:xfrm>
          <a:off x="3385539" y="4032581"/>
          <a:ext cx="4992687" cy="808037"/>
        </p:xfrm>
        <a:graphic>
          <a:graphicData uri="http://schemas.openxmlformats.org/presentationml/2006/ole">
            <mc:AlternateContent xmlns:mc="http://schemas.openxmlformats.org/markup-compatibility/2006">
              <mc:Choice xmlns:v="urn:schemas-microsoft-com:vml" Requires="v">
                <p:oleObj spid="_x0000_s1749998" name="公式" r:id="rId8" imgW="2590560" imgH="419040" progId="Equation.3">
                  <p:embed/>
                </p:oleObj>
              </mc:Choice>
              <mc:Fallback>
                <p:oleObj name="公式" r:id="rId8" imgW="2590560" imgH="419040" progId="Equation.3">
                  <p:embed/>
                  <p:pic>
                    <p:nvPicPr>
                      <p:cNvPr id="0" name=""/>
                      <p:cNvPicPr>
                        <a:picLocks noChangeAspect="1" noChangeArrowheads="1"/>
                      </p:cNvPicPr>
                      <p:nvPr/>
                    </p:nvPicPr>
                    <p:blipFill>
                      <a:blip r:embed="rId9"/>
                      <a:srcRect/>
                      <a:stretch>
                        <a:fillRect/>
                      </a:stretch>
                    </p:blipFill>
                    <p:spPr bwMode="auto">
                      <a:xfrm>
                        <a:off x="3385539" y="4032581"/>
                        <a:ext cx="4992687" cy="808037"/>
                      </a:xfrm>
                      <a:prstGeom prst="rect">
                        <a:avLst/>
                      </a:prstGeom>
                      <a:noFill/>
                      <a:ln>
                        <a:noFill/>
                      </a:ln>
                      <a:effectLst/>
                    </p:spPr>
                  </p:pic>
                </p:oleObj>
              </mc:Fallback>
            </mc:AlternateContent>
          </a:graphicData>
        </a:graphic>
      </p:graphicFrame>
      <p:sp>
        <p:nvSpPr>
          <p:cNvPr id="159" name="Text Box 2"/>
          <p:cNvSpPr txBox="1">
            <a:spLocks noChangeArrowheads="1"/>
          </p:cNvSpPr>
          <p:nvPr/>
        </p:nvSpPr>
        <p:spPr bwMode="auto">
          <a:xfrm>
            <a:off x="2495809" y="5596396"/>
            <a:ext cx="5109101"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gn="ctr" eaLnBrk="1" hangingPunct="1">
              <a:lnSpc>
                <a:spcPct val="100000"/>
              </a:lnSpc>
              <a:spcBef>
                <a:spcPct val="0"/>
              </a:spcBef>
              <a:spcAft>
                <a:spcPct val="0"/>
              </a:spcAft>
            </a:pPr>
            <a:r>
              <a:rPr kumimoji="1" lang="zh-CN" altLang="en-US" sz="4000" b="1" dirty="0">
                <a:solidFill>
                  <a:srgbClr val="000066"/>
                </a:solidFill>
                <a:latin typeface="黑体" pitchFamily="2" charset="-122"/>
                <a:ea typeface="黑体" pitchFamily="2" charset="-122"/>
              </a:rPr>
              <a:t>基于坡面单元的分析</a:t>
            </a:r>
          </a:p>
        </p:txBody>
      </p:sp>
      <p:sp>
        <p:nvSpPr>
          <p:cNvPr id="160" name="Text Box 7"/>
          <p:cNvSpPr txBox="1">
            <a:spLocks noChangeArrowheads="1"/>
          </p:cNvSpPr>
          <p:nvPr/>
        </p:nvSpPr>
        <p:spPr bwMode="auto">
          <a:xfrm>
            <a:off x="-1" y="0"/>
            <a:ext cx="5631255"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1800" b="1" kern="900" spc="130" dirty="0" smtClean="0">
                <a:solidFill>
                  <a:srgbClr val="000066"/>
                </a:solidFill>
                <a:ea typeface="黑体" panose="02010609060101010101" pitchFamily="49" charset="-122"/>
                <a:cs typeface="Times New Roman" panose="02020603050405020304" pitchFamily="18" charset="0"/>
              </a:rPr>
              <a:t>§7.2 </a:t>
            </a:r>
            <a:r>
              <a:rPr lang="zh-CN" altLang="en-US" sz="1800" b="1" kern="900" spc="130" dirty="0">
                <a:solidFill>
                  <a:srgbClr val="000066"/>
                </a:solidFill>
                <a:ea typeface="黑体" panose="02010609060101010101" pitchFamily="49" charset="-122"/>
                <a:cs typeface="Times New Roman" panose="02020603050405020304" pitchFamily="18" charset="0"/>
              </a:rPr>
              <a:t>无黏性土坡的稳定</a:t>
            </a:r>
            <a:r>
              <a:rPr lang="zh-CN" altLang="en-US" sz="1800" b="1" kern="900" spc="130" dirty="0" smtClean="0">
                <a:solidFill>
                  <a:srgbClr val="000066"/>
                </a:solidFill>
                <a:ea typeface="黑体" panose="02010609060101010101" pitchFamily="49" charset="-122"/>
                <a:cs typeface="Times New Roman" panose="02020603050405020304" pitchFamily="18" charset="0"/>
              </a:rPr>
              <a:t>分析 </a:t>
            </a:r>
            <a:r>
              <a:rPr lang="en-US" altLang="zh-CN" sz="1800" b="1" kern="900" spc="130" dirty="0" smtClean="0">
                <a:solidFill>
                  <a:srgbClr val="000066"/>
                </a:solidFill>
                <a:ea typeface="黑体" panose="02010609060101010101" pitchFamily="49" charset="-122"/>
                <a:cs typeface="Times New Roman" panose="02020603050405020304" pitchFamily="18" charset="0"/>
              </a:rPr>
              <a:t>– </a:t>
            </a:r>
            <a:r>
              <a:rPr lang="zh-CN" altLang="en-US" sz="1800" b="1" kern="900" spc="130" dirty="0" smtClean="0">
                <a:solidFill>
                  <a:srgbClr val="000066"/>
                </a:solidFill>
                <a:ea typeface="黑体" panose="02010609060101010101" pitchFamily="49" charset="-122"/>
                <a:cs typeface="Times New Roman" panose="02020603050405020304" pitchFamily="18" charset="0"/>
              </a:rPr>
              <a:t>基于坡面单元分析</a:t>
            </a:r>
            <a:endParaRPr lang="zh-CN" altLang="en-US" sz="1800" b="1" kern="900" spc="130" dirty="0">
              <a:solidFill>
                <a:srgbClr val="000066"/>
              </a:solidFill>
              <a:ea typeface="黑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3464657333"/>
      </p:ext>
    </p:extLst>
  </p:cSld>
  <p:clrMapOvr>
    <a:masterClrMapping/>
  </p:clrMapOvr>
  <p:transition spd="med">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grpId="0" nodeType="after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500"/>
                                        <p:tgtEl>
                                          <p:spTgt spid="15"/>
                                        </p:tgtEl>
                                        <p:attrNameLst>
                                          <p:attrName>ppt_x</p:attrName>
                                        </p:attrNameLst>
                                      </p:cBhvr>
                                      <p:tavLst>
                                        <p:tav tm="0">
                                          <p:val>
                                            <p:strVal val="#ppt_x-#ppt_w*1.125000"/>
                                          </p:val>
                                        </p:tav>
                                        <p:tav tm="100000">
                                          <p:val>
                                            <p:strVal val="#ppt_x"/>
                                          </p:val>
                                        </p:tav>
                                      </p:tavLst>
                                    </p:anim>
                                    <p:animEffect transition="in" filter="wipe(right)">
                                      <p:cBhvr>
                                        <p:cTn id="8" dur="500"/>
                                        <p:tgtEl>
                                          <p:spTgt spid="15"/>
                                        </p:tgtEl>
                                      </p:cBhvr>
                                    </p:animEffect>
                                  </p:childTnLst>
                                </p:cTn>
                              </p:par>
                            </p:childTnLst>
                          </p:cTn>
                        </p:par>
                        <p:par>
                          <p:cTn id="9" fill="hold">
                            <p:stCondLst>
                              <p:cond delay="500"/>
                            </p:stCondLst>
                            <p:childTnLst>
                              <p:par>
                                <p:cTn id="10" presetID="22" presetClass="entr" presetSubtype="8" fill="hold" nodeType="after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repeatCount="4000" fill="hold" grpId="0" nodeType="clickEffect">
                                  <p:stCondLst>
                                    <p:cond delay="0"/>
                                  </p:stCondLst>
                                  <p:childTnLst>
                                    <p:set>
                                      <p:cBhvr>
                                        <p:cTn id="16" dur="1" fill="hold">
                                          <p:stCondLst>
                                            <p:cond delay="0"/>
                                          </p:stCondLst>
                                        </p:cTn>
                                        <p:tgtEl>
                                          <p:spTgt spid="195"/>
                                        </p:tgtEl>
                                        <p:attrNameLst>
                                          <p:attrName>style.visibility</p:attrName>
                                        </p:attrNameLst>
                                      </p:cBhvr>
                                      <p:to>
                                        <p:strVal val="visible"/>
                                      </p:to>
                                    </p:set>
                                    <p:animEffect transition="in" filter="wipe(down)">
                                      <p:cBhvr>
                                        <p:cTn id="17" dur="500"/>
                                        <p:tgtEl>
                                          <p:spTgt spid="195"/>
                                        </p:tgtEl>
                                      </p:cBhvr>
                                    </p:animEffect>
                                  </p:childTnLst>
                                </p:cTn>
                              </p:par>
                            </p:childTnLst>
                          </p:cTn>
                        </p:par>
                        <p:par>
                          <p:cTn id="18" fill="hold">
                            <p:stCondLst>
                              <p:cond delay="2000"/>
                            </p:stCondLst>
                            <p:childTnLst>
                              <p:par>
                                <p:cTn id="19" presetID="22" presetClass="entr" presetSubtype="8" fill="hold" nodeType="afterEffect">
                                  <p:stCondLst>
                                    <p:cond delay="0"/>
                                  </p:stCondLst>
                                  <p:childTnLst>
                                    <p:set>
                                      <p:cBhvr>
                                        <p:cTn id="20" dur="1" fill="hold">
                                          <p:stCondLst>
                                            <p:cond delay="0"/>
                                          </p:stCondLst>
                                        </p:cTn>
                                        <p:tgtEl>
                                          <p:spTgt spid="2"/>
                                        </p:tgtEl>
                                        <p:attrNameLst>
                                          <p:attrName>style.visibility</p:attrName>
                                        </p:attrNameLst>
                                      </p:cBhvr>
                                      <p:to>
                                        <p:strVal val="visible"/>
                                      </p:to>
                                    </p:set>
                                    <p:animEffect transition="in" filter="wipe(left)">
                                      <p:cBhvr>
                                        <p:cTn id="21" dur="1000"/>
                                        <p:tgtEl>
                                          <p:spTgt spid="2"/>
                                        </p:tgtEl>
                                      </p:cBhvr>
                                    </p:animEffect>
                                  </p:childTnLst>
                                </p:cTn>
                              </p:par>
                            </p:childTnLst>
                          </p:cTn>
                        </p:par>
                        <p:par>
                          <p:cTn id="22" fill="hold">
                            <p:stCondLst>
                              <p:cond delay="3000"/>
                            </p:stCondLst>
                            <p:childTnLst>
                              <p:par>
                                <p:cTn id="23" presetID="22" presetClass="entr" presetSubtype="8" fill="hold" nodeType="afterEffect">
                                  <p:stCondLst>
                                    <p:cond delay="0"/>
                                  </p:stCondLst>
                                  <p:childTnLst>
                                    <p:set>
                                      <p:cBhvr>
                                        <p:cTn id="24" dur="1" fill="hold">
                                          <p:stCondLst>
                                            <p:cond delay="0"/>
                                          </p:stCondLst>
                                        </p:cTn>
                                        <p:tgtEl>
                                          <p:spTgt spid="4"/>
                                        </p:tgtEl>
                                        <p:attrNameLst>
                                          <p:attrName>style.visibility</p:attrName>
                                        </p:attrNameLst>
                                      </p:cBhvr>
                                      <p:to>
                                        <p:strVal val="visible"/>
                                      </p:to>
                                    </p:set>
                                    <p:animEffect transition="in" filter="wipe(left)">
                                      <p:cBhvr>
                                        <p:cTn id="25" dur="1000"/>
                                        <p:tgtEl>
                                          <p:spTgt spid="4"/>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82"/>
                                        </p:tgtEl>
                                        <p:attrNameLst>
                                          <p:attrName>style.visibility</p:attrName>
                                        </p:attrNameLst>
                                      </p:cBhvr>
                                      <p:to>
                                        <p:strVal val="visible"/>
                                      </p:to>
                                    </p:set>
                                    <p:animEffect transition="in" filter="wipe(left)">
                                      <p:cBhvr>
                                        <p:cTn id="30" dur="1000"/>
                                        <p:tgtEl>
                                          <p:spTgt spid="82"/>
                                        </p:tgtEl>
                                      </p:cBhvr>
                                    </p:animEffect>
                                  </p:childTnLst>
                                </p:cTn>
                              </p:par>
                            </p:childTnLst>
                          </p:cTn>
                        </p:par>
                        <p:par>
                          <p:cTn id="31" fill="hold">
                            <p:stCondLst>
                              <p:cond delay="1000"/>
                            </p:stCondLst>
                            <p:childTnLst>
                              <p:par>
                                <p:cTn id="32" presetID="22" presetClass="entr" presetSubtype="8" fill="hold" grpId="0" nodeType="afterEffect">
                                  <p:stCondLst>
                                    <p:cond delay="0"/>
                                  </p:stCondLst>
                                  <p:childTnLst>
                                    <p:set>
                                      <p:cBhvr>
                                        <p:cTn id="33" dur="1" fill="hold">
                                          <p:stCondLst>
                                            <p:cond delay="0"/>
                                          </p:stCondLst>
                                        </p:cTn>
                                        <p:tgtEl>
                                          <p:spTgt spid="206"/>
                                        </p:tgtEl>
                                        <p:attrNameLst>
                                          <p:attrName>style.visibility</p:attrName>
                                        </p:attrNameLst>
                                      </p:cBhvr>
                                      <p:to>
                                        <p:strVal val="visible"/>
                                      </p:to>
                                    </p:set>
                                    <p:animEffect transition="in" filter="wipe(left)">
                                      <p:cBhvr>
                                        <p:cTn id="34" dur="500"/>
                                        <p:tgtEl>
                                          <p:spTgt spid="206"/>
                                        </p:tgtEl>
                                      </p:cBhvr>
                                    </p:animEffect>
                                  </p:childTnLst>
                                </p:cTn>
                              </p:par>
                            </p:childTnLst>
                          </p:cTn>
                        </p:par>
                        <p:par>
                          <p:cTn id="35" fill="hold">
                            <p:stCondLst>
                              <p:cond delay="1500"/>
                            </p:stCondLst>
                            <p:childTnLst>
                              <p:par>
                                <p:cTn id="36" presetID="22" presetClass="entr" presetSubtype="8" fill="hold" nodeType="afterEffect">
                                  <p:stCondLst>
                                    <p:cond delay="0"/>
                                  </p:stCondLst>
                                  <p:childTnLst>
                                    <p:set>
                                      <p:cBhvr>
                                        <p:cTn id="37" dur="1" fill="hold">
                                          <p:stCondLst>
                                            <p:cond delay="0"/>
                                          </p:stCondLst>
                                        </p:cTn>
                                        <p:tgtEl>
                                          <p:spTgt spid="207"/>
                                        </p:tgtEl>
                                        <p:attrNameLst>
                                          <p:attrName>style.visibility</p:attrName>
                                        </p:attrNameLst>
                                      </p:cBhvr>
                                      <p:to>
                                        <p:strVal val="visible"/>
                                      </p:to>
                                    </p:set>
                                    <p:animEffect transition="in" filter="wipe(left)">
                                      <p:cBhvr>
                                        <p:cTn id="38" dur="1000"/>
                                        <p:tgtEl>
                                          <p:spTgt spid="2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82" grpId="0" animBg="1"/>
      <p:bldP spid="195" grpId="0" animBg="1"/>
      <p:bldP spid="206"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24</a:t>
            </a:fld>
            <a:endParaRPr lang="zh-CN" altLang="en-US" dirty="0">
              <a:solidFill>
                <a:srgbClr val="C00000"/>
              </a:solidFill>
            </a:endParaRPr>
          </a:p>
        </p:txBody>
      </p:sp>
      <p:sp>
        <p:nvSpPr>
          <p:cNvPr id="82" name="AutoShape 5"/>
          <p:cNvSpPr>
            <a:spLocks noChangeArrowheads="1"/>
          </p:cNvSpPr>
          <p:nvPr/>
        </p:nvSpPr>
        <p:spPr bwMode="auto">
          <a:xfrm>
            <a:off x="1162657" y="3140612"/>
            <a:ext cx="466960" cy="457665"/>
          </a:xfrm>
          <a:prstGeom prst="homePlate">
            <a:avLst>
              <a:gd name="adj" fmla="val 33632"/>
            </a:avLst>
          </a:prstGeom>
          <a:solidFill>
            <a:schemeClr val="accent2"/>
          </a:solidFill>
          <a:ln w="9525">
            <a:solidFill>
              <a:schemeClr val="tx1"/>
            </a:solidFill>
            <a:miter lim="800000"/>
            <a:headEnd/>
            <a:tailEnd/>
          </a:ln>
        </p:spPr>
        <p:txBody>
          <a:bodyPr anchor="ctr"/>
          <a:lstStyle/>
          <a:p>
            <a:endParaRPr lang="zh-CN" altLang="en-US"/>
          </a:p>
        </p:txBody>
      </p:sp>
      <p:sp>
        <p:nvSpPr>
          <p:cNvPr id="206" name="Text Box 4"/>
          <p:cNvSpPr txBox="1">
            <a:spLocks noChangeArrowheads="1"/>
          </p:cNvSpPr>
          <p:nvPr/>
        </p:nvSpPr>
        <p:spPr bwMode="auto">
          <a:xfrm>
            <a:off x="728105" y="1200613"/>
            <a:ext cx="2929495" cy="4985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342900" indent="-342900" eaLnBrk="1" hangingPunct="1">
              <a:lnSpc>
                <a:spcPct val="120000"/>
              </a:lnSpc>
              <a:buClr>
                <a:srgbClr val="A50021"/>
              </a:buClr>
              <a:buSzPct val="100000"/>
              <a:buFont typeface="Wingdings" panose="05000000000000000000" pitchFamily="2" charset="2"/>
              <a:buChar char="Ø"/>
            </a:pPr>
            <a:r>
              <a:rPr lang="zh-CN" altLang="en-US" sz="2200" b="1" dirty="0">
                <a:solidFill>
                  <a:srgbClr val="000066"/>
                </a:solidFill>
                <a:ea typeface="幼圆" pitchFamily="49" charset="-122"/>
              </a:rPr>
              <a:t>抗滑</a:t>
            </a:r>
            <a:r>
              <a:rPr lang="zh-CN" altLang="en-US" sz="2200" b="1" dirty="0" smtClean="0">
                <a:solidFill>
                  <a:srgbClr val="000066"/>
                </a:solidFill>
                <a:ea typeface="幼圆" pitchFamily="49" charset="-122"/>
              </a:rPr>
              <a:t>稳定安全系数</a:t>
            </a:r>
            <a:endParaRPr lang="zh-CN" altLang="en-US" sz="2200" b="1" dirty="0">
              <a:solidFill>
                <a:srgbClr val="000066"/>
              </a:solidFill>
              <a:ea typeface="幼圆" pitchFamily="49" charset="-122"/>
            </a:endParaRPr>
          </a:p>
        </p:txBody>
      </p:sp>
      <p:graphicFrame>
        <p:nvGraphicFramePr>
          <p:cNvPr id="207" name="Object 23"/>
          <p:cNvGraphicFramePr>
            <a:graphicFrameLocks noChangeAspect="1"/>
          </p:cNvGraphicFramePr>
          <p:nvPr>
            <p:extLst>
              <p:ext uri="{D42A27DB-BD31-4B8C-83A1-F6EECF244321}">
                <p14:modId xmlns:p14="http://schemas.microsoft.com/office/powerpoint/2010/main" val="1749585084"/>
              </p:ext>
            </p:extLst>
          </p:nvPr>
        </p:nvGraphicFramePr>
        <p:xfrm>
          <a:off x="3649333" y="1014903"/>
          <a:ext cx="1370013" cy="784225"/>
        </p:xfrm>
        <a:graphic>
          <a:graphicData uri="http://schemas.openxmlformats.org/presentationml/2006/ole">
            <mc:AlternateContent xmlns:mc="http://schemas.openxmlformats.org/markup-compatibility/2006">
              <mc:Choice xmlns:v="urn:schemas-microsoft-com:vml" Requires="v">
                <p:oleObj spid="_x0000_s1750356" name="公式" r:id="rId4" imgW="711000" imgH="406080" progId="Equation.3">
                  <p:embed/>
                </p:oleObj>
              </mc:Choice>
              <mc:Fallback>
                <p:oleObj name="公式" r:id="rId4" imgW="711000" imgH="406080" progId="Equation.3">
                  <p:embed/>
                  <p:pic>
                    <p:nvPicPr>
                      <p:cNvPr id="0" name=""/>
                      <p:cNvPicPr>
                        <a:picLocks noChangeAspect="1" noChangeArrowheads="1"/>
                      </p:cNvPicPr>
                      <p:nvPr/>
                    </p:nvPicPr>
                    <p:blipFill>
                      <a:blip r:embed="rId5"/>
                      <a:srcRect/>
                      <a:stretch>
                        <a:fillRect/>
                      </a:stretch>
                    </p:blipFill>
                    <p:spPr bwMode="auto">
                      <a:xfrm>
                        <a:off x="3649333" y="1014903"/>
                        <a:ext cx="1370013" cy="784225"/>
                      </a:xfrm>
                      <a:prstGeom prst="rect">
                        <a:avLst/>
                      </a:prstGeom>
                      <a:noFill/>
                      <a:ln>
                        <a:noFill/>
                      </a:ln>
                      <a:effectLst/>
                    </p:spPr>
                  </p:pic>
                </p:oleObj>
              </mc:Fallback>
            </mc:AlternateContent>
          </a:graphicData>
        </a:graphic>
      </p:graphicFrame>
      <p:sp>
        <p:nvSpPr>
          <p:cNvPr id="208" name="Text Box 7"/>
          <p:cNvSpPr txBox="1">
            <a:spLocks noChangeArrowheads="1"/>
          </p:cNvSpPr>
          <p:nvPr/>
        </p:nvSpPr>
        <p:spPr bwMode="auto">
          <a:xfrm>
            <a:off x="-1" y="0"/>
            <a:ext cx="5631255"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1800" b="1" kern="900" spc="130" dirty="0" smtClean="0">
                <a:solidFill>
                  <a:srgbClr val="000066"/>
                </a:solidFill>
                <a:ea typeface="黑体" panose="02010609060101010101" pitchFamily="49" charset="-122"/>
                <a:cs typeface="Times New Roman" panose="02020603050405020304" pitchFamily="18" charset="0"/>
              </a:rPr>
              <a:t>§7.2 </a:t>
            </a:r>
            <a:r>
              <a:rPr lang="zh-CN" altLang="en-US" sz="1800" b="1" kern="900" spc="130" dirty="0">
                <a:solidFill>
                  <a:srgbClr val="000066"/>
                </a:solidFill>
                <a:ea typeface="黑体" panose="02010609060101010101" pitchFamily="49" charset="-122"/>
                <a:cs typeface="Times New Roman" panose="02020603050405020304" pitchFamily="18" charset="0"/>
              </a:rPr>
              <a:t>无黏性土坡的稳定</a:t>
            </a:r>
            <a:r>
              <a:rPr lang="zh-CN" altLang="en-US" sz="1800" b="1" kern="900" spc="130" dirty="0" smtClean="0">
                <a:solidFill>
                  <a:srgbClr val="000066"/>
                </a:solidFill>
                <a:ea typeface="黑体" panose="02010609060101010101" pitchFamily="49" charset="-122"/>
                <a:cs typeface="Times New Roman" panose="02020603050405020304" pitchFamily="18" charset="0"/>
              </a:rPr>
              <a:t>分析 </a:t>
            </a:r>
            <a:r>
              <a:rPr lang="en-US" altLang="zh-CN" sz="1800" b="1" kern="900" spc="130" dirty="0" smtClean="0">
                <a:solidFill>
                  <a:srgbClr val="000066"/>
                </a:solidFill>
                <a:ea typeface="黑体" panose="02010609060101010101" pitchFamily="49" charset="-122"/>
                <a:cs typeface="Times New Roman" panose="02020603050405020304" pitchFamily="18" charset="0"/>
              </a:rPr>
              <a:t>– </a:t>
            </a:r>
            <a:r>
              <a:rPr lang="zh-CN" altLang="en-US" sz="1800" b="1" kern="900" spc="130" dirty="0" smtClean="0">
                <a:solidFill>
                  <a:srgbClr val="000066"/>
                </a:solidFill>
                <a:ea typeface="黑体" panose="02010609060101010101" pitchFamily="49" charset="-122"/>
                <a:cs typeface="Times New Roman" panose="02020603050405020304" pitchFamily="18" charset="0"/>
              </a:rPr>
              <a:t>基于坡面单元分析</a:t>
            </a:r>
            <a:endParaRPr lang="zh-CN" altLang="en-US" sz="1800" b="1" kern="900" spc="130" dirty="0">
              <a:solidFill>
                <a:srgbClr val="000066"/>
              </a:solidFill>
              <a:ea typeface="黑体" panose="02010609060101010101" pitchFamily="49" charset="-122"/>
              <a:cs typeface="Times New Roman" panose="02020603050405020304" pitchFamily="18" charset="0"/>
            </a:endParaRPr>
          </a:p>
        </p:txBody>
      </p:sp>
      <p:sp>
        <p:nvSpPr>
          <p:cNvPr id="159" name="Text Box 7"/>
          <p:cNvSpPr txBox="1">
            <a:spLocks noChangeArrowheads="1"/>
          </p:cNvSpPr>
          <p:nvPr/>
        </p:nvSpPr>
        <p:spPr bwMode="auto">
          <a:xfrm>
            <a:off x="825921" y="1861123"/>
            <a:ext cx="4651425" cy="1117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spAutoFit/>
          </a:bodyPr>
          <a:lstStyle>
            <a:lvl1pPr marL="365125" indent="-365125"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342900" indent="-342900" eaLnBrk="1" hangingPunct="1">
              <a:lnSpc>
                <a:spcPct val="110000"/>
              </a:lnSpc>
              <a:spcBef>
                <a:spcPts val="200"/>
              </a:spcBef>
              <a:spcAft>
                <a:spcPts val="200"/>
              </a:spcAft>
              <a:buClr>
                <a:srgbClr val="A50021"/>
              </a:buClr>
              <a:buFont typeface="Wingdings" panose="05000000000000000000" pitchFamily="2" charset="2"/>
              <a:buChar char="Ø"/>
            </a:pPr>
            <a:r>
              <a:rPr lang="zh-CN" altLang="en-US" sz="2200" b="1" dirty="0" smtClean="0">
                <a:solidFill>
                  <a:srgbClr val="000066"/>
                </a:solidFill>
                <a:latin typeface="幼圆" pitchFamily="49" charset="-122"/>
                <a:ea typeface="幼圆" pitchFamily="49" charset="-122"/>
              </a:rPr>
              <a:t>坡面内部滑动面的</a:t>
            </a:r>
            <a:r>
              <a:rPr lang="zh-CN" altLang="en-US" sz="2200" b="1" dirty="0">
                <a:solidFill>
                  <a:srgbClr val="000066"/>
                </a:solidFill>
                <a:latin typeface="幼圆" pitchFamily="49" charset="-122"/>
                <a:ea typeface="幼圆" pitchFamily="49" charset="-122"/>
              </a:rPr>
              <a:t>安全系数</a:t>
            </a:r>
            <a:r>
              <a:rPr lang="zh-CN" altLang="en-US" sz="2200" b="1" dirty="0" smtClean="0">
                <a:solidFill>
                  <a:srgbClr val="000066"/>
                </a:solidFill>
                <a:latin typeface="幼圆" pitchFamily="49" charset="-122"/>
                <a:ea typeface="幼圆" pitchFamily="49" charset="-122"/>
              </a:rPr>
              <a:t>均大于坡面处的</a:t>
            </a:r>
            <a:r>
              <a:rPr lang="zh-CN" altLang="en-US" sz="2200" b="1" dirty="0">
                <a:solidFill>
                  <a:srgbClr val="000066"/>
                </a:solidFill>
                <a:latin typeface="幼圆" pitchFamily="49" charset="-122"/>
                <a:ea typeface="幼圆" pitchFamily="49" charset="-122"/>
              </a:rPr>
              <a:t>安全系数</a:t>
            </a:r>
            <a:r>
              <a:rPr lang="zh-CN" altLang="en-US" sz="2200" b="1" dirty="0" smtClean="0">
                <a:solidFill>
                  <a:srgbClr val="000066"/>
                </a:solidFill>
                <a:latin typeface="幼圆" pitchFamily="49" charset="-122"/>
                <a:ea typeface="幼圆" pitchFamily="49" charset="-122"/>
              </a:rPr>
              <a:t>，上式也代表了整个边坡的安全度</a:t>
            </a:r>
            <a:endParaRPr lang="zh-CN" altLang="en-US" sz="2200" b="1" dirty="0">
              <a:solidFill>
                <a:srgbClr val="000066"/>
              </a:solidFill>
              <a:latin typeface="幼圆" pitchFamily="49" charset="-122"/>
              <a:ea typeface="幼圆" pitchFamily="49" charset="-122"/>
            </a:endParaRPr>
          </a:p>
        </p:txBody>
      </p:sp>
      <p:grpSp>
        <p:nvGrpSpPr>
          <p:cNvPr id="2" name="组合 1"/>
          <p:cNvGrpSpPr/>
          <p:nvPr/>
        </p:nvGrpSpPr>
        <p:grpSpPr>
          <a:xfrm>
            <a:off x="5922090" y="876851"/>
            <a:ext cx="3027114" cy="2259918"/>
            <a:chOff x="5883252" y="1045969"/>
            <a:chExt cx="3027114" cy="2259918"/>
          </a:xfrm>
        </p:grpSpPr>
        <p:grpSp>
          <p:nvGrpSpPr>
            <p:cNvPr id="87" name="组合 86"/>
            <p:cNvGrpSpPr/>
            <p:nvPr/>
          </p:nvGrpSpPr>
          <p:grpSpPr>
            <a:xfrm>
              <a:off x="6062638" y="1827924"/>
              <a:ext cx="2695575" cy="1355725"/>
              <a:chOff x="527050" y="1655763"/>
              <a:chExt cx="2695575" cy="1355725"/>
            </a:xfrm>
          </p:grpSpPr>
          <p:sp>
            <p:nvSpPr>
              <p:cNvPr id="88" name="Freeform 106"/>
              <p:cNvSpPr>
                <a:spLocks/>
              </p:cNvSpPr>
              <p:nvPr/>
            </p:nvSpPr>
            <p:spPr bwMode="auto">
              <a:xfrm>
                <a:off x="527050" y="1655763"/>
                <a:ext cx="2695575" cy="1355725"/>
              </a:xfrm>
              <a:custGeom>
                <a:avLst/>
                <a:gdLst>
                  <a:gd name="T0" fmla="*/ 0 w 1698"/>
                  <a:gd name="T1" fmla="*/ 850 h 854"/>
                  <a:gd name="T2" fmla="*/ 22 w 1698"/>
                  <a:gd name="T3" fmla="*/ 835 h 854"/>
                  <a:gd name="T4" fmla="*/ 50 w 1698"/>
                  <a:gd name="T5" fmla="*/ 821 h 854"/>
                  <a:gd name="T6" fmla="*/ 77 w 1698"/>
                  <a:gd name="T7" fmla="*/ 807 h 854"/>
                  <a:gd name="T8" fmla="*/ 96 w 1698"/>
                  <a:gd name="T9" fmla="*/ 787 h 854"/>
                  <a:gd name="T10" fmla="*/ 118 w 1698"/>
                  <a:gd name="T11" fmla="*/ 768 h 854"/>
                  <a:gd name="T12" fmla="*/ 137 w 1698"/>
                  <a:gd name="T13" fmla="*/ 754 h 854"/>
                  <a:gd name="T14" fmla="*/ 166 w 1698"/>
                  <a:gd name="T15" fmla="*/ 742 h 854"/>
                  <a:gd name="T16" fmla="*/ 197 w 1698"/>
                  <a:gd name="T17" fmla="*/ 720 h 854"/>
                  <a:gd name="T18" fmla="*/ 242 w 1698"/>
                  <a:gd name="T19" fmla="*/ 701 h 854"/>
                  <a:gd name="T20" fmla="*/ 278 w 1698"/>
                  <a:gd name="T21" fmla="*/ 672 h 854"/>
                  <a:gd name="T22" fmla="*/ 317 w 1698"/>
                  <a:gd name="T23" fmla="*/ 648 h 854"/>
                  <a:gd name="T24" fmla="*/ 346 w 1698"/>
                  <a:gd name="T25" fmla="*/ 627 h 854"/>
                  <a:gd name="T26" fmla="*/ 386 w 1698"/>
                  <a:gd name="T27" fmla="*/ 598 h 854"/>
                  <a:gd name="T28" fmla="*/ 394 w 1698"/>
                  <a:gd name="T29" fmla="*/ 579 h 854"/>
                  <a:gd name="T30" fmla="*/ 422 w 1698"/>
                  <a:gd name="T31" fmla="*/ 547 h 854"/>
                  <a:gd name="T32" fmla="*/ 461 w 1698"/>
                  <a:gd name="T33" fmla="*/ 521 h 854"/>
                  <a:gd name="T34" fmla="*/ 521 w 1698"/>
                  <a:gd name="T35" fmla="*/ 483 h 854"/>
                  <a:gd name="T36" fmla="*/ 545 w 1698"/>
                  <a:gd name="T37" fmla="*/ 459 h 854"/>
                  <a:gd name="T38" fmla="*/ 566 w 1698"/>
                  <a:gd name="T39" fmla="*/ 432 h 854"/>
                  <a:gd name="T40" fmla="*/ 605 w 1698"/>
                  <a:gd name="T41" fmla="*/ 423 h 854"/>
                  <a:gd name="T42" fmla="*/ 646 w 1698"/>
                  <a:gd name="T43" fmla="*/ 394 h 854"/>
                  <a:gd name="T44" fmla="*/ 679 w 1698"/>
                  <a:gd name="T45" fmla="*/ 372 h 854"/>
                  <a:gd name="T46" fmla="*/ 708 w 1698"/>
                  <a:gd name="T47" fmla="*/ 346 h 854"/>
                  <a:gd name="T48" fmla="*/ 749 w 1698"/>
                  <a:gd name="T49" fmla="*/ 319 h 854"/>
                  <a:gd name="T50" fmla="*/ 792 w 1698"/>
                  <a:gd name="T51" fmla="*/ 283 h 854"/>
                  <a:gd name="T52" fmla="*/ 828 w 1698"/>
                  <a:gd name="T53" fmla="*/ 267 h 854"/>
                  <a:gd name="T54" fmla="*/ 871 w 1698"/>
                  <a:gd name="T55" fmla="*/ 226 h 854"/>
                  <a:gd name="T56" fmla="*/ 907 w 1698"/>
                  <a:gd name="T57" fmla="*/ 202 h 854"/>
                  <a:gd name="T58" fmla="*/ 950 w 1698"/>
                  <a:gd name="T59" fmla="*/ 173 h 854"/>
                  <a:gd name="T60" fmla="*/ 984 w 1698"/>
                  <a:gd name="T61" fmla="*/ 151 h 854"/>
                  <a:gd name="T62" fmla="*/ 1022 w 1698"/>
                  <a:gd name="T63" fmla="*/ 132 h 854"/>
                  <a:gd name="T64" fmla="*/ 1066 w 1698"/>
                  <a:gd name="T65" fmla="*/ 91 h 854"/>
                  <a:gd name="T66" fmla="*/ 1123 w 1698"/>
                  <a:gd name="T67" fmla="*/ 58 h 854"/>
                  <a:gd name="T68" fmla="*/ 1154 w 1698"/>
                  <a:gd name="T69" fmla="*/ 29 h 854"/>
                  <a:gd name="T70" fmla="*/ 1190 w 1698"/>
                  <a:gd name="T71" fmla="*/ 5 h 854"/>
                  <a:gd name="T72" fmla="*/ 1229 w 1698"/>
                  <a:gd name="T73" fmla="*/ 5 h 854"/>
                  <a:gd name="T74" fmla="*/ 1286 w 1698"/>
                  <a:gd name="T75" fmla="*/ 0 h 854"/>
                  <a:gd name="T76" fmla="*/ 1327 w 1698"/>
                  <a:gd name="T77" fmla="*/ 3 h 854"/>
                  <a:gd name="T78" fmla="*/ 1354 w 1698"/>
                  <a:gd name="T79" fmla="*/ 12 h 854"/>
                  <a:gd name="T80" fmla="*/ 1390 w 1698"/>
                  <a:gd name="T81" fmla="*/ 43 h 854"/>
                  <a:gd name="T82" fmla="*/ 1450 w 1698"/>
                  <a:gd name="T83" fmla="*/ 96 h 854"/>
                  <a:gd name="T84" fmla="*/ 1488 w 1698"/>
                  <a:gd name="T85" fmla="*/ 123 h 854"/>
                  <a:gd name="T86" fmla="*/ 1522 w 1698"/>
                  <a:gd name="T87" fmla="*/ 159 h 854"/>
                  <a:gd name="T88" fmla="*/ 1565 w 1698"/>
                  <a:gd name="T89" fmla="*/ 195 h 854"/>
                  <a:gd name="T90" fmla="*/ 1606 w 1698"/>
                  <a:gd name="T91" fmla="*/ 226 h 854"/>
                  <a:gd name="T92" fmla="*/ 1632 w 1698"/>
                  <a:gd name="T93" fmla="*/ 264 h 854"/>
                  <a:gd name="T94" fmla="*/ 1670 w 1698"/>
                  <a:gd name="T95" fmla="*/ 278 h 854"/>
                  <a:gd name="T96" fmla="*/ 1694 w 1698"/>
                  <a:gd name="T97" fmla="*/ 302 h 854"/>
                  <a:gd name="T98" fmla="*/ 1697 w 1698"/>
                  <a:gd name="T99" fmla="*/ 365 h 854"/>
                  <a:gd name="T100" fmla="*/ 1697 w 1698"/>
                  <a:gd name="T101" fmla="*/ 854 h 854"/>
                  <a:gd name="T102" fmla="*/ 0 w 1698"/>
                  <a:gd name="T103" fmla="*/ 850 h 854"/>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1698"/>
                  <a:gd name="T157" fmla="*/ 0 h 854"/>
                  <a:gd name="T158" fmla="*/ 1698 w 1698"/>
                  <a:gd name="T159" fmla="*/ 854 h 854"/>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1698" h="854">
                    <a:moveTo>
                      <a:pt x="0" y="850"/>
                    </a:moveTo>
                    <a:cubicBezTo>
                      <a:pt x="7" y="845"/>
                      <a:pt x="14" y="840"/>
                      <a:pt x="22" y="835"/>
                    </a:cubicBezTo>
                    <a:cubicBezTo>
                      <a:pt x="30" y="830"/>
                      <a:pt x="41" y="826"/>
                      <a:pt x="50" y="821"/>
                    </a:cubicBezTo>
                    <a:cubicBezTo>
                      <a:pt x="59" y="816"/>
                      <a:pt x="69" y="813"/>
                      <a:pt x="77" y="807"/>
                    </a:cubicBezTo>
                    <a:cubicBezTo>
                      <a:pt x="85" y="801"/>
                      <a:pt x="89" y="793"/>
                      <a:pt x="96" y="787"/>
                    </a:cubicBezTo>
                    <a:cubicBezTo>
                      <a:pt x="103" y="781"/>
                      <a:pt x="111" y="773"/>
                      <a:pt x="118" y="768"/>
                    </a:cubicBezTo>
                    <a:cubicBezTo>
                      <a:pt x="125" y="763"/>
                      <a:pt x="129" y="758"/>
                      <a:pt x="137" y="754"/>
                    </a:cubicBezTo>
                    <a:cubicBezTo>
                      <a:pt x="145" y="750"/>
                      <a:pt x="156" y="748"/>
                      <a:pt x="166" y="742"/>
                    </a:cubicBezTo>
                    <a:cubicBezTo>
                      <a:pt x="176" y="736"/>
                      <a:pt x="184" y="727"/>
                      <a:pt x="197" y="720"/>
                    </a:cubicBezTo>
                    <a:cubicBezTo>
                      <a:pt x="210" y="713"/>
                      <a:pt x="228" y="709"/>
                      <a:pt x="242" y="701"/>
                    </a:cubicBezTo>
                    <a:cubicBezTo>
                      <a:pt x="256" y="693"/>
                      <a:pt x="266" y="681"/>
                      <a:pt x="278" y="672"/>
                    </a:cubicBezTo>
                    <a:cubicBezTo>
                      <a:pt x="290" y="663"/>
                      <a:pt x="306" y="655"/>
                      <a:pt x="317" y="648"/>
                    </a:cubicBezTo>
                    <a:cubicBezTo>
                      <a:pt x="328" y="641"/>
                      <a:pt x="335" y="635"/>
                      <a:pt x="346" y="627"/>
                    </a:cubicBezTo>
                    <a:cubicBezTo>
                      <a:pt x="357" y="619"/>
                      <a:pt x="378" y="606"/>
                      <a:pt x="386" y="598"/>
                    </a:cubicBezTo>
                    <a:cubicBezTo>
                      <a:pt x="394" y="590"/>
                      <a:pt x="388" y="587"/>
                      <a:pt x="394" y="579"/>
                    </a:cubicBezTo>
                    <a:cubicBezTo>
                      <a:pt x="400" y="571"/>
                      <a:pt x="411" y="557"/>
                      <a:pt x="422" y="547"/>
                    </a:cubicBezTo>
                    <a:cubicBezTo>
                      <a:pt x="433" y="537"/>
                      <a:pt x="445" y="532"/>
                      <a:pt x="461" y="521"/>
                    </a:cubicBezTo>
                    <a:cubicBezTo>
                      <a:pt x="477" y="510"/>
                      <a:pt x="507" y="493"/>
                      <a:pt x="521" y="483"/>
                    </a:cubicBezTo>
                    <a:cubicBezTo>
                      <a:pt x="535" y="473"/>
                      <a:pt x="538" y="467"/>
                      <a:pt x="545" y="459"/>
                    </a:cubicBezTo>
                    <a:cubicBezTo>
                      <a:pt x="552" y="451"/>
                      <a:pt x="556" y="438"/>
                      <a:pt x="566" y="432"/>
                    </a:cubicBezTo>
                    <a:cubicBezTo>
                      <a:pt x="576" y="426"/>
                      <a:pt x="592" y="429"/>
                      <a:pt x="605" y="423"/>
                    </a:cubicBezTo>
                    <a:cubicBezTo>
                      <a:pt x="618" y="417"/>
                      <a:pt x="634" y="402"/>
                      <a:pt x="646" y="394"/>
                    </a:cubicBezTo>
                    <a:cubicBezTo>
                      <a:pt x="658" y="386"/>
                      <a:pt x="669" y="380"/>
                      <a:pt x="679" y="372"/>
                    </a:cubicBezTo>
                    <a:cubicBezTo>
                      <a:pt x="689" y="364"/>
                      <a:pt x="696" y="355"/>
                      <a:pt x="708" y="346"/>
                    </a:cubicBezTo>
                    <a:cubicBezTo>
                      <a:pt x="720" y="337"/>
                      <a:pt x="735" y="329"/>
                      <a:pt x="749" y="319"/>
                    </a:cubicBezTo>
                    <a:cubicBezTo>
                      <a:pt x="763" y="309"/>
                      <a:pt x="779" y="292"/>
                      <a:pt x="792" y="283"/>
                    </a:cubicBezTo>
                    <a:cubicBezTo>
                      <a:pt x="805" y="274"/>
                      <a:pt x="815" y="277"/>
                      <a:pt x="828" y="267"/>
                    </a:cubicBezTo>
                    <a:cubicBezTo>
                      <a:pt x="841" y="257"/>
                      <a:pt x="858" y="237"/>
                      <a:pt x="871" y="226"/>
                    </a:cubicBezTo>
                    <a:cubicBezTo>
                      <a:pt x="884" y="215"/>
                      <a:pt x="894" y="211"/>
                      <a:pt x="907" y="202"/>
                    </a:cubicBezTo>
                    <a:cubicBezTo>
                      <a:pt x="920" y="193"/>
                      <a:pt x="937" y="181"/>
                      <a:pt x="950" y="173"/>
                    </a:cubicBezTo>
                    <a:cubicBezTo>
                      <a:pt x="963" y="165"/>
                      <a:pt x="972" y="158"/>
                      <a:pt x="984" y="151"/>
                    </a:cubicBezTo>
                    <a:cubicBezTo>
                      <a:pt x="996" y="144"/>
                      <a:pt x="1008" y="142"/>
                      <a:pt x="1022" y="132"/>
                    </a:cubicBezTo>
                    <a:cubicBezTo>
                      <a:pt x="1036" y="122"/>
                      <a:pt x="1049" y="103"/>
                      <a:pt x="1066" y="91"/>
                    </a:cubicBezTo>
                    <a:cubicBezTo>
                      <a:pt x="1083" y="79"/>
                      <a:pt x="1108" y="68"/>
                      <a:pt x="1123" y="58"/>
                    </a:cubicBezTo>
                    <a:cubicBezTo>
                      <a:pt x="1138" y="48"/>
                      <a:pt x="1143" y="38"/>
                      <a:pt x="1154" y="29"/>
                    </a:cubicBezTo>
                    <a:cubicBezTo>
                      <a:pt x="1165" y="20"/>
                      <a:pt x="1178" y="9"/>
                      <a:pt x="1190" y="5"/>
                    </a:cubicBezTo>
                    <a:cubicBezTo>
                      <a:pt x="1202" y="1"/>
                      <a:pt x="1213" y="6"/>
                      <a:pt x="1229" y="5"/>
                    </a:cubicBezTo>
                    <a:cubicBezTo>
                      <a:pt x="1245" y="4"/>
                      <a:pt x="1270" y="0"/>
                      <a:pt x="1286" y="0"/>
                    </a:cubicBezTo>
                    <a:cubicBezTo>
                      <a:pt x="1302" y="0"/>
                      <a:pt x="1316" y="1"/>
                      <a:pt x="1327" y="3"/>
                    </a:cubicBezTo>
                    <a:cubicBezTo>
                      <a:pt x="1338" y="5"/>
                      <a:pt x="1344" y="5"/>
                      <a:pt x="1354" y="12"/>
                    </a:cubicBezTo>
                    <a:cubicBezTo>
                      <a:pt x="1364" y="19"/>
                      <a:pt x="1374" y="29"/>
                      <a:pt x="1390" y="43"/>
                    </a:cubicBezTo>
                    <a:cubicBezTo>
                      <a:pt x="1406" y="57"/>
                      <a:pt x="1434" y="83"/>
                      <a:pt x="1450" y="96"/>
                    </a:cubicBezTo>
                    <a:cubicBezTo>
                      <a:pt x="1466" y="109"/>
                      <a:pt x="1476" y="113"/>
                      <a:pt x="1488" y="123"/>
                    </a:cubicBezTo>
                    <a:cubicBezTo>
                      <a:pt x="1500" y="133"/>
                      <a:pt x="1509" y="147"/>
                      <a:pt x="1522" y="159"/>
                    </a:cubicBezTo>
                    <a:cubicBezTo>
                      <a:pt x="1535" y="171"/>
                      <a:pt x="1551" y="184"/>
                      <a:pt x="1565" y="195"/>
                    </a:cubicBezTo>
                    <a:cubicBezTo>
                      <a:pt x="1579" y="206"/>
                      <a:pt x="1595" y="215"/>
                      <a:pt x="1606" y="226"/>
                    </a:cubicBezTo>
                    <a:cubicBezTo>
                      <a:pt x="1617" y="237"/>
                      <a:pt x="1621" y="255"/>
                      <a:pt x="1632" y="264"/>
                    </a:cubicBezTo>
                    <a:cubicBezTo>
                      <a:pt x="1643" y="273"/>
                      <a:pt x="1660" y="272"/>
                      <a:pt x="1670" y="278"/>
                    </a:cubicBezTo>
                    <a:cubicBezTo>
                      <a:pt x="1680" y="284"/>
                      <a:pt x="1690" y="288"/>
                      <a:pt x="1694" y="302"/>
                    </a:cubicBezTo>
                    <a:cubicBezTo>
                      <a:pt x="1698" y="316"/>
                      <a:pt x="1696" y="273"/>
                      <a:pt x="1697" y="365"/>
                    </a:cubicBezTo>
                    <a:cubicBezTo>
                      <a:pt x="1698" y="457"/>
                      <a:pt x="1697" y="752"/>
                      <a:pt x="1697" y="854"/>
                    </a:cubicBezTo>
                    <a:cubicBezTo>
                      <a:pt x="1697" y="854"/>
                      <a:pt x="0" y="850"/>
                      <a:pt x="0" y="850"/>
                    </a:cubicBezTo>
                    <a:close/>
                  </a:path>
                </a:pathLst>
              </a:custGeom>
              <a:solidFill>
                <a:srgbClr val="FFCC6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9" name="Freeform 108"/>
              <p:cNvSpPr>
                <a:spLocks/>
              </p:cNvSpPr>
              <p:nvPr/>
            </p:nvSpPr>
            <p:spPr bwMode="auto">
              <a:xfrm>
                <a:off x="527050" y="1658938"/>
                <a:ext cx="2689225" cy="1349375"/>
              </a:xfrm>
              <a:custGeom>
                <a:avLst/>
                <a:gdLst>
                  <a:gd name="T0" fmla="*/ 0 w 1694"/>
                  <a:gd name="T1" fmla="*/ 850 h 850"/>
                  <a:gd name="T2" fmla="*/ 22 w 1694"/>
                  <a:gd name="T3" fmla="*/ 835 h 850"/>
                  <a:gd name="T4" fmla="*/ 50 w 1694"/>
                  <a:gd name="T5" fmla="*/ 821 h 850"/>
                  <a:gd name="T6" fmla="*/ 77 w 1694"/>
                  <a:gd name="T7" fmla="*/ 807 h 850"/>
                  <a:gd name="T8" fmla="*/ 96 w 1694"/>
                  <a:gd name="T9" fmla="*/ 787 h 850"/>
                  <a:gd name="T10" fmla="*/ 118 w 1694"/>
                  <a:gd name="T11" fmla="*/ 768 h 850"/>
                  <a:gd name="T12" fmla="*/ 137 w 1694"/>
                  <a:gd name="T13" fmla="*/ 754 h 850"/>
                  <a:gd name="T14" fmla="*/ 166 w 1694"/>
                  <a:gd name="T15" fmla="*/ 742 h 850"/>
                  <a:gd name="T16" fmla="*/ 197 w 1694"/>
                  <a:gd name="T17" fmla="*/ 720 h 850"/>
                  <a:gd name="T18" fmla="*/ 242 w 1694"/>
                  <a:gd name="T19" fmla="*/ 701 h 850"/>
                  <a:gd name="T20" fmla="*/ 278 w 1694"/>
                  <a:gd name="T21" fmla="*/ 672 h 850"/>
                  <a:gd name="T22" fmla="*/ 317 w 1694"/>
                  <a:gd name="T23" fmla="*/ 648 h 850"/>
                  <a:gd name="T24" fmla="*/ 346 w 1694"/>
                  <a:gd name="T25" fmla="*/ 627 h 850"/>
                  <a:gd name="T26" fmla="*/ 386 w 1694"/>
                  <a:gd name="T27" fmla="*/ 598 h 850"/>
                  <a:gd name="T28" fmla="*/ 394 w 1694"/>
                  <a:gd name="T29" fmla="*/ 579 h 850"/>
                  <a:gd name="T30" fmla="*/ 422 w 1694"/>
                  <a:gd name="T31" fmla="*/ 547 h 850"/>
                  <a:gd name="T32" fmla="*/ 461 w 1694"/>
                  <a:gd name="T33" fmla="*/ 521 h 850"/>
                  <a:gd name="T34" fmla="*/ 521 w 1694"/>
                  <a:gd name="T35" fmla="*/ 483 h 850"/>
                  <a:gd name="T36" fmla="*/ 545 w 1694"/>
                  <a:gd name="T37" fmla="*/ 459 h 850"/>
                  <a:gd name="T38" fmla="*/ 566 w 1694"/>
                  <a:gd name="T39" fmla="*/ 432 h 850"/>
                  <a:gd name="T40" fmla="*/ 605 w 1694"/>
                  <a:gd name="T41" fmla="*/ 423 h 850"/>
                  <a:gd name="T42" fmla="*/ 646 w 1694"/>
                  <a:gd name="T43" fmla="*/ 394 h 850"/>
                  <a:gd name="T44" fmla="*/ 679 w 1694"/>
                  <a:gd name="T45" fmla="*/ 372 h 850"/>
                  <a:gd name="T46" fmla="*/ 708 w 1694"/>
                  <a:gd name="T47" fmla="*/ 346 h 850"/>
                  <a:gd name="T48" fmla="*/ 749 w 1694"/>
                  <a:gd name="T49" fmla="*/ 319 h 850"/>
                  <a:gd name="T50" fmla="*/ 792 w 1694"/>
                  <a:gd name="T51" fmla="*/ 283 h 850"/>
                  <a:gd name="T52" fmla="*/ 828 w 1694"/>
                  <a:gd name="T53" fmla="*/ 267 h 850"/>
                  <a:gd name="T54" fmla="*/ 871 w 1694"/>
                  <a:gd name="T55" fmla="*/ 226 h 850"/>
                  <a:gd name="T56" fmla="*/ 907 w 1694"/>
                  <a:gd name="T57" fmla="*/ 202 h 850"/>
                  <a:gd name="T58" fmla="*/ 950 w 1694"/>
                  <a:gd name="T59" fmla="*/ 173 h 850"/>
                  <a:gd name="T60" fmla="*/ 984 w 1694"/>
                  <a:gd name="T61" fmla="*/ 151 h 850"/>
                  <a:gd name="T62" fmla="*/ 1022 w 1694"/>
                  <a:gd name="T63" fmla="*/ 132 h 850"/>
                  <a:gd name="T64" fmla="*/ 1066 w 1694"/>
                  <a:gd name="T65" fmla="*/ 91 h 850"/>
                  <a:gd name="T66" fmla="*/ 1123 w 1694"/>
                  <a:gd name="T67" fmla="*/ 58 h 850"/>
                  <a:gd name="T68" fmla="*/ 1154 w 1694"/>
                  <a:gd name="T69" fmla="*/ 29 h 850"/>
                  <a:gd name="T70" fmla="*/ 1190 w 1694"/>
                  <a:gd name="T71" fmla="*/ 5 h 850"/>
                  <a:gd name="T72" fmla="*/ 1229 w 1694"/>
                  <a:gd name="T73" fmla="*/ 5 h 850"/>
                  <a:gd name="T74" fmla="*/ 1286 w 1694"/>
                  <a:gd name="T75" fmla="*/ 0 h 850"/>
                  <a:gd name="T76" fmla="*/ 1327 w 1694"/>
                  <a:gd name="T77" fmla="*/ 3 h 850"/>
                  <a:gd name="T78" fmla="*/ 1354 w 1694"/>
                  <a:gd name="T79" fmla="*/ 12 h 850"/>
                  <a:gd name="T80" fmla="*/ 1390 w 1694"/>
                  <a:gd name="T81" fmla="*/ 43 h 850"/>
                  <a:gd name="T82" fmla="*/ 1450 w 1694"/>
                  <a:gd name="T83" fmla="*/ 96 h 850"/>
                  <a:gd name="T84" fmla="*/ 1488 w 1694"/>
                  <a:gd name="T85" fmla="*/ 123 h 850"/>
                  <a:gd name="T86" fmla="*/ 1522 w 1694"/>
                  <a:gd name="T87" fmla="*/ 159 h 850"/>
                  <a:gd name="T88" fmla="*/ 1565 w 1694"/>
                  <a:gd name="T89" fmla="*/ 195 h 850"/>
                  <a:gd name="T90" fmla="*/ 1606 w 1694"/>
                  <a:gd name="T91" fmla="*/ 226 h 850"/>
                  <a:gd name="T92" fmla="*/ 1632 w 1694"/>
                  <a:gd name="T93" fmla="*/ 264 h 850"/>
                  <a:gd name="T94" fmla="*/ 1678 w 1694"/>
                  <a:gd name="T95" fmla="*/ 276 h 850"/>
                  <a:gd name="T96" fmla="*/ 1694 w 1694"/>
                  <a:gd name="T97" fmla="*/ 300 h 850"/>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1694"/>
                  <a:gd name="T148" fmla="*/ 0 h 850"/>
                  <a:gd name="T149" fmla="*/ 1694 w 1694"/>
                  <a:gd name="T150" fmla="*/ 850 h 850"/>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1694" h="850">
                    <a:moveTo>
                      <a:pt x="0" y="850"/>
                    </a:moveTo>
                    <a:cubicBezTo>
                      <a:pt x="7" y="845"/>
                      <a:pt x="14" y="840"/>
                      <a:pt x="22" y="835"/>
                    </a:cubicBezTo>
                    <a:cubicBezTo>
                      <a:pt x="30" y="830"/>
                      <a:pt x="41" y="826"/>
                      <a:pt x="50" y="821"/>
                    </a:cubicBezTo>
                    <a:cubicBezTo>
                      <a:pt x="59" y="816"/>
                      <a:pt x="69" y="813"/>
                      <a:pt x="77" y="807"/>
                    </a:cubicBezTo>
                    <a:cubicBezTo>
                      <a:pt x="85" y="801"/>
                      <a:pt x="89" y="793"/>
                      <a:pt x="96" y="787"/>
                    </a:cubicBezTo>
                    <a:cubicBezTo>
                      <a:pt x="103" y="781"/>
                      <a:pt x="111" y="773"/>
                      <a:pt x="118" y="768"/>
                    </a:cubicBezTo>
                    <a:cubicBezTo>
                      <a:pt x="125" y="763"/>
                      <a:pt x="129" y="758"/>
                      <a:pt x="137" y="754"/>
                    </a:cubicBezTo>
                    <a:cubicBezTo>
                      <a:pt x="145" y="750"/>
                      <a:pt x="156" y="748"/>
                      <a:pt x="166" y="742"/>
                    </a:cubicBezTo>
                    <a:cubicBezTo>
                      <a:pt x="176" y="736"/>
                      <a:pt x="184" y="727"/>
                      <a:pt x="197" y="720"/>
                    </a:cubicBezTo>
                    <a:cubicBezTo>
                      <a:pt x="210" y="713"/>
                      <a:pt x="228" y="709"/>
                      <a:pt x="242" y="701"/>
                    </a:cubicBezTo>
                    <a:cubicBezTo>
                      <a:pt x="256" y="693"/>
                      <a:pt x="266" y="681"/>
                      <a:pt x="278" y="672"/>
                    </a:cubicBezTo>
                    <a:cubicBezTo>
                      <a:pt x="290" y="663"/>
                      <a:pt x="306" y="655"/>
                      <a:pt x="317" y="648"/>
                    </a:cubicBezTo>
                    <a:cubicBezTo>
                      <a:pt x="328" y="641"/>
                      <a:pt x="335" y="635"/>
                      <a:pt x="346" y="627"/>
                    </a:cubicBezTo>
                    <a:cubicBezTo>
                      <a:pt x="357" y="619"/>
                      <a:pt x="378" y="606"/>
                      <a:pt x="386" y="598"/>
                    </a:cubicBezTo>
                    <a:cubicBezTo>
                      <a:pt x="394" y="590"/>
                      <a:pt x="388" y="587"/>
                      <a:pt x="394" y="579"/>
                    </a:cubicBezTo>
                    <a:cubicBezTo>
                      <a:pt x="400" y="571"/>
                      <a:pt x="411" y="557"/>
                      <a:pt x="422" y="547"/>
                    </a:cubicBezTo>
                    <a:cubicBezTo>
                      <a:pt x="433" y="537"/>
                      <a:pt x="445" y="532"/>
                      <a:pt x="461" y="521"/>
                    </a:cubicBezTo>
                    <a:cubicBezTo>
                      <a:pt x="477" y="510"/>
                      <a:pt x="507" y="493"/>
                      <a:pt x="521" y="483"/>
                    </a:cubicBezTo>
                    <a:cubicBezTo>
                      <a:pt x="535" y="473"/>
                      <a:pt x="538" y="467"/>
                      <a:pt x="545" y="459"/>
                    </a:cubicBezTo>
                    <a:cubicBezTo>
                      <a:pt x="552" y="451"/>
                      <a:pt x="556" y="438"/>
                      <a:pt x="566" y="432"/>
                    </a:cubicBezTo>
                    <a:cubicBezTo>
                      <a:pt x="576" y="426"/>
                      <a:pt x="592" y="429"/>
                      <a:pt x="605" y="423"/>
                    </a:cubicBezTo>
                    <a:cubicBezTo>
                      <a:pt x="618" y="417"/>
                      <a:pt x="634" y="402"/>
                      <a:pt x="646" y="394"/>
                    </a:cubicBezTo>
                    <a:cubicBezTo>
                      <a:pt x="658" y="386"/>
                      <a:pt x="669" y="380"/>
                      <a:pt x="679" y="372"/>
                    </a:cubicBezTo>
                    <a:cubicBezTo>
                      <a:pt x="689" y="364"/>
                      <a:pt x="696" y="355"/>
                      <a:pt x="708" y="346"/>
                    </a:cubicBezTo>
                    <a:cubicBezTo>
                      <a:pt x="720" y="337"/>
                      <a:pt x="735" y="329"/>
                      <a:pt x="749" y="319"/>
                    </a:cubicBezTo>
                    <a:cubicBezTo>
                      <a:pt x="763" y="309"/>
                      <a:pt x="779" y="292"/>
                      <a:pt x="792" y="283"/>
                    </a:cubicBezTo>
                    <a:cubicBezTo>
                      <a:pt x="805" y="274"/>
                      <a:pt x="815" y="277"/>
                      <a:pt x="828" y="267"/>
                    </a:cubicBezTo>
                    <a:cubicBezTo>
                      <a:pt x="841" y="257"/>
                      <a:pt x="858" y="237"/>
                      <a:pt x="871" y="226"/>
                    </a:cubicBezTo>
                    <a:cubicBezTo>
                      <a:pt x="884" y="215"/>
                      <a:pt x="894" y="211"/>
                      <a:pt x="907" y="202"/>
                    </a:cubicBezTo>
                    <a:cubicBezTo>
                      <a:pt x="920" y="193"/>
                      <a:pt x="937" y="181"/>
                      <a:pt x="950" y="173"/>
                    </a:cubicBezTo>
                    <a:cubicBezTo>
                      <a:pt x="963" y="165"/>
                      <a:pt x="972" y="158"/>
                      <a:pt x="984" y="151"/>
                    </a:cubicBezTo>
                    <a:cubicBezTo>
                      <a:pt x="996" y="144"/>
                      <a:pt x="1008" y="142"/>
                      <a:pt x="1022" y="132"/>
                    </a:cubicBezTo>
                    <a:cubicBezTo>
                      <a:pt x="1036" y="122"/>
                      <a:pt x="1049" y="103"/>
                      <a:pt x="1066" y="91"/>
                    </a:cubicBezTo>
                    <a:cubicBezTo>
                      <a:pt x="1083" y="79"/>
                      <a:pt x="1108" y="68"/>
                      <a:pt x="1123" y="58"/>
                    </a:cubicBezTo>
                    <a:cubicBezTo>
                      <a:pt x="1138" y="48"/>
                      <a:pt x="1143" y="38"/>
                      <a:pt x="1154" y="29"/>
                    </a:cubicBezTo>
                    <a:cubicBezTo>
                      <a:pt x="1165" y="20"/>
                      <a:pt x="1178" y="9"/>
                      <a:pt x="1190" y="5"/>
                    </a:cubicBezTo>
                    <a:cubicBezTo>
                      <a:pt x="1202" y="1"/>
                      <a:pt x="1213" y="6"/>
                      <a:pt x="1229" y="5"/>
                    </a:cubicBezTo>
                    <a:cubicBezTo>
                      <a:pt x="1245" y="4"/>
                      <a:pt x="1270" y="0"/>
                      <a:pt x="1286" y="0"/>
                    </a:cubicBezTo>
                    <a:cubicBezTo>
                      <a:pt x="1302" y="0"/>
                      <a:pt x="1316" y="1"/>
                      <a:pt x="1327" y="3"/>
                    </a:cubicBezTo>
                    <a:cubicBezTo>
                      <a:pt x="1338" y="5"/>
                      <a:pt x="1344" y="5"/>
                      <a:pt x="1354" y="12"/>
                    </a:cubicBezTo>
                    <a:cubicBezTo>
                      <a:pt x="1364" y="19"/>
                      <a:pt x="1374" y="29"/>
                      <a:pt x="1390" y="43"/>
                    </a:cubicBezTo>
                    <a:cubicBezTo>
                      <a:pt x="1406" y="57"/>
                      <a:pt x="1434" y="83"/>
                      <a:pt x="1450" y="96"/>
                    </a:cubicBezTo>
                    <a:cubicBezTo>
                      <a:pt x="1466" y="109"/>
                      <a:pt x="1476" y="113"/>
                      <a:pt x="1488" y="123"/>
                    </a:cubicBezTo>
                    <a:cubicBezTo>
                      <a:pt x="1500" y="133"/>
                      <a:pt x="1509" y="147"/>
                      <a:pt x="1522" y="159"/>
                    </a:cubicBezTo>
                    <a:cubicBezTo>
                      <a:pt x="1535" y="171"/>
                      <a:pt x="1551" y="184"/>
                      <a:pt x="1565" y="195"/>
                    </a:cubicBezTo>
                    <a:cubicBezTo>
                      <a:pt x="1579" y="206"/>
                      <a:pt x="1595" y="215"/>
                      <a:pt x="1606" y="226"/>
                    </a:cubicBezTo>
                    <a:cubicBezTo>
                      <a:pt x="1617" y="237"/>
                      <a:pt x="1620" y="256"/>
                      <a:pt x="1632" y="264"/>
                    </a:cubicBezTo>
                    <a:cubicBezTo>
                      <a:pt x="1644" y="272"/>
                      <a:pt x="1668" y="270"/>
                      <a:pt x="1678" y="276"/>
                    </a:cubicBezTo>
                    <a:cubicBezTo>
                      <a:pt x="1688" y="282"/>
                      <a:pt x="1690" y="294"/>
                      <a:pt x="1694" y="300"/>
                    </a:cubicBezTo>
                  </a:path>
                </a:pathLst>
              </a:custGeom>
              <a:noFill/>
              <a:ln w="1270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0" name="Freeform 109"/>
              <p:cNvSpPr>
                <a:spLocks/>
              </p:cNvSpPr>
              <p:nvPr/>
            </p:nvSpPr>
            <p:spPr bwMode="auto">
              <a:xfrm>
                <a:off x="1717675" y="2228851"/>
                <a:ext cx="23813" cy="14288"/>
              </a:xfrm>
              <a:custGeom>
                <a:avLst/>
                <a:gdLst>
                  <a:gd name="T0" fmla="*/ 1 w 15"/>
                  <a:gd name="T1" fmla="*/ 4 h 9"/>
                  <a:gd name="T2" fmla="*/ 9 w 15"/>
                  <a:gd name="T3" fmla="*/ 8 h 9"/>
                  <a:gd name="T4" fmla="*/ 1 w 15"/>
                  <a:gd name="T5" fmla="*/ 4 h 9"/>
                  <a:gd name="T6" fmla="*/ 0 60000 65536"/>
                  <a:gd name="T7" fmla="*/ 0 60000 65536"/>
                  <a:gd name="T8" fmla="*/ 0 60000 65536"/>
                  <a:gd name="T9" fmla="*/ 0 w 15"/>
                  <a:gd name="T10" fmla="*/ 0 h 9"/>
                  <a:gd name="T11" fmla="*/ 15 w 15"/>
                  <a:gd name="T12" fmla="*/ 9 h 9"/>
                </a:gdLst>
                <a:ahLst/>
                <a:cxnLst>
                  <a:cxn ang="T6">
                    <a:pos x="T0" y="T1"/>
                  </a:cxn>
                  <a:cxn ang="T7">
                    <a:pos x="T2" y="T3"/>
                  </a:cxn>
                  <a:cxn ang="T8">
                    <a:pos x="T4" y="T5"/>
                  </a:cxn>
                </a:cxnLst>
                <a:rect l="T9" t="T10" r="T11" b="T12"/>
                <a:pathLst>
                  <a:path w="15" h="9">
                    <a:moveTo>
                      <a:pt x="1" y="4"/>
                    </a:moveTo>
                    <a:cubicBezTo>
                      <a:pt x="6" y="3"/>
                      <a:pt x="15" y="0"/>
                      <a:pt x="9" y="8"/>
                    </a:cubicBezTo>
                    <a:cubicBezTo>
                      <a:pt x="0" y="6"/>
                      <a:pt x="1" y="9"/>
                      <a:pt x="1" y="4"/>
                    </a:cubicBezTo>
                    <a:close/>
                  </a:path>
                </a:pathLst>
              </a:custGeom>
              <a:solidFill>
                <a:schemeClr val="accent1"/>
              </a:solidFill>
              <a:ln w="9525">
                <a:solidFill>
                  <a:schemeClr val="tx1"/>
                </a:solidFill>
                <a:round/>
                <a:headEnd/>
                <a:tailEnd/>
              </a:ln>
            </p:spPr>
            <p:txBody>
              <a:bodyPr/>
              <a:lstStyle/>
              <a:p>
                <a:endParaRPr lang="zh-CN" altLang="en-US"/>
              </a:p>
            </p:txBody>
          </p:sp>
          <p:sp>
            <p:nvSpPr>
              <p:cNvPr id="91" name="Freeform 110"/>
              <p:cNvSpPr>
                <a:spLocks/>
              </p:cNvSpPr>
              <p:nvPr/>
            </p:nvSpPr>
            <p:spPr bwMode="auto">
              <a:xfrm>
                <a:off x="1749425" y="2170113"/>
                <a:ext cx="25400" cy="17463"/>
              </a:xfrm>
              <a:custGeom>
                <a:avLst/>
                <a:gdLst>
                  <a:gd name="T0" fmla="*/ 12 w 16"/>
                  <a:gd name="T1" fmla="*/ 1 h 11"/>
                  <a:gd name="T2" fmla="*/ 8 w 16"/>
                  <a:gd name="T3" fmla="*/ 9 h 11"/>
                  <a:gd name="T4" fmla="*/ 0 w 16"/>
                  <a:gd name="T5" fmla="*/ 3 h 11"/>
                  <a:gd name="T6" fmla="*/ 12 w 16"/>
                  <a:gd name="T7" fmla="*/ 1 h 11"/>
                  <a:gd name="T8" fmla="*/ 0 60000 65536"/>
                  <a:gd name="T9" fmla="*/ 0 60000 65536"/>
                  <a:gd name="T10" fmla="*/ 0 60000 65536"/>
                  <a:gd name="T11" fmla="*/ 0 60000 65536"/>
                  <a:gd name="T12" fmla="*/ 0 w 16"/>
                  <a:gd name="T13" fmla="*/ 0 h 11"/>
                  <a:gd name="T14" fmla="*/ 16 w 16"/>
                  <a:gd name="T15" fmla="*/ 11 h 11"/>
                </a:gdLst>
                <a:ahLst/>
                <a:cxnLst>
                  <a:cxn ang="T8">
                    <a:pos x="T0" y="T1"/>
                  </a:cxn>
                  <a:cxn ang="T9">
                    <a:pos x="T2" y="T3"/>
                  </a:cxn>
                  <a:cxn ang="T10">
                    <a:pos x="T4" y="T5"/>
                  </a:cxn>
                  <a:cxn ang="T11">
                    <a:pos x="T6" y="T7"/>
                  </a:cxn>
                </a:cxnLst>
                <a:rect l="T12" t="T13" r="T14" b="T15"/>
                <a:pathLst>
                  <a:path w="16" h="11">
                    <a:moveTo>
                      <a:pt x="12" y="1"/>
                    </a:moveTo>
                    <a:cubicBezTo>
                      <a:pt x="12" y="3"/>
                      <a:pt x="16" y="11"/>
                      <a:pt x="8" y="9"/>
                    </a:cubicBezTo>
                    <a:cubicBezTo>
                      <a:pt x="5" y="8"/>
                      <a:pt x="0" y="3"/>
                      <a:pt x="0" y="3"/>
                    </a:cubicBezTo>
                    <a:cubicBezTo>
                      <a:pt x="6" y="0"/>
                      <a:pt x="6" y="4"/>
                      <a:pt x="12" y="1"/>
                    </a:cubicBezTo>
                    <a:close/>
                  </a:path>
                </a:pathLst>
              </a:custGeom>
              <a:solidFill>
                <a:schemeClr val="accent1"/>
              </a:solidFill>
              <a:ln w="9525">
                <a:solidFill>
                  <a:schemeClr val="tx1"/>
                </a:solidFill>
                <a:round/>
                <a:headEnd/>
                <a:tailEnd/>
              </a:ln>
            </p:spPr>
            <p:txBody>
              <a:bodyPr/>
              <a:lstStyle/>
              <a:p>
                <a:endParaRPr lang="zh-CN" altLang="en-US"/>
              </a:p>
            </p:txBody>
          </p:sp>
          <p:sp>
            <p:nvSpPr>
              <p:cNvPr id="92" name="Freeform 111"/>
              <p:cNvSpPr>
                <a:spLocks/>
              </p:cNvSpPr>
              <p:nvPr/>
            </p:nvSpPr>
            <p:spPr bwMode="auto">
              <a:xfrm>
                <a:off x="1793875" y="2127251"/>
                <a:ext cx="23813" cy="17463"/>
              </a:xfrm>
              <a:custGeom>
                <a:avLst/>
                <a:gdLst>
                  <a:gd name="T0" fmla="*/ 12 w 15"/>
                  <a:gd name="T1" fmla="*/ 0 h 11"/>
                  <a:gd name="T2" fmla="*/ 8 w 15"/>
                  <a:gd name="T3" fmla="*/ 11 h 11"/>
                  <a:gd name="T4" fmla="*/ 12 w 15"/>
                  <a:gd name="T5" fmla="*/ 0 h 11"/>
                  <a:gd name="T6" fmla="*/ 0 60000 65536"/>
                  <a:gd name="T7" fmla="*/ 0 60000 65536"/>
                  <a:gd name="T8" fmla="*/ 0 60000 65536"/>
                  <a:gd name="T9" fmla="*/ 0 w 15"/>
                  <a:gd name="T10" fmla="*/ 0 h 11"/>
                  <a:gd name="T11" fmla="*/ 15 w 15"/>
                  <a:gd name="T12" fmla="*/ 11 h 11"/>
                </a:gdLst>
                <a:ahLst/>
                <a:cxnLst>
                  <a:cxn ang="T6">
                    <a:pos x="T0" y="T1"/>
                  </a:cxn>
                  <a:cxn ang="T7">
                    <a:pos x="T2" y="T3"/>
                  </a:cxn>
                  <a:cxn ang="T8">
                    <a:pos x="T4" y="T5"/>
                  </a:cxn>
                </a:cxnLst>
                <a:rect l="T9" t="T10" r="T11" b="T12"/>
                <a:pathLst>
                  <a:path w="15" h="11">
                    <a:moveTo>
                      <a:pt x="12" y="0"/>
                    </a:moveTo>
                    <a:cubicBezTo>
                      <a:pt x="15" y="6"/>
                      <a:pt x="13" y="7"/>
                      <a:pt x="8" y="11"/>
                    </a:cubicBezTo>
                    <a:cubicBezTo>
                      <a:pt x="0" y="7"/>
                      <a:pt x="5" y="1"/>
                      <a:pt x="12" y="0"/>
                    </a:cubicBezTo>
                    <a:close/>
                  </a:path>
                </a:pathLst>
              </a:custGeom>
              <a:solidFill>
                <a:schemeClr val="tx1"/>
              </a:solidFill>
              <a:ln w="9525">
                <a:solidFill>
                  <a:schemeClr val="tx1"/>
                </a:solidFill>
                <a:round/>
                <a:headEnd/>
                <a:tailEnd/>
              </a:ln>
            </p:spPr>
            <p:txBody>
              <a:bodyPr/>
              <a:lstStyle/>
              <a:p>
                <a:endParaRPr lang="zh-CN" altLang="en-US"/>
              </a:p>
            </p:txBody>
          </p:sp>
          <p:sp>
            <p:nvSpPr>
              <p:cNvPr id="93" name="Freeform 112"/>
              <p:cNvSpPr>
                <a:spLocks/>
              </p:cNvSpPr>
              <p:nvPr/>
            </p:nvSpPr>
            <p:spPr bwMode="auto">
              <a:xfrm>
                <a:off x="1876425" y="2090738"/>
                <a:ext cx="15875" cy="12700"/>
              </a:xfrm>
              <a:custGeom>
                <a:avLst/>
                <a:gdLst>
                  <a:gd name="T0" fmla="*/ 2 w 10"/>
                  <a:gd name="T1" fmla="*/ 0 h 8"/>
                  <a:gd name="T2" fmla="*/ 0 w 10"/>
                  <a:gd name="T3" fmla="*/ 5 h 8"/>
                  <a:gd name="T4" fmla="*/ 2 w 10"/>
                  <a:gd name="T5" fmla="*/ 0 h 8"/>
                  <a:gd name="T6" fmla="*/ 0 60000 65536"/>
                  <a:gd name="T7" fmla="*/ 0 60000 65536"/>
                  <a:gd name="T8" fmla="*/ 0 60000 65536"/>
                  <a:gd name="T9" fmla="*/ 0 w 10"/>
                  <a:gd name="T10" fmla="*/ 0 h 8"/>
                  <a:gd name="T11" fmla="*/ 10 w 10"/>
                  <a:gd name="T12" fmla="*/ 8 h 8"/>
                </a:gdLst>
                <a:ahLst/>
                <a:cxnLst>
                  <a:cxn ang="T6">
                    <a:pos x="T0" y="T1"/>
                  </a:cxn>
                  <a:cxn ang="T7">
                    <a:pos x="T2" y="T3"/>
                  </a:cxn>
                  <a:cxn ang="T8">
                    <a:pos x="T4" y="T5"/>
                  </a:cxn>
                </a:cxnLst>
                <a:rect l="T9" t="T10" r="T11" b="T12"/>
                <a:pathLst>
                  <a:path w="10" h="8">
                    <a:moveTo>
                      <a:pt x="2" y="0"/>
                    </a:moveTo>
                    <a:cubicBezTo>
                      <a:pt x="10" y="3"/>
                      <a:pt x="8" y="8"/>
                      <a:pt x="0" y="5"/>
                    </a:cubicBezTo>
                    <a:cubicBezTo>
                      <a:pt x="1" y="3"/>
                      <a:pt x="2" y="0"/>
                      <a:pt x="2" y="0"/>
                    </a:cubicBezTo>
                    <a:close/>
                  </a:path>
                </a:pathLst>
              </a:custGeom>
              <a:solidFill>
                <a:schemeClr val="accent1"/>
              </a:solidFill>
              <a:ln w="9525">
                <a:solidFill>
                  <a:schemeClr val="tx1"/>
                </a:solidFill>
                <a:round/>
                <a:headEnd/>
                <a:tailEnd/>
              </a:ln>
            </p:spPr>
            <p:txBody>
              <a:bodyPr/>
              <a:lstStyle/>
              <a:p>
                <a:endParaRPr lang="zh-CN" altLang="en-US"/>
              </a:p>
            </p:txBody>
          </p:sp>
          <p:sp>
            <p:nvSpPr>
              <p:cNvPr id="94" name="Freeform 113"/>
              <p:cNvSpPr>
                <a:spLocks/>
              </p:cNvSpPr>
              <p:nvPr/>
            </p:nvSpPr>
            <p:spPr bwMode="auto">
              <a:xfrm>
                <a:off x="1952625" y="2030413"/>
                <a:ext cx="9525" cy="20638"/>
              </a:xfrm>
              <a:custGeom>
                <a:avLst/>
                <a:gdLst>
                  <a:gd name="T0" fmla="*/ 0 w 6"/>
                  <a:gd name="T1" fmla="*/ 1 h 13"/>
                  <a:gd name="T2" fmla="*/ 2 w 6"/>
                  <a:gd name="T3" fmla="*/ 11 h 13"/>
                  <a:gd name="T4" fmla="*/ 4 w 6"/>
                  <a:gd name="T5" fmla="*/ 1 h 13"/>
                  <a:gd name="T6" fmla="*/ 0 w 6"/>
                  <a:gd name="T7" fmla="*/ 1 h 13"/>
                  <a:gd name="T8" fmla="*/ 0 60000 65536"/>
                  <a:gd name="T9" fmla="*/ 0 60000 65536"/>
                  <a:gd name="T10" fmla="*/ 0 60000 65536"/>
                  <a:gd name="T11" fmla="*/ 0 60000 65536"/>
                  <a:gd name="T12" fmla="*/ 0 w 6"/>
                  <a:gd name="T13" fmla="*/ 0 h 13"/>
                  <a:gd name="T14" fmla="*/ 6 w 6"/>
                  <a:gd name="T15" fmla="*/ 13 h 13"/>
                </a:gdLst>
                <a:ahLst/>
                <a:cxnLst>
                  <a:cxn ang="T8">
                    <a:pos x="T0" y="T1"/>
                  </a:cxn>
                  <a:cxn ang="T9">
                    <a:pos x="T2" y="T3"/>
                  </a:cxn>
                  <a:cxn ang="T10">
                    <a:pos x="T4" y="T5"/>
                  </a:cxn>
                  <a:cxn ang="T11">
                    <a:pos x="T6" y="T7"/>
                  </a:cxn>
                </a:cxnLst>
                <a:rect l="T12" t="T13" r="T14" b="T15"/>
                <a:pathLst>
                  <a:path w="6" h="13">
                    <a:moveTo>
                      <a:pt x="0" y="1"/>
                    </a:moveTo>
                    <a:cubicBezTo>
                      <a:pt x="1" y="4"/>
                      <a:pt x="0" y="9"/>
                      <a:pt x="2" y="11"/>
                    </a:cubicBezTo>
                    <a:cubicBezTo>
                      <a:pt x="4" y="13"/>
                      <a:pt x="6" y="3"/>
                      <a:pt x="4" y="1"/>
                    </a:cubicBezTo>
                    <a:cubicBezTo>
                      <a:pt x="3" y="0"/>
                      <a:pt x="1" y="1"/>
                      <a:pt x="0" y="1"/>
                    </a:cubicBezTo>
                    <a:close/>
                  </a:path>
                </a:pathLst>
              </a:custGeom>
              <a:solidFill>
                <a:schemeClr val="accent1"/>
              </a:solidFill>
              <a:ln w="9525">
                <a:solidFill>
                  <a:schemeClr val="tx1"/>
                </a:solidFill>
                <a:round/>
                <a:headEnd/>
                <a:tailEnd/>
              </a:ln>
            </p:spPr>
            <p:txBody>
              <a:bodyPr/>
              <a:lstStyle/>
              <a:p>
                <a:endParaRPr lang="zh-CN" altLang="en-US"/>
              </a:p>
            </p:txBody>
          </p:sp>
          <p:sp>
            <p:nvSpPr>
              <p:cNvPr id="95" name="Freeform 114"/>
              <p:cNvSpPr>
                <a:spLocks/>
              </p:cNvSpPr>
              <p:nvPr/>
            </p:nvSpPr>
            <p:spPr bwMode="auto">
              <a:xfrm>
                <a:off x="1968500" y="2047876"/>
                <a:ext cx="26988" cy="17463"/>
              </a:xfrm>
              <a:custGeom>
                <a:avLst/>
                <a:gdLst>
                  <a:gd name="T0" fmla="*/ 5 w 17"/>
                  <a:gd name="T1" fmla="*/ 0 h 11"/>
                  <a:gd name="T2" fmla="*/ 8 w 17"/>
                  <a:gd name="T3" fmla="*/ 11 h 11"/>
                  <a:gd name="T4" fmla="*/ 6 w 17"/>
                  <a:gd name="T5" fmla="*/ 5 h 11"/>
                  <a:gd name="T6" fmla="*/ 5 w 17"/>
                  <a:gd name="T7" fmla="*/ 0 h 11"/>
                  <a:gd name="T8" fmla="*/ 0 60000 65536"/>
                  <a:gd name="T9" fmla="*/ 0 60000 65536"/>
                  <a:gd name="T10" fmla="*/ 0 60000 65536"/>
                  <a:gd name="T11" fmla="*/ 0 60000 65536"/>
                  <a:gd name="T12" fmla="*/ 0 w 17"/>
                  <a:gd name="T13" fmla="*/ 0 h 11"/>
                  <a:gd name="T14" fmla="*/ 17 w 17"/>
                  <a:gd name="T15" fmla="*/ 11 h 11"/>
                </a:gdLst>
                <a:ahLst/>
                <a:cxnLst>
                  <a:cxn ang="T8">
                    <a:pos x="T0" y="T1"/>
                  </a:cxn>
                  <a:cxn ang="T9">
                    <a:pos x="T2" y="T3"/>
                  </a:cxn>
                  <a:cxn ang="T10">
                    <a:pos x="T4" y="T5"/>
                  </a:cxn>
                  <a:cxn ang="T11">
                    <a:pos x="T6" y="T7"/>
                  </a:cxn>
                </a:cxnLst>
                <a:rect l="T12" t="T13" r="T14" b="T15"/>
                <a:pathLst>
                  <a:path w="17" h="11">
                    <a:moveTo>
                      <a:pt x="5" y="0"/>
                    </a:moveTo>
                    <a:cubicBezTo>
                      <a:pt x="1" y="6"/>
                      <a:pt x="0" y="9"/>
                      <a:pt x="8" y="11"/>
                    </a:cubicBezTo>
                    <a:cubicBezTo>
                      <a:pt x="17" y="9"/>
                      <a:pt x="11" y="6"/>
                      <a:pt x="6" y="5"/>
                    </a:cubicBezTo>
                    <a:cubicBezTo>
                      <a:pt x="1" y="1"/>
                      <a:pt x="1" y="3"/>
                      <a:pt x="5" y="0"/>
                    </a:cubicBezTo>
                    <a:close/>
                  </a:path>
                </a:pathLst>
              </a:custGeom>
              <a:solidFill>
                <a:schemeClr val="accent1"/>
              </a:solidFill>
              <a:ln w="9525">
                <a:solidFill>
                  <a:schemeClr val="tx1"/>
                </a:solidFill>
                <a:round/>
                <a:headEnd/>
                <a:tailEnd/>
              </a:ln>
            </p:spPr>
            <p:txBody>
              <a:bodyPr/>
              <a:lstStyle/>
              <a:p>
                <a:endParaRPr lang="zh-CN" altLang="en-US"/>
              </a:p>
            </p:txBody>
          </p:sp>
          <p:sp>
            <p:nvSpPr>
              <p:cNvPr id="96" name="Freeform 115"/>
              <p:cNvSpPr>
                <a:spLocks/>
              </p:cNvSpPr>
              <p:nvPr/>
            </p:nvSpPr>
            <p:spPr bwMode="auto">
              <a:xfrm>
                <a:off x="2967038" y="2041526"/>
                <a:ext cx="14288" cy="15875"/>
              </a:xfrm>
              <a:custGeom>
                <a:avLst/>
                <a:gdLst>
                  <a:gd name="T0" fmla="*/ 0 w 9"/>
                  <a:gd name="T1" fmla="*/ 2 h 10"/>
                  <a:gd name="T2" fmla="*/ 6 w 9"/>
                  <a:gd name="T3" fmla="*/ 0 h 10"/>
                  <a:gd name="T4" fmla="*/ 0 w 9"/>
                  <a:gd name="T5" fmla="*/ 2 h 10"/>
                  <a:gd name="T6" fmla="*/ 0 60000 65536"/>
                  <a:gd name="T7" fmla="*/ 0 60000 65536"/>
                  <a:gd name="T8" fmla="*/ 0 60000 65536"/>
                  <a:gd name="T9" fmla="*/ 0 w 9"/>
                  <a:gd name="T10" fmla="*/ 0 h 10"/>
                  <a:gd name="T11" fmla="*/ 9 w 9"/>
                  <a:gd name="T12" fmla="*/ 10 h 10"/>
                </a:gdLst>
                <a:ahLst/>
                <a:cxnLst>
                  <a:cxn ang="T6">
                    <a:pos x="T0" y="T1"/>
                  </a:cxn>
                  <a:cxn ang="T7">
                    <a:pos x="T2" y="T3"/>
                  </a:cxn>
                  <a:cxn ang="T8">
                    <a:pos x="T4" y="T5"/>
                  </a:cxn>
                </a:cxnLst>
                <a:rect l="T9" t="T10" r="T11" b="T12"/>
                <a:pathLst>
                  <a:path w="9" h="10">
                    <a:moveTo>
                      <a:pt x="0" y="2"/>
                    </a:moveTo>
                    <a:cubicBezTo>
                      <a:pt x="2" y="10"/>
                      <a:pt x="9" y="8"/>
                      <a:pt x="6" y="0"/>
                    </a:cubicBezTo>
                    <a:cubicBezTo>
                      <a:pt x="4" y="1"/>
                      <a:pt x="0" y="2"/>
                      <a:pt x="0" y="2"/>
                    </a:cubicBezTo>
                    <a:close/>
                  </a:path>
                </a:pathLst>
              </a:custGeom>
              <a:solidFill>
                <a:schemeClr val="accent1"/>
              </a:solidFill>
              <a:ln w="9525">
                <a:solidFill>
                  <a:schemeClr val="tx1"/>
                </a:solidFill>
                <a:round/>
                <a:headEnd/>
                <a:tailEnd/>
              </a:ln>
            </p:spPr>
            <p:txBody>
              <a:bodyPr/>
              <a:lstStyle/>
              <a:p>
                <a:endParaRPr lang="zh-CN" altLang="en-US"/>
              </a:p>
            </p:txBody>
          </p:sp>
          <p:sp>
            <p:nvSpPr>
              <p:cNvPr id="97" name="Freeform 116"/>
              <p:cNvSpPr>
                <a:spLocks/>
              </p:cNvSpPr>
              <p:nvPr/>
            </p:nvSpPr>
            <p:spPr bwMode="auto">
              <a:xfrm>
                <a:off x="2009775" y="1965326"/>
                <a:ext cx="14288" cy="25400"/>
              </a:xfrm>
              <a:custGeom>
                <a:avLst/>
                <a:gdLst>
                  <a:gd name="T0" fmla="*/ 6 w 9"/>
                  <a:gd name="T1" fmla="*/ 1 h 16"/>
                  <a:gd name="T2" fmla="*/ 1 w 9"/>
                  <a:gd name="T3" fmla="*/ 2 h 16"/>
                  <a:gd name="T4" fmla="*/ 8 w 9"/>
                  <a:gd name="T5" fmla="*/ 12 h 16"/>
                  <a:gd name="T6" fmla="*/ 6 w 9"/>
                  <a:gd name="T7" fmla="*/ 1 h 16"/>
                  <a:gd name="T8" fmla="*/ 0 60000 65536"/>
                  <a:gd name="T9" fmla="*/ 0 60000 65536"/>
                  <a:gd name="T10" fmla="*/ 0 60000 65536"/>
                  <a:gd name="T11" fmla="*/ 0 60000 65536"/>
                  <a:gd name="T12" fmla="*/ 0 w 9"/>
                  <a:gd name="T13" fmla="*/ 0 h 16"/>
                  <a:gd name="T14" fmla="*/ 9 w 9"/>
                  <a:gd name="T15" fmla="*/ 16 h 16"/>
                </a:gdLst>
                <a:ahLst/>
                <a:cxnLst>
                  <a:cxn ang="T8">
                    <a:pos x="T0" y="T1"/>
                  </a:cxn>
                  <a:cxn ang="T9">
                    <a:pos x="T2" y="T3"/>
                  </a:cxn>
                  <a:cxn ang="T10">
                    <a:pos x="T4" y="T5"/>
                  </a:cxn>
                  <a:cxn ang="T11">
                    <a:pos x="T6" y="T7"/>
                  </a:cxn>
                </a:cxnLst>
                <a:rect l="T12" t="T13" r="T14" b="T15"/>
                <a:pathLst>
                  <a:path w="9" h="16">
                    <a:moveTo>
                      <a:pt x="6" y="1"/>
                    </a:moveTo>
                    <a:cubicBezTo>
                      <a:pt x="4" y="1"/>
                      <a:pt x="2" y="0"/>
                      <a:pt x="1" y="2"/>
                    </a:cubicBezTo>
                    <a:cubicBezTo>
                      <a:pt x="0" y="6"/>
                      <a:pt x="7" y="16"/>
                      <a:pt x="8" y="12"/>
                    </a:cubicBezTo>
                    <a:cubicBezTo>
                      <a:pt x="9" y="9"/>
                      <a:pt x="7" y="5"/>
                      <a:pt x="6" y="1"/>
                    </a:cubicBezTo>
                    <a:close/>
                  </a:path>
                </a:pathLst>
              </a:custGeom>
              <a:solidFill>
                <a:schemeClr val="accent1"/>
              </a:solidFill>
              <a:ln w="9525">
                <a:solidFill>
                  <a:schemeClr val="tx1"/>
                </a:solidFill>
                <a:round/>
                <a:headEnd/>
                <a:tailEnd/>
              </a:ln>
            </p:spPr>
            <p:txBody>
              <a:bodyPr/>
              <a:lstStyle/>
              <a:p>
                <a:endParaRPr lang="zh-CN" altLang="en-US"/>
              </a:p>
            </p:txBody>
          </p:sp>
          <p:sp>
            <p:nvSpPr>
              <p:cNvPr id="98" name="Freeform 117"/>
              <p:cNvSpPr>
                <a:spLocks/>
              </p:cNvSpPr>
              <p:nvPr/>
            </p:nvSpPr>
            <p:spPr bwMode="auto">
              <a:xfrm>
                <a:off x="1908175" y="2076451"/>
                <a:ext cx="28575" cy="15875"/>
              </a:xfrm>
              <a:custGeom>
                <a:avLst/>
                <a:gdLst>
                  <a:gd name="T0" fmla="*/ 9 w 18"/>
                  <a:gd name="T1" fmla="*/ 0 h 10"/>
                  <a:gd name="T2" fmla="*/ 7 w 18"/>
                  <a:gd name="T3" fmla="*/ 10 h 10"/>
                  <a:gd name="T4" fmla="*/ 9 w 18"/>
                  <a:gd name="T5" fmla="*/ 0 h 10"/>
                  <a:gd name="T6" fmla="*/ 0 60000 65536"/>
                  <a:gd name="T7" fmla="*/ 0 60000 65536"/>
                  <a:gd name="T8" fmla="*/ 0 60000 65536"/>
                  <a:gd name="T9" fmla="*/ 0 w 18"/>
                  <a:gd name="T10" fmla="*/ 0 h 10"/>
                  <a:gd name="T11" fmla="*/ 18 w 18"/>
                  <a:gd name="T12" fmla="*/ 10 h 10"/>
                </a:gdLst>
                <a:ahLst/>
                <a:cxnLst>
                  <a:cxn ang="T6">
                    <a:pos x="T0" y="T1"/>
                  </a:cxn>
                  <a:cxn ang="T7">
                    <a:pos x="T2" y="T3"/>
                  </a:cxn>
                  <a:cxn ang="T8">
                    <a:pos x="T4" y="T5"/>
                  </a:cxn>
                </a:cxnLst>
                <a:rect l="T9" t="T10" r="T11" b="T12"/>
                <a:pathLst>
                  <a:path w="18" h="10">
                    <a:moveTo>
                      <a:pt x="9" y="0"/>
                    </a:moveTo>
                    <a:cubicBezTo>
                      <a:pt x="2" y="3"/>
                      <a:pt x="0" y="6"/>
                      <a:pt x="7" y="10"/>
                    </a:cubicBezTo>
                    <a:cubicBezTo>
                      <a:pt x="17" y="8"/>
                      <a:pt x="18" y="5"/>
                      <a:pt x="9" y="0"/>
                    </a:cubicBezTo>
                    <a:close/>
                  </a:path>
                </a:pathLst>
              </a:custGeom>
              <a:solidFill>
                <a:schemeClr val="tx1"/>
              </a:solidFill>
              <a:ln w="9525">
                <a:solidFill>
                  <a:schemeClr val="tx1"/>
                </a:solidFill>
                <a:round/>
                <a:headEnd/>
                <a:tailEnd/>
              </a:ln>
            </p:spPr>
            <p:txBody>
              <a:bodyPr/>
              <a:lstStyle/>
              <a:p>
                <a:endParaRPr lang="zh-CN" altLang="en-US"/>
              </a:p>
            </p:txBody>
          </p:sp>
          <p:sp>
            <p:nvSpPr>
              <p:cNvPr id="99" name="Freeform 118"/>
              <p:cNvSpPr>
                <a:spLocks/>
              </p:cNvSpPr>
              <p:nvPr/>
            </p:nvSpPr>
            <p:spPr bwMode="auto">
              <a:xfrm>
                <a:off x="2092325" y="1938338"/>
                <a:ext cx="19050" cy="12700"/>
              </a:xfrm>
              <a:custGeom>
                <a:avLst/>
                <a:gdLst>
                  <a:gd name="T0" fmla="*/ 5 w 12"/>
                  <a:gd name="T1" fmla="*/ 0 h 8"/>
                  <a:gd name="T2" fmla="*/ 12 w 12"/>
                  <a:gd name="T3" fmla="*/ 7 h 8"/>
                  <a:gd name="T4" fmla="*/ 5 w 12"/>
                  <a:gd name="T5" fmla="*/ 0 h 8"/>
                  <a:gd name="T6" fmla="*/ 0 60000 65536"/>
                  <a:gd name="T7" fmla="*/ 0 60000 65536"/>
                  <a:gd name="T8" fmla="*/ 0 60000 65536"/>
                  <a:gd name="T9" fmla="*/ 0 w 12"/>
                  <a:gd name="T10" fmla="*/ 0 h 8"/>
                  <a:gd name="T11" fmla="*/ 12 w 12"/>
                  <a:gd name="T12" fmla="*/ 8 h 8"/>
                </a:gdLst>
                <a:ahLst/>
                <a:cxnLst>
                  <a:cxn ang="T6">
                    <a:pos x="T0" y="T1"/>
                  </a:cxn>
                  <a:cxn ang="T7">
                    <a:pos x="T2" y="T3"/>
                  </a:cxn>
                  <a:cxn ang="T8">
                    <a:pos x="T4" y="T5"/>
                  </a:cxn>
                </a:cxnLst>
                <a:rect l="T9" t="T10" r="T11" b="T12"/>
                <a:pathLst>
                  <a:path w="12" h="8">
                    <a:moveTo>
                      <a:pt x="5" y="0"/>
                    </a:moveTo>
                    <a:cubicBezTo>
                      <a:pt x="0" y="8"/>
                      <a:pt x="5" y="8"/>
                      <a:pt x="12" y="7"/>
                    </a:cubicBezTo>
                    <a:cubicBezTo>
                      <a:pt x="6" y="4"/>
                      <a:pt x="9" y="6"/>
                      <a:pt x="5" y="0"/>
                    </a:cubicBezTo>
                    <a:close/>
                  </a:path>
                </a:pathLst>
              </a:custGeom>
              <a:solidFill>
                <a:schemeClr val="accent1"/>
              </a:solidFill>
              <a:ln w="9525">
                <a:solidFill>
                  <a:schemeClr val="tx1"/>
                </a:solidFill>
                <a:round/>
                <a:headEnd/>
                <a:tailEnd/>
              </a:ln>
            </p:spPr>
            <p:txBody>
              <a:bodyPr/>
              <a:lstStyle/>
              <a:p>
                <a:endParaRPr lang="zh-CN" altLang="en-US"/>
              </a:p>
            </p:txBody>
          </p:sp>
          <p:sp>
            <p:nvSpPr>
              <p:cNvPr id="100" name="Freeform 119"/>
              <p:cNvSpPr>
                <a:spLocks/>
              </p:cNvSpPr>
              <p:nvPr/>
            </p:nvSpPr>
            <p:spPr bwMode="auto">
              <a:xfrm>
                <a:off x="2117725" y="1900238"/>
                <a:ext cx="15875" cy="14288"/>
              </a:xfrm>
              <a:custGeom>
                <a:avLst/>
                <a:gdLst>
                  <a:gd name="T0" fmla="*/ 0 w 10"/>
                  <a:gd name="T1" fmla="*/ 3 h 9"/>
                  <a:gd name="T2" fmla="*/ 2 w 10"/>
                  <a:gd name="T3" fmla="*/ 7 h 9"/>
                  <a:gd name="T4" fmla="*/ 0 w 10"/>
                  <a:gd name="T5" fmla="*/ 3 h 9"/>
                  <a:gd name="T6" fmla="*/ 0 60000 65536"/>
                  <a:gd name="T7" fmla="*/ 0 60000 65536"/>
                  <a:gd name="T8" fmla="*/ 0 60000 65536"/>
                  <a:gd name="T9" fmla="*/ 0 w 10"/>
                  <a:gd name="T10" fmla="*/ 0 h 9"/>
                  <a:gd name="T11" fmla="*/ 10 w 10"/>
                  <a:gd name="T12" fmla="*/ 9 h 9"/>
                </a:gdLst>
                <a:ahLst/>
                <a:cxnLst>
                  <a:cxn ang="T6">
                    <a:pos x="T0" y="T1"/>
                  </a:cxn>
                  <a:cxn ang="T7">
                    <a:pos x="T2" y="T3"/>
                  </a:cxn>
                  <a:cxn ang="T8">
                    <a:pos x="T4" y="T5"/>
                  </a:cxn>
                </a:cxnLst>
                <a:rect l="T9" t="T10" r="T11" b="T12"/>
                <a:pathLst>
                  <a:path w="10" h="9">
                    <a:moveTo>
                      <a:pt x="0" y="3"/>
                    </a:moveTo>
                    <a:cubicBezTo>
                      <a:pt x="1" y="4"/>
                      <a:pt x="1" y="7"/>
                      <a:pt x="2" y="7"/>
                    </a:cubicBezTo>
                    <a:cubicBezTo>
                      <a:pt x="10" y="9"/>
                      <a:pt x="6" y="0"/>
                      <a:pt x="0" y="3"/>
                    </a:cubicBezTo>
                    <a:close/>
                  </a:path>
                </a:pathLst>
              </a:custGeom>
              <a:solidFill>
                <a:schemeClr val="accent1"/>
              </a:solidFill>
              <a:ln w="9525">
                <a:solidFill>
                  <a:schemeClr val="tx1"/>
                </a:solidFill>
                <a:round/>
                <a:headEnd/>
                <a:tailEnd/>
              </a:ln>
            </p:spPr>
            <p:txBody>
              <a:bodyPr/>
              <a:lstStyle/>
              <a:p>
                <a:endParaRPr lang="zh-CN" altLang="en-US"/>
              </a:p>
            </p:txBody>
          </p:sp>
          <p:sp>
            <p:nvSpPr>
              <p:cNvPr id="101" name="Freeform 120"/>
              <p:cNvSpPr>
                <a:spLocks/>
              </p:cNvSpPr>
              <p:nvPr/>
            </p:nvSpPr>
            <p:spPr bwMode="auto">
              <a:xfrm>
                <a:off x="2157413" y="1885951"/>
                <a:ext cx="19050" cy="19050"/>
              </a:xfrm>
              <a:custGeom>
                <a:avLst/>
                <a:gdLst>
                  <a:gd name="T0" fmla="*/ 6 w 12"/>
                  <a:gd name="T1" fmla="*/ 3 h 12"/>
                  <a:gd name="T2" fmla="*/ 12 w 12"/>
                  <a:gd name="T3" fmla="*/ 4 h 12"/>
                  <a:gd name="T4" fmla="*/ 6 w 12"/>
                  <a:gd name="T5" fmla="*/ 3 h 12"/>
                  <a:gd name="T6" fmla="*/ 0 60000 65536"/>
                  <a:gd name="T7" fmla="*/ 0 60000 65536"/>
                  <a:gd name="T8" fmla="*/ 0 60000 65536"/>
                  <a:gd name="T9" fmla="*/ 0 w 12"/>
                  <a:gd name="T10" fmla="*/ 0 h 12"/>
                  <a:gd name="T11" fmla="*/ 12 w 12"/>
                  <a:gd name="T12" fmla="*/ 12 h 12"/>
                </a:gdLst>
                <a:ahLst/>
                <a:cxnLst>
                  <a:cxn ang="T6">
                    <a:pos x="T0" y="T1"/>
                  </a:cxn>
                  <a:cxn ang="T7">
                    <a:pos x="T2" y="T3"/>
                  </a:cxn>
                  <a:cxn ang="T8">
                    <a:pos x="T4" y="T5"/>
                  </a:cxn>
                </a:cxnLst>
                <a:rect l="T9" t="T10" r="T11" b="T12"/>
                <a:pathLst>
                  <a:path w="12" h="12">
                    <a:moveTo>
                      <a:pt x="6" y="3"/>
                    </a:moveTo>
                    <a:cubicBezTo>
                      <a:pt x="2" y="12"/>
                      <a:pt x="9" y="9"/>
                      <a:pt x="12" y="4"/>
                    </a:cubicBezTo>
                    <a:cubicBezTo>
                      <a:pt x="6" y="0"/>
                      <a:pt x="0" y="3"/>
                      <a:pt x="6" y="3"/>
                    </a:cubicBezTo>
                    <a:close/>
                  </a:path>
                </a:pathLst>
              </a:custGeom>
              <a:solidFill>
                <a:schemeClr val="accent1"/>
              </a:solidFill>
              <a:ln w="9525">
                <a:solidFill>
                  <a:schemeClr val="tx1"/>
                </a:solidFill>
                <a:round/>
                <a:headEnd/>
                <a:tailEnd/>
              </a:ln>
            </p:spPr>
            <p:txBody>
              <a:bodyPr/>
              <a:lstStyle/>
              <a:p>
                <a:endParaRPr lang="zh-CN" altLang="en-US"/>
              </a:p>
            </p:txBody>
          </p:sp>
          <p:sp>
            <p:nvSpPr>
              <p:cNvPr id="102" name="Freeform 121"/>
              <p:cNvSpPr>
                <a:spLocks/>
              </p:cNvSpPr>
              <p:nvPr/>
            </p:nvSpPr>
            <p:spPr bwMode="auto">
              <a:xfrm>
                <a:off x="1654175" y="2228851"/>
                <a:ext cx="28575" cy="12700"/>
              </a:xfrm>
              <a:custGeom>
                <a:avLst/>
                <a:gdLst>
                  <a:gd name="T0" fmla="*/ 12 w 18"/>
                  <a:gd name="T1" fmla="*/ 0 h 8"/>
                  <a:gd name="T2" fmla="*/ 8 w 18"/>
                  <a:gd name="T3" fmla="*/ 8 h 8"/>
                  <a:gd name="T4" fmla="*/ 12 w 18"/>
                  <a:gd name="T5" fmla="*/ 0 h 8"/>
                  <a:gd name="T6" fmla="*/ 0 60000 65536"/>
                  <a:gd name="T7" fmla="*/ 0 60000 65536"/>
                  <a:gd name="T8" fmla="*/ 0 60000 65536"/>
                  <a:gd name="T9" fmla="*/ 0 w 18"/>
                  <a:gd name="T10" fmla="*/ 0 h 8"/>
                  <a:gd name="T11" fmla="*/ 18 w 18"/>
                  <a:gd name="T12" fmla="*/ 8 h 8"/>
                </a:gdLst>
                <a:ahLst/>
                <a:cxnLst>
                  <a:cxn ang="T6">
                    <a:pos x="T0" y="T1"/>
                  </a:cxn>
                  <a:cxn ang="T7">
                    <a:pos x="T2" y="T3"/>
                  </a:cxn>
                  <a:cxn ang="T8">
                    <a:pos x="T4" y="T5"/>
                  </a:cxn>
                </a:cxnLst>
                <a:rect l="T9" t="T10" r="T11" b="T12"/>
                <a:pathLst>
                  <a:path w="18" h="8">
                    <a:moveTo>
                      <a:pt x="12" y="0"/>
                    </a:moveTo>
                    <a:cubicBezTo>
                      <a:pt x="6" y="1"/>
                      <a:pt x="0" y="4"/>
                      <a:pt x="8" y="8"/>
                    </a:cubicBezTo>
                    <a:cubicBezTo>
                      <a:pt x="11" y="7"/>
                      <a:pt x="18" y="3"/>
                      <a:pt x="12" y="0"/>
                    </a:cubicBezTo>
                    <a:close/>
                  </a:path>
                </a:pathLst>
              </a:custGeom>
              <a:solidFill>
                <a:schemeClr val="accent1"/>
              </a:solidFill>
              <a:ln w="9525">
                <a:solidFill>
                  <a:schemeClr val="tx1"/>
                </a:solidFill>
                <a:round/>
                <a:headEnd/>
                <a:tailEnd/>
              </a:ln>
            </p:spPr>
            <p:txBody>
              <a:bodyPr/>
              <a:lstStyle/>
              <a:p>
                <a:endParaRPr lang="zh-CN" altLang="en-US"/>
              </a:p>
            </p:txBody>
          </p:sp>
          <p:sp>
            <p:nvSpPr>
              <p:cNvPr id="103" name="Freeform 122"/>
              <p:cNvSpPr>
                <a:spLocks/>
              </p:cNvSpPr>
              <p:nvPr/>
            </p:nvSpPr>
            <p:spPr bwMode="auto">
              <a:xfrm>
                <a:off x="1625600" y="2251076"/>
                <a:ext cx="22225" cy="20638"/>
              </a:xfrm>
              <a:custGeom>
                <a:avLst/>
                <a:gdLst>
                  <a:gd name="T0" fmla="*/ 0 w 14"/>
                  <a:gd name="T1" fmla="*/ 0 h 13"/>
                  <a:gd name="T2" fmla="*/ 0 w 14"/>
                  <a:gd name="T3" fmla="*/ 0 h 13"/>
                  <a:gd name="T4" fmla="*/ 0 60000 65536"/>
                  <a:gd name="T5" fmla="*/ 0 60000 65536"/>
                  <a:gd name="T6" fmla="*/ 0 w 14"/>
                  <a:gd name="T7" fmla="*/ 0 h 13"/>
                  <a:gd name="T8" fmla="*/ 14 w 14"/>
                  <a:gd name="T9" fmla="*/ 13 h 13"/>
                </a:gdLst>
                <a:ahLst/>
                <a:cxnLst>
                  <a:cxn ang="T4">
                    <a:pos x="T0" y="T1"/>
                  </a:cxn>
                  <a:cxn ang="T5">
                    <a:pos x="T2" y="T3"/>
                  </a:cxn>
                </a:cxnLst>
                <a:rect l="T6" t="T7" r="T8" b="T9"/>
                <a:pathLst>
                  <a:path w="14" h="13">
                    <a:moveTo>
                      <a:pt x="0" y="0"/>
                    </a:moveTo>
                    <a:cubicBezTo>
                      <a:pt x="4" y="13"/>
                      <a:pt x="14" y="0"/>
                      <a:pt x="0" y="0"/>
                    </a:cubicBezTo>
                    <a:close/>
                  </a:path>
                </a:pathLst>
              </a:custGeom>
              <a:solidFill>
                <a:schemeClr val="accent1"/>
              </a:solidFill>
              <a:ln w="9525">
                <a:solidFill>
                  <a:schemeClr val="tx1"/>
                </a:solidFill>
                <a:round/>
                <a:headEnd/>
                <a:tailEnd/>
              </a:ln>
            </p:spPr>
            <p:txBody>
              <a:bodyPr/>
              <a:lstStyle/>
              <a:p>
                <a:endParaRPr lang="zh-CN" altLang="en-US"/>
              </a:p>
            </p:txBody>
          </p:sp>
          <p:sp>
            <p:nvSpPr>
              <p:cNvPr id="104" name="Freeform 123"/>
              <p:cNvSpPr>
                <a:spLocks/>
              </p:cNvSpPr>
              <p:nvPr/>
            </p:nvSpPr>
            <p:spPr bwMode="auto">
              <a:xfrm>
                <a:off x="2481263" y="1755776"/>
                <a:ext cx="19050" cy="14288"/>
              </a:xfrm>
              <a:custGeom>
                <a:avLst/>
                <a:gdLst>
                  <a:gd name="T0" fmla="*/ 8 w 12"/>
                  <a:gd name="T1" fmla="*/ 1 h 9"/>
                  <a:gd name="T2" fmla="*/ 11 w 12"/>
                  <a:gd name="T3" fmla="*/ 6 h 9"/>
                  <a:gd name="T4" fmla="*/ 8 w 12"/>
                  <a:gd name="T5" fmla="*/ 1 h 9"/>
                  <a:gd name="T6" fmla="*/ 0 60000 65536"/>
                  <a:gd name="T7" fmla="*/ 0 60000 65536"/>
                  <a:gd name="T8" fmla="*/ 0 60000 65536"/>
                  <a:gd name="T9" fmla="*/ 0 w 12"/>
                  <a:gd name="T10" fmla="*/ 0 h 9"/>
                  <a:gd name="T11" fmla="*/ 12 w 12"/>
                  <a:gd name="T12" fmla="*/ 9 h 9"/>
                </a:gdLst>
                <a:ahLst/>
                <a:cxnLst>
                  <a:cxn ang="T6">
                    <a:pos x="T0" y="T1"/>
                  </a:cxn>
                  <a:cxn ang="T7">
                    <a:pos x="T2" y="T3"/>
                  </a:cxn>
                  <a:cxn ang="T8">
                    <a:pos x="T4" y="T5"/>
                  </a:cxn>
                </a:cxnLst>
                <a:rect l="T9" t="T10" r="T11" b="T12"/>
                <a:pathLst>
                  <a:path w="12" h="9">
                    <a:moveTo>
                      <a:pt x="8" y="1"/>
                    </a:moveTo>
                    <a:cubicBezTo>
                      <a:pt x="0" y="4"/>
                      <a:pt x="3" y="9"/>
                      <a:pt x="11" y="6"/>
                    </a:cubicBezTo>
                    <a:cubicBezTo>
                      <a:pt x="10" y="0"/>
                      <a:pt x="12" y="1"/>
                      <a:pt x="8" y="1"/>
                    </a:cubicBezTo>
                    <a:close/>
                  </a:path>
                </a:pathLst>
              </a:custGeom>
              <a:solidFill>
                <a:schemeClr val="accent1"/>
              </a:solidFill>
              <a:ln w="9525">
                <a:solidFill>
                  <a:schemeClr val="tx1"/>
                </a:solidFill>
                <a:round/>
                <a:headEnd/>
                <a:tailEnd/>
              </a:ln>
            </p:spPr>
            <p:txBody>
              <a:bodyPr/>
              <a:lstStyle/>
              <a:p>
                <a:endParaRPr lang="zh-CN" altLang="en-US"/>
              </a:p>
            </p:txBody>
          </p:sp>
          <p:sp>
            <p:nvSpPr>
              <p:cNvPr id="105" name="Freeform 124"/>
              <p:cNvSpPr>
                <a:spLocks/>
              </p:cNvSpPr>
              <p:nvPr/>
            </p:nvSpPr>
            <p:spPr bwMode="auto">
              <a:xfrm>
                <a:off x="1592263" y="2298701"/>
                <a:ext cx="12700" cy="7938"/>
              </a:xfrm>
              <a:custGeom>
                <a:avLst/>
                <a:gdLst>
                  <a:gd name="T0" fmla="*/ 0 w 8"/>
                  <a:gd name="T1" fmla="*/ 2 h 5"/>
                  <a:gd name="T2" fmla="*/ 7 w 8"/>
                  <a:gd name="T3" fmla="*/ 4 h 5"/>
                  <a:gd name="T4" fmla="*/ 5 w 8"/>
                  <a:gd name="T5" fmla="*/ 0 h 5"/>
                  <a:gd name="T6" fmla="*/ 0 w 8"/>
                  <a:gd name="T7" fmla="*/ 2 h 5"/>
                  <a:gd name="T8" fmla="*/ 0 60000 65536"/>
                  <a:gd name="T9" fmla="*/ 0 60000 65536"/>
                  <a:gd name="T10" fmla="*/ 0 60000 65536"/>
                  <a:gd name="T11" fmla="*/ 0 60000 65536"/>
                  <a:gd name="T12" fmla="*/ 0 w 8"/>
                  <a:gd name="T13" fmla="*/ 0 h 5"/>
                  <a:gd name="T14" fmla="*/ 8 w 8"/>
                  <a:gd name="T15" fmla="*/ 5 h 5"/>
                </a:gdLst>
                <a:ahLst/>
                <a:cxnLst>
                  <a:cxn ang="T8">
                    <a:pos x="T0" y="T1"/>
                  </a:cxn>
                  <a:cxn ang="T9">
                    <a:pos x="T2" y="T3"/>
                  </a:cxn>
                  <a:cxn ang="T10">
                    <a:pos x="T4" y="T5"/>
                  </a:cxn>
                  <a:cxn ang="T11">
                    <a:pos x="T6" y="T7"/>
                  </a:cxn>
                </a:cxnLst>
                <a:rect l="T12" t="T13" r="T14" b="T15"/>
                <a:pathLst>
                  <a:path w="8" h="5">
                    <a:moveTo>
                      <a:pt x="0" y="2"/>
                    </a:moveTo>
                    <a:cubicBezTo>
                      <a:pt x="2" y="3"/>
                      <a:pt x="5" y="5"/>
                      <a:pt x="7" y="4"/>
                    </a:cubicBezTo>
                    <a:cubicBezTo>
                      <a:pt x="8" y="3"/>
                      <a:pt x="6" y="0"/>
                      <a:pt x="5" y="0"/>
                    </a:cubicBezTo>
                    <a:cubicBezTo>
                      <a:pt x="3" y="0"/>
                      <a:pt x="0" y="2"/>
                      <a:pt x="0" y="2"/>
                    </a:cubicBezTo>
                    <a:close/>
                  </a:path>
                </a:pathLst>
              </a:custGeom>
              <a:solidFill>
                <a:schemeClr val="accent1"/>
              </a:solidFill>
              <a:ln w="9525">
                <a:solidFill>
                  <a:schemeClr val="tx1"/>
                </a:solidFill>
                <a:round/>
                <a:headEnd/>
                <a:tailEnd/>
              </a:ln>
            </p:spPr>
            <p:txBody>
              <a:bodyPr/>
              <a:lstStyle/>
              <a:p>
                <a:endParaRPr lang="zh-CN" altLang="en-US"/>
              </a:p>
            </p:txBody>
          </p:sp>
          <p:sp>
            <p:nvSpPr>
              <p:cNvPr id="106" name="Freeform 125"/>
              <p:cNvSpPr>
                <a:spLocks/>
              </p:cNvSpPr>
              <p:nvPr/>
            </p:nvSpPr>
            <p:spPr bwMode="auto">
              <a:xfrm>
                <a:off x="1552575" y="2344738"/>
                <a:ext cx="15875" cy="14288"/>
              </a:xfrm>
              <a:custGeom>
                <a:avLst/>
                <a:gdLst>
                  <a:gd name="T0" fmla="*/ 3 w 10"/>
                  <a:gd name="T1" fmla="*/ 0 h 9"/>
                  <a:gd name="T2" fmla="*/ 1 w 10"/>
                  <a:gd name="T3" fmla="*/ 5 h 9"/>
                  <a:gd name="T4" fmla="*/ 6 w 10"/>
                  <a:gd name="T5" fmla="*/ 7 h 9"/>
                  <a:gd name="T6" fmla="*/ 3 w 10"/>
                  <a:gd name="T7" fmla="*/ 0 h 9"/>
                  <a:gd name="T8" fmla="*/ 0 60000 65536"/>
                  <a:gd name="T9" fmla="*/ 0 60000 65536"/>
                  <a:gd name="T10" fmla="*/ 0 60000 65536"/>
                  <a:gd name="T11" fmla="*/ 0 60000 65536"/>
                  <a:gd name="T12" fmla="*/ 0 w 10"/>
                  <a:gd name="T13" fmla="*/ 0 h 9"/>
                  <a:gd name="T14" fmla="*/ 10 w 10"/>
                  <a:gd name="T15" fmla="*/ 9 h 9"/>
                </a:gdLst>
                <a:ahLst/>
                <a:cxnLst>
                  <a:cxn ang="T8">
                    <a:pos x="T0" y="T1"/>
                  </a:cxn>
                  <a:cxn ang="T9">
                    <a:pos x="T2" y="T3"/>
                  </a:cxn>
                  <a:cxn ang="T10">
                    <a:pos x="T4" y="T5"/>
                  </a:cxn>
                  <a:cxn ang="T11">
                    <a:pos x="T6" y="T7"/>
                  </a:cxn>
                </a:cxnLst>
                <a:rect l="T12" t="T13" r="T14" b="T15"/>
                <a:pathLst>
                  <a:path w="10" h="9">
                    <a:moveTo>
                      <a:pt x="3" y="0"/>
                    </a:moveTo>
                    <a:cubicBezTo>
                      <a:pt x="2" y="2"/>
                      <a:pt x="0" y="3"/>
                      <a:pt x="1" y="5"/>
                    </a:cubicBezTo>
                    <a:cubicBezTo>
                      <a:pt x="2" y="7"/>
                      <a:pt x="5" y="9"/>
                      <a:pt x="6" y="7"/>
                    </a:cubicBezTo>
                    <a:cubicBezTo>
                      <a:pt x="10" y="0"/>
                      <a:pt x="6" y="0"/>
                      <a:pt x="3" y="0"/>
                    </a:cubicBezTo>
                    <a:close/>
                  </a:path>
                </a:pathLst>
              </a:custGeom>
              <a:solidFill>
                <a:schemeClr val="accent1"/>
              </a:solidFill>
              <a:ln w="9525">
                <a:solidFill>
                  <a:schemeClr val="tx1"/>
                </a:solidFill>
                <a:round/>
                <a:headEnd/>
                <a:tailEnd/>
              </a:ln>
            </p:spPr>
            <p:txBody>
              <a:bodyPr/>
              <a:lstStyle/>
              <a:p>
                <a:endParaRPr lang="zh-CN" altLang="en-US"/>
              </a:p>
            </p:txBody>
          </p:sp>
          <p:sp>
            <p:nvSpPr>
              <p:cNvPr id="107" name="Freeform 126"/>
              <p:cNvSpPr>
                <a:spLocks/>
              </p:cNvSpPr>
              <p:nvPr/>
            </p:nvSpPr>
            <p:spPr bwMode="auto">
              <a:xfrm>
                <a:off x="1490663" y="2357438"/>
                <a:ext cx="20638" cy="12700"/>
              </a:xfrm>
              <a:custGeom>
                <a:avLst/>
                <a:gdLst>
                  <a:gd name="T0" fmla="*/ 0 w 13"/>
                  <a:gd name="T1" fmla="*/ 0 h 8"/>
                  <a:gd name="T2" fmla="*/ 13 w 13"/>
                  <a:gd name="T3" fmla="*/ 5 h 8"/>
                  <a:gd name="T4" fmla="*/ 0 w 13"/>
                  <a:gd name="T5" fmla="*/ 0 h 8"/>
                  <a:gd name="T6" fmla="*/ 0 60000 65536"/>
                  <a:gd name="T7" fmla="*/ 0 60000 65536"/>
                  <a:gd name="T8" fmla="*/ 0 60000 65536"/>
                  <a:gd name="T9" fmla="*/ 0 w 13"/>
                  <a:gd name="T10" fmla="*/ 0 h 8"/>
                  <a:gd name="T11" fmla="*/ 13 w 13"/>
                  <a:gd name="T12" fmla="*/ 8 h 8"/>
                </a:gdLst>
                <a:ahLst/>
                <a:cxnLst>
                  <a:cxn ang="T6">
                    <a:pos x="T0" y="T1"/>
                  </a:cxn>
                  <a:cxn ang="T7">
                    <a:pos x="T2" y="T3"/>
                  </a:cxn>
                  <a:cxn ang="T8">
                    <a:pos x="T4" y="T5"/>
                  </a:cxn>
                </a:cxnLst>
                <a:rect l="T9" t="T10" r="T11" b="T12"/>
                <a:pathLst>
                  <a:path w="13" h="8">
                    <a:moveTo>
                      <a:pt x="0" y="0"/>
                    </a:moveTo>
                    <a:cubicBezTo>
                      <a:pt x="3" y="8"/>
                      <a:pt x="5" y="8"/>
                      <a:pt x="13" y="5"/>
                    </a:cubicBezTo>
                    <a:cubicBezTo>
                      <a:pt x="9" y="3"/>
                      <a:pt x="5" y="0"/>
                      <a:pt x="0" y="0"/>
                    </a:cubicBezTo>
                    <a:close/>
                  </a:path>
                </a:pathLst>
              </a:custGeom>
              <a:solidFill>
                <a:schemeClr val="accent1"/>
              </a:solidFill>
              <a:ln w="9525">
                <a:solidFill>
                  <a:schemeClr val="tx1"/>
                </a:solidFill>
                <a:round/>
                <a:headEnd/>
                <a:tailEnd/>
              </a:ln>
            </p:spPr>
            <p:txBody>
              <a:bodyPr/>
              <a:lstStyle/>
              <a:p>
                <a:endParaRPr lang="zh-CN" altLang="en-US"/>
              </a:p>
            </p:txBody>
          </p:sp>
          <p:sp>
            <p:nvSpPr>
              <p:cNvPr id="108" name="Freeform 127"/>
              <p:cNvSpPr>
                <a:spLocks/>
              </p:cNvSpPr>
              <p:nvPr/>
            </p:nvSpPr>
            <p:spPr bwMode="auto">
              <a:xfrm>
                <a:off x="1481138" y="2387601"/>
                <a:ext cx="23813" cy="17463"/>
              </a:xfrm>
              <a:custGeom>
                <a:avLst/>
                <a:gdLst>
                  <a:gd name="T0" fmla="*/ 0 w 15"/>
                  <a:gd name="T1" fmla="*/ 2 h 11"/>
                  <a:gd name="T2" fmla="*/ 11 w 15"/>
                  <a:gd name="T3" fmla="*/ 0 h 11"/>
                  <a:gd name="T4" fmla="*/ 0 w 15"/>
                  <a:gd name="T5" fmla="*/ 2 h 11"/>
                  <a:gd name="T6" fmla="*/ 0 60000 65536"/>
                  <a:gd name="T7" fmla="*/ 0 60000 65536"/>
                  <a:gd name="T8" fmla="*/ 0 60000 65536"/>
                  <a:gd name="T9" fmla="*/ 0 w 15"/>
                  <a:gd name="T10" fmla="*/ 0 h 11"/>
                  <a:gd name="T11" fmla="*/ 15 w 15"/>
                  <a:gd name="T12" fmla="*/ 11 h 11"/>
                </a:gdLst>
                <a:ahLst/>
                <a:cxnLst>
                  <a:cxn ang="T6">
                    <a:pos x="T0" y="T1"/>
                  </a:cxn>
                  <a:cxn ang="T7">
                    <a:pos x="T2" y="T3"/>
                  </a:cxn>
                  <a:cxn ang="T8">
                    <a:pos x="T4" y="T5"/>
                  </a:cxn>
                </a:cxnLst>
                <a:rect l="T9" t="T10" r="T11" b="T12"/>
                <a:pathLst>
                  <a:path w="15" h="11">
                    <a:moveTo>
                      <a:pt x="0" y="2"/>
                    </a:moveTo>
                    <a:cubicBezTo>
                      <a:pt x="2" y="11"/>
                      <a:pt x="15" y="10"/>
                      <a:pt x="11" y="0"/>
                    </a:cubicBezTo>
                    <a:cubicBezTo>
                      <a:pt x="0" y="4"/>
                      <a:pt x="3" y="7"/>
                      <a:pt x="0" y="2"/>
                    </a:cubicBezTo>
                    <a:close/>
                  </a:path>
                </a:pathLst>
              </a:custGeom>
              <a:solidFill>
                <a:schemeClr val="accent1"/>
              </a:solidFill>
              <a:ln w="9525">
                <a:solidFill>
                  <a:schemeClr val="tx1"/>
                </a:solidFill>
                <a:round/>
                <a:headEnd/>
                <a:tailEnd/>
              </a:ln>
            </p:spPr>
            <p:txBody>
              <a:bodyPr/>
              <a:lstStyle/>
              <a:p>
                <a:endParaRPr lang="zh-CN" altLang="en-US"/>
              </a:p>
            </p:txBody>
          </p:sp>
          <p:sp>
            <p:nvSpPr>
              <p:cNvPr id="109" name="Freeform 128"/>
              <p:cNvSpPr>
                <a:spLocks/>
              </p:cNvSpPr>
              <p:nvPr/>
            </p:nvSpPr>
            <p:spPr bwMode="auto">
              <a:xfrm>
                <a:off x="1474788" y="2443163"/>
                <a:ext cx="20638" cy="14288"/>
              </a:xfrm>
              <a:custGeom>
                <a:avLst/>
                <a:gdLst>
                  <a:gd name="T0" fmla="*/ 4 w 13"/>
                  <a:gd name="T1" fmla="*/ 1 h 9"/>
                  <a:gd name="T2" fmla="*/ 10 w 13"/>
                  <a:gd name="T3" fmla="*/ 7 h 9"/>
                  <a:gd name="T4" fmla="*/ 4 w 13"/>
                  <a:gd name="T5" fmla="*/ 1 h 9"/>
                  <a:gd name="T6" fmla="*/ 0 60000 65536"/>
                  <a:gd name="T7" fmla="*/ 0 60000 65536"/>
                  <a:gd name="T8" fmla="*/ 0 60000 65536"/>
                  <a:gd name="T9" fmla="*/ 0 w 13"/>
                  <a:gd name="T10" fmla="*/ 0 h 9"/>
                  <a:gd name="T11" fmla="*/ 13 w 13"/>
                  <a:gd name="T12" fmla="*/ 9 h 9"/>
                </a:gdLst>
                <a:ahLst/>
                <a:cxnLst>
                  <a:cxn ang="T6">
                    <a:pos x="T0" y="T1"/>
                  </a:cxn>
                  <a:cxn ang="T7">
                    <a:pos x="T2" y="T3"/>
                  </a:cxn>
                  <a:cxn ang="T8">
                    <a:pos x="T4" y="T5"/>
                  </a:cxn>
                </a:cxnLst>
                <a:rect l="T9" t="T10" r="T11" b="T12"/>
                <a:pathLst>
                  <a:path w="13" h="9">
                    <a:moveTo>
                      <a:pt x="4" y="1"/>
                    </a:moveTo>
                    <a:cubicBezTo>
                      <a:pt x="0" y="8"/>
                      <a:pt x="3" y="9"/>
                      <a:pt x="10" y="7"/>
                    </a:cubicBezTo>
                    <a:cubicBezTo>
                      <a:pt x="13" y="0"/>
                      <a:pt x="10" y="1"/>
                      <a:pt x="4" y="1"/>
                    </a:cubicBezTo>
                    <a:close/>
                  </a:path>
                </a:pathLst>
              </a:custGeom>
              <a:solidFill>
                <a:schemeClr val="accent1"/>
              </a:solidFill>
              <a:ln w="9525">
                <a:solidFill>
                  <a:schemeClr val="tx1"/>
                </a:solidFill>
                <a:round/>
                <a:headEnd/>
                <a:tailEnd/>
              </a:ln>
            </p:spPr>
            <p:txBody>
              <a:bodyPr/>
              <a:lstStyle/>
              <a:p>
                <a:endParaRPr lang="zh-CN" altLang="en-US"/>
              </a:p>
            </p:txBody>
          </p:sp>
          <p:sp>
            <p:nvSpPr>
              <p:cNvPr id="110" name="Freeform 129"/>
              <p:cNvSpPr>
                <a:spLocks/>
              </p:cNvSpPr>
              <p:nvPr/>
            </p:nvSpPr>
            <p:spPr bwMode="auto">
              <a:xfrm>
                <a:off x="1393825" y="2392363"/>
                <a:ext cx="26988" cy="14288"/>
              </a:xfrm>
              <a:custGeom>
                <a:avLst/>
                <a:gdLst>
                  <a:gd name="T0" fmla="*/ 10 w 17"/>
                  <a:gd name="T1" fmla="*/ 1 h 9"/>
                  <a:gd name="T2" fmla="*/ 15 w 17"/>
                  <a:gd name="T3" fmla="*/ 7 h 9"/>
                  <a:gd name="T4" fmla="*/ 16 w 17"/>
                  <a:gd name="T5" fmla="*/ 2 h 9"/>
                  <a:gd name="T6" fmla="*/ 10 w 17"/>
                  <a:gd name="T7" fmla="*/ 1 h 9"/>
                  <a:gd name="T8" fmla="*/ 0 60000 65536"/>
                  <a:gd name="T9" fmla="*/ 0 60000 65536"/>
                  <a:gd name="T10" fmla="*/ 0 60000 65536"/>
                  <a:gd name="T11" fmla="*/ 0 60000 65536"/>
                  <a:gd name="T12" fmla="*/ 0 w 17"/>
                  <a:gd name="T13" fmla="*/ 0 h 9"/>
                  <a:gd name="T14" fmla="*/ 17 w 17"/>
                  <a:gd name="T15" fmla="*/ 9 h 9"/>
                </a:gdLst>
                <a:ahLst/>
                <a:cxnLst>
                  <a:cxn ang="T8">
                    <a:pos x="T0" y="T1"/>
                  </a:cxn>
                  <a:cxn ang="T9">
                    <a:pos x="T2" y="T3"/>
                  </a:cxn>
                  <a:cxn ang="T10">
                    <a:pos x="T4" y="T5"/>
                  </a:cxn>
                  <a:cxn ang="T11">
                    <a:pos x="T6" y="T7"/>
                  </a:cxn>
                </a:cxnLst>
                <a:rect l="T12" t="T13" r="T14" b="T15"/>
                <a:pathLst>
                  <a:path w="17" h="9">
                    <a:moveTo>
                      <a:pt x="10" y="1"/>
                    </a:moveTo>
                    <a:cubicBezTo>
                      <a:pt x="0" y="7"/>
                      <a:pt x="2" y="9"/>
                      <a:pt x="15" y="7"/>
                    </a:cubicBezTo>
                    <a:cubicBezTo>
                      <a:pt x="15" y="5"/>
                      <a:pt x="17" y="3"/>
                      <a:pt x="16" y="2"/>
                    </a:cubicBezTo>
                    <a:cubicBezTo>
                      <a:pt x="15" y="0"/>
                      <a:pt x="10" y="1"/>
                      <a:pt x="10" y="1"/>
                    </a:cubicBezTo>
                    <a:close/>
                  </a:path>
                </a:pathLst>
              </a:custGeom>
              <a:solidFill>
                <a:schemeClr val="accent1"/>
              </a:solidFill>
              <a:ln w="9525">
                <a:solidFill>
                  <a:schemeClr val="tx1"/>
                </a:solidFill>
                <a:round/>
                <a:headEnd/>
                <a:tailEnd/>
              </a:ln>
            </p:spPr>
            <p:txBody>
              <a:bodyPr/>
              <a:lstStyle/>
              <a:p>
                <a:endParaRPr lang="zh-CN" altLang="en-US"/>
              </a:p>
            </p:txBody>
          </p:sp>
          <p:sp>
            <p:nvSpPr>
              <p:cNvPr id="111" name="Freeform 130"/>
              <p:cNvSpPr>
                <a:spLocks/>
              </p:cNvSpPr>
              <p:nvPr/>
            </p:nvSpPr>
            <p:spPr bwMode="auto">
              <a:xfrm>
                <a:off x="1336675" y="2466976"/>
                <a:ext cx="47625" cy="23813"/>
              </a:xfrm>
              <a:custGeom>
                <a:avLst/>
                <a:gdLst>
                  <a:gd name="T0" fmla="*/ 6 w 30"/>
                  <a:gd name="T1" fmla="*/ 0 h 15"/>
                  <a:gd name="T2" fmla="*/ 9 w 30"/>
                  <a:gd name="T3" fmla="*/ 14 h 15"/>
                  <a:gd name="T4" fmla="*/ 27 w 30"/>
                  <a:gd name="T5" fmla="*/ 13 h 15"/>
                  <a:gd name="T6" fmla="*/ 20 w 30"/>
                  <a:gd name="T7" fmla="*/ 5 h 15"/>
                  <a:gd name="T8" fmla="*/ 6 w 30"/>
                  <a:gd name="T9" fmla="*/ 0 h 15"/>
                  <a:gd name="T10" fmla="*/ 0 60000 65536"/>
                  <a:gd name="T11" fmla="*/ 0 60000 65536"/>
                  <a:gd name="T12" fmla="*/ 0 60000 65536"/>
                  <a:gd name="T13" fmla="*/ 0 60000 65536"/>
                  <a:gd name="T14" fmla="*/ 0 60000 65536"/>
                  <a:gd name="T15" fmla="*/ 0 w 30"/>
                  <a:gd name="T16" fmla="*/ 0 h 15"/>
                  <a:gd name="T17" fmla="*/ 30 w 30"/>
                  <a:gd name="T18" fmla="*/ 15 h 15"/>
                </a:gdLst>
                <a:ahLst/>
                <a:cxnLst>
                  <a:cxn ang="T10">
                    <a:pos x="T0" y="T1"/>
                  </a:cxn>
                  <a:cxn ang="T11">
                    <a:pos x="T2" y="T3"/>
                  </a:cxn>
                  <a:cxn ang="T12">
                    <a:pos x="T4" y="T5"/>
                  </a:cxn>
                  <a:cxn ang="T13">
                    <a:pos x="T6" y="T7"/>
                  </a:cxn>
                  <a:cxn ang="T14">
                    <a:pos x="T8" y="T9"/>
                  </a:cxn>
                </a:cxnLst>
                <a:rect l="T15" t="T16" r="T17" b="T18"/>
                <a:pathLst>
                  <a:path w="30" h="15">
                    <a:moveTo>
                      <a:pt x="6" y="0"/>
                    </a:moveTo>
                    <a:cubicBezTo>
                      <a:pt x="2" y="6"/>
                      <a:pt x="0" y="12"/>
                      <a:pt x="9" y="14"/>
                    </a:cubicBezTo>
                    <a:cubicBezTo>
                      <a:pt x="15" y="14"/>
                      <a:pt x="21" y="15"/>
                      <a:pt x="27" y="13"/>
                    </a:cubicBezTo>
                    <a:cubicBezTo>
                      <a:pt x="30" y="12"/>
                      <a:pt x="23" y="6"/>
                      <a:pt x="20" y="5"/>
                    </a:cubicBezTo>
                    <a:cubicBezTo>
                      <a:pt x="5" y="1"/>
                      <a:pt x="6" y="8"/>
                      <a:pt x="6" y="0"/>
                    </a:cubicBezTo>
                    <a:close/>
                  </a:path>
                </a:pathLst>
              </a:custGeom>
              <a:solidFill>
                <a:schemeClr val="tx1"/>
              </a:solidFill>
              <a:ln w="9525">
                <a:solidFill>
                  <a:schemeClr val="tx1"/>
                </a:solidFill>
                <a:round/>
                <a:headEnd/>
                <a:tailEnd/>
              </a:ln>
            </p:spPr>
            <p:txBody>
              <a:bodyPr/>
              <a:lstStyle/>
              <a:p>
                <a:endParaRPr lang="zh-CN" altLang="en-US"/>
              </a:p>
            </p:txBody>
          </p:sp>
          <p:sp>
            <p:nvSpPr>
              <p:cNvPr id="112" name="Freeform 131"/>
              <p:cNvSpPr>
                <a:spLocks/>
              </p:cNvSpPr>
              <p:nvPr/>
            </p:nvSpPr>
            <p:spPr bwMode="auto">
              <a:xfrm>
                <a:off x="1273175" y="2519363"/>
                <a:ext cx="28575" cy="19050"/>
              </a:xfrm>
              <a:custGeom>
                <a:avLst/>
                <a:gdLst>
                  <a:gd name="T0" fmla="*/ 3 w 18"/>
                  <a:gd name="T1" fmla="*/ 4 h 12"/>
                  <a:gd name="T2" fmla="*/ 11 w 18"/>
                  <a:gd name="T3" fmla="*/ 9 h 12"/>
                  <a:gd name="T4" fmla="*/ 3 w 18"/>
                  <a:gd name="T5" fmla="*/ 4 h 12"/>
                  <a:gd name="T6" fmla="*/ 0 60000 65536"/>
                  <a:gd name="T7" fmla="*/ 0 60000 65536"/>
                  <a:gd name="T8" fmla="*/ 0 60000 65536"/>
                  <a:gd name="T9" fmla="*/ 0 w 18"/>
                  <a:gd name="T10" fmla="*/ 0 h 12"/>
                  <a:gd name="T11" fmla="*/ 18 w 18"/>
                  <a:gd name="T12" fmla="*/ 12 h 12"/>
                </a:gdLst>
                <a:ahLst/>
                <a:cxnLst>
                  <a:cxn ang="T6">
                    <a:pos x="T0" y="T1"/>
                  </a:cxn>
                  <a:cxn ang="T7">
                    <a:pos x="T2" y="T3"/>
                  </a:cxn>
                  <a:cxn ang="T8">
                    <a:pos x="T4" y="T5"/>
                  </a:cxn>
                </a:cxnLst>
                <a:rect l="T9" t="T10" r="T11" b="T12"/>
                <a:pathLst>
                  <a:path w="18" h="12">
                    <a:moveTo>
                      <a:pt x="3" y="4"/>
                    </a:moveTo>
                    <a:cubicBezTo>
                      <a:pt x="0" y="12"/>
                      <a:pt x="5" y="10"/>
                      <a:pt x="11" y="9"/>
                    </a:cubicBezTo>
                    <a:cubicBezTo>
                      <a:pt x="18" y="0"/>
                      <a:pt x="8" y="4"/>
                      <a:pt x="3" y="4"/>
                    </a:cubicBezTo>
                    <a:close/>
                  </a:path>
                </a:pathLst>
              </a:custGeom>
              <a:solidFill>
                <a:schemeClr val="accent1"/>
              </a:solidFill>
              <a:ln w="9525">
                <a:solidFill>
                  <a:schemeClr val="tx1"/>
                </a:solidFill>
                <a:round/>
                <a:headEnd/>
                <a:tailEnd/>
              </a:ln>
            </p:spPr>
            <p:txBody>
              <a:bodyPr/>
              <a:lstStyle/>
              <a:p>
                <a:endParaRPr lang="zh-CN" altLang="en-US"/>
              </a:p>
            </p:txBody>
          </p:sp>
          <p:sp>
            <p:nvSpPr>
              <p:cNvPr id="113" name="Freeform 132"/>
              <p:cNvSpPr>
                <a:spLocks/>
              </p:cNvSpPr>
              <p:nvPr/>
            </p:nvSpPr>
            <p:spPr bwMode="auto">
              <a:xfrm>
                <a:off x="1227138" y="2573338"/>
                <a:ext cx="30163" cy="17463"/>
              </a:xfrm>
              <a:custGeom>
                <a:avLst/>
                <a:gdLst>
                  <a:gd name="T0" fmla="*/ 6 w 19"/>
                  <a:gd name="T1" fmla="*/ 0 h 11"/>
                  <a:gd name="T2" fmla="*/ 8 w 19"/>
                  <a:gd name="T3" fmla="*/ 11 h 11"/>
                  <a:gd name="T4" fmla="*/ 6 w 19"/>
                  <a:gd name="T5" fmla="*/ 2 h 11"/>
                  <a:gd name="T6" fmla="*/ 6 w 19"/>
                  <a:gd name="T7" fmla="*/ 0 h 11"/>
                  <a:gd name="T8" fmla="*/ 0 60000 65536"/>
                  <a:gd name="T9" fmla="*/ 0 60000 65536"/>
                  <a:gd name="T10" fmla="*/ 0 60000 65536"/>
                  <a:gd name="T11" fmla="*/ 0 60000 65536"/>
                  <a:gd name="T12" fmla="*/ 0 w 19"/>
                  <a:gd name="T13" fmla="*/ 0 h 11"/>
                  <a:gd name="T14" fmla="*/ 19 w 19"/>
                  <a:gd name="T15" fmla="*/ 11 h 11"/>
                </a:gdLst>
                <a:ahLst/>
                <a:cxnLst>
                  <a:cxn ang="T8">
                    <a:pos x="T0" y="T1"/>
                  </a:cxn>
                  <a:cxn ang="T9">
                    <a:pos x="T2" y="T3"/>
                  </a:cxn>
                  <a:cxn ang="T10">
                    <a:pos x="T4" y="T5"/>
                  </a:cxn>
                  <a:cxn ang="T11">
                    <a:pos x="T6" y="T7"/>
                  </a:cxn>
                </a:cxnLst>
                <a:rect l="T12" t="T13" r="T14" b="T15"/>
                <a:pathLst>
                  <a:path w="19" h="11">
                    <a:moveTo>
                      <a:pt x="6" y="0"/>
                    </a:moveTo>
                    <a:cubicBezTo>
                      <a:pt x="5" y="7"/>
                      <a:pt x="0" y="9"/>
                      <a:pt x="8" y="11"/>
                    </a:cubicBezTo>
                    <a:cubicBezTo>
                      <a:pt x="19" y="9"/>
                      <a:pt x="10" y="5"/>
                      <a:pt x="6" y="2"/>
                    </a:cubicBezTo>
                    <a:cubicBezTo>
                      <a:pt x="5" y="2"/>
                      <a:pt x="6" y="1"/>
                      <a:pt x="6" y="0"/>
                    </a:cubicBezTo>
                    <a:close/>
                  </a:path>
                </a:pathLst>
              </a:custGeom>
              <a:solidFill>
                <a:schemeClr val="accent1"/>
              </a:solidFill>
              <a:ln w="9525">
                <a:solidFill>
                  <a:schemeClr val="tx1"/>
                </a:solidFill>
                <a:round/>
                <a:headEnd/>
                <a:tailEnd/>
              </a:ln>
            </p:spPr>
            <p:txBody>
              <a:bodyPr/>
              <a:lstStyle/>
              <a:p>
                <a:endParaRPr lang="zh-CN" altLang="en-US"/>
              </a:p>
            </p:txBody>
          </p:sp>
          <p:sp>
            <p:nvSpPr>
              <p:cNvPr id="114" name="Freeform 133"/>
              <p:cNvSpPr>
                <a:spLocks/>
              </p:cNvSpPr>
              <p:nvPr/>
            </p:nvSpPr>
            <p:spPr bwMode="auto">
              <a:xfrm>
                <a:off x="857250" y="2959101"/>
                <a:ext cx="9525" cy="22225"/>
              </a:xfrm>
              <a:custGeom>
                <a:avLst/>
                <a:gdLst>
                  <a:gd name="T0" fmla="*/ 1 w 6"/>
                  <a:gd name="T1" fmla="*/ 0 h 14"/>
                  <a:gd name="T2" fmla="*/ 6 w 6"/>
                  <a:gd name="T3" fmla="*/ 4 h 14"/>
                  <a:gd name="T4" fmla="*/ 1 w 6"/>
                  <a:gd name="T5" fmla="*/ 0 h 14"/>
                  <a:gd name="T6" fmla="*/ 0 60000 65536"/>
                  <a:gd name="T7" fmla="*/ 0 60000 65536"/>
                  <a:gd name="T8" fmla="*/ 0 60000 65536"/>
                  <a:gd name="T9" fmla="*/ 0 w 6"/>
                  <a:gd name="T10" fmla="*/ 0 h 14"/>
                  <a:gd name="T11" fmla="*/ 6 w 6"/>
                  <a:gd name="T12" fmla="*/ 14 h 14"/>
                </a:gdLst>
                <a:ahLst/>
                <a:cxnLst>
                  <a:cxn ang="T6">
                    <a:pos x="T0" y="T1"/>
                  </a:cxn>
                  <a:cxn ang="T7">
                    <a:pos x="T2" y="T3"/>
                  </a:cxn>
                  <a:cxn ang="T8">
                    <a:pos x="T4" y="T5"/>
                  </a:cxn>
                </a:cxnLst>
                <a:rect l="T9" t="T10" r="T11" b="T12"/>
                <a:pathLst>
                  <a:path w="6" h="14">
                    <a:moveTo>
                      <a:pt x="1" y="0"/>
                    </a:moveTo>
                    <a:cubicBezTo>
                      <a:pt x="0" y="6"/>
                      <a:pt x="4" y="14"/>
                      <a:pt x="6" y="4"/>
                    </a:cubicBezTo>
                    <a:cubicBezTo>
                      <a:pt x="0" y="3"/>
                      <a:pt x="1" y="5"/>
                      <a:pt x="1" y="0"/>
                    </a:cubicBezTo>
                    <a:close/>
                  </a:path>
                </a:pathLst>
              </a:custGeom>
              <a:solidFill>
                <a:schemeClr val="accent1"/>
              </a:solidFill>
              <a:ln w="9525">
                <a:solidFill>
                  <a:schemeClr val="tx1"/>
                </a:solidFill>
                <a:round/>
                <a:headEnd/>
                <a:tailEnd/>
              </a:ln>
            </p:spPr>
            <p:txBody>
              <a:bodyPr/>
              <a:lstStyle/>
              <a:p>
                <a:endParaRPr lang="zh-CN" altLang="en-US"/>
              </a:p>
            </p:txBody>
          </p:sp>
          <p:sp>
            <p:nvSpPr>
              <p:cNvPr id="115" name="Freeform 134"/>
              <p:cNvSpPr>
                <a:spLocks/>
              </p:cNvSpPr>
              <p:nvPr/>
            </p:nvSpPr>
            <p:spPr bwMode="auto">
              <a:xfrm>
                <a:off x="757238" y="2921001"/>
                <a:ext cx="26988" cy="33338"/>
              </a:xfrm>
              <a:custGeom>
                <a:avLst/>
                <a:gdLst>
                  <a:gd name="T0" fmla="*/ 0 w 17"/>
                  <a:gd name="T1" fmla="*/ 10 h 21"/>
                  <a:gd name="T2" fmla="*/ 17 w 17"/>
                  <a:gd name="T3" fmla="*/ 14 h 21"/>
                  <a:gd name="T4" fmla="*/ 16 w 17"/>
                  <a:gd name="T5" fmla="*/ 7 h 21"/>
                  <a:gd name="T6" fmla="*/ 0 w 17"/>
                  <a:gd name="T7" fmla="*/ 10 h 21"/>
                  <a:gd name="T8" fmla="*/ 0 60000 65536"/>
                  <a:gd name="T9" fmla="*/ 0 60000 65536"/>
                  <a:gd name="T10" fmla="*/ 0 60000 65536"/>
                  <a:gd name="T11" fmla="*/ 0 60000 65536"/>
                  <a:gd name="T12" fmla="*/ 0 w 17"/>
                  <a:gd name="T13" fmla="*/ 0 h 21"/>
                  <a:gd name="T14" fmla="*/ 17 w 17"/>
                  <a:gd name="T15" fmla="*/ 21 h 21"/>
                </a:gdLst>
                <a:ahLst/>
                <a:cxnLst>
                  <a:cxn ang="T8">
                    <a:pos x="T0" y="T1"/>
                  </a:cxn>
                  <a:cxn ang="T9">
                    <a:pos x="T2" y="T3"/>
                  </a:cxn>
                  <a:cxn ang="T10">
                    <a:pos x="T4" y="T5"/>
                  </a:cxn>
                  <a:cxn ang="T11">
                    <a:pos x="T6" y="T7"/>
                  </a:cxn>
                </a:cxnLst>
                <a:rect l="T12" t="T13" r="T14" b="T15"/>
                <a:pathLst>
                  <a:path w="17" h="21">
                    <a:moveTo>
                      <a:pt x="0" y="10"/>
                    </a:moveTo>
                    <a:cubicBezTo>
                      <a:pt x="2" y="21"/>
                      <a:pt x="9" y="16"/>
                      <a:pt x="17" y="14"/>
                    </a:cubicBezTo>
                    <a:cubicBezTo>
                      <a:pt x="17" y="12"/>
                      <a:pt x="17" y="9"/>
                      <a:pt x="16" y="7"/>
                    </a:cubicBezTo>
                    <a:cubicBezTo>
                      <a:pt x="11" y="0"/>
                      <a:pt x="4" y="18"/>
                      <a:pt x="0" y="10"/>
                    </a:cubicBezTo>
                    <a:close/>
                  </a:path>
                </a:pathLst>
              </a:custGeom>
              <a:solidFill>
                <a:schemeClr val="tx1"/>
              </a:solidFill>
              <a:ln w="9525">
                <a:solidFill>
                  <a:schemeClr val="tx1"/>
                </a:solidFill>
                <a:round/>
                <a:headEnd/>
                <a:tailEnd/>
              </a:ln>
            </p:spPr>
            <p:txBody>
              <a:bodyPr/>
              <a:lstStyle/>
              <a:p>
                <a:endParaRPr lang="zh-CN" altLang="en-US"/>
              </a:p>
            </p:txBody>
          </p:sp>
          <p:sp>
            <p:nvSpPr>
              <p:cNvPr id="116" name="Freeform 135"/>
              <p:cNvSpPr>
                <a:spLocks/>
              </p:cNvSpPr>
              <p:nvPr/>
            </p:nvSpPr>
            <p:spPr bwMode="auto">
              <a:xfrm>
                <a:off x="1044575" y="2727326"/>
                <a:ext cx="23813" cy="14288"/>
              </a:xfrm>
              <a:custGeom>
                <a:avLst/>
                <a:gdLst>
                  <a:gd name="T0" fmla="*/ 1 w 15"/>
                  <a:gd name="T1" fmla="*/ 4 h 9"/>
                  <a:gd name="T2" fmla="*/ 9 w 15"/>
                  <a:gd name="T3" fmla="*/ 8 h 9"/>
                  <a:gd name="T4" fmla="*/ 1 w 15"/>
                  <a:gd name="T5" fmla="*/ 4 h 9"/>
                  <a:gd name="T6" fmla="*/ 0 60000 65536"/>
                  <a:gd name="T7" fmla="*/ 0 60000 65536"/>
                  <a:gd name="T8" fmla="*/ 0 60000 65536"/>
                  <a:gd name="T9" fmla="*/ 0 w 15"/>
                  <a:gd name="T10" fmla="*/ 0 h 9"/>
                  <a:gd name="T11" fmla="*/ 15 w 15"/>
                  <a:gd name="T12" fmla="*/ 9 h 9"/>
                </a:gdLst>
                <a:ahLst/>
                <a:cxnLst>
                  <a:cxn ang="T6">
                    <a:pos x="T0" y="T1"/>
                  </a:cxn>
                  <a:cxn ang="T7">
                    <a:pos x="T2" y="T3"/>
                  </a:cxn>
                  <a:cxn ang="T8">
                    <a:pos x="T4" y="T5"/>
                  </a:cxn>
                </a:cxnLst>
                <a:rect l="T9" t="T10" r="T11" b="T12"/>
                <a:pathLst>
                  <a:path w="15" h="9">
                    <a:moveTo>
                      <a:pt x="1" y="4"/>
                    </a:moveTo>
                    <a:cubicBezTo>
                      <a:pt x="6" y="3"/>
                      <a:pt x="15" y="0"/>
                      <a:pt x="9" y="8"/>
                    </a:cubicBezTo>
                    <a:cubicBezTo>
                      <a:pt x="0" y="6"/>
                      <a:pt x="1" y="9"/>
                      <a:pt x="1" y="4"/>
                    </a:cubicBezTo>
                    <a:close/>
                  </a:path>
                </a:pathLst>
              </a:custGeom>
              <a:solidFill>
                <a:schemeClr val="accent1"/>
              </a:solidFill>
              <a:ln w="9525">
                <a:solidFill>
                  <a:schemeClr val="tx1"/>
                </a:solidFill>
                <a:round/>
                <a:headEnd/>
                <a:tailEnd/>
              </a:ln>
            </p:spPr>
            <p:txBody>
              <a:bodyPr/>
              <a:lstStyle/>
              <a:p>
                <a:endParaRPr lang="zh-CN" altLang="en-US"/>
              </a:p>
            </p:txBody>
          </p:sp>
          <p:sp>
            <p:nvSpPr>
              <p:cNvPr id="117" name="Freeform 136"/>
              <p:cNvSpPr>
                <a:spLocks/>
              </p:cNvSpPr>
              <p:nvPr/>
            </p:nvSpPr>
            <p:spPr bwMode="auto">
              <a:xfrm>
                <a:off x="1076325" y="2668588"/>
                <a:ext cx="25400" cy="17463"/>
              </a:xfrm>
              <a:custGeom>
                <a:avLst/>
                <a:gdLst>
                  <a:gd name="T0" fmla="*/ 12 w 16"/>
                  <a:gd name="T1" fmla="*/ 1 h 11"/>
                  <a:gd name="T2" fmla="*/ 8 w 16"/>
                  <a:gd name="T3" fmla="*/ 9 h 11"/>
                  <a:gd name="T4" fmla="*/ 0 w 16"/>
                  <a:gd name="T5" fmla="*/ 3 h 11"/>
                  <a:gd name="T6" fmla="*/ 12 w 16"/>
                  <a:gd name="T7" fmla="*/ 1 h 11"/>
                  <a:gd name="T8" fmla="*/ 0 60000 65536"/>
                  <a:gd name="T9" fmla="*/ 0 60000 65536"/>
                  <a:gd name="T10" fmla="*/ 0 60000 65536"/>
                  <a:gd name="T11" fmla="*/ 0 60000 65536"/>
                  <a:gd name="T12" fmla="*/ 0 w 16"/>
                  <a:gd name="T13" fmla="*/ 0 h 11"/>
                  <a:gd name="T14" fmla="*/ 16 w 16"/>
                  <a:gd name="T15" fmla="*/ 11 h 11"/>
                </a:gdLst>
                <a:ahLst/>
                <a:cxnLst>
                  <a:cxn ang="T8">
                    <a:pos x="T0" y="T1"/>
                  </a:cxn>
                  <a:cxn ang="T9">
                    <a:pos x="T2" y="T3"/>
                  </a:cxn>
                  <a:cxn ang="T10">
                    <a:pos x="T4" y="T5"/>
                  </a:cxn>
                  <a:cxn ang="T11">
                    <a:pos x="T6" y="T7"/>
                  </a:cxn>
                </a:cxnLst>
                <a:rect l="T12" t="T13" r="T14" b="T15"/>
                <a:pathLst>
                  <a:path w="16" h="11">
                    <a:moveTo>
                      <a:pt x="12" y="1"/>
                    </a:moveTo>
                    <a:cubicBezTo>
                      <a:pt x="12" y="3"/>
                      <a:pt x="16" y="11"/>
                      <a:pt x="8" y="9"/>
                    </a:cubicBezTo>
                    <a:cubicBezTo>
                      <a:pt x="5" y="8"/>
                      <a:pt x="0" y="3"/>
                      <a:pt x="0" y="3"/>
                    </a:cubicBezTo>
                    <a:cubicBezTo>
                      <a:pt x="6" y="0"/>
                      <a:pt x="6" y="4"/>
                      <a:pt x="12" y="1"/>
                    </a:cubicBezTo>
                    <a:close/>
                  </a:path>
                </a:pathLst>
              </a:custGeom>
              <a:solidFill>
                <a:schemeClr val="accent1"/>
              </a:solidFill>
              <a:ln w="9525">
                <a:solidFill>
                  <a:schemeClr val="tx1"/>
                </a:solidFill>
                <a:round/>
                <a:headEnd/>
                <a:tailEnd/>
              </a:ln>
            </p:spPr>
            <p:txBody>
              <a:bodyPr/>
              <a:lstStyle/>
              <a:p>
                <a:endParaRPr lang="zh-CN" altLang="en-US"/>
              </a:p>
            </p:txBody>
          </p:sp>
          <p:sp>
            <p:nvSpPr>
              <p:cNvPr id="118" name="Freeform 137"/>
              <p:cNvSpPr>
                <a:spLocks/>
              </p:cNvSpPr>
              <p:nvPr/>
            </p:nvSpPr>
            <p:spPr bwMode="auto">
              <a:xfrm>
                <a:off x="1120775" y="2625726"/>
                <a:ext cx="23813" cy="17463"/>
              </a:xfrm>
              <a:custGeom>
                <a:avLst/>
                <a:gdLst>
                  <a:gd name="T0" fmla="*/ 12 w 15"/>
                  <a:gd name="T1" fmla="*/ 0 h 11"/>
                  <a:gd name="T2" fmla="*/ 8 w 15"/>
                  <a:gd name="T3" fmla="*/ 11 h 11"/>
                  <a:gd name="T4" fmla="*/ 12 w 15"/>
                  <a:gd name="T5" fmla="*/ 0 h 11"/>
                  <a:gd name="T6" fmla="*/ 0 60000 65536"/>
                  <a:gd name="T7" fmla="*/ 0 60000 65536"/>
                  <a:gd name="T8" fmla="*/ 0 60000 65536"/>
                  <a:gd name="T9" fmla="*/ 0 w 15"/>
                  <a:gd name="T10" fmla="*/ 0 h 11"/>
                  <a:gd name="T11" fmla="*/ 15 w 15"/>
                  <a:gd name="T12" fmla="*/ 11 h 11"/>
                </a:gdLst>
                <a:ahLst/>
                <a:cxnLst>
                  <a:cxn ang="T6">
                    <a:pos x="T0" y="T1"/>
                  </a:cxn>
                  <a:cxn ang="T7">
                    <a:pos x="T2" y="T3"/>
                  </a:cxn>
                  <a:cxn ang="T8">
                    <a:pos x="T4" y="T5"/>
                  </a:cxn>
                </a:cxnLst>
                <a:rect l="T9" t="T10" r="T11" b="T12"/>
                <a:pathLst>
                  <a:path w="15" h="11">
                    <a:moveTo>
                      <a:pt x="12" y="0"/>
                    </a:moveTo>
                    <a:cubicBezTo>
                      <a:pt x="15" y="6"/>
                      <a:pt x="13" y="7"/>
                      <a:pt x="8" y="11"/>
                    </a:cubicBezTo>
                    <a:cubicBezTo>
                      <a:pt x="0" y="7"/>
                      <a:pt x="5" y="1"/>
                      <a:pt x="12" y="0"/>
                    </a:cubicBezTo>
                    <a:close/>
                  </a:path>
                </a:pathLst>
              </a:custGeom>
              <a:solidFill>
                <a:schemeClr val="accent1"/>
              </a:solidFill>
              <a:ln w="9525">
                <a:solidFill>
                  <a:schemeClr val="tx1"/>
                </a:solidFill>
                <a:round/>
                <a:headEnd/>
                <a:tailEnd/>
              </a:ln>
            </p:spPr>
            <p:txBody>
              <a:bodyPr/>
              <a:lstStyle/>
              <a:p>
                <a:endParaRPr lang="zh-CN" altLang="en-US"/>
              </a:p>
            </p:txBody>
          </p:sp>
          <p:sp>
            <p:nvSpPr>
              <p:cNvPr id="119" name="Freeform 138"/>
              <p:cNvSpPr>
                <a:spLocks/>
              </p:cNvSpPr>
              <p:nvPr/>
            </p:nvSpPr>
            <p:spPr bwMode="auto">
              <a:xfrm>
                <a:off x="1203325" y="2589213"/>
                <a:ext cx="15875" cy="12700"/>
              </a:xfrm>
              <a:custGeom>
                <a:avLst/>
                <a:gdLst>
                  <a:gd name="T0" fmla="*/ 2 w 10"/>
                  <a:gd name="T1" fmla="*/ 0 h 8"/>
                  <a:gd name="T2" fmla="*/ 0 w 10"/>
                  <a:gd name="T3" fmla="*/ 5 h 8"/>
                  <a:gd name="T4" fmla="*/ 2 w 10"/>
                  <a:gd name="T5" fmla="*/ 0 h 8"/>
                  <a:gd name="T6" fmla="*/ 0 60000 65536"/>
                  <a:gd name="T7" fmla="*/ 0 60000 65536"/>
                  <a:gd name="T8" fmla="*/ 0 60000 65536"/>
                  <a:gd name="T9" fmla="*/ 0 w 10"/>
                  <a:gd name="T10" fmla="*/ 0 h 8"/>
                  <a:gd name="T11" fmla="*/ 10 w 10"/>
                  <a:gd name="T12" fmla="*/ 8 h 8"/>
                </a:gdLst>
                <a:ahLst/>
                <a:cxnLst>
                  <a:cxn ang="T6">
                    <a:pos x="T0" y="T1"/>
                  </a:cxn>
                  <a:cxn ang="T7">
                    <a:pos x="T2" y="T3"/>
                  </a:cxn>
                  <a:cxn ang="T8">
                    <a:pos x="T4" y="T5"/>
                  </a:cxn>
                </a:cxnLst>
                <a:rect l="T9" t="T10" r="T11" b="T12"/>
                <a:pathLst>
                  <a:path w="10" h="8">
                    <a:moveTo>
                      <a:pt x="2" y="0"/>
                    </a:moveTo>
                    <a:cubicBezTo>
                      <a:pt x="10" y="3"/>
                      <a:pt x="8" y="8"/>
                      <a:pt x="0" y="5"/>
                    </a:cubicBezTo>
                    <a:cubicBezTo>
                      <a:pt x="1" y="3"/>
                      <a:pt x="2" y="0"/>
                      <a:pt x="2" y="0"/>
                    </a:cubicBezTo>
                    <a:close/>
                  </a:path>
                </a:pathLst>
              </a:custGeom>
              <a:solidFill>
                <a:schemeClr val="accent1"/>
              </a:solidFill>
              <a:ln w="9525">
                <a:solidFill>
                  <a:schemeClr val="tx1"/>
                </a:solidFill>
                <a:round/>
                <a:headEnd/>
                <a:tailEnd/>
              </a:ln>
            </p:spPr>
            <p:txBody>
              <a:bodyPr/>
              <a:lstStyle/>
              <a:p>
                <a:endParaRPr lang="zh-CN" altLang="en-US"/>
              </a:p>
            </p:txBody>
          </p:sp>
          <p:sp>
            <p:nvSpPr>
              <p:cNvPr id="120" name="Freeform 139"/>
              <p:cNvSpPr>
                <a:spLocks/>
              </p:cNvSpPr>
              <p:nvPr/>
            </p:nvSpPr>
            <p:spPr bwMode="auto">
              <a:xfrm>
                <a:off x="981075" y="2727326"/>
                <a:ext cx="28575" cy="12700"/>
              </a:xfrm>
              <a:custGeom>
                <a:avLst/>
                <a:gdLst>
                  <a:gd name="T0" fmla="*/ 12 w 18"/>
                  <a:gd name="T1" fmla="*/ 0 h 8"/>
                  <a:gd name="T2" fmla="*/ 8 w 18"/>
                  <a:gd name="T3" fmla="*/ 8 h 8"/>
                  <a:gd name="T4" fmla="*/ 12 w 18"/>
                  <a:gd name="T5" fmla="*/ 0 h 8"/>
                  <a:gd name="T6" fmla="*/ 0 60000 65536"/>
                  <a:gd name="T7" fmla="*/ 0 60000 65536"/>
                  <a:gd name="T8" fmla="*/ 0 60000 65536"/>
                  <a:gd name="T9" fmla="*/ 0 w 18"/>
                  <a:gd name="T10" fmla="*/ 0 h 8"/>
                  <a:gd name="T11" fmla="*/ 18 w 18"/>
                  <a:gd name="T12" fmla="*/ 8 h 8"/>
                </a:gdLst>
                <a:ahLst/>
                <a:cxnLst>
                  <a:cxn ang="T6">
                    <a:pos x="T0" y="T1"/>
                  </a:cxn>
                  <a:cxn ang="T7">
                    <a:pos x="T2" y="T3"/>
                  </a:cxn>
                  <a:cxn ang="T8">
                    <a:pos x="T4" y="T5"/>
                  </a:cxn>
                </a:cxnLst>
                <a:rect l="T9" t="T10" r="T11" b="T12"/>
                <a:pathLst>
                  <a:path w="18" h="8">
                    <a:moveTo>
                      <a:pt x="12" y="0"/>
                    </a:moveTo>
                    <a:cubicBezTo>
                      <a:pt x="6" y="1"/>
                      <a:pt x="0" y="4"/>
                      <a:pt x="8" y="8"/>
                    </a:cubicBezTo>
                    <a:cubicBezTo>
                      <a:pt x="11" y="7"/>
                      <a:pt x="18" y="3"/>
                      <a:pt x="12" y="0"/>
                    </a:cubicBezTo>
                    <a:close/>
                  </a:path>
                </a:pathLst>
              </a:custGeom>
              <a:solidFill>
                <a:schemeClr val="accent1"/>
              </a:solidFill>
              <a:ln w="9525">
                <a:solidFill>
                  <a:schemeClr val="tx1"/>
                </a:solidFill>
                <a:round/>
                <a:headEnd/>
                <a:tailEnd/>
              </a:ln>
            </p:spPr>
            <p:txBody>
              <a:bodyPr/>
              <a:lstStyle/>
              <a:p>
                <a:endParaRPr lang="zh-CN" altLang="en-US"/>
              </a:p>
            </p:txBody>
          </p:sp>
          <p:sp>
            <p:nvSpPr>
              <p:cNvPr id="121" name="Freeform 140"/>
              <p:cNvSpPr>
                <a:spLocks/>
              </p:cNvSpPr>
              <p:nvPr/>
            </p:nvSpPr>
            <p:spPr bwMode="auto">
              <a:xfrm>
                <a:off x="952500" y="2749551"/>
                <a:ext cx="22225" cy="20638"/>
              </a:xfrm>
              <a:custGeom>
                <a:avLst/>
                <a:gdLst>
                  <a:gd name="T0" fmla="*/ 0 w 14"/>
                  <a:gd name="T1" fmla="*/ 0 h 13"/>
                  <a:gd name="T2" fmla="*/ 0 w 14"/>
                  <a:gd name="T3" fmla="*/ 0 h 13"/>
                  <a:gd name="T4" fmla="*/ 0 60000 65536"/>
                  <a:gd name="T5" fmla="*/ 0 60000 65536"/>
                  <a:gd name="T6" fmla="*/ 0 w 14"/>
                  <a:gd name="T7" fmla="*/ 0 h 13"/>
                  <a:gd name="T8" fmla="*/ 14 w 14"/>
                  <a:gd name="T9" fmla="*/ 13 h 13"/>
                </a:gdLst>
                <a:ahLst/>
                <a:cxnLst>
                  <a:cxn ang="T4">
                    <a:pos x="T0" y="T1"/>
                  </a:cxn>
                  <a:cxn ang="T5">
                    <a:pos x="T2" y="T3"/>
                  </a:cxn>
                </a:cxnLst>
                <a:rect l="T6" t="T7" r="T8" b="T9"/>
                <a:pathLst>
                  <a:path w="14" h="13">
                    <a:moveTo>
                      <a:pt x="0" y="0"/>
                    </a:moveTo>
                    <a:cubicBezTo>
                      <a:pt x="4" y="13"/>
                      <a:pt x="14" y="0"/>
                      <a:pt x="0" y="0"/>
                    </a:cubicBezTo>
                    <a:close/>
                  </a:path>
                </a:pathLst>
              </a:custGeom>
              <a:solidFill>
                <a:schemeClr val="accent1"/>
              </a:solidFill>
              <a:ln w="9525">
                <a:solidFill>
                  <a:schemeClr val="tx1"/>
                </a:solidFill>
                <a:round/>
                <a:headEnd/>
                <a:tailEnd/>
              </a:ln>
            </p:spPr>
            <p:txBody>
              <a:bodyPr/>
              <a:lstStyle/>
              <a:p>
                <a:endParaRPr lang="zh-CN" altLang="en-US"/>
              </a:p>
            </p:txBody>
          </p:sp>
          <p:sp>
            <p:nvSpPr>
              <p:cNvPr id="122" name="Freeform 141"/>
              <p:cNvSpPr>
                <a:spLocks/>
              </p:cNvSpPr>
              <p:nvPr/>
            </p:nvSpPr>
            <p:spPr bwMode="auto">
              <a:xfrm>
                <a:off x="931863" y="2778126"/>
                <a:ext cx="19050" cy="14288"/>
              </a:xfrm>
              <a:custGeom>
                <a:avLst/>
                <a:gdLst>
                  <a:gd name="T0" fmla="*/ 8 w 12"/>
                  <a:gd name="T1" fmla="*/ 1 h 9"/>
                  <a:gd name="T2" fmla="*/ 11 w 12"/>
                  <a:gd name="T3" fmla="*/ 6 h 9"/>
                  <a:gd name="T4" fmla="*/ 8 w 12"/>
                  <a:gd name="T5" fmla="*/ 1 h 9"/>
                  <a:gd name="T6" fmla="*/ 0 60000 65536"/>
                  <a:gd name="T7" fmla="*/ 0 60000 65536"/>
                  <a:gd name="T8" fmla="*/ 0 60000 65536"/>
                  <a:gd name="T9" fmla="*/ 0 w 12"/>
                  <a:gd name="T10" fmla="*/ 0 h 9"/>
                  <a:gd name="T11" fmla="*/ 12 w 12"/>
                  <a:gd name="T12" fmla="*/ 9 h 9"/>
                </a:gdLst>
                <a:ahLst/>
                <a:cxnLst>
                  <a:cxn ang="T6">
                    <a:pos x="T0" y="T1"/>
                  </a:cxn>
                  <a:cxn ang="T7">
                    <a:pos x="T2" y="T3"/>
                  </a:cxn>
                  <a:cxn ang="T8">
                    <a:pos x="T4" y="T5"/>
                  </a:cxn>
                </a:cxnLst>
                <a:rect l="T9" t="T10" r="T11" b="T12"/>
                <a:pathLst>
                  <a:path w="12" h="9">
                    <a:moveTo>
                      <a:pt x="8" y="1"/>
                    </a:moveTo>
                    <a:cubicBezTo>
                      <a:pt x="0" y="4"/>
                      <a:pt x="3" y="9"/>
                      <a:pt x="11" y="6"/>
                    </a:cubicBezTo>
                    <a:cubicBezTo>
                      <a:pt x="10" y="0"/>
                      <a:pt x="12" y="1"/>
                      <a:pt x="8" y="1"/>
                    </a:cubicBezTo>
                    <a:close/>
                  </a:path>
                </a:pathLst>
              </a:custGeom>
              <a:solidFill>
                <a:schemeClr val="accent1"/>
              </a:solidFill>
              <a:ln w="9525">
                <a:solidFill>
                  <a:schemeClr val="tx1"/>
                </a:solidFill>
                <a:round/>
                <a:headEnd/>
                <a:tailEnd/>
              </a:ln>
            </p:spPr>
            <p:txBody>
              <a:bodyPr/>
              <a:lstStyle/>
              <a:p>
                <a:endParaRPr lang="zh-CN" altLang="en-US"/>
              </a:p>
            </p:txBody>
          </p:sp>
          <p:sp>
            <p:nvSpPr>
              <p:cNvPr id="123" name="Freeform 142"/>
              <p:cNvSpPr>
                <a:spLocks/>
              </p:cNvSpPr>
              <p:nvPr/>
            </p:nvSpPr>
            <p:spPr bwMode="auto">
              <a:xfrm>
                <a:off x="919163" y="2797176"/>
                <a:ext cx="12700" cy="7938"/>
              </a:xfrm>
              <a:custGeom>
                <a:avLst/>
                <a:gdLst>
                  <a:gd name="T0" fmla="*/ 0 w 8"/>
                  <a:gd name="T1" fmla="*/ 2 h 5"/>
                  <a:gd name="T2" fmla="*/ 7 w 8"/>
                  <a:gd name="T3" fmla="*/ 4 h 5"/>
                  <a:gd name="T4" fmla="*/ 5 w 8"/>
                  <a:gd name="T5" fmla="*/ 0 h 5"/>
                  <a:gd name="T6" fmla="*/ 0 w 8"/>
                  <a:gd name="T7" fmla="*/ 2 h 5"/>
                  <a:gd name="T8" fmla="*/ 0 60000 65536"/>
                  <a:gd name="T9" fmla="*/ 0 60000 65536"/>
                  <a:gd name="T10" fmla="*/ 0 60000 65536"/>
                  <a:gd name="T11" fmla="*/ 0 60000 65536"/>
                  <a:gd name="T12" fmla="*/ 0 w 8"/>
                  <a:gd name="T13" fmla="*/ 0 h 5"/>
                  <a:gd name="T14" fmla="*/ 8 w 8"/>
                  <a:gd name="T15" fmla="*/ 5 h 5"/>
                </a:gdLst>
                <a:ahLst/>
                <a:cxnLst>
                  <a:cxn ang="T8">
                    <a:pos x="T0" y="T1"/>
                  </a:cxn>
                  <a:cxn ang="T9">
                    <a:pos x="T2" y="T3"/>
                  </a:cxn>
                  <a:cxn ang="T10">
                    <a:pos x="T4" y="T5"/>
                  </a:cxn>
                  <a:cxn ang="T11">
                    <a:pos x="T6" y="T7"/>
                  </a:cxn>
                </a:cxnLst>
                <a:rect l="T12" t="T13" r="T14" b="T15"/>
                <a:pathLst>
                  <a:path w="8" h="5">
                    <a:moveTo>
                      <a:pt x="0" y="2"/>
                    </a:moveTo>
                    <a:cubicBezTo>
                      <a:pt x="2" y="3"/>
                      <a:pt x="5" y="5"/>
                      <a:pt x="7" y="4"/>
                    </a:cubicBezTo>
                    <a:cubicBezTo>
                      <a:pt x="8" y="3"/>
                      <a:pt x="6" y="0"/>
                      <a:pt x="5" y="0"/>
                    </a:cubicBezTo>
                    <a:cubicBezTo>
                      <a:pt x="3" y="0"/>
                      <a:pt x="0" y="2"/>
                      <a:pt x="0" y="2"/>
                    </a:cubicBezTo>
                    <a:close/>
                  </a:path>
                </a:pathLst>
              </a:custGeom>
              <a:solidFill>
                <a:schemeClr val="accent1"/>
              </a:solidFill>
              <a:ln w="9525">
                <a:solidFill>
                  <a:schemeClr val="tx1"/>
                </a:solidFill>
                <a:round/>
                <a:headEnd/>
                <a:tailEnd/>
              </a:ln>
            </p:spPr>
            <p:txBody>
              <a:bodyPr/>
              <a:lstStyle/>
              <a:p>
                <a:endParaRPr lang="zh-CN" altLang="en-US"/>
              </a:p>
            </p:txBody>
          </p:sp>
          <p:sp>
            <p:nvSpPr>
              <p:cNvPr id="124" name="Freeform 143"/>
              <p:cNvSpPr>
                <a:spLocks/>
              </p:cNvSpPr>
              <p:nvPr/>
            </p:nvSpPr>
            <p:spPr bwMode="auto">
              <a:xfrm>
                <a:off x="879475" y="2843213"/>
                <a:ext cx="15875" cy="14288"/>
              </a:xfrm>
              <a:custGeom>
                <a:avLst/>
                <a:gdLst>
                  <a:gd name="T0" fmla="*/ 3 w 10"/>
                  <a:gd name="T1" fmla="*/ 0 h 9"/>
                  <a:gd name="T2" fmla="*/ 1 w 10"/>
                  <a:gd name="T3" fmla="*/ 5 h 9"/>
                  <a:gd name="T4" fmla="*/ 6 w 10"/>
                  <a:gd name="T5" fmla="*/ 7 h 9"/>
                  <a:gd name="T6" fmla="*/ 3 w 10"/>
                  <a:gd name="T7" fmla="*/ 0 h 9"/>
                  <a:gd name="T8" fmla="*/ 0 60000 65536"/>
                  <a:gd name="T9" fmla="*/ 0 60000 65536"/>
                  <a:gd name="T10" fmla="*/ 0 60000 65536"/>
                  <a:gd name="T11" fmla="*/ 0 60000 65536"/>
                  <a:gd name="T12" fmla="*/ 0 w 10"/>
                  <a:gd name="T13" fmla="*/ 0 h 9"/>
                  <a:gd name="T14" fmla="*/ 10 w 10"/>
                  <a:gd name="T15" fmla="*/ 9 h 9"/>
                </a:gdLst>
                <a:ahLst/>
                <a:cxnLst>
                  <a:cxn ang="T8">
                    <a:pos x="T0" y="T1"/>
                  </a:cxn>
                  <a:cxn ang="T9">
                    <a:pos x="T2" y="T3"/>
                  </a:cxn>
                  <a:cxn ang="T10">
                    <a:pos x="T4" y="T5"/>
                  </a:cxn>
                  <a:cxn ang="T11">
                    <a:pos x="T6" y="T7"/>
                  </a:cxn>
                </a:cxnLst>
                <a:rect l="T12" t="T13" r="T14" b="T15"/>
                <a:pathLst>
                  <a:path w="10" h="9">
                    <a:moveTo>
                      <a:pt x="3" y="0"/>
                    </a:moveTo>
                    <a:cubicBezTo>
                      <a:pt x="2" y="2"/>
                      <a:pt x="0" y="3"/>
                      <a:pt x="1" y="5"/>
                    </a:cubicBezTo>
                    <a:cubicBezTo>
                      <a:pt x="2" y="7"/>
                      <a:pt x="5" y="9"/>
                      <a:pt x="6" y="7"/>
                    </a:cubicBezTo>
                    <a:cubicBezTo>
                      <a:pt x="10" y="0"/>
                      <a:pt x="6" y="0"/>
                      <a:pt x="3" y="0"/>
                    </a:cubicBezTo>
                    <a:close/>
                  </a:path>
                </a:pathLst>
              </a:custGeom>
              <a:solidFill>
                <a:schemeClr val="accent1"/>
              </a:solidFill>
              <a:ln w="9525">
                <a:solidFill>
                  <a:schemeClr val="tx1"/>
                </a:solidFill>
                <a:round/>
                <a:headEnd/>
                <a:tailEnd/>
              </a:ln>
            </p:spPr>
            <p:txBody>
              <a:bodyPr/>
              <a:lstStyle/>
              <a:p>
                <a:endParaRPr lang="zh-CN" altLang="en-US"/>
              </a:p>
            </p:txBody>
          </p:sp>
          <p:sp>
            <p:nvSpPr>
              <p:cNvPr id="125" name="Freeform 144"/>
              <p:cNvSpPr>
                <a:spLocks/>
              </p:cNvSpPr>
              <p:nvPr/>
            </p:nvSpPr>
            <p:spPr bwMode="auto">
              <a:xfrm>
                <a:off x="817563" y="2855913"/>
                <a:ext cx="20638" cy="12700"/>
              </a:xfrm>
              <a:custGeom>
                <a:avLst/>
                <a:gdLst>
                  <a:gd name="T0" fmla="*/ 0 w 13"/>
                  <a:gd name="T1" fmla="*/ 0 h 8"/>
                  <a:gd name="T2" fmla="*/ 13 w 13"/>
                  <a:gd name="T3" fmla="*/ 5 h 8"/>
                  <a:gd name="T4" fmla="*/ 0 w 13"/>
                  <a:gd name="T5" fmla="*/ 0 h 8"/>
                  <a:gd name="T6" fmla="*/ 0 60000 65536"/>
                  <a:gd name="T7" fmla="*/ 0 60000 65536"/>
                  <a:gd name="T8" fmla="*/ 0 60000 65536"/>
                  <a:gd name="T9" fmla="*/ 0 w 13"/>
                  <a:gd name="T10" fmla="*/ 0 h 8"/>
                  <a:gd name="T11" fmla="*/ 13 w 13"/>
                  <a:gd name="T12" fmla="*/ 8 h 8"/>
                </a:gdLst>
                <a:ahLst/>
                <a:cxnLst>
                  <a:cxn ang="T6">
                    <a:pos x="T0" y="T1"/>
                  </a:cxn>
                  <a:cxn ang="T7">
                    <a:pos x="T2" y="T3"/>
                  </a:cxn>
                  <a:cxn ang="T8">
                    <a:pos x="T4" y="T5"/>
                  </a:cxn>
                </a:cxnLst>
                <a:rect l="T9" t="T10" r="T11" b="T12"/>
                <a:pathLst>
                  <a:path w="13" h="8">
                    <a:moveTo>
                      <a:pt x="0" y="0"/>
                    </a:moveTo>
                    <a:cubicBezTo>
                      <a:pt x="3" y="8"/>
                      <a:pt x="5" y="8"/>
                      <a:pt x="13" y="5"/>
                    </a:cubicBezTo>
                    <a:cubicBezTo>
                      <a:pt x="9" y="3"/>
                      <a:pt x="5" y="0"/>
                      <a:pt x="0" y="0"/>
                    </a:cubicBezTo>
                    <a:close/>
                  </a:path>
                </a:pathLst>
              </a:custGeom>
              <a:solidFill>
                <a:schemeClr val="accent1"/>
              </a:solidFill>
              <a:ln w="9525">
                <a:solidFill>
                  <a:schemeClr val="tx1"/>
                </a:solidFill>
                <a:round/>
                <a:headEnd/>
                <a:tailEnd/>
              </a:ln>
            </p:spPr>
            <p:txBody>
              <a:bodyPr/>
              <a:lstStyle/>
              <a:p>
                <a:endParaRPr lang="zh-CN" altLang="en-US"/>
              </a:p>
            </p:txBody>
          </p:sp>
          <p:sp>
            <p:nvSpPr>
              <p:cNvPr id="126" name="Freeform 145"/>
              <p:cNvSpPr>
                <a:spLocks/>
              </p:cNvSpPr>
              <p:nvPr/>
            </p:nvSpPr>
            <p:spPr bwMode="auto">
              <a:xfrm>
                <a:off x="808038" y="2886076"/>
                <a:ext cx="23813" cy="17463"/>
              </a:xfrm>
              <a:custGeom>
                <a:avLst/>
                <a:gdLst>
                  <a:gd name="T0" fmla="*/ 0 w 15"/>
                  <a:gd name="T1" fmla="*/ 2 h 11"/>
                  <a:gd name="T2" fmla="*/ 11 w 15"/>
                  <a:gd name="T3" fmla="*/ 0 h 11"/>
                  <a:gd name="T4" fmla="*/ 0 w 15"/>
                  <a:gd name="T5" fmla="*/ 2 h 11"/>
                  <a:gd name="T6" fmla="*/ 0 60000 65536"/>
                  <a:gd name="T7" fmla="*/ 0 60000 65536"/>
                  <a:gd name="T8" fmla="*/ 0 60000 65536"/>
                  <a:gd name="T9" fmla="*/ 0 w 15"/>
                  <a:gd name="T10" fmla="*/ 0 h 11"/>
                  <a:gd name="T11" fmla="*/ 15 w 15"/>
                  <a:gd name="T12" fmla="*/ 11 h 11"/>
                </a:gdLst>
                <a:ahLst/>
                <a:cxnLst>
                  <a:cxn ang="T6">
                    <a:pos x="T0" y="T1"/>
                  </a:cxn>
                  <a:cxn ang="T7">
                    <a:pos x="T2" y="T3"/>
                  </a:cxn>
                  <a:cxn ang="T8">
                    <a:pos x="T4" y="T5"/>
                  </a:cxn>
                </a:cxnLst>
                <a:rect l="T9" t="T10" r="T11" b="T12"/>
                <a:pathLst>
                  <a:path w="15" h="11">
                    <a:moveTo>
                      <a:pt x="0" y="2"/>
                    </a:moveTo>
                    <a:cubicBezTo>
                      <a:pt x="2" y="11"/>
                      <a:pt x="15" y="10"/>
                      <a:pt x="11" y="0"/>
                    </a:cubicBezTo>
                    <a:cubicBezTo>
                      <a:pt x="0" y="4"/>
                      <a:pt x="3" y="7"/>
                      <a:pt x="0" y="2"/>
                    </a:cubicBezTo>
                    <a:close/>
                  </a:path>
                </a:pathLst>
              </a:custGeom>
              <a:solidFill>
                <a:schemeClr val="accent1"/>
              </a:solidFill>
              <a:ln w="9525">
                <a:solidFill>
                  <a:schemeClr val="tx1"/>
                </a:solidFill>
                <a:round/>
                <a:headEnd/>
                <a:tailEnd/>
              </a:ln>
            </p:spPr>
            <p:txBody>
              <a:bodyPr/>
              <a:lstStyle/>
              <a:p>
                <a:endParaRPr lang="zh-CN" altLang="en-US"/>
              </a:p>
            </p:txBody>
          </p:sp>
          <p:sp>
            <p:nvSpPr>
              <p:cNvPr id="127" name="Freeform 146"/>
              <p:cNvSpPr>
                <a:spLocks/>
              </p:cNvSpPr>
              <p:nvPr/>
            </p:nvSpPr>
            <p:spPr bwMode="auto">
              <a:xfrm>
                <a:off x="801688" y="2941638"/>
                <a:ext cx="20638" cy="14288"/>
              </a:xfrm>
              <a:custGeom>
                <a:avLst/>
                <a:gdLst>
                  <a:gd name="T0" fmla="*/ 4 w 13"/>
                  <a:gd name="T1" fmla="*/ 1 h 9"/>
                  <a:gd name="T2" fmla="*/ 10 w 13"/>
                  <a:gd name="T3" fmla="*/ 7 h 9"/>
                  <a:gd name="T4" fmla="*/ 4 w 13"/>
                  <a:gd name="T5" fmla="*/ 1 h 9"/>
                  <a:gd name="T6" fmla="*/ 0 60000 65536"/>
                  <a:gd name="T7" fmla="*/ 0 60000 65536"/>
                  <a:gd name="T8" fmla="*/ 0 60000 65536"/>
                  <a:gd name="T9" fmla="*/ 0 w 13"/>
                  <a:gd name="T10" fmla="*/ 0 h 9"/>
                  <a:gd name="T11" fmla="*/ 13 w 13"/>
                  <a:gd name="T12" fmla="*/ 9 h 9"/>
                </a:gdLst>
                <a:ahLst/>
                <a:cxnLst>
                  <a:cxn ang="T6">
                    <a:pos x="T0" y="T1"/>
                  </a:cxn>
                  <a:cxn ang="T7">
                    <a:pos x="T2" y="T3"/>
                  </a:cxn>
                  <a:cxn ang="T8">
                    <a:pos x="T4" y="T5"/>
                  </a:cxn>
                </a:cxnLst>
                <a:rect l="T9" t="T10" r="T11" b="T12"/>
                <a:pathLst>
                  <a:path w="13" h="9">
                    <a:moveTo>
                      <a:pt x="4" y="1"/>
                    </a:moveTo>
                    <a:cubicBezTo>
                      <a:pt x="0" y="8"/>
                      <a:pt x="3" y="9"/>
                      <a:pt x="10" y="7"/>
                    </a:cubicBezTo>
                    <a:cubicBezTo>
                      <a:pt x="13" y="0"/>
                      <a:pt x="10" y="1"/>
                      <a:pt x="4" y="1"/>
                    </a:cubicBezTo>
                    <a:close/>
                  </a:path>
                </a:pathLst>
              </a:custGeom>
              <a:solidFill>
                <a:schemeClr val="accent1"/>
              </a:solidFill>
              <a:ln w="9525">
                <a:solidFill>
                  <a:schemeClr val="tx1"/>
                </a:solidFill>
                <a:round/>
                <a:headEnd/>
                <a:tailEnd/>
              </a:ln>
            </p:spPr>
            <p:txBody>
              <a:bodyPr/>
              <a:lstStyle/>
              <a:p>
                <a:endParaRPr lang="zh-CN" altLang="en-US"/>
              </a:p>
            </p:txBody>
          </p:sp>
          <p:sp>
            <p:nvSpPr>
              <p:cNvPr id="128" name="Freeform 147"/>
              <p:cNvSpPr>
                <a:spLocks/>
              </p:cNvSpPr>
              <p:nvPr/>
            </p:nvSpPr>
            <p:spPr bwMode="auto">
              <a:xfrm>
                <a:off x="720725" y="2890838"/>
                <a:ext cx="26988" cy="14288"/>
              </a:xfrm>
              <a:custGeom>
                <a:avLst/>
                <a:gdLst>
                  <a:gd name="T0" fmla="*/ 10 w 17"/>
                  <a:gd name="T1" fmla="*/ 1 h 9"/>
                  <a:gd name="T2" fmla="*/ 15 w 17"/>
                  <a:gd name="T3" fmla="*/ 7 h 9"/>
                  <a:gd name="T4" fmla="*/ 16 w 17"/>
                  <a:gd name="T5" fmla="*/ 2 h 9"/>
                  <a:gd name="T6" fmla="*/ 10 w 17"/>
                  <a:gd name="T7" fmla="*/ 1 h 9"/>
                  <a:gd name="T8" fmla="*/ 0 60000 65536"/>
                  <a:gd name="T9" fmla="*/ 0 60000 65536"/>
                  <a:gd name="T10" fmla="*/ 0 60000 65536"/>
                  <a:gd name="T11" fmla="*/ 0 60000 65536"/>
                  <a:gd name="T12" fmla="*/ 0 w 17"/>
                  <a:gd name="T13" fmla="*/ 0 h 9"/>
                  <a:gd name="T14" fmla="*/ 17 w 17"/>
                  <a:gd name="T15" fmla="*/ 9 h 9"/>
                </a:gdLst>
                <a:ahLst/>
                <a:cxnLst>
                  <a:cxn ang="T8">
                    <a:pos x="T0" y="T1"/>
                  </a:cxn>
                  <a:cxn ang="T9">
                    <a:pos x="T2" y="T3"/>
                  </a:cxn>
                  <a:cxn ang="T10">
                    <a:pos x="T4" y="T5"/>
                  </a:cxn>
                  <a:cxn ang="T11">
                    <a:pos x="T6" y="T7"/>
                  </a:cxn>
                </a:cxnLst>
                <a:rect l="T12" t="T13" r="T14" b="T15"/>
                <a:pathLst>
                  <a:path w="17" h="9">
                    <a:moveTo>
                      <a:pt x="10" y="1"/>
                    </a:moveTo>
                    <a:cubicBezTo>
                      <a:pt x="0" y="7"/>
                      <a:pt x="2" y="9"/>
                      <a:pt x="15" y="7"/>
                    </a:cubicBezTo>
                    <a:cubicBezTo>
                      <a:pt x="15" y="5"/>
                      <a:pt x="17" y="3"/>
                      <a:pt x="16" y="2"/>
                    </a:cubicBezTo>
                    <a:cubicBezTo>
                      <a:pt x="15" y="0"/>
                      <a:pt x="10" y="1"/>
                      <a:pt x="10" y="1"/>
                    </a:cubicBezTo>
                    <a:close/>
                  </a:path>
                </a:pathLst>
              </a:custGeom>
              <a:solidFill>
                <a:schemeClr val="accent1"/>
              </a:solidFill>
              <a:ln w="9525">
                <a:solidFill>
                  <a:schemeClr val="tx1"/>
                </a:solidFill>
                <a:round/>
                <a:headEnd/>
                <a:tailEnd/>
              </a:ln>
            </p:spPr>
            <p:txBody>
              <a:bodyPr/>
              <a:lstStyle/>
              <a:p>
                <a:endParaRPr lang="zh-CN" altLang="en-US"/>
              </a:p>
            </p:txBody>
          </p:sp>
          <p:sp>
            <p:nvSpPr>
              <p:cNvPr id="129" name="Freeform 148"/>
              <p:cNvSpPr>
                <a:spLocks/>
              </p:cNvSpPr>
              <p:nvPr/>
            </p:nvSpPr>
            <p:spPr bwMode="auto">
              <a:xfrm>
                <a:off x="663575" y="2965451"/>
                <a:ext cx="47625" cy="23813"/>
              </a:xfrm>
              <a:custGeom>
                <a:avLst/>
                <a:gdLst>
                  <a:gd name="T0" fmla="*/ 6 w 30"/>
                  <a:gd name="T1" fmla="*/ 0 h 15"/>
                  <a:gd name="T2" fmla="*/ 9 w 30"/>
                  <a:gd name="T3" fmla="*/ 14 h 15"/>
                  <a:gd name="T4" fmla="*/ 27 w 30"/>
                  <a:gd name="T5" fmla="*/ 13 h 15"/>
                  <a:gd name="T6" fmla="*/ 20 w 30"/>
                  <a:gd name="T7" fmla="*/ 5 h 15"/>
                  <a:gd name="T8" fmla="*/ 6 w 30"/>
                  <a:gd name="T9" fmla="*/ 0 h 15"/>
                  <a:gd name="T10" fmla="*/ 0 60000 65536"/>
                  <a:gd name="T11" fmla="*/ 0 60000 65536"/>
                  <a:gd name="T12" fmla="*/ 0 60000 65536"/>
                  <a:gd name="T13" fmla="*/ 0 60000 65536"/>
                  <a:gd name="T14" fmla="*/ 0 60000 65536"/>
                  <a:gd name="T15" fmla="*/ 0 w 30"/>
                  <a:gd name="T16" fmla="*/ 0 h 15"/>
                  <a:gd name="T17" fmla="*/ 30 w 30"/>
                  <a:gd name="T18" fmla="*/ 15 h 15"/>
                </a:gdLst>
                <a:ahLst/>
                <a:cxnLst>
                  <a:cxn ang="T10">
                    <a:pos x="T0" y="T1"/>
                  </a:cxn>
                  <a:cxn ang="T11">
                    <a:pos x="T2" y="T3"/>
                  </a:cxn>
                  <a:cxn ang="T12">
                    <a:pos x="T4" y="T5"/>
                  </a:cxn>
                  <a:cxn ang="T13">
                    <a:pos x="T6" y="T7"/>
                  </a:cxn>
                  <a:cxn ang="T14">
                    <a:pos x="T8" y="T9"/>
                  </a:cxn>
                </a:cxnLst>
                <a:rect l="T15" t="T16" r="T17" b="T18"/>
                <a:pathLst>
                  <a:path w="30" h="15">
                    <a:moveTo>
                      <a:pt x="6" y="0"/>
                    </a:moveTo>
                    <a:cubicBezTo>
                      <a:pt x="2" y="6"/>
                      <a:pt x="0" y="12"/>
                      <a:pt x="9" y="14"/>
                    </a:cubicBezTo>
                    <a:cubicBezTo>
                      <a:pt x="15" y="14"/>
                      <a:pt x="21" y="15"/>
                      <a:pt x="27" y="13"/>
                    </a:cubicBezTo>
                    <a:cubicBezTo>
                      <a:pt x="30" y="12"/>
                      <a:pt x="23" y="6"/>
                      <a:pt x="20" y="5"/>
                    </a:cubicBezTo>
                    <a:cubicBezTo>
                      <a:pt x="5" y="1"/>
                      <a:pt x="6" y="8"/>
                      <a:pt x="6" y="0"/>
                    </a:cubicBezTo>
                    <a:close/>
                  </a:path>
                </a:pathLst>
              </a:custGeom>
              <a:solidFill>
                <a:schemeClr val="tx1"/>
              </a:solidFill>
              <a:ln w="9525">
                <a:solidFill>
                  <a:schemeClr val="tx1"/>
                </a:solidFill>
                <a:round/>
                <a:headEnd/>
                <a:tailEnd/>
              </a:ln>
            </p:spPr>
            <p:txBody>
              <a:bodyPr/>
              <a:lstStyle/>
              <a:p>
                <a:endParaRPr lang="zh-CN" altLang="en-US"/>
              </a:p>
            </p:txBody>
          </p:sp>
          <p:sp>
            <p:nvSpPr>
              <p:cNvPr id="130" name="Freeform 149"/>
              <p:cNvSpPr>
                <a:spLocks/>
              </p:cNvSpPr>
              <p:nvPr/>
            </p:nvSpPr>
            <p:spPr bwMode="auto">
              <a:xfrm rot="4531695">
                <a:off x="2924175" y="2003425"/>
                <a:ext cx="23813" cy="14288"/>
              </a:xfrm>
              <a:custGeom>
                <a:avLst/>
                <a:gdLst>
                  <a:gd name="T0" fmla="*/ 1 w 15"/>
                  <a:gd name="T1" fmla="*/ 4 h 9"/>
                  <a:gd name="T2" fmla="*/ 9 w 15"/>
                  <a:gd name="T3" fmla="*/ 8 h 9"/>
                  <a:gd name="T4" fmla="*/ 1 w 15"/>
                  <a:gd name="T5" fmla="*/ 4 h 9"/>
                  <a:gd name="T6" fmla="*/ 0 60000 65536"/>
                  <a:gd name="T7" fmla="*/ 0 60000 65536"/>
                  <a:gd name="T8" fmla="*/ 0 60000 65536"/>
                  <a:gd name="T9" fmla="*/ 0 w 15"/>
                  <a:gd name="T10" fmla="*/ 0 h 9"/>
                  <a:gd name="T11" fmla="*/ 15 w 15"/>
                  <a:gd name="T12" fmla="*/ 9 h 9"/>
                </a:gdLst>
                <a:ahLst/>
                <a:cxnLst>
                  <a:cxn ang="T6">
                    <a:pos x="T0" y="T1"/>
                  </a:cxn>
                  <a:cxn ang="T7">
                    <a:pos x="T2" y="T3"/>
                  </a:cxn>
                  <a:cxn ang="T8">
                    <a:pos x="T4" y="T5"/>
                  </a:cxn>
                </a:cxnLst>
                <a:rect l="T9" t="T10" r="T11" b="T12"/>
                <a:pathLst>
                  <a:path w="15" h="9">
                    <a:moveTo>
                      <a:pt x="1" y="4"/>
                    </a:moveTo>
                    <a:cubicBezTo>
                      <a:pt x="6" y="3"/>
                      <a:pt x="15" y="0"/>
                      <a:pt x="9" y="8"/>
                    </a:cubicBezTo>
                    <a:cubicBezTo>
                      <a:pt x="0" y="6"/>
                      <a:pt x="1" y="9"/>
                      <a:pt x="1" y="4"/>
                    </a:cubicBezTo>
                    <a:close/>
                  </a:path>
                </a:pathLst>
              </a:custGeom>
              <a:solidFill>
                <a:schemeClr val="accent1"/>
              </a:solidFill>
              <a:ln w="9525">
                <a:solidFill>
                  <a:schemeClr val="tx1"/>
                </a:solidFill>
                <a:round/>
                <a:headEnd/>
                <a:tailEnd/>
              </a:ln>
            </p:spPr>
            <p:txBody>
              <a:bodyPr/>
              <a:lstStyle/>
              <a:p>
                <a:endParaRPr lang="zh-CN" altLang="en-US"/>
              </a:p>
            </p:txBody>
          </p:sp>
          <p:sp>
            <p:nvSpPr>
              <p:cNvPr id="131" name="Freeform 150"/>
              <p:cNvSpPr>
                <a:spLocks/>
              </p:cNvSpPr>
              <p:nvPr/>
            </p:nvSpPr>
            <p:spPr bwMode="auto">
              <a:xfrm rot="4531695">
                <a:off x="2987675" y="2019300"/>
                <a:ext cx="25400" cy="17463"/>
              </a:xfrm>
              <a:custGeom>
                <a:avLst/>
                <a:gdLst>
                  <a:gd name="T0" fmla="*/ 12 w 16"/>
                  <a:gd name="T1" fmla="*/ 1 h 11"/>
                  <a:gd name="T2" fmla="*/ 8 w 16"/>
                  <a:gd name="T3" fmla="*/ 9 h 11"/>
                  <a:gd name="T4" fmla="*/ 0 w 16"/>
                  <a:gd name="T5" fmla="*/ 3 h 11"/>
                  <a:gd name="T6" fmla="*/ 12 w 16"/>
                  <a:gd name="T7" fmla="*/ 1 h 11"/>
                  <a:gd name="T8" fmla="*/ 0 60000 65536"/>
                  <a:gd name="T9" fmla="*/ 0 60000 65536"/>
                  <a:gd name="T10" fmla="*/ 0 60000 65536"/>
                  <a:gd name="T11" fmla="*/ 0 60000 65536"/>
                  <a:gd name="T12" fmla="*/ 0 w 16"/>
                  <a:gd name="T13" fmla="*/ 0 h 11"/>
                  <a:gd name="T14" fmla="*/ 16 w 16"/>
                  <a:gd name="T15" fmla="*/ 11 h 11"/>
                </a:gdLst>
                <a:ahLst/>
                <a:cxnLst>
                  <a:cxn ang="T8">
                    <a:pos x="T0" y="T1"/>
                  </a:cxn>
                  <a:cxn ang="T9">
                    <a:pos x="T2" y="T3"/>
                  </a:cxn>
                  <a:cxn ang="T10">
                    <a:pos x="T4" y="T5"/>
                  </a:cxn>
                  <a:cxn ang="T11">
                    <a:pos x="T6" y="T7"/>
                  </a:cxn>
                </a:cxnLst>
                <a:rect l="T12" t="T13" r="T14" b="T15"/>
                <a:pathLst>
                  <a:path w="16" h="11">
                    <a:moveTo>
                      <a:pt x="12" y="1"/>
                    </a:moveTo>
                    <a:cubicBezTo>
                      <a:pt x="12" y="3"/>
                      <a:pt x="16" y="11"/>
                      <a:pt x="8" y="9"/>
                    </a:cubicBezTo>
                    <a:cubicBezTo>
                      <a:pt x="5" y="8"/>
                      <a:pt x="0" y="3"/>
                      <a:pt x="0" y="3"/>
                    </a:cubicBezTo>
                    <a:cubicBezTo>
                      <a:pt x="6" y="0"/>
                      <a:pt x="6" y="4"/>
                      <a:pt x="12" y="1"/>
                    </a:cubicBezTo>
                    <a:close/>
                  </a:path>
                </a:pathLst>
              </a:custGeom>
              <a:solidFill>
                <a:schemeClr val="accent1"/>
              </a:solidFill>
              <a:ln w="9525">
                <a:solidFill>
                  <a:schemeClr val="tx1"/>
                </a:solidFill>
                <a:round/>
                <a:headEnd/>
                <a:tailEnd/>
              </a:ln>
            </p:spPr>
            <p:txBody>
              <a:bodyPr/>
              <a:lstStyle/>
              <a:p>
                <a:endParaRPr lang="zh-CN" altLang="en-US"/>
              </a:p>
            </p:txBody>
          </p:sp>
          <p:sp>
            <p:nvSpPr>
              <p:cNvPr id="132" name="Freeform 151"/>
              <p:cNvSpPr>
                <a:spLocks/>
              </p:cNvSpPr>
              <p:nvPr/>
            </p:nvSpPr>
            <p:spPr bwMode="auto">
              <a:xfrm rot="4531695">
                <a:off x="3040063" y="2051050"/>
                <a:ext cx="23813" cy="17463"/>
              </a:xfrm>
              <a:custGeom>
                <a:avLst/>
                <a:gdLst>
                  <a:gd name="T0" fmla="*/ 12 w 15"/>
                  <a:gd name="T1" fmla="*/ 0 h 11"/>
                  <a:gd name="T2" fmla="*/ 8 w 15"/>
                  <a:gd name="T3" fmla="*/ 11 h 11"/>
                  <a:gd name="T4" fmla="*/ 12 w 15"/>
                  <a:gd name="T5" fmla="*/ 0 h 11"/>
                  <a:gd name="T6" fmla="*/ 0 60000 65536"/>
                  <a:gd name="T7" fmla="*/ 0 60000 65536"/>
                  <a:gd name="T8" fmla="*/ 0 60000 65536"/>
                  <a:gd name="T9" fmla="*/ 0 w 15"/>
                  <a:gd name="T10" fmla="*/ 0 h 11"/>
                  <a:gd name="T11" fmla="*/ 15 w 15"/>
                  <a:gd name="T12" fmla="*/ 11 h 11"/>
                </a:gdLst>
                <a:ahLst/>
                <a:cxnLst>
                  <a:cxn ang="T6">
                    <a:pos x="T0" y="T1"/>
                  </a:cxn>
                  <a:cxn ang="T7">
                    <a:pos x="T2" y="T3"/>
                  </a:cxn>
                  <a:cxn ang="T8">
                    <a:pos x="T4" y="T5"/>
                  </a:cxn>
                </a:cxnLst>
                <a:rect l="T9" t="T10" r="T11" b="T12"/>
                <a:pathLst>
                  <a:path w="15" h="11">
                    <a:moveTo>
                      <a:pt x="12" y="0"/>
                    </a:moveTo>
                    <a:cubicBezTo>
                      <a:pt x="15" y="6"/>
                      <a:pt x="13" y="7"/>
                      <a:pt x="8" y="11"/>
                    </a:cubicBezTo>
                    <a:cubicBezTo>
                      <a:pt x="0" y="7"/>
                      <a:pt x="5" y="1"/>
                      <a:pt x="12" y="0"/>
                    </a:cubicBezTo>
                    <a:close/>
                  </a:path>
                </a:pathLst>
              </a:custGeom>
              <a:solidFill>
                <a:schemeClr val="tx1"/>
              </a:solidFill>
              <a:ln w="9525">
                <a:solidFill>
                  <a:schemeClr val="tx1"/>
                </a:solidFill>
                <a:round/>
                <a:headEnd/>
                <a:tailEnd/>
              </a:ln>
            </p:spPr>
            <p:txBody>
              <a:bodyPr/>
              <a:lstStyle/>
              <a:p>
                <a:endParaRPr lang="zh-CN" altLang="en-US"/>
              </a:p>
            </p:txBody>
          </p:sp>
          <p:sp>
            <p:nvSpPr>
              <p:cNvPr id="133" name="Freeform 152"/>
              <p:cNvSpPr>
                <a:spLocks/>
              </p:cNvSpPr>
              <p:nvPr/>
            </p:nvSpPr>
            <p:spPr bwMode="auto">
              <a:xfrm rot="4531695">
                <a:off x="3101975" y="2119313"/>
                <a:ext cx="15875" cy="12700"/>
              </a:xfrm>
              <a:custGeom>
                <a:avLst/>
                <a:gdLst>
                  <a:gd name="T0" fmla="*/ 2 w 10"/>
                  <a:gd name="T1" fmla="*/ 0 h 8"/>
                  <a:gd name="T2" fmla="*/ 0 w 10"/>
                  <a:gd name="T3" fmla="*/ 5 h 8"/>
                  <a:gd name="T4" fmla="*/ 2 w 10"/>
                  <a:gd name="T5" fmla="*/ 0 h 8"/>
                  <a:gd name="T6" fmla="*/ 0 60000 65536"/>
                  <a:gd name="T7" fmla="*/ 0 60000 65536"/>
                  <a:gd name="T8" fmla="*/ 0 60000 65536"/>
                  <a:gd name="T9" fmla="*/ 0 w 10"/>
                  <a:gd name="T10" fmla="*/ 0 h 8"/>
                  <a:gd name="T11" fmla="*/ 10 w 10"/>
                  <a:gd name="T12" fmla="*/ 8 h 8"/>
                </a:gdLst>
                <a:ahLst/>
                <a:cxnLst>
                  <a:cxn ang="T6">
                    <a:pos x="T0" y="T1"/>
                  </a:cxn>
                  <a:cxn ang="T7">
                    <a:pos x="T2" y="T3"/>
                  </a:cxn>
                  <a:cxn ang="T8">
                    <a:pos x="T4" y="T5"/>
                  </a:cxn>
                </a:cxnLst>
                <a:rect l="T9" t="T10" r="T11" b="T12"/>
                <a:pathLst>
                  <a:path w="10" h="8">
                    <a:moveTo>
                      <a:pt x="2" y="0"/>
                    </a:moveTo>
                    <a:cubicBezTo>
                      <a:pt x="10" y="3"/>
                      <a:pt x="8" y="8"/>
                      <a:pt x="0" y="5"/>
                    </a:cubicBezTo>
                    <a:cubicBezTo>
                      <a:pt x="1" y="3"/>
                      <a:pt x="2" y="0"/>
                      <a:pt x="2" y="0"/>
                    </a:cubicBezTo>
                    <a:close/>
                  </a:path>
                </a:pathLst>
              </a:custGeom>
              <a:solidFill>
                <a:schemeClr val="accent1"/>
              </a:solidFill>
              <a:ln w="9525">
                <a:solidFill>
                  <a:schemeClr val="tx1"/>
                </a:solidFill>
                <a:round/>
                <a:headEnd/>
                <a:tailEnd/>
              </a:ln>
            </p:spPr>
            <p:txBody>
              <a:bodyPr/>
              <a:lstStyle/>
              <a:p>
                <a:endParaRPr lang="zh-CN" altLang="en-US"/>
              </a:p>
            </p:txBody>
          </p:sp>
          <p:sp>
            <p:nvSpPr>
              <p:cNvPr id="134" name="Freeform 153"/>
              <p:cNvSpPr>
                <a:spLocks/>
              </p:cNvSpPr>
              <p:nvPr/>
            </p:nvSpPr>
            <p:spPr bwMode="auto">
              <a:xfrm rot="4531695">
                <a:off x="3178175" y="2171700"/>
                <a:ext cx="9525" cy="20638"/>
              </a:xfrm>
              <a:custGeom>
                <a:avLst/>
                <a:gdLst>
                  <a:gd name="T0" fmla="*/ 0 w 6"/>
                  <a:gd name="T1" fmla="*/ 1 h 13"/>
                  <a:gd name="T2" fmla="*/ 2 w 6"/>
                  <a:gd name="T3" fmla="*/ 11 h 13"/>
                  <a:gd name="T4" fmla="*/ 4 w 6"/>
                  <a:gd name="T5" fmla="*/ 1 h 13"/>
                  <a:gd name="T6" fmla="*/ 0 w 6"/>
                  <a:gd name="T7" fmla="*/ 1 h 13"/>
                  <a:gd name="T8" fmla="*/ 0 60000 65536"/>
                  <a:gd name="T9" fmla="*/ 0 60000 65536"/>
                  <a:gd name="T10" fmla="*/ 0 60000 65536"/>
                  <a:gd name="T11" fmla="*/ 0 60000 65536"/>
                  <a:gd name="T12" fmla="*/ 0 w 6"/>
                  <a:gd name="T13" fmla="*/ 0 h 13"/>
                  <a:gd name="T14" fmla="*/ 6 w 6"/>
                  <a:gd name="T15" fmla="*/ 13 h 13"/>
                </a:gdLst>
                <a:ahLst/>
                <a:cxnLst>
                  <a:cxn ang="T8">
                    <a:pos x="T0" y="T1"/>
                  </a:cxn>
                  <a:cxn ang="T9">
                    <a:pos x="T2" y="T3"/>
                  </a:cxn>
                  <a:cxn ang="T10">
                    <a:pos x="T4" y="T5"/>
                  </a:cxn>
                  <a:cxn ang="T11">
                    <a:pos x="T6" y="T7"/>
                  </a:cxn>
                </a:cxnLst>
                <a:rect l="T12" t="T13" r="T14" b="T15"/>
                <a:pathLst>
                  <a:path w="6" h="13">
                    <a:moveTo>
                      <a:pt x="0" y="1"/>
                    </a:moveTo>
                    <a:cubicBezTo>
                      <a:pt x="1" y="4"/>
                      <a:pt x="0" y="9"/>
                      <a:pt x="2" y="11"/>
                    </a:cubicBezTo>
                    <a:cubicBezTo>
                      <a:pt x="4" y="13"/>
                      <a:pt x="6" y="3"/>
                      <a:pt x="4" y="1"/>
                    </a:cubicBezTo>
                    <a:cubicBezTo>
                      <a:pt x="3" y="0"/>
                      <a:pt x="1" y="1"/>
                      <a:pt x="0" y="1"/>
                    </a:cubicBezTo>
                    <a:close/>
                  </a:path>
                </a:pathLst>
              </a:custGeom>
              <a:solidFill>
                <a:schemeClr val="accent1"/>
              </a:solidFill>
              <a:ln w="9525">
                <a:solidFill>
                  <a:schemeClr val="tx1"/>
                </a:solidFill>
                <a:round/>
                <a:headEnd/>
                <a:tailEnd/>
              </a:ln>
            </p:spPr>
            <p:txBody>
              <a:bodyPr/>
              <a:lstStyle/>
              <a:p>
                <a:endParaRPr lang="zh-CN" altLang="en-US"/>
              </a:p>
            </p:txBody>
          </p:sp>
          <p:sp>
            <p:nvSpPr>
              <p:cNvPr id="135" name="Freeform 154"/>
              <p:cNvSpPr>
                <a:spLocks/>
              </p:cNvSpPr>
              <p:nvPr/>
            </p:nvSpPr>
            <p:spPr bwMode="auto">
              <a:xfrm rot="4531695">
                <a:off x="2908300" y="1944688"/>
                <a:ext cx="28575" cy="12700"/>
              </a:xfrm>
              <a:custGeom>
                <a:avLst/>
                <a:gdLst>
                  <a:gd name="T0" fmla="*/ 12 w 18"/>
                  <a:gd name="T1" fmla="*/ 0 h 8"/>
                  <a:gd name="T2" fmla="*/ 8 w 18"/>
                  <a:gd name="T3" fmla="*/ 8 h 8"/>
                  <a:gd name="T4" fmla="*/ 12 w 18"/>
                  <a:gd name="T5" fmla="*/ 0 h 8"/>
                  <a:gd name="T6" fmla="*/ 0 60000 65536"/>
                  <a:gd name="T7" fmla="*/ 0 60000 65536"/>
                  <a:gd name="T8" fmla="*/ 0 60000 65536"/>
                  <a:gd name="T9" fmla="*/ 0 w 18"/>
                  <a:gd name="T10" fmla="*/ 0 h 8"/>
                  <a:gd name="T11" fmla="*/ 18 w 18"/>
                  <a:gd name="T12" fmla="*/ 8 h 8"/>
                </a:gdLst>
                <a:ahLst/>
                <a:cxnLst>
                  <a:cxn ang="T6">
                    <a:pos x="T0" y="T1"/>
                  </a:cxn>
                  <a:cxn ang="T7">
                    <a:pos x="T2" y="T3"/>
                  </a:cxn>
                  <a:cxn ang="T8">
                    <a:pos x="T4" y="T5"/>
                  </a:cxn>
                </a:cxnLst>
                <a:rect l="T9" t="T10" r="T11" b="T12"/>
                <a:pathLst>
                  <a:path w="18" h="8">
                    <a:moveTo>
                      <a:pt x="12" y="0"/>
                    </a:moveTo>
                    <a:cubicBezTo>
                      <a:pt x="6" y="1"/>
                      <a:pt x="0" y="4"/>
                      <a:pt x="8" y="8"/>
                    </a:cubicBezTo>
                    <a:cubicBezTo>
                      <a:pt x="11" y="7"/>
                      <a:pt x="18" y="3"/>
                      <a:pt x="12" y="0"/>
                    </a:cubicBezTo>
                    <a:close/>
                  </a:path>
                </a:pathLst>
              </a:custGeom>
              <a:solidFill>
                <a:schemeClr val="accent1"/>
              </a:solidFill>
              <a:ln w="9525">
                <a:solidFill>
                  <a:schemeClr val="tx1"/>
                </a:solidFill>
                <a:round/>
                <a:headEnd/>
                <a:tailEnd/>
              </a:ln>
            </p:spPr>
            <p:txBody>
              <a:bodyPr/>
              <a:lstStyle/>
              <a:p>
                <a:endParaRPr lang="zh-CN" altLang="en-US"/>
              </a:p>
            </p:txBody>
          </p:sp>
          <p:sp>
            <p:nvSpPr>
              <p:cNvPr id="136" name="Freeform 155"/>
              <p:cNvSpPr>
                <a:spLocks/>
              </p:cNvSpPr>
              <p:nvPr/>
            </p:nvSpPr>
            <p:spPr bwMode="auto">
              <a:xfrm rot="4531695">
                <a:off x="2878138" y="1916113"/>
                <a:ext cx="22225" cy="20638"/>
              </a:xfrm>
              <a:custGeom>
                <a:avLst/>
                <a:gdLst>
                  <a:gd name="T0" fmla="*/ 0 w 14"/>
                  <a:gd name="T1" fmla="*/ 0 h 13"/>
                  <a:gd name="T2" fmla="*/ 0 w 14"/>
                  <a:gd name="T3" fmla="*/ 0 h 13"/>
                  <a:gd name="T4" fmla="*/ 0 60000 65536"/>
                  <a:gd name="T5" fmla="*/ 0 60000 65536"/>
                  <a:gd name="T6" fmla="*/ 0 w 14"/>
                  <a:gd name="T7" fmla="*/ 0 h 13"/>
                  <a:gd name="T8" fmla="*/ 14 w 14"/>
                  <a:gd name="T9" fmla="*/ 13 h 13"/>
                </a:gdLst>
                <a:ahLst/>
                <a:cxnLst>
                  <a:cxn ang="T4">
                    <a:pos x="T0" y="T1"/>
                  </a:cxn>
                  <a:cxn ang="T5">
                    <a:pos x="T2" y="T3"/>
                  </a:cxn>
                </a:cxnLst>
                <a:rect l="T6" t="T7" r="T8" b="T9"/>
                <a:pathLst>
                  <a:path w="14" h="13">
                    <a:moveTo>
                      <a:pt x="0" y="0"/>
                    </a:moveTo>
                    <a:cubicBezTo>
                      <a:pt x="4" y="13"/>
                      <a:pt x="14" y="0"/>
                      <a:pt x="0" y="0"/>
                    </a:cubicBezTo>
                    <a:close/>
                  </a:path>
                </a:pathLst>
              </a:custGeom>
              <a:solidFill>
                <a:schemeClr val="accent1"/>
              </a:solidFill>
              <a:ln w="9525">
                <a:solidFill>
                  <a:schemeClr val="tx1"/>
                </a:solidFill>
                <a:round/>
                <a:headEnd/>
                <a:tailEnd/>
              </a:ln>
            </p:spPr>
            <p:txBody>
              <a:bodyPr/>
              <a:lstStyle/>
              <a:p>
                <a:endParaRPr lang="zh-CN" altLang="en-US"/>
              </a:p>
            </p:txBody>
          </p:sp>
          <p:sp>
            <p:nvSpPr>
              <p:cNvPr id="137" name="Freeform 156"/>
              <p:cNvSpPr>
                <a:spLocks/>
              </p:cNvSpPr>
              <p:nvPr/>
            </p:nvSpPr>
            <p:spPr bwMode="auto">
              <a:xfrm rot="4531695">
                <a:off x="3011488" y="2078038"/>
                <a:ext cx="19050" cy="14288"/>
              </a:xfrm>
              <a:custGeom>
                <a:avLst/>
                <a:gdLst>
                  <a:gd name="T0" fmla="*/ 8 w 12"/>
                  <a:gd name="T1" fmla="*/ 1 h 9"/>
                  <a:gd name="T2" fmla="*/ 11 w 12"/>
                  <a:gd name="T3" fmla="*/ 6 h 9"/>
                  <a:gd name="T4" fmla="*/ 8 w 12"/>
                  <a:gd name="T5" fmla="*/ 1 h 9"/>
                  <a:gd name="T6" fmla="*/ 0 60000 65536"/>
                  <a:gd name="T7" fmla="*/ 0 60000 65536"/>
                  <a:gd name="T8" fmla="*/ 0 60000 65536"/>
                  <a:gd name="T9" fmla="*/ 0 w 12"/>
                  <a:gd name="T10" fmla="*/ 0 h 9"/>
                  <a:gd name="T11" fmla="*/ 12 w 12"/>
                  <a:gd name="T12" fmla="*/ 9 h 9"/>
                </a:gdLst>
                <a:ahLst/>
                <a:cxnLst>
                  <a:cxn ang="T6">
                    <a:pos x="T0" y="T1"/>
                  </a:cxn>
                  <a:cxn ang="T7">
                    <a:pos x="T2" y="T3"/>
                  </a:cxn>
                  <a:cxn ang="T8">
                    <a:pos x="T4" y="T5"/>
                  </a:cxn>
                </a:cxnLst>
                <a:rect l="T9" t="T10" r="T11" b="T12"/>
                <a:pathLst>
                  <a:path w="12" h="9">
                    <a:moveTo>
                      <a:pt x="8" y="1"/>
                    </a:moveTo>
                    <a:cubicBezTo>
                      <a:pt x="0" y="4"/>
                      <a:pt x="3" y="9"/>
                      <a:pt x="11" y="6"/>
                    </a:cubicBezTo>
                    <a:cubicBezTo>
                      <a:pt x="10" y="0"/>
                      <a:pt x="12" y="1"/>
                      <a:pt x="8" y="1"/>
                    </a:cubicBezTo>
                    <a:close/>
                  </a:path>
                </a:pathLst>
              </a:custGeom>
              <a:solidFill>
                <a:schemeClr val="accent1"/>
              </a:solidFill>
              <a:ln w="9525">
                <a:solidFill>
                  <a:schemeClr val="tx1"/>
                </a:solidFill>
                <a:round/>
                <a:headEnd/>
                <a:tailEnd/>
              </a:ln>
            </p:spPr>
            <p:txBody>
              <a:bodyPr/>
              <a:lstStyle/>
              <a:p>
                <a:endParaRPr lang="zh-CN" altLang="en-US"/>
              </a:p>
            </p:txBody>
          </p:sp>
          <p:sp>
            <p:nvSpPr>
              <p:cNvPr id="138" name="Freeform 157"/>
              <p:cNvSpPr>
                <a:spLocks/>
              </p:cNvSpPr>
              <p:nvPr/>
            </p:nvSpPr>
            <p:spPr bwMode="auto">
              <a:xfrm rot="4531695">
                <a:off x="2832100" y="1895475"/>
                <a:ext cx="12700" cy="7938"/>
              </a:xfrm>
              <a:custGeom>
                <a:avLst/>
                <a:gdLst>
                  <a:gd name="T0" fmla="*/ 0 w 8"/>
                  <a:gd name="T1" fmla="*/ 2 h 5"/>
                  <a:gd name="T2" fmla="*/ 7 w 8"/>
                  <a:gd name="T3" fmla="*/ 4 h 5"/>
                  <a:gd name="T4" fmla="*/ 5 w 8"/>
                  <a:gd name="T5" fmla="*/ 0 h 5"/>
                  <a:gd name="T6" fmla="*/ 0 w 8"/>
                  <a:gd name="T7" fmla="*/ 2 h 5"/>
                  <a:gd name="T8" fmla="*/ 0 60000 65536"/>
                  <a:gd name="T9" fmla="*/ 0 60000 65536"/>
                  <a:gd name="T10" fmla="*/ 0 60000 65536"/>
                  <a:gd name="T11" fmla="*/ 0 60000 65536"/>
                  <a:gd name="T12" fmla="*/ 0 w 8"/>
                  <a:gd name="T13" fmla="*/ 0 h 5"/>
                  <a:gd name="T14" fmla="*/ 8 w 8"/>
                  <a:gd name="T15" fmla="*/ 5 h 5"/>
                </a:gdLst>
                <a:ahLst/>
                <a:cxnLst>
                  <a:cxn ang="T8">
                    <a:pos x="T0" y="T1"/>
                  </a:cxn>
                  <a:cxn ang="T9">
                    <a:pos x="T2" y="T3"/>
                  </a:cxn>
                  <a:cxn ang="T10">
                    <a:pos x="T4" y="T5"/>
                  </a:cxn>
                  <a:cxn ang="T11">
                    <a:pos x="T6" y="T7"/>
                  </a:cxn>
                </a:cxnLst>
                <a:rect l="T12" t="T13" r="T14" b="T15"/>
                <a:pathLst>
                  <a:path w="8" h="5">
                    <a:moveTo>
                      <a:pt x="0" y="2"/>
                    </a:moveTo>
                    <a:cubicBezTo>
                      <a:pt x="2" y="3"/>
                      <a:pt x="5" y="5"/>
                      <a:pt x="7" y="4"/>
                    </a:cubicBezTo>
                    <a:cubicBezTo>
                      <a:pt x="8" y="3"/>
                      <a:pt x="6" y="0"/>
                      <a:pt x="5" y="0"/>
                    </a:cubicBezTo>
                    <a:cubicBezTo>
                      <a:pt x="3" y="0"/>
                      <a:pt x="0" y="2"/>
                      <a:pt x="0" y="2"/>
                    </a:cubicBezTo>
                    <a:close/>
                  </a:path>
                </a:pathLst>
              </a:custGeom>
              <a:solidFill>
                <a:schemeClr val="accent1"/>
              </a:solidFill>
              <a:ln w="9525">
                <a:solidFill>
                  <a:schemeClr val="tx1"/>
                </a:solidFill>
                <a:round/>
                <a:headEnd/>
                <a:tailEnd/>
              </a:ln>
            </p:spPr>
            <p:txBody>
              <a:bodyPr/>
              <a:lstStyle/>
              <a:p>
                <a:endParaRPr lang="zh-CN" altLang="en-US"/>
              </a:p>
            </p:txBody>
          </p:sp>
          <p:sp>
            <p:nvSpPr>
              <p:cNvPr id="139" name="Freeform 158"/>
              <p:cNvSpPr>
                <a:spLocks/>
              </p:cNvSpPr>
              <p:nvPr/>
            </p:nvSpPr>
            <p:spPr bwMode="auto">
              <a:xfrm rot="4531695">
                <a:off x="2773363" y="1868488"/>
                <a:ext cx="15875" cy="14288"/>
              </a:xfrm>
              <a:custGeom>
                <a:avLst/>
                <a:gdLst>
                  <a:gd name="T0" fmla="*/ 3 w 10"/>
                  <a:gd name="T1" fmla="*/ 0 h 9"/>
                  <a:gd name="T2" fmla="*/ 1 w 10"/>
                  <a:gd name="T3" fmla="*/ 5 h 9"/>
                  <a:gd name="T4" fmla="*/ 6 w 10"/>
                  <a:gd name="T5" fmla="*/ 7 h 9"/>
                  <a:gd name="T6" fmla="*/ 3 w 10"/>
                  <a:gd name="T7" fmla="*/ 0 h 9"/>
                  <a:gd name="T8" fmla="*/ 0 60000 65536"/>
                  <a:gd name="T9" fmla="*/ 0 60000 65536"/>
                  <a:gd name="T10" fmla="*/ 0 60000 65536"/>
                  <a:gd name="T11" fmla="*/ 0 60000 65536"/>
                  <a:gd name="T12" fmla="*/ 0 w 10"/>
                  <a:gd name="T13" fmla="*/ 0 h 9"/>
                  <a:gd name="T14" fmla="*/ 10 w 10"/>
                  <a:gd name="T15" fmla="*/ 9 h 9"/>
                </a:gdLst>
                <a:ahLst/>
                <a:cxnLst>
                  <a:cxn ang="T8">
                    <a:pos x="T0" y="T1"/>
                  </a:cxn>
                  <a:cxn ang="T9">
                    <a:pos x="T2" y="T3"/>
                  </a:cxn>
                  <a:cxn ang="T10">
                    <a:pos x="T4" y="T5"/>
                  </a:cxn>
                  <a:cxn ang="T11">
                    <a:pos x="T6" y="T7"/>
                  </a:cxn>
                </a:cxnLst>
                <a:rect l="T12" t="T13" r="T14" b="T15"/>
                <a:pathLst>
                  <a:path w="10" h="9">
                    <a:moveTo>
                      <a:pt x="3" y="0"/>
                    </a:moveTo>
                    <a:cubicBezTo>
                      <a:pt x="2" y="2"/>
                      <a:pt x="0" y="3"/>
                      <a:pt x="1" y="5"/>
                    </a:cubicBezTo>
                    <a:cubicBezTo>
                      <a:pt x="2" y="7"/>
                      <a:pt x="5" y="9"/>
                      <a:pt x="6" y="7"/>
                    </a:cubicBezTo>
                    <a:cubicBezTo>
                      <a:pt x="10" y="0"/>
                      <a:pt x="6" y="0"/>
                      <a:pt x="3" y="0"/>
                    </a:cubicBezTo>
                    <a:close/>
                  </a:path>
                </a:pathLst>
              </a:custGeom>
              <a:solidFill>
                <a:schemeClr val="accent1"/>
              </a:solidFill>
              <a:ln w="9525">
                <a:solidFill>
                  <a:schemeClr val="tx1"/>
                </a:solidFill>
                <a:round/>
                <a:headEnd/>
                <a:tailEnd/>
              </a:ln>
            </p:spPr>
            <p:txBody>
              <a:bodyPr/>
              <a:lstStyle/>
              <a:p>
                <a:endParaRPr lang="zh-CN" altLang="en-US"/>
              </a:p>
            </p:txBody>
          </p:sp>
          <p:sp>
            <p:nvSpPr>
              <p:cNvPr id="140" name="Freeform 159"/>
              <p:cNvSpPr>
                <a:spLocks/>
              </p:cNvSpPr>
              <p:nvPr/>
            </p:nvSpPr>
            <p:spPr bwMode="auto">
              <a:xfrm rot="4531695">
                <a:off x="2744788" y="1816100"/>
                <a:ext cx="20638" cy="12700"/>
              </a:xfrm>
              <a:custGeom>
                <a:avLst/>
                <a:gdLst>
                  <a:gd name="T0" fmla="*/ 0 w 13"/>
                  <a:gd name="T1" fmla="*/ 0 h 8"/>
                  <a:gd name="T2" fmla="*/ 13 w 13"/>
                  <a:gd name="T3" fmla="*/ 5 h 8"/>
                  <a:gd name="T4" fmla="*/ 0 w 13"/>
                  <a:gd name="T5" fmla="*/ 0 h 8"/>
                  <a:gd name="T6" fmla="*/ 0 60000 65536"/>
                  <a:gd name="T7" fmla="*/ 0 60000 65536"/>
                  <a:gd name="T8" fmla="*/ 0 60000 65536"/>
                  <a:gd name="T9" fmla="*/ 0 w 13"/>
                  <a:gd name="T10" fmla="*/ 0 h 8"/>
                  <a:gd name="T11" fmla="*/ 13 w 13"/>
                  <a:gd name="T12" fmla="*/ 8 h 8"/>
                </a:gdLst>
                <a:ahLst/>
                <a:cxnLst>
                  <a:cxn ang="T6">
                    <a:pos x="T0" y="T1"/>
                  </a:cxn>
                  <a:cxn ang="T7">
                    <a:pos x="T2" y="T3"/>
                  </a:cxn>
                  <a:cxn ang="T8">
                    <a:pos x="T4" y="T5"/>
                  </a:cxn>
                </a:cxnLst>
                <a:rect l="T9" t="T10" r="T11" b="T12"/>
                <a:pathLst>
                  <a:path w="13" h="8">
                    <a:moveTo>
                      <a:pt x="0" y="0"/>
                    </a:moveTo>
                    <a:cubicBezTo>
                      <a:pt x="3" y="8"/>
                      <a:pt x="5" y="8"/>
                      <a:pt x="13" y="5"/>
                    </a:cubicBezTo>
                    <a:cubicBezTo>
                      <a:pt x="9" y="3"/>
                      <a:pt x="5" y="0"/>
                      <a:pt x="0" y="0"/>
                    </a:cubicBezTo>
                    <a:close/>
                  </a:path>
                </a:pathLst>
              </a:custGeom>
              <a:solidFill>
                <a:schemeClr val="accent1"/>
              </a:solidFill>
              <a:ln w="9525">
                <a:solidFill>
                  <a:schemeClr val="tx1"/>
                </a:solidFill>
                <a:round/>
                <a:headEnd/>
                <a:tailEnd/>
              </a:ln>
            </p:spPr>
            <p:txBody>
              <a:bodyPr/>
              <a:lstStyle/>
              <a:p>
                <a:endParaRPr lang="zh-CN" altLang="en-US"/>
              </a:p>
            </p:txBody>
          </p:sp>
          <p:sp>
            <p:nvSpPr>
              <p:cNvPr id="141" name="Freeform 160"/>
              <p:cNvSpPr>
                <a:spLocks/>
              </p:cNvSpPr>
              <p:nvPr/>
            </p:nvSpPr>
            <p:spPr bwMode="auto">
              <a:xfrm rot="4531695">
                <a:off x="2709863" y="1812925"/>
                <a:ext cx="23813" cy="17463"/>
              </a:xfrm>
              <a:custGeom>
                <a:avLst/>
                <a:gdLst>
                  <a:gd name="T0" fmla="*/ 0 w 15"/>
                  <a:gd name="T1" fmla="*/ 2 h 11"/>
                  <a:gd name="T2" fmla="*/ 11 w 15"/>
                  <a:gd name="T3" fmla="*/ 0 h 11"/>
                  <a:gd name="T4" fmla="*/ 0 w 15"/>
                  <a:gd name="T5" fmla="*/ 2 h 11"/>
                  <a:gd name="T6" fmla="*/ 0 60000 65536"/>
                  <a:gd name="T7" fmla="*/ 0 60000 65536"/>
                  <a:gd name="T8" fmla="*/ 0 60000 65536"/>
                  <a:gd name="T9" fmla="*/ 0 w 15"/>
                  <a:gd name="T10" fmla="*/ 0 h 11"/>
                  <a:gd name="T11" fmla="*/ 15 w 15"/>
                  <a:gd name="T12" fmla="*/ 11 h 11"/>
                </a:gdLst>
                <a:ahLst/>
                <a:cxnLst>
                  <a:cxn ang="T6">
                    <a:pos x="T0" y="T1"/>
                  </a:cxn>
                  <a:cxn ang="T7">
                    <a:pos x="T2" y="T3"/>
                  </a:cxn>
                  <a:cxn ang="T8">
                    <a:pos x="T4" y="T5"/>
                  </a:cxn>
                </a:cxnLst>
                <a:rect l="T9" t="T10" r="T11" b="T12"/>
                <a:pathLst>
                  <a:path w="15" h="11">
                    <a:moveTo>
                      <a:pt x="0" y="2"/>
                    </a:moveTo>
                    <a:cubicBezTo>
                      <a:pt x="2" y="11"/>
                      <a:pt x="15" y="10"/>
                      <a:pt x="11" y="0"/>
                    </a:cubicBezTo>
                    <a:cubicBezTo>
                      <a:pt x="0" y="4"/>
                      <a:pt x="3" y="7"/>
                      <a:pt x="0" y="2"/>
                    </a:cubicBezTo>
                    <a:close/>
                  </a:path>
                </a:pathLst>
              </a:custGeom>
              <a:solidFill>
                <a:schemeClr val="accent1"/>
              </a:solidFill>
              <a:ln w="9525">
                <a:solidFill>
                  <a:schemeClr val="tx1"/>
                </a:solidFill>
                <a:round/>
                <a:headEnd/>
                <a:tailEnd/>
              </a:ln>
            </p:spPr>
            <p:txBody>
              <a:bodyPr/>
              <a:lstStyle/>
              <a:p>
                <a:endParaRPr lang="zh-CN" altLang="en-US"/>
              </a:p>
            </p:txBody>
          </p:sp>
          <p:sp>
            <p:nvSpPr>
              <p:cNvPr id="142" name="Freeform 161"/>
              <p:cNvSpPr>
                <a:spLocks/>
              </p:cNvSpPr>
              <p:nvPr/>
            </p:nvSpPr>
            <p:spPr bwMode="auto">
              <a:xfrm rot="4531695">
                <a:off x="2574925" y="1757363"/>
                <a:ext cx="20638" cy="14288"/>
              </a:xfrm>
              <a:custGeom>
                <a:avLst/>
                <a:gdLst>
                  <a:gd name="T0" fmla="*/ 4 w 13"/>
                  <a:gd name="T1" fmla="*/ 1 h 9"/>
                  <a:gd name="T2" fmla="*/ 10 w 13"/>
                  <a:gd name="T3" fmla="*/ 7 h 9"/>
                  <a:gd name="T4" fmla="*/ 4 w 13"/>
                  <a:gd name="T5" fmla="*/ 1 h 9"/>
                  <a:gd name="T6" fmla="*/ 0 60000 65536"/>
                  <a:gd name="T7" fmla="*/ 0 60000 65536"/>
                  <a:gd name="T8" fmla="*/ 0 60000 65536"/>
                  <a:gd name="T9" fmla="*/ 0 w 13"/>
                  <a:gd name="T10" fmla="*/ 0 h 9"/>
                  <a:gd name="T11" fmla="*/ 13 w 13"/>
                  <a:gd name="T12" fmla="*/ 9 h 9"/>
                </a:gdLst>
                <a:ahLst/>
                <a:cxnLst>
                  <a:cxn ang="T6">
                    <a:pos x="T0" y="T1"/>
                  </a:cxn>
                  <a:cxn ang="T7">
                    <a:pos x="T2" y="T3"/>
                  </a:cxn>
                  <a:cxn ang="T8">
                    <a:pos x="T4" y="T5"/>
                  </a:cxn>
                </a:cxnLst>
                <a:rect l="T9" t="T10" r="T11" b="T12"/>
                <a:pathLst>
                  <a:path w="13" h="9">
                    <a:moveTo>
                      <a:pt x="4" y="1"/>
                    </a:moveTo>
                    <a:cubicBezTo>
                      <a:pt x="0" y="8"/>
                      <a:pt x="3" y="9"/>
                      <a:pt x="10" y="7"/>
                    </a:cubicBezTo>
                    <a:cubicBezTo>
                      <a:pt x="13" y="0"/>
                      <a:pt x="10" y="1"/>
                      <a:pt x="4" y="1"/>
                    </a:cubicBezTo>
                    <a:close/>
                  </a:path>
                </a:pathLst>
              </a:custGeom>
              <a:solidFill>
                <a:schemeClr val="accent1"/>
              </a:solidFill>
              <a:ln w="9525">
                <a:solidFill>
                  <a:schemeClr val="tx1"/>
                </a:solidFill>
                <a:round/>
                <a:headEnd/>
                <a:tailEnd/>
              </a:ln>
            </p:spPr>
            <p:txBody>
              <a:bodyPr/>
              <a:lstStyle/>
              <a:p>
                <a:endParaRPr lang="zh-CN" altLang="en-US"/>
              </a:p>
            </p:txBody>
          </p:sp>
          <p:sp>
            <p:nvSpPr>
              <p:cNvPr id="143" name="Freeform 162"/>
              <p:cNvSpPr>
                <a:spLocks/>
              </p:cNvSpPr>
              <p:nvPr/>
            </p:nvSpPr>
            <p:spPr bwMode="auto">
              <a:xfrm rot="4531695">
                <a:off x="2682875" y="1731963"/>
                <a:ext cx="26988" cy="14288"/>
              </a:xfrm>
              <a:custGeom>
                <a:avLst/>
                <a:gdLst>
                  <a:gd name="T0" fmla="*/ 10 w 17"/>
                  <a:gd name="T1" fmla="*/ 1 h 9"/>
                  <a:gd name="T2" fmla="*/ 15 w 17"/>
                  <a:gd name="T3" fmla="*/ 7 h 9"/>
                  <a:gd name="T4" fmla="*/ 16 w 17"/>
                  <a:gd name="T5" fmla="*/ 2 h 9"/>
                  <a:gd name="T6" fmla="*/ 10 w 17"/>
                  <a:gd name="T7" fmla="*/ 1 h 9"/>
                  <a:gd name="T8" fmla="*/ 0 60000 65536"/>
                  <a:gd name="T9" fmla="*/ 0 60000 65536"/>
                  <a:gd name="T10" fmla="*/ 0 60000 65536"/>
                  <a:gd name="T11" fmla="*/ 0 60000 65536"/>
                  <a:gd name="T12" fmla="*/ 0 w 17"/>
                  <a:gd name="T13" fmla="*/ 0 h 9"/>
                  <a:gd name="T14" fmla="*/ 17 w 17"/>
                  <a:gd name="T15" fmla="*/ 9 h 9"/>
                </a:gdLst>
                <a:ahLst/>
                <a:cxnLst>
                  <a:cxn ang="T8">
                    <a:pos x="T0" y="T1"/>
                  </a:cxn>
                  <a:cxn ang="T9">
                    <a:pos x="T2" y="T3"/>
                  </a:cxn>
                  <a:cxn ang="T10">
                    <a:pos x="T4" y="T5"/>
                  </a:cxn>
                  <a:cxn ang="T11">
                    <a:pos x="T6" y="T7"/>
                  </a:cxn>
                </a:cxnLst>
                <a:rect l="T12" t="T13" r="T14" b="T15"/>
                <a:pathLst>
                  <a:path w="17" h="9">
                    <a:moveTo>
                      <a:pt x="10" y="1"/>
                    </a:moveTo>
                    <a:cubicBezTo>
                      <a:pt x="0" y="7"/>
                      <a:pt x="2" y="9"/>
                      <a:pt x="15" y="7"/>
                    </a:cubicBezTo>
                    <a:cubicBezTo>
                      <a:pt x="15" y="5"/>
                      <a:pt x="17" y="3"/>
                      <a:pt x="16" y="2"/>
                    </a:cubicBezTo>
                    <a:cubicBezTo>
                      <a:pt x="15" y="0"/>
                      <a:pt x="10" y="1"/>
                      <a:pt x="10" y="1"/>
                    </a:cubicBezTo>
                    <a:close/>
                  </a:path>
                </a:pathLst>
              </a:custGeom>
              <a:solidFill>
                <a:schemeClr val="accent1"/>
              </a:solidFill>
              <a:ln w="9525">
                <a:solidFill>
                  <a:schemeClr val="tx1"/>
                </a:solidFill>
                <a:round/>
                <a:headEnd/>
                <a:tailEnd/>
              </a:ln>
            </p:spPr>
            <p:txBody>
              <a:bodyPr/>
              <a:lstStyle/>
              <a:p>
                <a:endParaRPr lang="zh-CN" altLang="en-US"/>
              </a:p>
            </p:txBody>
          </p:sp>
          <p:sp>
            <p:nvSpPr>
              <p:cNvPr id="144" name="Freeform 163"/>
              <p:cNvSpPr>
                <a:spLocks/>
              </p:cNvSpPr>
              <p:nvPr/>
            </p:nvSpPr>
            <p:spPr bwMode="auto">
              <a:xfrm>
                <a:off x="2614613" y="1712913"/>
                <a:ext cx="23813" cy="14288"/>
              </a:xfrm>
              <a:custGeom>
                <a:avLst/>
                <a:gdLst>
                  <a:gd name="T0" fmla="*/ 1 w 15"/>
                  <a:gd name="T1" fmla="*/ 4 h 9"/>
                  <a:gd name="T2" fmla="*/ 9 w 15"/>
                  <a:gd name="T3" fmla="*/ 8 h 9"/>
                  <a:gd name="T4" fmla="*/ 1 w 15"/>
                  <a:gd name="T5" fmla="*/ 4 h 9"/>
                  <a:gd name="T6" fmla="*/ 0 60000 65536"/>
                  <a:gd name="T7" fmla="*/ 0 60000 65536"/>
                  <a:gd name="T8" fmla="*/ 0 60000 65536"/>
                  <a:gd name="T9" fmla="*/ 0 w 15"/>
                  <a:gd name="T10" fmla="*/ 0 h 9"/>
                  <a:gd name="T11" fmla="*/ 15 w 15"/>
                  <a:gd name="T12" fmla="*/ 9 h 9"/>
                </a:gdLst>
                <a:ahLst/>
                <a:cxnLst>
                  <a:cxn ang="T6">
                    <a:pos x="T0" y="T1"/>
                  </a:cxn>
                  <a:cxn ang="T7">
                    <a:pos x="T2" y="T3"/>
                  </a:cxn>
                  <a:cxn ang="T8">
                    <a:pos x="T4" y="T5"/>
                  </a:cxn>
                </a:cxnLst>
                <a:rect l="T9" t="T10" r="T11" b="T12"/>
                <a:pathLst>
                  <a:path w="15" h="9">
                    <a:moveTo>
                      <a:pt x="1" y="4"/>
                    </a:moveTo>
                    <a:cubicBezTo>
                      <a:pt x="6" y="3"/>
                      <a:pt x="15" y="0"/>
                      <a:pt x="9" y="8"/>
                    </a:cubicBezTo>
                    <a:cubicBezTo>
                      <a:pt x="0" y="6"/>
                      <a:pt x="1" y="9"/>
                      <a:pt x="1" y="4"/>
                    </a:cubicBezTo>
                    <a:close/>
                  </a:path>
                </a:pathLst>
              </a:custGeom>
              <a:solidFill>
                <a:schemeClr val="accent1"/>
              </a:solidFill>
              <a:ln w="9525">
                <a:solidFill>
                  <a:schemeClr val="tx1"/>
                </a:solidFill>
                <a:round/>
                <a:headEnd/>
                <a:tailEnd/>
              </a:ln>
            </p:spPr>
            <p:txBody>
              <a:bodyPr/>
              <a:lstStyle/>
              <a:p>
                <a:endParaRPr lang="zh-CN" altLang="en-US"/>
              </a:p>
            </p:txBody>
          </p:sp>
          <p:sp>
            <p:nvSpPr>
              <p:cNvPr id="145" name="Freeform 164"/>
              <p:cNvSpPr>
                <a:spLocks/>
              </p:cNvSpPr>
              <p:nvPr/>
            </p:nvSpPr>
            <p:spPr bwMode="auto">
              <a:xfrm>
                <a:off x="2073275" y="1974851"/>
                <a:ext cx="25400" cy="17463"/>
              </a:xfrm>
              <a:custGeom>
                <a:avLst/>
                <a:gdLst>
                  <a:gd name="T0" fmla="*/ 12 w 16"/>
                  <a:gd name="T1" fmla="*/ 1 h 11"/>
                  <a:gd name="T2" fmla="*/ 8 w 16"/>
                  <a:gd name="T3" fmla="*/ 9 h 11"/>
                  <a:gd name="T4" fmla="*/ 0 w 16"/>
                  <a:gd name="T5" fmla="*/ 3 h 11"/>
                  <a:gd name="T6" fmla="*/ 12 w 16"/>
                  <a:gd name="T7" fmla="*/ 1 h 11"/>
                  <a:gd name="T8" fmla="*/ 0 60000 65536"/>
                  <a:gd name="T9" fmla="*/ 0 60000 65536"/>
                  <a:gd name="T10" fmla="*/ 0 60000 65536"/>
                  <a:gd name="T11" fmla="*/ 0 60000 65536"/>
                  <a:gd name="T12" fmla="*/ 0 w 16"/>
                  <a:gd name="T13" fmla="*/ 0 h 11"/>
                  <a:gd name="T14" fmla="*/ 16 w 16"/>
                  <a:gd name="T15" fmla="*/ 11 h 11"/>
                </a:gdLst>
                <a:ahLst/>
                <a:cxnLst>
                  <a:cxn ang="T8">
                    <a:pos x="T0" y="T1"/>
                  </a:cxn>
                  <a:cxn ang="T9">
                    <a:pos x="T2" y="T3"/>
                  </a:cxn>
                  <a:cxn ang="T10">
                    <a:pos x="T4" y="T5"/>
                  </a:cxn>
                  <a:cxn ang="T11">
                    <a:pos x="T6" y="T7"/>
                  </a:cxn>
                </a:cxnLst>
                <a:rect l="T12" t="T13" r="T14" b="T15"/>
                <a:pathLst>
                  <a:path w="16" h="11">
                    <a:moveTo>
                      <a:pt x="12" y="1"/>
                    </a:moveTo>
                    <a:cubicBezTo>
                      <a:pt x="12" y="3"/>
                      <a:pt x="16" y="11"/>
                      <a:pt x="8" y="9"/>
                    </a:cubicBezTo>
                    <a:cubicBezTo>
                      <a:pt x="5" y="8"/>
                      <a:pt x="0" y="3"/>
                      <a:pt x="0" y="3"/>
                    </a:cubicBezTo>
                    <a:cubicBezTo>
                      <a:pt x="6" y="0"/>
                      <a:pt x="6" y="4"/>
                      <a:pt x="12" y="1"/>
                    </a:cubicBezTo>
                    <a:close/>
                  </a:path>
                </a:pathLst>
              </a:custGeom>
              <a:solidFill>
                <a:schemeClr val="accent1"/>
              </a:solidFill>
              <a:ln w="9525">
                <a:solidFill>
                  <a:schemeClr val="tx1"/>
                </a:solidFill>
                <a:round/>
                <a:headEnd/>
                <a:tailEnd/>
              </a:ln>
            </p:spPr>
            <p:txBody>
              <a:bodyPr/>
              <a:lstStyle/>
              <a:p>
                <a:endParaRPr lang="zh-CN" altLang="en-US"/>
              </a:p>
            </p:txBody>
          </p:sp>
          <p:sp>
            <p:nvSpPr>
              <p:cNvPr id="146" name="Freeform 165"/>
              <p:cNvSpPr>
                <a:spLocks/>
              </p:cNvSpPr>
              <p:nvPr/>
            </p:nvSpPr>
            <p:spPr bwMode="auto">
              <a:xfrm>
                <a:off x="2533650" y="1725613"/>
                <a:ext cx="23813" cy="17463"/>
              </a:xfrm>
              <a:custGeom>
                <a:avLst/>
                <a:gdLst>
                  <a:gd name="T0" fmla="*/ 12 w 15"/>
                  <a:gd name="T1" fmla="*/ 0 h 11"/>
                  <a:gd name="T2" fmla="*/ 8 w 15"/>
                  <a:gd name="T3" fmla="*/ 11 h 11"/>
                  <a:gd name="T4" fmla="*/ 12 w 15"/>
                  <a:gd name="T5" fmla="*/ 0 h 11"/>
                  <a:gd name="T6" fmla="*/ 0 60000 65536"/>
                  <a:gd name="T7" fmla="*/ 0 60000 65536"/>
                  <a:gd name="T8" fmla="*/ 0 60000 65536"/>
                  <a:gd name="T9" fmla="*/ 0 w 15"/>
                  <a:gd name="T10" fmla="*/ 0 h 11"/>
                  <a:gd name="T11" fmla="*/ 15 w 15"/>
                  <a:gd name="T12" fmla="*/ 11 h 11"/>
                </a:gdLst>
                <a:ahLst/>
                <a:cxnLst>
                  <a:cxn ang="T6">
                    <a:pos x="T0" y="T1"/>
                  </a:cxn>
                  <a:cxn ang="T7">
                    <a:pos x="T2" y="T3"/>
                  </a:cxn>
                  <a:cxn ang="T8">
                    <a:pos x="T4" y="T5"/>
                  </a:cxn>
                </a:cxnLst>
                <a:rect l="T9" t="T10" r="T11" b="T12"/>
                <a:pathLst>
                  <a:path w="15" h="11">
                    <a:moveTo>
                      <a:pt x="12" y="0"/>
                    </a:moveTo>
                    <a:cubicBezTo>
                      <a:pt x="15" y="6"/>
                      <a:pt x="13" y="7"/>
                      <a:pt x="8" y="11"/>
                    </a:cubicBezTo>
                    <a:cubicBezTo>
                      <a:pt x="0" y="7"/>
                      <a:pt x="5" y="1"/>
                      <a:pt x="12" y="0"/>
                    </a:cubicBezTo>
                    <a:close/>
                  </a:path>
                </a:pathLst>
              </a:custGeom>
              <a:solidFill>
                <a:schemeClr val="tx1"/>
              </a:solidFill>
              <a:ln w="9525">
                <a:solidFill>
                  <a:schemeClr val="tx1"/>
                </a:solidFill>
                <a:round/>
                <a:headEnd/>
                <a:tailEnd/>
              </a:ln>
            </p:spPr>
            <p:txBody>
              <a:bodyPr/>
              <a:lstStyle/>
              <a:p>
                <a:endParaRPr lang="zh-CN" altLang="en-US"/>
              </a:p>
            </p:txBody>
          </p:sp>
          <p:sp>
            <p:nvSpPr>
              <p:cNvPr id="147" name="Freeform 166"/>
              <p:cNvSpPr>
                <a:spLocks/>
              </p:cNvSpPr>
              <p:nvPr/>
            </p:nvSpPr>
            <p:spPr bwMode="auto">
              <a:xfrm>
                <a:off x="2200275" y="1895476"/>
                <a:ext cx="15875" cy="12700"/>
              </a:xfrm>
              <a:custGeom>
                <a:avLst/>
                <a:gdLst>
                  <a:gd name="T0" fmla="*/ 2 w 10"/>
                  <a:gd name="T1" fmla="*/ 0 h 8"/>
                  <a:gd name="T2" fmla="*/ 0 w 10"/>
                  <a:gd name="T3" fmla="*/ 5 h 8"/>
                  <a:gd name="T4" fmla="*/ 2 w 10"/>
                  <a:gd name="T5" fmla="*/ 0 h 8"/>
                  <a:gd name="T6" fmla="*/ 0 60000 65536"/>
                  <a:gd name="T7" fmla="*/ 0 60000 65536"/>
                  <a:gd name="T8" fmla="*/ 0 60000 65536"/>
                  <a:gd name="T9" fmla="*/ 0 w 10"/>
                  <a:gd name="T10" fmla="*/ 0 h 8"/>
                  <a:gd name="T11" fmla="*/ 10 w 10"/>
                  <a:gd name="T12" fmla="*/ 8 h 8"/>
                </a:gdLst>
                <a:ahLst/>
                <a:cxnLst>
                  <a:cxn ang="T6">
                    <a:pos x="T0" y="T1"/>
                  </a:cxn>
                  <a:cxn ang="T7">
                    <a:pos x="T2" y="T3"/>
                  </a:cxn>
                  <a:cxn ang="T8">
                    <a:pos x="T4" y="T5"/>
                  </a:cxn>
                </a:cxnLst>
                <a:rect l="T9" t="T10" r="T11" b="T12"/>
                <a:pathLst>
                  <a:path w="10" h="8">
                    <a:moveTo>
                      <a:pt x="2" y="0"/>
                    </a:moveTo>
                    <a:cubicBezTo>
                      <a:pt x="10" y="3"/>
                      <a:pt x="8" y="8"/>
                      <a:pt x="0" y="5"/>
                    </a:cubicBezTo>
                    <a:cubicBezTo>
                      <a:pt x="1" y="3"/>
                      <a:pt x="2" y="0"/>
                      <a:pt x="2" y="0"/>
                    </a:cubicBezTo>
                    <a:close/>
                  </a:path>
                </a:pathLst>
              </a:custGeom>
              <a:solidFill>
                <a:schemeClr val="accent1"/>
              </a:solidFill>
              <a:ln w="9525">
                <a:solidFill>
                  <a:schemeClr val="tx1"/>
                </a:solidFill>
                <a:round/>
                <a:headEnd/>
                <a:tailEnd/>
              </a:ln>
            </p:spPr>
            <p:txBody>
              <a:bodyPr/>
              <a:lstStyle/>
              <a:p>
                <a:endParaRPr lang="zh-CN" altLang="en-US"/>
              </a:p>
            </p:txBody>
          </p:sp>
          <p:sp>
            <p:nvSpPr>
              <p:cNvPr id="148" name="Freeform 167"/>
              <p:cNvSpPr>
                <a:spLocks/>
              </p:cNvSpPr>
              <p:nvPr/>
            </p:nvSpPr>
            <p:spPr bwMode="auto">
              <a:xfrm>
                <a:off x="2276475" y="1835151"/>
                <a:ext cx="9525" cy="20638"/>
              </a:xfrm>
              <a:custGeom>
                <a:avLst/>
                <a:gdLst>
                  <a:gd name="T0" fmla="*/ 0 w 6"/>
                  <a:gd name="T1" fmla="*/ 1 h 13"/>
                  <a:gd name="T2" fmla="*/ 2 w 6"/>
                  <a:gd name="T3" fmla="*/ 11 h 13"/>
                  <a:gd name="T4" fmla="*/ 4 w 6"/>
                  <a:gd name="T5" fmla="*/ 1 h 13"/>
                  <a:gd name="T6" fmla="*/ 0 w 6"/>
                  <a:gd name="T7" fmla="*/ 1 h 13"/>
                  <a:gd name="T8" fmla="*/ 0 60000 65536"/>
                  <a:gd name="T9" fmla="*/ 0 60000 65536"/>
                  <a:gd name="T10" fmla="*/ 0 60000 65536"/>
                  <a:gd name="T11" fmla="*/ 0 60000 65536"/>
                  <a:gd name="T12" fmla="*/ 0 w 6"/>
                  <a:gd name="T13" fmla="*/ 0 h 13"/>
                  <a:gd name="T14" fmla="*/ 6 w 6"/>
                  <a:gd name="T15" fmla="*/ 13 h 13"/>
                </a:gdLst>
                <a:ahLst/>
                <a:cxnLst>
                  <a:cxn ang="T8">
                    <a:pos x="T0" y="T1"/>
                  </a:cxn>
                  <a:cxn ang="T9">
                    <a:pos x="T2" y="T3"/>
                  </a:cxn>
                  <a:cxn ang="T10">
                    <a:pos x="T4" y="T5"/>
                  </a:cxn>
                  <a:cxn ang="T11">
                    <a:pos x="T6" y="T7"/>
                  </a:cxn>
                </a:cxnLst>
                <a:rect l="T12" t="T13" r="T14" b="T15"/>
                <a:pathLst>
                  <a:path w="6" h="13">
                    <a:moveTo>
                      <a:pt x="0" y="1"/>
                    </a:moveTo>
                    <a:cubicBezTo>
                      <a:pt x="1" y="4"/>
                      <a:pt x="0" y="9"/>
                      <a:pt x="2" y="11"/>
                    </a:cubicBezTo>
                    <a:cubicBezTo>
                      <a:pt x="4" y="13"/>
                      <a:pt x="6" y="3"/>
                      <a:pt x="4" y="1"/>
                    </a:cubicBezTo>
                    <a:cubicBezTo>
                      <a:pt x="3" y="0"/>
                      <a:pt x="1" y="1"/>
                      <a:pt x="0" y="1"/>
                    </a:cubicBezTo>
                    <a:close/>
                  </a:path>
                </a:pathLst>
              </a:custGeom>
              <a:solidFill>
                <a:schemeClr val="accent1"/>
              </a:solidFill>
              <a:ln w="9525">
                <a:solidFill>
                  <a:schemeClr val="tx1"/>
                </a:solidFill>
                <a:round/>
                <a:headEnd/>
                <a:tailEnd/>
              </a:ln>
            </p:spPr>
            <p:txBody>
              <a:bodyPr/>
              <a:lstStyle/>
              <a:p>
                <a:endParaRPr lang="zh-CN" altLang="en-US"/>
              </a:p>
            </p:txBody>
          </p:sp>
          <p:sp>
            <p:nvSpPr>
              <p:cNvPr id="149" name="Freeform 168"/>
              <p:cNvSpPr>
                <a:spLocks/>
              </p:cNvSpPr>
              <p:nvPr/>
            </p:nvSpPr>
            <p:spPr bwMode="auto">
              <a:xfrm>
                <a:off x="2292350" y="1852613"/>
                <a:ext cx="26988" cy="17463"/>
              </a:xfrm>
              <a:custGeom>
                <a:avLst/>
                <a:gdLst>
                  <a:gd name="T0" fmla="*/ 5 w 17"/>
                  <a:gd name="T1" fmla="*/ 0 h 11"/>
                  <a:gd name="T2" fmla="*/ 8 w 17"/>
                  <a:gd name="T3" fmla="*/ 11 h 11"/>
                  <a:gd name="T4" fmla="*/ 6 w 17"/>
                  <a:gd name="T5" fmla="*/ 5 h 11"/>
                  <a:gd name="T6" fmla="*/ 5 w 17"/>
                  <a:gd name="T7" fmla="*/ 0 h 11"/>
                  <a:gd name="T8" fmla="*/ 0 60000 65536"/>
                  <a:gd name="T9" fmla="*/ 0 60000 65536"/>
                  <a:gd name="T10" fmla="*/ 0 60000 65536"/>
                  <a:gd name="T11" fmla="*/ 0 60000 65536"/>
                  <a:gd name="T12" fmla="*/ 0 w 17"/>
                  <a:gd name="T13" fmla="*/ 0 h 11"/>
                  <a:gd name="T14" fmla="*/ 17 w 17"/>
                  <a:gd name="T15" fmla="*/ 11 h 11"/>
                </a:gdLst>
                <a:ahLst/>
                <a:cxnLst>
                  <a:cxn ang="T8">
                    <a:pos x="T0" y="T1"/>
                  </a:cxn>
                  <a:cxn ang="T9">
                    <a:pos x="T2" y="T3"/>
                  </a:cxn>
                  <a:cxn ang="T10">
                    <a:pos x="T4" y="T5"/>
                  </a:cxn>
                  <a:cxn ang="T11">
                    <a:pos x="T6" y="T7"/>
                  </a:cxn>
                </a:cxnLst>
                <a:rect l="T12" t="T13" r="T14" b="T15"/>
                <a:pathLst>
                  <a:path w="17" h="11">
                    <a:moveTo>
                      <a:pt x="5" y="0"/>
                    </a:moveTo>
                    <a:cubicBezTo>
                      <a:pt x="1" y="6"/>
                      <a:pt x="0" y="9"/>
                      <a:pt x="8" y="11"/>
                    </a:cubicBezTo>
                    <a:cubicBezTo>
                      <a:pt x="17" y="9"/>
                      <a:pt x="11" y="6"/>
                      <a:pt x="6" y="5"/>
                    </a:cubicBezTo>
                    <a:cubicBezTo>
                      <a:pt x="1" y="1"/>
                      <a:pt x="1" y="3"/>
                      <a:pt x="5" y="0"/>
                    </a:cubicBezTo>
                    <a:close/>
                  </a:path>
                </a:pathLst>
              </a:custGeom>
              <a:solidFill>
                <a:schemeClr val="accent1"/>
              </a:solidFill>
              <a:ln w="9525">
                <a:solidFill>
                  <a:schemeClr val="tx1"/>
                </a:solidFill>
                <a:round/>
                <a:headEnd/>
                <a:tailEnd/>
              </a:ln>
            </p:spPr>
            <p:txBody>
              <a:bodyPr/>
              <a:lstStyle/>
              <a:p>
                <a:endParaRPr lang="zh-CN" altLang="en-US"/>
              </a:p>
            </p:txBody>
          </p:sp>
          <p:sp>
            <p:nvSpPr>
              <p:cNvPr id="150" name="Freeform 169"/>
              <p:cNvSpPr>
                <a:spLocks/>
              </p:cNvSpPr>
              <p:nvPr/>
            </p:nvSpPr>
            <p:spPr bwMode="auto">
              <a:xfrm>
                <a:off x="2325688" y="1819276"/>
                <a:ext cx="14288" cy="15875"/>
              </a:xfrm>
              <a:custGeom>
                <a:avLst/>
                <a:gdLst>
                  <a:gd name="T0" fmla="*/ 0 w 9"/>
                  <a:gd name="T1" fmla="*/ 2 h 10"/>
                  <a:gd name="T2" fmla="*/ 6 w 9"/>
                  <a:gd name="T3" fmla="*/ 0 h 10"/>
                  <a:gd name="T4" fmla="*/ 0 w 9"/>
                  <a:gd name="T5" fmla="*/ 2 h 10"/>
                  <a:gd name="T6" fmla="*/ 0 60000 65536"/>
                  <a:gd name="T7" fmla="*/ 0 60000 65536"/>
                  <a:gd name="T8" fmla="*/ 0 60000 65536"/>
                  <a:gd name="T9" fmla="*/ 0 w 9"/>
                  <a:gd name="T10" fmla="*/ 0 h 10"/>
                  <a:gd name="T11" fmla="*/ 9 w 9"/>
                  <a:gd name="T12" fmla="*/ 10 h 10"/>
                </a:gdLst>
                <a:ahLst/>
                <a:cxnLst>
                  <a:cxn ang="T6">
                    <a:pos x="T0" y="T1"/>
                  </a:cxn>
                  <a:cxn ang="T7">
                    <a:pos x="T2" y="T3"/>
                  </a:cxn>
                  <a:cxn ang="T8">
                    <a:pos x="T4" y="T5"/>
                  </a:cxn>
                </a:cxnLst>
                <a:rect l="T9" t="T10" r="T11" b="T12"/>
                <a:pathLst>
                  <a:path w="9" h="10">
                    <a:moveTo>
                      <a:pt x="0" y="2"/>
                    </a:moveTo>
                    <a:cubicBezTo>
                      <a:pt x="2" y="10"/>
                      <a:pt x="9" y="8"/>
                      <a:pt x="6" y="0"/>
                    </a:cubicBezTo>
                    <a:cubicBezTo>
                      <a:pt x="4" y="1"/>
                      <a:pt x="0" y="2"/>
                      <a:pt x="0" y="2"/>
                    </a:cubicBezTo>
                    <a:close/>
                  </a:path>
                </a:pathLst>
              </a:custGeom>
              <a:solidFill>
                <a:schemeClr val="accent1"/>
              </a:solidFill>
              <a:ln w="9525">
                <a:solidFill>
                  <a:schemeClr val="tx1"/>
                </a:solidFill>
                <a:round/>
                <a:headEnd/>
                <a:tailEnd/>
              </a:ln>
            </p:spPr>
            <p:txBody>
              <a:bodyPr/>
              <a:lstStyle/>
              <a:p>
                <a:endParaRPr lang="zh-CN" altLang="en-US"/>
              </a:p>
            </p:txBody>
          </p:sp>
          <p:sp>
            <p:nvSpPr>
              <p:cNvPr id="151" name="Freeform 170"/>
              <p:cNvSpPr>
                <a:spLocks/>
              </p:cNvSpPr>
              <p:nvPr/>
            </p:nvSpPr>
            <p:spPr bwMode="auto">
              <a:xfrm>
                <a:off x="2333625" y="1770063"/>
                <a:ext cx="14288" cy="25400"/>
              </a:xfrm>
              <a:custGeom>
                <a:avLst/>
                <a:gdLst>
                  <a:gd name="T0" fmla="*/ 6 w 9"/>
                  <a:gd name="T1" fmla="*/ 1 h 16"/>
                  <a:gd name="T2" fmla="*/ 1 w 9"/>
                  <a:gd name="T3" fmla="*/ 2 h 16"/>
                  <a:gd name="T4" fmla="*/ 8 w 9"/>
                  <a:gd name="T5" fmla="*/ 12 h 16"/>
                  <a:gd name="T6" fmla="*/ 6 w 9"/>
                  <a:gd name="T7" fmla="*/ 1 h 16"/>
                  <a:gd name="T8" fmla="*/ 0 60000 65536"/>
                  <a:gd name="T9" fmla="*/ 0 60000 65536"/>
                  <a:gd name="T10" fmla="*/ 0 60000 65536"/>
                  <a:gd name="T11" fmla="*/ 0 60000 65536"/>
                  <a:gd name="T12" fmla="*/ 0 w 9"/>
                  <a:gd name="T13" fmla="*/ 0 h 16"/>
                  <a:gd name="T14" fmla="*/ 9 w 9"/>
                  <a:gd name="T15" fmla="*/ 16 h 16"/>
                </a:gdLst>
                <a:ahLst/>
                <a:cxnLst>
                  <a:cxn ang="T8">
                    <a:pos x="T0" y="T1"/>
                  </a:cxn>
                  <a:cxn ang="T9">
                    <a:pos x="T2" y="T3"/>
                  </a:cxn>
                  <a:cxn ang="T10">
                    <a:pos x="T4" y="T5"/>
                  </a:cxn>
                  <a:cxn ang="T11">
                    <a:pos x="T6" y="T7"/>
                  </a:cxn>
                </a:cxnLst>
                <a:rect l="T12" t="T13" r="T14" b="T15"/>
                <a:pathLst>
                  <a:path w="9" h="16">
                    <a:moveTo>
                      <a:pt x="6" y="1"/>
                    </a:moveTo>
                    <a:cubicBezTo>
                      <a:pt x="4" y="1"/>
                      <a:pt x="2" y="0"/>
                      <a:pt x="1" y="2"/>
                    </a:cubicBezTo>
                    <a:cubicBezTo>
                      <a:pt x="0" y="6"/>
                      <a:pt x="7" y="16"/>
                      <a:pt x="8" y="12"/>
                    </a:cubicBezTo>
                    <a:cubicBezTo>
                      <a:pt x="9" y="9"/>
                      <a:pt x="7" y="5"/>
                      <a:pt x="6" y="1"/>
                    </a:cubicBezTo>
                    <a:close/>
                  </a:path>
                </a:pathLst>
              </a:custGeom>
              <a:solidFill>
                <a:schemeClr val="accent1"/>
              </a:solidFill>
              <a:ln w="9525">
                <a:solidFill>
                  <a:schemeClr val="tx1"/>
                </a:solidFill>
                <a:round/>
                <a:headEnd/>
                <a:tailEnd/>
              </a:ln>
            </p:spPr>
            <p:txBody>
              <a:bodyPr/>
              <a:lstStyle/>
              <a:p>
                <a:endParaRPr lang="zh-CN" altLang="en-US"/>
              </a:p>
            </p:txBody>
          </p:sp>
          <p:sp>
            <p:nvSpPr>
              <p:cNvPr id="152" name="Freeform 171"/>
              <p:cNvSpPr>
                <a:spLocks/>
              </p:cNvSpPr>
              <p:nvPr/>
            </p:nvSpPr>
            <p:spPr bwMode="auto">
              <a:xfrm>
                <a:off x="2413000" y="1793876"/>
                <a:ext cx="28575" cy="15875"/>
              </a:xfrm>
              <a:custGeom>
                <a:avLst/>
                <a:gdLst>
                  <a:gd name="T0" fmla="*/ 9 w 18"/>
                  <a:gd name="T1" fmla="*/ 0 h 10"/>
                  <a:gd name="T2" fmla="*/ 7 w 18"/>
                  <a:gd name="T3" fmla="*/ 10 h 10"/>
                  <a:gd name="T4" fmla="*/ 9 w 18"/>
                  <a:gd name="T5" fmla="*/ 0 h 10"/>
                  <a:gd name="T6" fmla="*/ 0 60000 65536"/>
                  <a:gd name="T7" fmla="*/ 0 60000 65536"/>
                  <a:gd name="T8" fmla="*/ 0 60000 65536"/>
                  <a:gd name="T9" fmla="*/ 0 w 18"/>
                  <a:gd name="T10" fmla="*/ 0 h 10"/>
                  <a:gd name="T11" fmla="*/ 18 w 18"/>
                  <a:gd name="T12" fmla="*/ 10 h 10"/>
                </a:gdLst>
                <a:ahLst/>
                <a:cxnLst>
                  <a:cxn ang="T6">
                    <a:pos x="T0" y="T1"/>
                  </a:cxn>
                  <a:cxn ang="T7">
                    <a:pos x="T2" y="T3"/>
                  </a:cxn>
                  <a:cxn ang="T8">
                    <a:pos x="T4" y="T5"/>
                  </a:cxn>
                </a:cxnLst>
                <a:rect l="T9" t="T10" r="T11" b="T12"/>
                <a:pathLst>
                  <a:path w="18" h="10">
                    <a:moveTo>
                      <a:pt x="9" y="0"/>
                    </a:moveTo>
                    <a:cubicBezTo>
                      <a:pt x="2" y="3"/>
                      <a:pt x="0" y="6"/>
                      <a:pt x="7" y="10"/>
                    </a:cubicBezTo>
                    <a:cubicBezTo>
                      <a:pt x="17" y="8"/>
                      <a:pt x="18" y="5"/>
                      <a:pt x="9" y="0"/>
                    </a:cubicBezTo>
                    <a:close/>
                  </a:path>
                </a:pathLst>
              </a:custGeom>
              <a:solidFill>
                <a:schemeClr val="tx1"/>
              </a:solidFill>
              <a:ln w="9525">
                <a:solidFill>
                  <a:schemeClr val="tx1"/>
                </a:solidFill>
                <a:round/>
                <a:headEnd/>
                <a:tailEnd/>
              </a:ln>
            </p:spPr>
            <p:txBody>
              <a:bodyPr/>
              <a:lstStyle/>
              <a:p>
                <a:endParaRPr lang="zh-CN" altLang="en-US"/>
              </a:p>
            </p:txBody>
          </p:sp>
          <p:sp>
            <p:nvSpPr>
              <p:cNvPr id="153" name="Freeform 172"/>
              <p:cNvSpPr>
                <a:spLocks/>
              </p:cNvSpPr>
              <p:nvPr/>
            </p:nvSpPr>
            <p:spPr bwMode="auto">
              <a:xfrm>
                <a:off x="2416175" y="1743076"/>
                <a:ext cx="19050" cy="12700"/>
              </a:xfrm>
              <a:custGeom>
                <a:avLst/>
                <a:gdLst>
                  <a:gd name="T0" fmla="*/ 5 w 12"/>
                  <a:gd name="T1" fmla="*/ 0 h 8"/>
                  <a:gd name="T2" fmla="*/ 12 w 12"/>
                  <a:gd name="T3" fmla="*/ 7 h 8"/>
                  <a:gd name="T4" fmla="*/ 5 w 12"/>
                  <a:gd name="T5" fmla="*/ 0 h 8"/>
                  <a:gd name="T6" fmla="*/ 0 60000 65536"/>
                  <a:gd name="T7" fmla="*/ 0 60000 65536"/>
                  <a:gd name="T8" fmla="*/ 0 60000 65536"/>
                  <a:gd name="T9" fmla="*/ 0 w 12"/>
                  <a:gd name="T10" fmla="*/ 0 h 8"/>
                  <a:gd name="T11" fmla="*/ 12 w 12"/>
                  <a:gd name="T12" fmla="*/ 8 h 8"/>
                </a:gdLst>
                <a:ahLst/>
                <a:cxnLst>
                  <a:cxn ang="T6">
                    <a:pos x="T0" y="T1"/>
                  </a:cxn>
                  <a:cxn ang="T7">
                    <a:pos x="T2" y="T3"/>
                  </a:cxn>
                  <a:cxn ang="T8">
                    <a:pos x="T4" y="T5"/>
                  </a:cxn>
                </a:cxnLst>
                <a:rect l="T9" t="T10" r="T11" b="T12"/>
                <a:pathLst>
                  <a:path w="12" h="8">
                    <a:moveTo>
                      <a:pt x="5" y="0"/>
                    </a:moveTo>
                    <a:cubicBezTo>
                      <a:pt x="0" y="8"/>
                      <a:pt x="5" y="8"/>
                      <a:pt x="12" y="7"/>
                    </a:cubicBezTo>
                    <a:cubicBezTo>
                      <a:pt x="6" y="4"/>
                      <a:pt x="9" y="6"/>
                      <a:pt x="5" y="0"/>
                    </a:cubicBezTo>
                    <a:close/>
                  </a:path>
                </a:pathLst>
              </a:custGeom>
              <a:solidFill>
                <a:schemeClr val="accent1"/>
              </a:solidFill>
              <a:ln w="9525">
                <a:solidFill>
                  <a:schemeClr val="tx1"/>
                </a:solidFill>
                <a:round/>
                <a:headEnd/>
                <a:tailEnd/>
              </a:ln>
            </p:spPr>
            <p:txBody>
              <a:bodyPr/>
              <a:lstStyle/>
              <a:p>
                <a:endParaRPr lang="zh-CN" altLang="en-US"/>
              </a:p>
            </p:txBody>
          </p:sp>
          <p:sp>
            <p:nvSpPr>
              <p:cNvPr id="154" name="Freeform 173"/>
              <p:cNvSpPr>
                <a:spLocks/>
              </p:cNvSpPr>
              <p:nvPr/>
            </p:nvSpPr>
            <p:spPr bwMode="auto">
              <a:xfrm>
                <a:off x="2441575" y="1704976"/>
                <a:ext cx="15875" cy="14288"/>
              </a:xfrm>
              <a:custGeom>
                <a:avLst/>
                <a:gdLst>
                  <a:gd name="T0" fmla="*/ 0 w 10"/>
                  <a:gd name="T1" fmla="*/ 3 h 9"/>
                  <a:gd name="T2" fmla="*/ 2 w 10"/>
                  <a:gd name="T3" fmla="*/ 7 h 9"/>
                  <a:gd name="T4" fmla="*/ 0 w 10"/>
                  <a:gd name="T5" fmla="*/ 3 h 9"/>
                  <a:gd name="T6" fmla="*/ 0 60000 65536"/>
                  <a:gd name="T7" fmla="*/ 0 60000 65536"/>
                  <a:gd name="T8" fmla="*/ 0 60000 65536"/>
                  <a:gd name="T9" fmla="*/ 0 w 10"/>
                  <a:gd name="T10" fmla="*/ 0 h 9"/>
                  <a:gd name="T11" fmla="*/ 10 w 10"/>
                  <a:gd name="T12" fmla="*/ 9 h 9"/>
                </a:gdLst>
                <a:ahLst/>
                <a:cxnLst>
                  <a:cxn ang="T6">
                    <a:pos x="T0" y="T1"/>
                  </a:cxn>
                  <a:cxn ang="T7">
                    <a:pos x="T2" y="T3"/>
                  </a:cxn>
                  <a:cxn ang="T8">
                    <a:pos x="T4" y="T5"/>
                  </a:cxn>
                </a:cxnLst>
                <a:rect l="T9" t="T10" r="T11" b="T12"/>
                <a:pathLst>
                  <a:path w="10" h="9">
                    <a:moveTo>
                      <a:pt x="0" y="3"/>
                    </a:moveTo>
                    <a:cubicBezTo>
                      <a:pt x="1" y="4"/>
                      <a:pt x="1" y="7"/>
                      <a:pt x="2" y="7"/>
                    </a:cubicBezTo>
                    <a:cubicBezTo>
                      <a:pt x="10" y="9"/>
                      <a:pt x="6" y="0"/>
                      <a:pt x="0" y="3"/>
                    </a:cubicBezTo>
                    <a:close/>
                  </a:path>
                </a:pathLst>
              </a:custGeom>
              <a:solidFill>
                <a:schemeClr val="accent1"/>
              </a:solidFill>
              <a:ln w="9525">
                <a:solidFill>
                  <a:schemeClr val="tx1"/>
                </a:solidFill>
                <a:round/>
                <a:headEnd/>
                <a:tailEnd/>
              </a:ln>
            </p:spPr>
            <p:txBody>
              <a:bodyPr/>
              <a:lstStyle/>
              <a:p>
                <a:endParaRPr lang="zh-CN" altLang="en-US"/>
              </a:p>
            </p:txBody>
          </p:sp>
          <p:sp>
            <p:nvSpPr>
              <p:cNvPr id="155" name="Freeform 174"/>
              <p:cNvSpPr>
                <a:spLocks/>
              </p:cNvSpPr>
              <p:nvPr/>
            </p:nvSpPr>
            <p:spPr bwMode="auto">
              <a:xfrm>
                <a:off x="2481263" y="1690688"/>
                <a:ext cx="19050" cy="19050"/>
              </a:xfrm>
              <a:custGeom>
                <a:avLst/>
                <a:gdLst>
                  <a:gd name="T0" fmla="*/ 6 w 12"/>
                  <a:gd name="T1" fmla="*/ 3 h 12"/>
                  <a:gd name="T2" fmla="*/ 12 w 12"/>
                  <a:gd name="T3" fmla="*/ 4 h 12"/>
                  <a:gd name="T4" fmla="*/ 6 w 12"/>
                  <a:gd name="T5" fmla="*/ 3 h 12"/>
                  <a:gd name="T6" fmla="*/ 0 60000 65536"/>
                  <a:gd name="T7" fmla="*/ 0 60000 65536"/>
                  <a:gd name="T8" fmla="*/ 0 60000 65536"/>
                  <a:gd name="T9" fmla="*/ 0 w 12"/>
                  <a:gd name="T10" fmla="*/ 0 h 12"/>
                  <a:gd name="T11" fmla="*/ 12 w 12"/>
                  <a:gd name="T12" fmla="*/ 12 h 12"/>
                </a:gdLst>
                <a:ahLst/>
                <a:cxnLst>
                  <a:cxn ang="T6">
                    <a:pos x="T0" y="T1"/>
                  </a:cxn>
                  <a:cxn ang="T7">
                    <a:pos x="T2" y="T3"/>
                  </a:cxn>
                  <a:cxn ang="T8">
                    <a:pos x="T4" y="T5"/>
                  </a:cxn>
                </a:cxnLst>
                <a:rect l="T9" t="T10" r="T11" b="T12"/>
                <a:pathLst>
                  <a:path w="12" h="12">
                    <a:moveTo>
                      <a:pt x="6" y="3"/>
                    </a:moveTo>
                    <a:cubicBezTo>
                      <a:pt x="2" y="12"/>
                      <a:pt x="9" y="9"/>
                      <a:pt x="12" y="4"/>
                    </a:cubicBezTo>
                    <a:cubicBezTo>
                      <a:pt x="6" y="0"/>
                      <a:pt x="0" y="3"/>
                      <a:pt x="6" y="3"/>
                    </a:cubicBezTo>
                    <a:close/>
                  </a:path>
                </a:pathLst>
              </a:custGeom>
              <a:solidFill>
                <a:schemeClr val="accent1"/>
              </a:solidFill>
              <a:ln w="9525">
                <a:solidFill>
                  <a:schemeClr val="tx1"/>
                </a:solidFill>
                <a:round/>
                <a:headEnd/>
                <a:tailEnd/>
              </a:ln>
            </p:spPr>
            <p:txBody>
              <a:bodyPr/>
              <a:lstStyle/>
              <a:p>
                <a:endParaRPr lang="zh-CN" altLang="en-US"/>
              </a:p>
            </p:txBody>
          </p:sp>
          <p:sp>
            <p:nvSpPr>
              <p:cNvPr id="156" name="Freeform 175"/>
              <p:cNvSpPr>
                <a:spLocks/>
              </p:cNvSpPr>
              <p:nvPr/>
            </p:nvSpPr>
            <p:spPr bwMode="auto">
              <a:xfrm>
                <a:off x="2643188" y="1765301"/>
                <a:ext cx="28575" cy="12700"/>
              </a:xfrm>
              <a:custGeom>
                <a:avLst/>
                <a:gdLst>
                  <a:gd name="T0" fmla="*/ 12 w 18"/>
                  <a:gd name="T1" fmla="*/ 0 h 8"/>
                  <a:gd name="T2" fmla="*/ 8 w 18"/>
                  <a:gd name="T3" fmla="*/ 8 h 8"/>
                  <a:gd name="T4" fmla="*/ 12 w 18"/>
                  <a:gd name="T5" fmla="*/ 0 h 8"/>
                  <a:gd name="T6" fmla="*/ 0 60000 65536"/>
                  <a:gd name="T7" fmla="*/ 0 60000 65536"/>
                  <a:gd name="T8" fmla="*/ 0 60000 65536"/>
                  <a:gd name="T9" fmla="*/ 0 w 18"/>
                  <a:gd name="T10" fmla="*/ 0 h 8"/>
                  <a:gd name="T11" fmla="*/ 18 w 18"/>
                  <a:gd name="T12" fmla="*/ 8 h 8"/>
                </a:gdLst>
                <a:ahLst/>
                <a:cxnLst>
                  <a:cxn ang="T6">
                    <a:pos x="T0" y="T1"/>
                  </a:cxn>
                  <a:cxn ang="T7">
                    <a:pos x="T2" y="T3"/>
                  </a:cxn>
                  <a:cxn ang="T8">
                    <a:pos x="T4" y="T5"/>
                  </a:cxn>
                </a:cxnLst>
                <a:rect l="T9" t="T10" r="T11" b="T12"/>
                <a:pathLst>
                  <a:path w="18" h="8">
                    <a:moveTo>
                      <a:pt x="12" y="0"/>
                    </a:moveTo>
                    <a:cubicBezTo>
                      <a:pt x="6" y="1"/>
                      <a:pt x="0" y="4"/>
                      <a:pt x="8" y="8"/>
                    </a:cubicBezTo>
                    <a:cubicBezTo>
                      <a:pt x="11" y="7"/>
                      <a:pt x="18" y="3"/>
                      <a:pt x="12" y="0"/>
                    </a:cubicBezTo>
                    <a:close/>
                  </a:path>
                </a:pathLst>
              </a:custGeom>
              <a:solidFill>
                <a:schemeClr val="accent1"/>
              </a:solidFill>
              <a:ln w="9525">
                <a:solidFill>
                  <a:schemeClr val="tx1"/>
                </a:solidFill>
                <a:round/>
                <a:headEnd/>
                <a:tailEnd/>
              </a:ln>
            </p:spPr>
            <p:txBody>
              <a:bodyPr/>
              <a:lstStyle/>
              <a:p>
                <a:endParaRPr lang="zh-CN" altLang="en-US"/>
              </a:p>
            </p:txBody>
          </p:sp>
          <p:sp>
            <p:nvSpPr>
              <p:cNvPr id="157" name="Freeform 176"/>
              <p:cNvSpPr>
                <a:spLocks/>
              </p:cNvSpPr>
              <p:nvPr/>
            </p:nvSpPr>
            <p:spPr bwMode="auto">
              <a:xfrm>
                <a:off x="3105150" y="2155826"/>
                <a:ext cx="14288" cy="15875"/>
              </a:xfrm>
              <a:custGeom>
                <a:avLst/>
                <a:gdLst>
                  <a:gd name="T0" fmla="*/ 0 w 9"/>
                  <a:gd name="T1" fmla="*/ 2 h 10"/>
                  <a:gd name="T2" fmla="*/ 6 w 9"/>
                  <a:gd name="T3" fmla="*/ 0 h 10"/>
                  <a:gd name="T4" fmla="*/ 0 w 9"/>
                  <a:gd name="T5" fmla="*/ 2 h 10"/>
                  <a:gd name="T6" fmla="*/ 0 60000 65536"/>
                  <a:gd name="T7" fmla="*/ 0 60000 65536"/>
                  <a:gd name="T8" fmla="*/ 0 60000 65536"/>
                  <a:gd name="T9" fmla="*/ 0 w 9"/>
                  <a:gd name="T10" fmla="*/ 0 h 10"/>
                  <a:gd name="T11" fmla="*/ 9 w 9"/>
                  <a:gd name="T12" fmla="*/ 10 h 10"/>
                </a:gdLst>
                <a:ahLst/>
                <a:cxnLst>
                  <a:cxn ang="T6">
                    <a:pos x="T0" y="T1"/>
                  </a:cxn>
                  <a:cxn ang="T7">
                    <a:pos x="T2" y="T3"/>
                  </a:cxn>
                  <a:cxn ang="T8">
                    <a:pos x="T4" y="T5"/>
                  </a:cxn>
                </a:cxnLst>
                <a:rect l="T9" t="T10" r="T11" b="T12"/>
                <a:pathLst>
                  <a:path w="9" h="10">
                    <a:moveTo>
                      <a:pt x="0" y="2"/>
                    </a:moveTo>
                    <a:cubicBezTo>
                      <a:pt x="2" y="10"/>
                      <a:pt x="9" y="8"/>
                      <a:pt x="6" y="0"/>
                    </a:cubicBezTo>
                    <a:cubicBezTo>
                      <a:pt x="4" y="1"/>
                      <a:pt x="0" y="2"/>
                      <a:pt x="0" y="2"/>
                    </a:cubicBezTo>
                    <a:close/>
                  </a:path>
                </a:pathLst>
              </a:custGeom>
              <a:solidFill>
                <a:schemeClr val="accent1"/>
              </a:solidFill>
              <a:ln w="9525">
                <a:solidFill>
                  <a:schemeClr val="tx1"/>
                </a:solidFill>
                <a:round/>
                <a:headEnd/>
                <a:tailEnd/>
              </a:ln>
            </p:spPr>
            <p:txBody>
              <a:bodyPr/>
              <a:lstStyle/>
              <a:p>
                <a:endParaRPr lang="zh-CN" altLang="en-US"/>
              </a:p>
            </p:txBody>
          </p:sp>
          <p:sp>
            <p:nvSpPr>
              <p:cNvPr id="158" name="Freeform 177"/>
              <p:cNvSpPr>
                <a:spLocks/>
              </p:cNvSpPr>
              <p:nvPr/>
            </p:nvSpPr>
            <p:spPr bwMode="auto">
              <a:xfrm>
                <a:off x="2668588" y="1711326"/>
                <a:ext cx="14288" cy="15875"/>
              </a:xfrm>
              <a:custGeom>
                <a:avLst/>
                <a:gdLst>
                  <a:gd name="T0" fmla="*/ 0 w 9"/>
                  <a:gd name="T1" fmla="*/ 2 h 10"/>
                  <a:gd name="T2" fmla="*/ 6 w 9"/>
                  <a:gd name="T3" fmla="*/ 0 h 10"/>
                  <a:gd name="T4" fmla="*/ 0 w 9"/>
                  <a:gd name="T5" fmla="*/ 2 h 10"/>
                  <a:gd name="T6" fmla="*/ 0 60000 65536"/>
                  <a:gd name="T7" fmla="*/ 0 60000 65536"/>
                  <a:gd name="T8" fmla="*/ 0 60000 65536"/>
                  <a:gd name="T9" fmla="*/ 0 w 9"/>
                  <a:gd name="T10" fmla="*/ 0 h 10"/>
                  <a:gd name="T11" fmla="*/ 9 w 9"/>
                  <a:gd name="T12" fmla="*/ 10 h 10"/>
                </a:gdLst>
                <a:ahLst/>
                <a:cxnLst>
                  <a:cxn ang="T6">
                    <a:pos x="T0" y="T1"/>
                  </a:cxn>
                  <a:cxn ang="T7">
                    <a:pos x="T2" y="T3"/>
                  </a:cxn>
                  <a:cxn ang="T8">
                    <a:pos x="T4" y="T5"/>
                  </a:cxn>
                </a:cxnLst>
                <a:rect l="T9" t="T10" r="T11" b="T12"/>
                <a:pathLst>
                  <a:path w="9" h="10">
                    <a:moveTo>
                      <a:pt x="0" y="2"/>
                    </a:moveTo>
                    <a:cubicBezTo>
                      <a:pt x="2" y="10"/>
                      <a:pt x="9" y="8"/>
                      <a:pt x="6" y="0"/>
                    </a:cubicBezTo>
                    <a:cubicBezTo>
                      <a:pt x="4" y="1"/>
                      <a:pt x="0" y="2"/>
                      <a:pt x="0" y="2"/>
                    </a:cubicBezTo>
                    <a:close/>
                  </a:path>
                </a:pathLst>
              </a:custGeom>
              <a:solidFill>
                <a:schemeClr val="accent1"/>
              </a:solidFill>
              <a:ln w="9525">
                <a:solidFill>
                  <a:schemeClr val="tx1"/>
                </a:solidFill>
                <a:round/>
                <a:headEnd/>
                <a:tailEnd/>
              </a:ln>
            </p:spPr>
            <p:txBody>
              <a:bodyPr/>
              <a:lstStyle/>
              <a:p>
                <a:endParaRPr lang="zh-CN" altLang="en-US"/>
              </a:p>
            </p:txBody>
          </p:sp>
        </p:grpSp>
        <p:sp>
          <p:nvSpPr>
            <p:cNvPr id="169" name="Line 107"/>
            <p:cNvSpPr>
              <a:spLocks noChangeShapeType="1"/>
            </p:cNvSpPr>
            <p:nvPr/>
          </p:nvSpPr>
          <p:spPr bwMode="auto">
            <a:xfrm>
              <a:off x="5883252" y="3185237"/>
              <a:ext cx="3027114"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0" name="Line 186"/>
            <p:cNvSpPr>
              <a:spLocks noChangeShapeType="1"/>
            </p:cNvSpPr>
            <p:nvPr/>
          </p:nvSpPr>
          <p:spPr bwMode="auto">
            <a:xfrm flipH="1">
              <a:off x="5986438" y="3183649"/>
              <a:ext cx="76200" cy="1143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1" name="Line 187"/>
            <p:cNvSpPr>
              <a:spLocks noChangeShapeType="1"/>
            </p:cNvSpPr>
            <p:nvPr/>
          </p:nvSpPr>
          <p:spPr bwMode="auto">
            <a:xfrm flipH="1">
              <a:off x="6065813" y="3188412"/>
              <a:ext cx="57150" cy="1063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2" name="Line 188"/>
            <p:cNvSpPr>
              <a:spLocks noChangeShapeType="1"/>
            </p:cNvSpPr>
            <p:nvPr/>
          </p:nvSpPr>
          <p:spPr bwMode="auto">
            <a:xfrm flipH="1">
              <a:off x="6138838" y="3183649"/>
              <a:ext cx="57150" cy="920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3" name="Line 189"/>
            <p:cNvSpPr>
              <a:spLocks noChangeShapeType="1"/>
            </p:cNvSpPr>
            <p:nvPr/>
          </p:nvSpPr>
          <p:spPr bwMode="auto">
            <a:xfrm flipH="1">
              <a:off x="6337276" y="3191587"/>
              <a:ext cx="49213" cy="8731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4" name="Line 190"/>
            <p:cNvSpPr>
              <a:spLocks noChangeShapeType="1"/>
            </p:cNvSpPr>
            <p:nvPr/>
          </p:nvSpPr>
          <p:spPr bwMode="auto">
            <a:xfrm flipH="1">
              <a:off x="6402363" y="3191587"/>
              <a:ext cx="44450" cy="76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5" name="Line 191"/>
            <p:cNvSpPr>
              <a:spLocks noChangeShapeType="1"/>
            </p:cNvSpPr>
            <p:nvPr/>
          </p:nvSpPr>
          <p:spPr bwMode="auto">
            <a:xfrm flipH="1">
              <a:off x="6459513" y="3183649"/>
              <a:ext cx="49213" cy="10001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6" name="Line 192"/>
            <p:cNvSpPr>
              <a:spLocks noChangeShapeType="1"/>
            </p:cNvSpPr>
            <p:nvPr/>
          </p:nvSpPr>
          <p:spPr bwMode="auto">
            <a:xfrm>
              <a:off x="6280126" y="3199524"/>
              <a:ext cx="60325" cy="682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7" name="Line 193"/>
            <p:cNvSpPr>
              <a:spLocks noChangeShapeType="1"/>
            </p:cNvSpPr>
            <p:nvPr/>
          </p:nvSpPr>
          <p:spPr bwMode="auto">
            <a:xfrm>
              <a:off x="6207101" y="3202699"/>
              <a:ext cx="100013" cy="952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8" name="Line 194"/>
            <p:cNvSpPr>
              <a:spLocks noChangeShapeType="1"/>
            </p:cNvSpPr>
            <p:nvPr/>
          </p:nvSpPr>
          <p:spPr bwMode="auto">
            <a:xfrm>
              <a:off x="6165826" y="3237624"/>
              <a:ext cx="79375" cy="682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9" name="Line 195"/>
            <p:cNvSpPr>
              <a:spLocks noChangeShapeType="1"/>
            </p:cNvSpPr>
            <p:nvPr/>
          </p:nvSpPr>
          <p:spPr bwMode="auto">
            <a:xfrm flipH="1">
              <a:off x="8145438" y="3183649"/>
              <a:ext cx="42863" cy="825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0" name="Line 196"/>
            <p:cNvSpPr>
              <a:spLocks noChangeShapeType="1"/>
            </p:cNvSpPr>
            <p:nvPr/>
          </p:nvSpPr>
          <p:spPr bwMode="auto">
            <a:xfrm flipH="1">
              <a:off x="8215288" y="3186824"/>
              <a:ext cx="41275" cy="793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1" name="Line 197"/>
            <p:cNvSpPr>
              <a:spLocks noChangeShapeType="1"/>
            </p:cNvSpPr>
            <p:nvPr/>
          </p:nvSpPr>
          <p:spPr bwMode="auto">
            <a:xfrm flipH="1">
              <a:off x="8267676" y="3186824"/>
              <a:ext cx="53975" cy="8413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2" name="Line 198"/>
            <p:cNvSpPr>
              <a:spLocks noChangeShapeType="1"/>
            </p:cNvSpPr>
            <p:nvPr/>
          </p:nvSpPr>
          <p:spPr bwMode="auto">
            <a:xfrm flipH="1">
              <a:off x="8431188" y="3178887"/>
              <a:ext cx="31750" cy="76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3" name="Line 199"/>
            <p:cNvSpPr>
              <a:spLocks noChangeShapeType="1"/>
            </p:cNvSpPr>
            <p:nvPr/>
          </p:nvSpPr>
          <p:spPr bwMode="auto">
            <a:xfrm flipH="1">
              <a:off x="8462938" y="3194762"/>
              <a:ext cx="57150" cy="793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4" name="Line 200"/>
            <p:cNvSpPr>
              <a:spLocks noChangeShapeType="1"/>
            </p:cNvSpPr>
            <p:nvPr/>
          </p:nvSpPr>
          <p:spPr bwMode="auto">
            <a:xfrm flipH="1">
              <a:off x="8542313" y="3183649"/>
              <a:ext cx="41275" cy="904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5" name="Line 201"/>
            <p:cNvSpPr>
              <a:spLocks noChangeShapeType="1"/>
            </p:cNvSpPr>
            <p:nvPr/>
          </p:nvSpPr>
          <p:spPr bwMode="auto">
            <a:xfrm>
              <a:off x="8686776" y="3189999"/>
              <a:ext cx="61913" cy="730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6" name="Line 202"/>
            <p:cNvSpPr>
              <a:spLocks noChangeShapeType="1"/>
            </p:cNvSpPr>
            <p:nvPr/>
          </p:nvSpPr>
          <p:spPr bwMode="auto">
            <a:xfrm>
              <a:off x="8629626" y="3189999"/>
              <a:ext cx="73025" cy="920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7" name="Line 203"/>
            <p:cNvSpPr>
              <a:spLocks noChangeShapeType="1"/>
            </p:cNvSpPr>
            <p:nvPr/>
          </p:nvSpPr>
          <p:spPr bwMode="auto">
            <a:xfrm>
              <a:off x="8564538" y="3228099"/>
              <a:ext cx="57150" cy="571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8" name="Line 204"/>
            <p:cNvSpPr>
              <a:spLocks noChangeShapeType="1"/>
            </p:cNvSpPr>
            <p:nvPr/>
          </p:nvSpPr>
          <p:spPr bwMode="auto">
            <a:xfrm>
              <a:off x="8397851" y="3186824"/>
              <a:ext cx="30163" cy="412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9" name="Line 205"/>
            <p:cNvSpPr>
              <a:spLocks noChangeShapeType="1"/>
            </p:cNvSpPr>
            <p:nvPr/>
          </p:nvSpPr>
          <p:spPr bwMode="auto">
            <a:xfrm>
              <a:off x="8329588" y="3189999"/>
              <a:ext cx="68263" cy="920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0" name="Line 206"/>
            <p:cNvSpPr>
              <a:spLocks noChangeShapeType="1"/>
            </p:cNvSpPr>
            <p:nvPr/>
          </p:nvSpPr>
          <p:spPr bwMode="auto">
            <a:xfrm>
              <a:off x="8291488" y="3236037"/>
              <a:ext cx="49213" cy="650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2" name="Freeform 185"/>
            <p:cNvSpPr>
              <a:spLocks/>
            </p:cNvSpPr>
            <p:nvPr/>
          </p:nvSpPr>
          <p:spPr bwMode="auto">
            <a:xfrm>
              <a:off x="6538073" y="2879650"/>
              <a:ext cx="111125" cy="300038"/>
            </a:xfrm>
            <a:custGeom>
              <a:avLst/>
              <a:gdLst>
                <a:gd name="T0" fmla="*/ 70 w 70"/>
                <a:gd name="T1" fmla="*/ 189 h 189"/>
                <a:gd name="T2" fmla="*/ 58 w 70"/>
                <a:gd name="T3" fmla="*/ 96 h 189"/>
                <a:gd name="T4" fmla="*/ 0 w 70"/>
                <a:gd name="T5" fmla="*/ 0 h 189"/>
                <a:gd name="T6" fmla="*/ 0 60000 65536"/>
                <a:gd name="T7" fmla="*/ 0 60000 65536"/>
                <a:gd name="T8" fmla="*/ 0 60000 65536"/>
                <a:gd name="T9" fmla="*/ 0 w 70"/>
                <a:gd name="T10" fmla="*/ 0 h 189"/>
                <a:gd name="T11" fmla="*/ 70 w 70"/>
                <a:gd name="T12" fmla="*/ 189 h 189"/>
              </a:gdLst>
              <a:ahLst/>
              <a:cxnLst>
                <a:cxn ang="T6">
                  <a:pos x="T0" y="T1"/>
                </a:cxn>
                <a:cxn ang="T7">
                  <a:pos x="T2" y="T3"/>
                </a:cxn>
                <a:cxn ang="T8">
                  <a:pos x="T4" y="T5"/>
                </a:cxn>
              </a:cxnLst>
              <a:rect l="T9" t="T10" r="T11" b="T12"/>
              <a:pathLst>
                <a:path w="70" h="189">
                  <a:moveTo>
                    <a:pt x="70" y="189"/>
                  </a:moveTo>
                  <a:cubicBezTo>
                    <a:pt x="70" y="158"/>
                    <a:pt x="70" y="127"/>
                    <a:pt x="58" y="96"/>
                  </a:cubicBezTo>
                  <a:cubicBezTo>
                    <a:pt x="46" y="65"/>
                    <a:pt x="23" y="32"/>
                    <a:pt x="0" y="0"/>
                  </a:cubicBezTo>
                </a:path>
              </a:pathLst>
            </a:custGeom>
            <a:noFill/>
            <a:ln w="12700" cmpd="sng">
              <a:solidFill>
                <a:schemeClr val="tx1"/>
              </a:solidFill>
              <a:round/>
              <a:headEnd type="triangl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93" name="Text Box 208"/>
            <p:cNvSpPr txBox="1">
              <a:spLocks noChangeArrowheads="1"/>
            </p:cNvSpPr>
            <p:nvPr/>
          </p:nvSpPr>
          <p:spPr bwMode="auto">
            <a:xfrm>
              <a:off x="6606471" y="2717640"/>
              <a:ext cx="3762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zh-CN" altLang="en-US" sz="2400" b="1" i="1" dirty="0">
                  <a:solidFill>
                    <a:srgbClr val="A50021"/>
                  </a:solidFill>
                  <a:ea typeface="幼圆" pitchFamily="49" charset="-122"/>
                  <a:sym typeface="Symbol" pitchFamily="18" charset="2"/>
                </a:rPr>
                <a:t></a:t>
              </a:r>
            </a:p>
          </p:txBody>
        </p:sp>
        <p:grpSp>
          <p:nvGrpSpPr>
            <p:cNvPr id="160" name="组合 159"/>
            <p:cNvGrpSpPr/>
            <p:nvPr/>
          </p:nvGrpSpPr>
          <p:grpSpPr>
            <a:xfrm>
              <a:off x="7900642" y="1045969"/>
              <a:ext cx="296862" cy="838200"/>
              <a:chOff x="2354263" y="857251"/>
              <a:chExt cx="296862" cy="838200"/>
            </a:xfrm>
          </p:grpSpPr>
          <p:sp>
            <p:nvSpPr>
              <p:cNvPr id="161" name="Freeform 178"/>
              <p:cNvSpPr>
                <a:spLocks/>
              </p:cNvSpPr>
              <p:nvPr/>
            </p:nvSpPr>
            <p:spPr bwMode="auto">
              <a:xfrm>
                <a:off x="2371725" y="857251"/>
                <a:ext cx="279400" cy="476250"/>
              </a:xfrm>
              <a:custGeom>
                <a:avLst/>
                <a:gdLst>
                  <a:gd name="T0" fmla="*/ 0 w 176"/>
                  <a:gd name="T1" fmla="*/ 0 h 300"/>
                  <a:gd name="T2" fmla="*/ 0 w 176"/>
                  <a:gd name="T3" fmla="*/ 300 h 300"/>
                  <a:gd name="T4" fmla="*/ 176 w 176"/>
                  <a:gd name="T5" fmla="*/ 300 h 300"/>
                  <a:gd name="T6" fmla="*/ 176 w 176"/>
                  <a:gd name="T7" fmla="*/ 9 h 300"/>
                  <a:gd name="T8" fmla="*/ 0 60000 65536"/>
                  <a:gd name="T9" fmla="*/ 0 60000 65536"/>
                  <a:gd name="T10" fmla="*/ 0 60000 65536"/>
                  <a:gd name="T11" fmla="*/ 0 60000 65536"/>
                  <a:gd name="T12" fmla="*/ 0 w 176"/>
                  <a:gd name="T13" fmla="*/ 0 h 300"/>
                  <a:gd name="T14" fmla="*/ 176 w 176"/>
                  <a:gd name="T15" fmla="*/ 300 h 300"/>
                </a:gdLst>
                <a:ahLst/>
                <a:cxnLst>
                  <a:cxn ang="T8">
                    <a:pos x="T0" y="T1"/>
                  </a:cxn>
                  <a:cxn ang="T9">
                    <a:pos x="T2" y="T3"/>
                  </a:cxn>
                  <a:cxn ang="T10">
                    <a:pos x="T4" y="T5"/>
                  </a:cxn>
                  <a:cxn ang="T11">
                    <a:pos x="T6" y="T7"/>
                  </a:cxn>
                </a:cxnLst>
                <a:rect l="T12" t="T13" r="T14" b="T15"/>
                <a:pathLst>
                  <a:path w="176" h="300">
                    <a:moveTo>
                      <a:pt x="0" y="0"/>
                    </a:moveTo>
                    <a:lnTo>
                      <a:pt x="0" y="300"/>
                    </a:lnTo>
                    <a:lnTo>
                      <a:pt x="176" y="300"/>
                    </a:lnTo>
                    <a:lnTo>
                      <a:pt x="176" y="9"/>
                    </a:lnTo>
                  </a:path>
                </a:pathLst>
              </a:custGeom>
              <a:solidFill>
                <a:srgbClr val="9966FF"/>
              </a:solidFill>
              <a:ln w="9525">
                <a:solidFill>
                  <a:schemeClr val="tx1"/>
                </a:solidFill>
                <a:round/>
                <a:headEnd/>
                <a:tailEnd/>
              </a:ln>
            </p:spPr>
            <p:txBody>
              <a:bodyPr/>
              <a:lstStyle/>
              <a:p>
                <a:endParaRPr lang="zh-CN" altLang="en-US"/>
              </a:p>
            </p:txBody>
          </p:sp>
          <p:grpSp>
            <p:nvGrpSpPr>
              <p:cNvPr id="162" name="组合 161"/>
              <p:cNvGrpSpPr/>
              <p:nvPr/>
            </p:nvGrpSpPr>
            <p:grpSpPr>
              <a:xfrm>
                <a:off x="2354263" y="1333501"/>
                <a:ext cx="296862" cy="361950"/>
                <a:chOff x="2354263" y="1333501"/>
                <a:chExt cx="296862" cy="361950"/>
              </a:xfrm>
            </p:grpSpPr>
            <p:sp>
              <p:nvSpPr>
                <p:cNvPr id="163" name="Freeform 179"/>
                <p:cNvSpPr>
                  <a:spLocks/>
                </p:cNvSpPr>
                <p:nvPr/>
              </p:nvSpPr>
              <p:spPr bwMode="auto">
                <a:xfrm>
                  <a:off x="2354263" y="1333501"/>
                  <a:ext cx="39688" cy="361950"/>
                </a:xfrm>
                <a:custGeom>
                  <a:avLst/>
                  <a:gdLst>
                    <a:gd name="T0" fmla="*/ 23 w 25"/>
                    <a:gd name="T1" fmla="*/ 0 h 228"/>
                    <a:gd name="T2" fmla="*/ 21 w 25"/>
                    <a:gd name="T3" fmla="*/ 95 h 228"/>
                    <a:gd name="T4" fmla="*/ 0 w 25"/>
                    <a:gd name="T5" fmla="*/ 228 h 228"/>
                    <a:gd name="T6" fmla="*/ 0 60000 65536"/>
                    <a:gd name="T7" fmla="*/ 0 60000 65536"/>
                    <a:gd name="T8" fmla="*/ 0 60000 65536"/>
                    <a:gd name="T9" fmla="*/ 0 w 25"/>
                    <a:gd name="T10" fmla="*/ 0 h 228"/>
                    <a:gd name="T11" fmla="*/ 25 w 25"/>
                    <a:gd name="T12" fmla="*/ 228 h 228"/>
                  </a:gdLst>
                  <a:ahLst/>
                  <a:cxnLst>
                    <a:cxn ang="T6">
                      <a:pos x="T0" y="T1"/>
                    </a:cxn>
                    <a:cxn ang="T7">
                      <a:pos x="T2" y="T3"/>
                    </a:cxn>
                    <a:cxn ang="T8">
                      <a:pos x="T4" y="T5"/>
                    </a:cxn>
                  </a:cxnLst>
                  <a:rect l="T9" t="T10" r="T11" b="T12"/>
                  <a:pathLst>
                    <a:path w="25" h="228">
                      <a:moveTo>
                        <a:pt x="23" y="0"/>
                      </a:moveTo>
                      <a:cubicBezTo>
                        <a:pt x="24" y="28"/>
                        <a:pt x="25" y="57"/>
                        <a:pt x="21" y="95"/>
                      </a:cubicBezTo>
                      <a:cubicBezTo>
                        <a:pt x="17" y="133"/>
                        <a:pt x="8" y="180"/>
                        <a:pt x="0" y="228"/>
                      </a:cubicBezTo>
                    </a:path>
                  </a:pathLst>
                </a:custGeom>
                <a:noFill/>
                <a:ln w="12700" cap="flat" cmpd="sng">
                  <a:solidFill>
                    <a:schemeClr val="tx1"/>
                  </a:solidFill>
                  <a:prstDash val="lgDash"/>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64" name="Freeform 180"/>
                <p:cNvSpPr>
                  <a:spLocks/>
                </p:cNvSpPr>
                <p:nvPr/>
              </p:nvSpPr>
              <p:spPr bwMode="auto">
                <a:xfrm>
                  <a:off x="2420938" y="1336676"/>
                  <a:ext cx="22225" cy="320675"/>
                </a:xfrm>
                <a:custGeom>
                  <a:avLst/>
                  <a:gdLst>
                    <a:gd name="T0" fmla="*/ 11 w 14"/>
                    <a:gd name="T1" fmla="*/ 0 h 202"/>
                    <a:gd name="T2" fmla="*/ 13 w 14"/>
                    <a:gd name="T3" fmla="*/ 70 h 202"/>
                    <a:gd name="T4" fmla="*/ 5 w 14"/>
                    <a:gd name="T5" fmla="*/ 149 h 202"/>
                    <a:gd name="T6" fmla="*/ 0 w 14"/>
                    <a:gd name="T7" fmla="*/ 202 h 202"/>
                    <a:gd name="T8" fmla="*/ 0 60000 65536"/>
                    <a:gd name="T9" fmla="*/ 0 60000 65536"/>
                    <a:gd name="T10" fmla="*/ 0 60000 65536"/>
                    <a:gd name="T11" fmla="*/ 0 60000 65536"/>
                    <a:gd name="T12" fmla="*/ 0 w 14"/>
                    <a:gd name="T13" fmla="*/ 0 h 202"/>
                    <a:gd name="T14" fmla="*/ 14 w 14"/>
                    <a:gd name="T15" fmla="*/ 202 h 202"/>
                  </a:gdLst>
                  <a:ahLst/>
                  <a:cxnLst>
                    <a:cxn ang="T8">
                      <a:pos x="T0" y="T1"/>
                    </a:cxn>
                    <a:cxn ang="T9">
                      <a:pos x="T2" y="T3"/>
                    </a:cxn>
                    <a:cxn ang="T10">
                      <a:pos x="T4" y="T5"/>
                    </a:cxn>
                    <a:cxn ang="T11">
                      <a:pos x="T6" y="T7"/>
                    </a:cxn>
                  </a:cxnLst>
                  <a:rect l="T12" t="T13" r="T14" b="T15"/>
                  <a:pathLst>
                    <a:path w="14" h="202">
                      <a:moveTo>
                        <a:pt x="11" y="0"/>
                      </a:moveTo>
                      <a:cubicBezTo>
                        <a:pt x="12" y="22"/>
                        <a:pt x="14" y="45"/>
                        <a:pt x="13" y="70"/>
                      </a:cubicBezTo>
                      <a:cubicBezTo>
                        <a:pt x="12" y="95"/>
                        <a:pt x="7" y="127"/>
                        <a:pt x="5" y="149"/>
                      </a:cubicBezTo>
                      <a:cubicBezTo>
                        <a:pt x="3" y="171"/>
                        <a:pt x="1" y="186"/>
                        <a:pt x="0" y="202"/>
                      </a:cubicBezTo>
                    </a:path>
                  </a:pathLst>
                </a:custGeom>
                <a:noFill/>
                <a:ln w="12700" cap="flat" cmpd="sng">
                  <a:solidFill>
                    <a:schemeClr val="tx1"/>
                  </a:solidFill>
                  <a:prstDash val="lgDash"/>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65" name="Freeform 181"/>
                <p:cNvSpPr>
                  <a:spLocks/>
                </p:cNvSpPr>
                <p:nvPr/>
              </p:nvSpPr>
              <p:spPr bwMode="auto">
                <a:xfrm>
                  <a:off x="2481263" y="1352551"/>
                  <a:ext cx="7938" cy="276225"/>
                </a:xfrm>
                <a:custGeom>
                  <a:avLst/>
                  <a:gdLst>
                    <a:gd name="T0" fmla="*/ 3 w 5"/>
                    <a:gd name="T1" fmla="*/ 0 h 174"/>
                    <a:gd name="T2" fmla="*/ 5 w 5"/>
                    <a:gd name="T3" fmla="*/ 88 h 174"/>
                    <a:gd name="T4" fmla="*/ 2 w 5"/>
                    <a:gd name="T5" fmla="*/ 148 h 174"/>
                    <a:gd name="T6" fmla="*/ 0 w 5"/>
                    <a:gd name="T7" fmla="*/ 174 h 174"/>
                    <a:gd name="T8" fmla="*/ 0 60000 65536"/>
                    <a:gd name="T9" fmla="*/ 0 60000 65536"/>
                    <a:gd name="T10" fmla="*/ 0 60000 65536"/>
                    <a:gd name="T11" fmla="*/ 0 60000 65536"/>
                    <a:gd name="T12" fmla="*/ 0 w 5"/>
                    <a:gd name="T13" fmla="*/ 0 h 174"/>
                    <a:gd name="T14" fmla="*/ 5 w 5"/>
                    <a:gd name="T15" fmla="*/ 174 h 174"/>
                  </a:gdLst>
                  <a:ahLst/>
                  <a:cxnLst>
                    <a:cxn ang="T8">
                      <a:pos x="T0" y="T1"/>
                    </a:cxn>
                    <a:cxn ang="T9">
                      <a:pos x="T2" y="T3"/>
                    </a:cxn>
                    <a:cxn ang="T10">
                      <a:pos x="T4" y="T5"/>
                    </a:cxn>
                    <a:cxn ang="T11">
                      <a:pos x="T6" y="T7"/>
                    </a:cxn>
                  </a:cxnLst>
                  <a:rect l="T12" t="T13" r="T14" b="T15"/>
                  <a:pathLst>
                    <a:path w="5" h="174">
                      <a:moveTo>
                        <a:pt x="3" y="0"/>
                      </a:moveTo>
                      <a:cubicBezTo>
                        <a:pt x="4" y="31"/>
                        <a:pt x="5" y="63"/>
                        <a:pt x="5" y="88"/>
                      </a:cubicBezTo>
                      <a:cubicBezTo>
                        <a:pt x="5" y="113"/>
                        <a:pt x="3" y="134"/>
                        <a:pt x="2" y="148"/>
                      </a:cubicBezTo>
                      <a:cubicBezTo>
                        <a:pt x="1" y="162"/>
                        <a:pt x="0" y="168"/>
                        <a:pt x="0" y="174"/>
                      </a:cubicBezTo>
                    </a:path>
                  </a:pathLst>
                </a:custGeom>
                <a:noFill/>
                <a:ln w="12700" cap="flat" cmpd="sng">
                  <a:solidFill>
                    <a:schemeClr val="tx1"/>
                  </a:solidFill>
                  <a:prstDash val="lgDash"/>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66" name="Freeform 182"/>
                <p:cNvSpPr>
                  <a:spLocks/>
                </p:cNvSpPr>
                <p:nvPr/>
              </p:nvSpPr>
              <p:spPr bwMode="auto">
                <a:xfrm>
                  <a:off x="2527300" y="1352551"/>
                  <a:ext cx="15875" cy="288925"/>
                </a:xfrm>
                <a:custGeom>
                  <a:avLst/>
                  <a:gdLst>
                    <a:gd name="T0" fmla="*/ 0 w 10"/>
                    <a:gd name="T1" fmla="*/ 0 h 182"/>
                    <a:gd name="T2" fmla="*/ 5 w 10"/>
                    <a:gd name="T3" fmla="*/ 105 h 182"/>
                    <a:gd name="T4" fmla="*/ 6 w 10"/>
                    <a:gd name="T5" fmla="*/ 163 h 182"/>
                    <a:gd name="T6" fmla="*/ 10 w 10"/>
                    <a:gd name="T7" fmla="*/ 182 h 182"/>
                    <a:gd name="T8" fmla="*/ 0 60000 65536"/>
                    <a:gd name="T9" fmla="*/ 0 60000 65536"/>
                    <a:gd name="T10" fmla="*/ 0 60000 65536"/>
                    <a:gd name="T11" fmla="*/ 0 60000 65536"/>
                    <a:gd name="T12" fmla="*/ 0 w 10"/>
                    <a:gd name="T13" fmla="*/ 0 h 182"/>
                    <a:gd name="T14" fmla="*/ 10 w 10"/>
                    <a:gd name="T15" fmla="*/ 182 h 182"/>
                  </a:gdLst>
                  <a:ahLst/>
                  <a:cxnLst>
                    <a:cxn ang="T8">
                      <a:pos x="T0" y="T1"/>
                    </a:cxn>
                    <a:cxn ang="T9">
                      <a:pos x="T2" y="T3"/>
                    </a:cxn>
                    <a:cxn ang="T10">
                      <a:pos x="T4" y="T5"/>
                    </a:cxn>
                    <a:cxn ang="T11">
                      <a:pos x="T6" y="T7"/>
                    </a:cxn>
                  </a:cxnLst>
                  <a:rect l="T12" t="T13" r="T14" b="T15"/>
                  <a:pathLst>
                    <a:path w="10" h="182">
                      <a:moveTo>
                        <a:pt x="0" y="0"/>
                      </a:moveTo>
                      <a:cubicBezTo>
                        <a:pt x="2" y="39"/>
                        <a:pt x="4" y="78"/>
                        <a:pt x="5" y="105"/>
                      </a:cubicBezTo>
                      <a:cubicBezTo>
                        <a:pt x="6" y="132"/>
                        <a:pt x="5" y="150"/>
                        <a:pt x="6" y="163"/>
                      </a:cubicBezTo>
                      <a:cubicBezTo>
                        <a:pt x="7" y="176"/>
                        <a:pt x="8" y="179"/>
                        <a:pt x="10" y="182"/>
                      </a:cubicBezTo>
                    </a:path>
                  </a:pathLst>
                </a:custGeom>
                <a:noFill/>
                <a:ln w="12700" cap="flat" cmpd="sng">
                  <a:solidFill>
                    <a:schemeClr val="tx1"/>
                  </a:solidFill>
                  <a:prstDash val="lgDash"/>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67" name="Freeform 183"/>
                <p:cNvSpPr>
                  <a:spLocks/>
                </p:cNvSpPr>
                <p:nvPr/>
              </p:nvSpPr>
              <p:spPr bwMode="auto">
                <a:xfrm>
                  <a:off x="2570163" y="1354138"/>
                  <a:ext cx="30163" cy="284163"/>
                </a:xfrm>
                <a:custGeom>
                  <a:avLst/>
                  <a:gdLst>
                    <a:gd name="T0" fmla="*/ 0 w 19"/>
                    <a:gd name="T1" fmla="*/ 0 h 179"/>
                    <a:gd name="T2" fmla="*/ 7 w 19"/>
                    <a:gd name="T3" fmla="*/ 106 h 179"/>
                    <a:gd name="T4" fmla="*/ 19 w 19"/>
                    <a:gd name="T5" fmla="*/ 179 h 179"/>
                    <a:gd name="T6" fmla="*/ 0 60000 65536"/>
                    <a:gd name="T7" fmla="*/ 0 60000 65536"/>
                    <a:gd name="T8" fmla="*/ 0 60000 65536"/>
                    <a:gd name="T9" fmla="*/ 0 w 19"/>
                    <a:gd name="T10" fmla="*/ 0 h 179"/>
                    <a:gd name="T11" fmla="*/ 19 w 19"/>
                    <a:gd name="T12" fmla="*/ 179 h 179"/>
                  </a:gdLst>
                  <a:ahLst/>
                  <a:cxnLst>
                    <a:cxn ang="T6">
                      <a:pos x="T0" y="T1"/>
                    </a:cxn>
                    <a:cxn ang="T7">
                      <a:pos x="T2" y="T3"/>
                    </a:cxn>
                    <a:cxn ang="T8">
                      <a:pos x="T4" y="T5"/>
                    </a:cxn>
                  </a:cxnLst>
                  <a:rect l="T9" t="T10" r="T11" b="T12"/>
                  <a:pathLst>
                    <a:path w="19" h="179">
                      <a:moveTo>
                        <a:pt x="0" y="0"/>
                      </a:moveTo>
                      <a:cubicBezTo>
                        <a:pt x="2" y="38"/>
                        <a:pt x="4" y="76"/>
                        <a:pt x="7" y="106"/>
                      </a:cubicBezTo>
                      <a:cubicBezTo>
                        <a:pt x="10" y="136"/>
                        <a:pt x="14" y="157"/>
                        <a:pt x="19" y="179"/>
                      </a:cubicBezTo>
                    </a:path>
                  </a:pathLst>
                </a:custGeom>
                <a:noFill/>
                <a:ln w="12700" cap="flat" cmpd="sng">
                  <a:solidFill>
                    <a:schemeClr val="tx1"/>
                  </a:solidFill>
                  <a:prstDash val="lgDash"/>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68" name="Freeform 184"/>
                <p:cNvSpPr>
                  <a:spLocks/>
                </p:cNvSpPr>
                <p:nvPr/>
              </p:nvSpPr>
              <p:spPr bwMode="auto">
                <a:xfrm>
                  <a:off x="2613025" y="1346201"/>
                  <a:ext cx="38100" cy="303213"/>
                </a:xfrm>
                <a:custGeom>
                  <a:avLst/>
                  <a:gdLst>
                    <a:gd name="T0" fmla="*/ 0 w 24"/>
                    <a:gd name="T1" fmla="*/ 0 h 191"/>
                    <a:gd name="T2" fmla="*/ 10 w 24"/>
                    <a:gd name="T3" fmla="*/ 114 h 191"/>
                    <a:gd name="T4" fmla="*/ 24 w 24"/>
                    <a:gd name="T5" fmla="*/ 191 h 191"/>
                    <a:gd name="T6" fmla="*/ 0 60000 65536"/>
                    <a:gd name="T7" fmla="*/ 0 60000 65536"/>
                    <a:gd name="T8" fmla="*/ 0 60000 65536"/>
                    <a:gd name="T9" fmla="*/ 0 w 24"/>
                    <a:gd name="T10" fmla="*/ 0 h 191"/>
                    <a:gd name="T11" fmla="*/ 24 w 24"/>
                    <a:gd name="T12" fmla="*/ 191 h 191"/>
                  </a:gdLst>
                  <a:ahLst/>
                  <a:cxnLst>
                    <a:cxn ang="T6">
                      <a:pos x="T0" y="T1"/>
                    </a:cxn>
                    <a:cxn ang="T7">
                      <a:pos x="T2" y="T3"/>
                    </a:cxn>
                    <a:cxn ang="T8">
                      <a:pos x="T4" y="T5"/>
                    </a:cxn>
                  </a:cxnLst>
                  <a:rect l="T9" t="T10" r="T11" b="T12"/>
                  <a:pathLst>
                    <a:path w="24" h="191">
                      <a:moveTo>
                        <a:pt x="0" y="0"/>
                      </a:moveTo>
                      <a:cubicBezTo>
                        <a:pt x="3" y="41"/>
                        <a:pt x="6" y="82"/>
                        <a:pt x="10" y="114"/>
                      </a:cubicBezTo>
                      <a:cubicBezTo>
                        <a:pt x="14" y="146"/>
                        <a:pt x="19" y="168"/>
                        <a:pt x="24" y="191"/>
                      </a:cubicBezTo>
                    </a:path>
                  </a:pathLst>
                </a:custGeom>
                <a:noFill/>
                <a:ln w="12700" cap="flat" cmpd="sng">
                  <a:solidFill>
                    <a:schemeClr val="tx1"/>
                  </a:solidFill>
                  <a:prstDash val="lgDash"/>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grpSp>
      <p:sp>
        <p:nvSpPr>
          <p:cNvPr id="209" name="Text Box 7"/>
          <p:cNvSpPr txBox="1">
            <a:spLocks noChangeArrowheads="1"/>
          </p:cNvSpPr>
          <p:nvPr/>
        </p:nvSpPr>
        <p:spPr bwMode="auto">
          <a:xfrm>
            <a:off x="1747864" y="3050013"/>
            <a:ext cx="4288455" cy="8299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spAutoFit/>
          </a:bodyPr>
          <a:lstStyle>
            <a:lvl1pPr marL="365125" indent="-365125"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180975" indent="-180975" eaLnBrk="1" hangingPunct="1">
              <a:lnSpc>
                <a:spcPct val="110000"/>
              </a:lnSpc>
              <a:spcBef>
                <a:spcPts val="200"/>
              </a:spcBef>
              <a:spcAft>
                <a:spcPts val="200"/>
              </a:spcAft>
              <a:buClr>
                <a:srgbClr val="A50021"/>
              </a:buClr>
              <a:buFontTx/>
              <a:buChar char="•"/>
            </a:pPr>
            <a:r>
              <a:rPr lang="zh-CN" altLang="en-US" sz="2200" b="1" dirty="0" smtClean="0">
                <a:solidFill>
                  <a:srgbClr val="000066"/>
                </a:solidFill>
                <a:ea typeface="幼圆" pitchFamily="49" charset="-122"/>
                <a:cs typeface="Times New Roman" panose="02020603050405020304" pitchFamily="18" charset="0"/>
              </a:rPr>
              <a:t>当</a:t>
            </a:r>
            <a:r>
              <a:rPr lang="zh-CN" altLang="en-US" sz="2200" b="1" i="1" dirty="0" smtClean="0">
                <a:solidFill>
                  <a:srgbClr val="000066"/>
                </a:solidFill>
                <a:ea typeface="幼圆" pitchFamily="49" charset="-122"/>
                <a:cs typeface="Times New Roman" panose="02020603050405020304" pitchFamily="18" charset="0"/>
                <a:sym typeface="Symbol" panose="05050102010706020507" pitchFamily="18" charset="2"/>
              </a:rPr>
              <a:t> </a:t>
            </a:r>
            <a:r>
              <a:rPr lang="en-US" altLang="zh-CN" sz="2200" b="1" dirty="0" smtClean="0">
                <a:solidFill>
                  <a:srgbClr val="000066"/>
                </a:solidFill>
                <a:ea typeface="幼圆" pitchFamily="49" charset="-122"/>
                <a:cs typeface="Times New Roman" panose="02020603050405020304" pitchFamily="18" charset="0"/>
              </a:rPr>
              <a:t>= </a:t>
            </a:r>
            <a:r>
              <a:rPr lang="en-US" altLang="zh-CN" sz="2200" b="1" i="1" dirty="0" smtClean="0">
                <a:solidFill>
                  <a:srgbClr val="000066"/>
                </a:solidFill>
                <a:ea typeface="幼圆" pitchFamily="49" charset="-122"/>
                <a:cs typeface="Times New Roman" panose="02020603050405020304" pitchFamily="18" charset="0"/>
                <a:sym typeface="Symbol"/>
              </a:rPr>
              <a:t></a:t>
            </a:r>
            <a:r>
              <a:rPr lang="zh-CN" altLang="en-US" sz="2200" b="1" dirty="0" smtClean="0">
                <a:solidFill>
                  <a:srgbClr val="000066"/>
                </a:solidFill>
                <a:ea typeface="幼圆" pitchFamily="49" charset="-122"/>
                <a:cs typeface="Times New Roman" panose="02020603050405020304" pitchFamily="18" charset="0"/>
              </a:rPr>
              <a:t>，</a:t>
            </a:r>
            <a:r>
              <a:rPr lang="en-US" altLang="zh-CN" sz="2200" b="1" i="1" dirty="0">
                <a:solidFill>
                  <a:srgbClr val="000066"/>
                </a:solidFill>
                <a:ea typeface="幼圆" pitchFamily="49" charset="-122"/>
                <a:cs typeface="Times New Roman" panose="02020603050405020304" pitchFamily="18" charset="0"/>
              </a:rPr>
              <a:t>F</a:t>
            </a:r>
            <a:r>
              <a:rPr lang="en-US" altLang="zh-CN" sz="2200" b="1" i="1" baseline="-25000" dirty="0">
                <a:solidFill>
                  <a:srgbClr val="000066"/>
                </a:solidFill>
                <a:ea typeface="幼圆" pitchFamily="49" charset="-122"/>
                <a:cs typeface="Times New Roman" panose="02020603050405020304" pitchFamily="18" charset="0"/>
              </a:rPr>
              <a:t>s</a:t>
            </a:r>
            <a:r>
              <a:rPr lang="en-US" altLang="zh-CN" sz="2200" b="1" dirty="0">
                <a:solidFill>
                  <a:srgbClr val="000066"/>
                </a:solidFill>
                <a:ea typeface="幼圆" pitchFamily="49" charset="-122"/>
                <a:cs typeface="Times New Roman" panose="02020603050405020304" pitchFamily="18" charset="0"/>
              </a:rPr>
              <a:t>=1.0</a:t>
            </a:r>
            <a:r>
              <a:rPr lang="zh-CN" altLang="en-US" sz="2200" b="1" dirty="0">
                <a:solidFill>
                  <a:srgbClr val="000066"/>
                </a:solidFill>
                <a:ea typeface="幼圆" pitchFamily="49" charset="-122"/>
                <a:cs typeface="Times New Roman" panose="02020603050405020304" pitchFamily="18" charset="0"/>
              </a:rPr>
              <a:t>，天然休止角</a:t>
            </a:r>
          </a:p>
          <a:p>
            <a:pPr marL="180975" indent="-180975" eaLnBrk="1" hangingPunct="1">
              <a:lnSpc>
                <a:spcPct val="110000"/>
              </a:lnSpc>
              <a:spcBef>
                <a:spcPts val="200"/>
              </a:spcBef>
              <a:spcAft>
                <a:spcPts val="200"/>
              </a:spcAft>
              <a:buClr>
                <a:srgbClr val="A50021"/>
              </a:buClr>
              <a:buFontTx/>
              <a:buChar char="•"/>
            </a:pPr>
            <a:r>
              <a:rPr lang="zh-CN" altLang="en-US" sz="2200" b="1" dirty="0">
                <a:solidFill>
                  <a:srgbClr val="000066"/>
                </a:solidFill>
                <a:ea typeface="幼圆" pitchFamily="49" charset="-122"/>
                <a:cs typeface="Times New Roman" panose="02020603050405020304" pitchFamily="18" charset="0"/>
              </a:rPr>
              <a:t>安全系数与土重</a:t>
            </a:r>
            <a:r>
              <a:rPr lang="zh-CN" altLang="en-US" sz="2200" b="1" dirty="0" smtClean="0">
                <a:solidFill>
                  <a:srgbClr val="000066"/>
                </a:solidFill>
                <a:ea typeface="幼圆" pitchFamily="49" charset="-122"/>
                <a:cs typeface="Times New Roman" panose="02020603050405020304" pitchFamily="18" charset="0"/>
              </a:rPr>
              <a:t>度</a:t>
            </a:r>
            <a:r>
              <a:rPr kumimoji="1" lang="zh-CN" altLang="en-US" sz="2400" b="1" i="1" dirty="0">
                <a:latin typeface="Symbol" panose="05050102010706020507" pitchFamily="18" charset="2"/>
                <a:ea typeface="幼圆" panose="02010509060101010101" pitchFamily="49" charset="-122"/>
                <a:cs typeface="Times New Roman" panose="02020603050405020304" pitchFamily="18" charset="0"/>
                <a:sym typeface="Symbol" panose="05050102010706020507" pitchFamily="18" charset="2"/>
              </a:rPr>
              <a:t></a:t>
            </a:r>
            <a:r>
              <a:rPr lang="zh-CN" altLang="en-US" sz="2200" b="1" dirty="0" smtClean="0">
                <a:solidFill>
                  <a:srgbClr val="000066"/>
                </a:solidFill>
                <a:ea typeface="幼圆" pitchFamily="49" charset="-122"/>
                <a:cs typeface="Times New Roman" panose="02020603050405020304" pitchFamily="18" charset="0"/>
              </a:rPr>
              <a:t>无关</a:t>
            </a:r>
            <a:endParaRPr lang="en-US" altLang="zh-CN" sz="2200" b="1" dirty="0" smtClean="0">
              <a:solidFill>
                <a:srgbClr val="000066"/>
              </a:solidFill>
              <a:ea typeface="幼圆" pitchFamily="49" charset="-122"/>
              <a:cs typeface="Times New Roman" panose="02020603050405020304" pitchFamily="18" charset="0"/>
            </a:endParaRPr>
          </a:p>
        </p:txBody>
      </p:sp>
      <p:sp>
        <p:nvSpPr>
          <p:cNvPr id="194" name="Text Box 46"/>
          <p:cNvSpPr txBox="1">
            <a:spLocks noChangeArrowheads="1"/>
          </p:cNvSpPr>
          <p:nvPr/>
        </p:nvSpPr>
        <p:spPr bwMode="auto">
          <a:xfrm>
            <a:off x="363383" y="614450"/>
            <a:ext cx="329421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buFont typeface="Wingdings" pitchFamily="2" charset="2"/>
              <a:buChar char="n"/>
            </a:pPr>
            <a:r>
              <a:rPr lang="zh-CN" altLang="en-US" sz="2800" b="1" dirty="0" smtClean="0">
                <a:solidFill>
                  <a:srgbClr val="A50021"/>
                </a:solidFill>
                <a:latin typeface="微软雅黑" panose="020B0503020204020204" pitchFamily="34" charset="-122"/>
                <a:ea typeface="微软雅黑" panose="020B0503020204020204" pitchFamily="34" charset="-122"/>
              </a:rPr>
              <a:t> 边坡</a:t>
            </a:r>
            <a:r>
              <a:rPr lang="zh-CN" altLang="en-US" sz="2800" b="1" dirty="0">
                <a:solidFill>
                  <a:srgbClr val="A50021"/>
                </a:solidFill>
                <a:latin typeface="微软雅黑" panose="020B0503020204020204" pitchFamily="34" charset="-122"/>
                <a:ea typeface="微软雅黑" panose="020B0503020204020204" pitchFamily="34" charset="-122"/>
              </a:rPr>
              <a:t>的</a:t>
            </a:r>
            <a:r>
              <a:rPr lang="zh-CN" altLang="en-US" sz="2800" b="1" dirty="0" smtClean="0">
                <a:solidFill>
                  <a:srgbClr val="A50021"/>
                </a:solidFill>
                <a:latin typeface="微软雅黑" panose="020B0503020204020204" pitchFamily="34" charset="-122"/>
                <a:ea typeface="微软雅黑" panose="020B0503020204020204" pitchFamily="34" charset="-122"/>
              </a:rPr>
              <a:t>安全系数</a:t>
            </a:r>
            <a:endParaRPr lang="zh-CN" altLang="en-US" sz="2800" b="1" dirty="0">
              <a:solidFill>
                <a:srgbClr val="A50021"/>
              </a:solidFill>
              <a:latin typeface="微软雅黑" panose="020B0503020204020204" pitchFamily="34" charset="-122"/>
              <a:ea typeface="微软雅黑" panose="020B0503020204020204" pitchFamily="34" charset="-122"/>
            </a:endParaRPr>
          </a:p>
        </p:txBody>
      </p:sp>
      <p:sp>
        <p:nvSpPr>
          <p:cNvPr id="191" name="Text Box 2"/>
          <p:cNvSpPr txBox="1">
            <a:spLocks noChangeArrowheads="1"/>
          </p:cNvSpPr>
          <p:nvPr/>
        </p:nvSpPr>
        <p:spPr bwMode="auto">
          <a:xfrm>
            <a:off x="2495809" y="5596396"/>
            <a:ext cx="5109101"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gn="ctr" eaLnBrk="1" hangingPunct="1">
              <a:lnSpc>
                <a:spcPct val="100000"/>
              </a:lnSpc>
              <a:spcBef>
                <a:spcPct val="0"/>
              </a:spcBef>
              <a:spcAft>
                <a:spcPct val="0"/>
              </a:spcAft>
            </a:pPr>
            <a:r>
              <a:rPr kumimoji="1" lang="zh-CN" altLang="en-US" sz="4000" b="1" dirty="0">
                <a:solidFill>
                  <a:srgbClr val="000066"/>
                </a:solidFill>
                <a:latin typeface="黑体" pitchFamily="2" charset="-122"/>
                <a:ea typeface="黑体" pitchFamily="2" charset="-122"/>
              </a:rPr>
              <a:t>基于坡面单元的分析</a:t>
            </a:r>
          </a:p>
        </p:txBody>
      </p:sp>
      <p:grpSp>
        <p:nvGrpSpPr>
          <p:cNvPr id="10" name="组合 9"/>
          <p:cNvGrpSpPr/>
          <p:nvPr/>
        </p:nvGrpSpPr>
        <p:grpSpPr>
          <a:xfrm>
            <a:off x="2233584" y="4171448"/>
            <a:ext cx="6665230" cy="1311087"/>
            <a:chOff x="2233584" y="4171448"/>
            <a:chExt cx="6665230" cy="1311087"/>
          </a:xfrm>
        </p:grpSpPr>
        <p:sp>
          <p:nvSpPr>
            <p:cNvPr id="8" name="矩形 7"/>
            <p:cNvSpPr/>
            <p:nvPr/>
          </p:nvSpPr>
          <p:spPr bwMode="auto">
            <a:xfrm>
              <a:off x="6054655" y="4367044"/>
              <a:ext cx="2844159" cy="1104779"/>
            </a:xfrm>
            <a:prstGeom prst="rect">
              <a:avLst/>
            </a:prstGeom>
            <a:solidFill>
              <a:srgbClr val="00B0F0"/>
            </a:solidFill>
            <a:ln w="12700" cap="flat" cmpd="sng" algn="ctr">
              <a:no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7" name="任意多边形 6"/>
            <p:cNvSpPr/>
            <p:nvPr/>
          </p:nvSpPr>
          <p:spPr bwMode="auto">
            <a:xfrm>
              <a:off x="6345994" y="4453580"/>
              <a:ext cx="2376863" cy="1021128"/>
            </a:xfrm>
            <a:custGeom>
              <a:avLst/>
              <a:gdLst>
                <a:gd name="connsiteX0" fmla="*/ 0 w 2376863"/>
                <a:gd name="connsiteY0" fmla="*/ 1018243 h 1021128"/>
                <a:gd name="connsiteX1" fmla="*/ 98074 w 2376863"/>
                <a:gd name="connsiteY1" fmla="*/ 931707 h 1021128"/>
                <a:gd name="connsiteX2" fmla="*/ 158650 w 2376863"/>
                <a:gd name="connsiteY2" fmla="*/ 876901 h 1021128"/>
                <a:gd name="connsiteX3" fmla="*/ 222109 w 2376863"/>
                <a:gd name="connsiteY3" fmla="*/ 813441 h 1021128"/>
                <a:gd name="connsiteX4" fmla="*/ 279800 w 2376863"/>
                <a:gd name="connsiteY4" fmla="*/ 761519 h 1021128"/>
                <a:gd name="connsiteX5" fmla="*/ 337491 w 2376863"/>
                <a:gd name="connsiteY5" fmla="*/ 706713 h 1021128"/>
                <a:gd name="connsiteX6" fmla="*/ 383644 w 2376863"/>
                <a:gd name="connsiteY6" fmla="*/ 677867 h 1021128"/>
                <a:gd name="connsiteX7" fmla="*/ 458642 w 2376863"/>
                <a:gd name="connsiteY7" fmla="*/ 617292 h 1021128"/>
                <a:gd name="connsiteX8" fmla="*/ 513448 w 2376863"/>
                <a:gd name="connsiteY8" fmla="*/ 565370 h 1021128"/>
                <a:gd name="connsiteX9" fmla="*/ 565370 w 2376863"/>
                <a:gd name="connsiteY9" fmla="*/ 519217 h 1021128"/>
                <a:gd name="connsiteX10" fmla="*/ 657675 w 2376863"/>
                <a:gd name="connsiteY10" fmla="*/ 464411 h 1021128"/>
                <a:gd name="connsiteX11" fmla="*/ 677867 w 2376863"/>
                <a:gd name="connsiteY11" fmla="*/ 415374 h 1021128"/>
                <a:gd name="connsiteX12" fmla="*/ 773057 w 2376863"/>
                <a:gd name="connsiteY12" fmla="*/ 360568 h 1021128"/>
                <a:gd name="connsiteX13" fmla="*/ 845171 w 2376863"/>
                <a:gd name="connsiteY13" fmla="*/ 320184 h 1021128"/>
                <a:gd name="connsiteX14" fmla="*/ 876901 w 2376863"/>
                <a:gd name="connsiteY14" fmla="*/ 274031 h 1021128"/>
                <a:gd name="connsiteX15" fmla="*/ 925938 w 2376863"/>
                <a:gd name="connsiteY15" fmla="*/ 230763 h 1021128"/>
                <a:gd name="connsiteX16" fmla="*/ 972091 w 2376863"/>
                <a:gd name="connsiteY16" fmla="*/ 170188 h 1021128"/>
                <a:gd name="connsiteX17" fmla="*/ 1029781 w 2376863"/>
                <a:gd name="connsiteY17" fmla="*/ 121151 h 1021128"/>
                <a:gd name="connsiteX18" fmla="*/ 1116318 w 2376863"/>
                <a:gd name="connsiteY18" fmla="*/ 66344 h 1021128"/>
                <a:gd name="connsiteX19" fmla="*/ 1174009 w 2376863"/>
                <a:gd name="connsiteY19" fmla="*/ 20192 h 1021128"/>
                <a:gd name="connsiteX20" fmla="*/ 1225930 w 2376863"/>
                <a:gd name="connsiteY20" fmla="*/ 0 h 1021128"/>
                <a:gd name="connsiteX21" fmla="*/ 1298044 w 2376863"/>
                <a:gd name="connsiteY21" fmla="*/ 54806 h 1021128"/>
                <a:gd name="connsiteX22" fmla="*/ 1358619 w 2376863"/>
                <a:gd name="connsiteY22" fmla="*/ 106728 h 1021128"/>
                <a:gd name="connsiteX23" fmla="*/ 1445156 w 2376863"/>
                <a:gd name="connsiteY23" fmla="*/ 170188 h 1021128"/>
                <a:gd name="connsiteX24" fmla="*/ 1517269 w 2376863"/>
                <a:gd name="connsiteY24" fmla="*/ 219225 h 1021128"/>
                <a:gd name="connsiteX25" fmla="*/ 1598036 w 2376863"/>
                <a:gd name="connsiteY25" fmla="*/ 294223 h 1021128"/>
                <a:gd name="connsiteX26" fmla="*/ 1670150 w 2376863"/>
                <a:gd name="connsiteY26" fmla="*/ 354799 h 1021128"/>
                <a:gd name="connsiteX27" fmla="*/ 1722072 w 2376863"/>
                <a:gd name="connsiteY27" fmla="*/ 415374 h 1021128"/>
                <a:gd name="connsiteX28" fmla="*/ 1776878 w 2376863"/>
                <a:gd name="connsiteY28" fmla="*/ 458642 h 1021128"/>
                <a:gd name="connsiteX29" fmla="*/ 1837453 w 2376863"/>
                <a:gd name="connsiteY29" fmla="*/ 530756 h 1021128"/>
                <a:gd name="connsiteX30" fmla="*/ 1915336 w 2376863"/>
                <a:gd name="connsiteY30" fmla="*/ 599985 h 1021128"/>
                <a:gd name="connsiteX31" fmla="*/ 1955720 w 2376863"/>
                <a:gd name="connsiteY31" fmla="*/ 649022 h 1021128"/>
                <a:gd name="connsiteX32" fmla="*/ 2036487 w 2376863"/>
                <a:gd name="connsiteY32" fmla="*/ 712482 h 1021128"/>
                <a:gd name="connsiteX33" fmla="*/ 2068217 w 2376863"/>
                <a:gd name="connsiteY33" fmla="*/ 752865 h 1021128"/>
                <a:gd name="connsiteX34" fmla="*/ 2154753 w 2376863"/>
                <a:gd name="connsiteY34" fmla="*/ 830748 h 1021128"/>
                <a:gd name="connsiteX35" fmla="*/ 2258597 w 2376863"/>
                <a:gd name="connsiteY35" fmla="*/ 920169 h 1021128"/>
                <a:gd name="connsiteX36" fmla="*/ 2350902 w 2376863"/>
                <a:gd name="connsiteY36" fmla="*/ 986513 h 1021128"/>
                <a:gd name="connsiteX37" fmla="*/ 2376863 w 2376863"/>
                <a:gd name="connsiteY37" fmla="*/ 1021128 h 10211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2376863" h="1021128">
                  <a:moveTo>
                    <a:pt x="0" y="1018243"/>
                  </a:moveTo>
                  <a:lnTo>
                    <a:pt x="98074" y="931707"/>
                  </a:lnTo>
                  <a:lnTo>
                    <a:pt x="158650" y="876901"/>
                  </a:lnTo>
                  <a:lnTo>
                    <a:pt x="222109" y="813441"/>
                  </a:lnTo>
                  <a:lnTo>
                    <a:pt x="279800" y="761519"/>
                  </a:lnTo>
                  <a:lnTo>
                    <a:pt x="337491" y="706713"/>
                  </a:lnTo>
                  <a:lnTo>
                    <a:pt x="383644" y="677867"/>
                  </a:lnTo>
                  <a:lnTo>
                    <a:pt x="458642" y="617292"/>
                  </a:lnTo>
                  <a:lnTo>
                    <a:pt x="513448" y="565370"/>
                  </a:lnTo>
                  <a:lnTo>
                    <a:pt x="565370" y="519217"/>
                  </a:lnTo>
                  <a:lnTo>
                    <a:pt x="657675" y="464411"/>
                  </a:lnTo>
                  <a:lnTo>
                    <a:pt x="677867" y="415374"/>
                  </a:lnTo>
                  <a:lnTo>
                    <a:pt x="773057" y="360568"/>
                  </a:lnTo>
                  <a:lnTo>
                    <a:pt x="845171" y="320184"/>
                  </a:lnTo>
                  <a:lnTo>
                    <a:pt x="876901" y="274031"/>
                  </a:lnTo>
                  <a:lnTo>
                    <a:pt x="925938" y="230763"/>
                  </a:lnTo>
                  <a:lnTo>
                    <a:pt x="972091" y="170188"/>
                  </a:lnTo>
                  <a:lnTo>
                    <a:pt x="1029781" y="121151"/>
                  </a:lnTo>
                  <a:lnTo>
                    <a:pt x="1116318" y="66344"/>
                  </a:lnTo>
                  <a:lnTo>
                    <a:pt x="1174009" y="20192"/>
                  </a:lnTo>
                  <a:lnTo>
                    <a:pt x="1225930" y="0"/>
                  </a:lnTo>
                  <a:lnTo>
                    <a:pt x="1298044" y="54806"/>
                  </a:lnTo>
                  <a:lnTo>
                    <a:pt x="1358619" y="106728"/>
                  </a:lnTo>
                  <a:lnTo>
                    <a:pt x="1445156" y="170188"/>
                  </a:lnTo>
                  <a:lnTo>
                    <a:pt x="1517269" y="219225"/>
                  </a:lnTo>
                  <a:lnTo>
                    <a:pt x="1598036" y="294223"/>
                  </a:lnTo>
                  <a:lnTo>
                    <a:pt x="1670150" y="354799"/>
                  </a:lnTo>
                  <a:lnTo>
                    <a:pt x="1722072" y="415374"/>
                  </a:lnTo>
                  <a:lnTo>
                    <a:pt x="1776878" y="458642"/>
                  </a:lnTo>
                  <a:lnTo>
                    <a:pt x="1837453" y="530756"/>
                  </a:lnTo>
                  <a:lnTo>
                    <a:pt x="1915336" y="599985"/>
                  </a:lnTo>
                  <a:lnTo>
                    <a:pt x="1955720" y="649022"/>
                  </a:lnTo>
                  <a:lnTo>
                    <a:pt x="2036487" y="712482"/>
                  </a:lnTo>
                  <a:lnTo>
                    <a:pt x="2068217" y="752865"/>
                  </a:lnTo>
                  <a:lnTo>
                    <a:pt x="2154753" y="830748"/>
                  </a:lnTo>
                  <a:lnTo>
                    <a:pt x="2258597" y="920169"/>
                  </a:lnTo>
                  <a:lnTo>
                    <a:pt x="2350902" y="986513"/>
                  </a:lnTo>
                  <a:lnTo>
                    <a:pt x="2376863" y="1021128"/>
                  </a:lnTo>
                </a:path>
              </a:pathLst>
            </a:custGeom>
            <a:pattFill prst="lgConfetti">
              <a:fgClr>
                <a:schemeClr val="accent2"/>
              </a:fgClr>
              <a:bgClr>
                <a:srgbClr val="FFFFCC"/>
              </a:bgClr>
            </a:pattFill>
            <a:ln w="1905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210" name="Rectangle 69"/>
            <p:cNvSpPr>
              <a:spLocks noChangeArrowheads="1"/>
            </p:cNvSpPr>
            <p:nvPr/>
          </p:nvSpPr>
          <p:spPr bwMode="auto">
            <a:xfrm>
              <a:off x="2233584" y="4449149"/>
              <a:ext cx="3681884" cy="871008"/>
            </a:xfrm>
            <a:prstGeom prst="rect">
              <a:avLst/>
            </a:prstGeom>
            <a:noFill/>
            <a:ln w="9525">
              <a:noFill/>
              <a:miter lim="800000"/>
              <a:headEnd/>
              <a:tailEnd/>
            </a:ln>
          </p:spPr>
          <p:txBody>
            <a:bodyPr wrap="square"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spcBef>
                  <a:spcPct val="20000"/>
                </a:spcBef>
                <a:buSzPct val="130000"/>
              </a:pPr>
              <a:r>
                <a:rPr kumimoji="1" lang="zh-CN" altLang="en-US" sz="2200" b="1" dirty="0" smtClean="0">
                  <a:solidFill>
                    <a:srgbClr val="A50021"/>
                  </a:solidFill>
                  <a:latin typeface="黑体" panose="02010609060101010101" pitchFamily="49" charset="-122"/>
                  <a:ea typeface="黑体" panose="02010609060101010101" pitchFamily="49" charset="-122"/>
                  <a:cs typeface="Times New Roman" panose="02020603050405020304" pitchFamily="18" charset="0"/>
                </a:rPr>
                <a:t>思考</a:t>
              </a:r>
              <a:r>
                <a:rPr kumimoji="1" lang="zh-CN" altLang="en-US" sz="2200" b="1" dirty="0">
                  <a:solidFill>
                    <a:srgbClr val="A50021"/>
                  </a:solidFill>
                  <a:latin typeface="黑体" panose="02010609060101010101" pitchFamily="49" charset="-122"/>
                  <a:ea typeface="黑体" panose="02010609060101010101" pitchFamily="49" charset="-122"/>
                  <a:cs typeface="Times New Roman" panose="02020603050405020304" pitchFamily="18" charset="0"/>
                </a:rPr>
                <a:t>：</a:t>
              </a:r>
              <a:r>
                <a:rPr kumimoji="1" lang="zh-CN" altLang="en-US" sz="22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在干坡及静水下坡</a:t>
              </a:r>
              <a:r>
                <a:rPr kumimoji="1" lang="zh-CN" altLang="en-US" sz="22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中如</a:t>
              </a:r>
              <a:r>
                <a:rPr kumimoji="1" lang="zh-CN" altLang="en-US" sz="2200" b="1" i="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a:t>
              </a:r>
              <a:r>
                <a:rPr kumimoji="1" lang="zh-CN" altLang="en-US" sz="22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不变</a:t>
              </a:r>
              <a:r>
                <a:rPr kumimoji="1" lang="zh-CN" altLang="en-US" sz="22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a:t>
              </a:r>
              <a:r>
                <a:rPr kumimoji="1" lang="en-US" altLang="zh-CN" sz="2200" b="1" i="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F</a:t>
              </a:r>
              <a:r>
                <a:rPr kumimoji="1" lang="en-US" altLang="zh-CN" sz="2200" b="1" i="1" baseline="-25000"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s </a:t>
              </a:r>
              <a:r>
                <a:rPr kumimoji="1" lang="zh-CN" altLang="en-US" sz="22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有</a:t>
              </a:r>
              <a:r>
                <a:rPr kumimoji="1" lang="zh-CN" altLang="en-US" sz="22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什么</a:t>
              </a:r>
              <a:r>
                <a:rPr kumimoji="1" lang="zh-CN" altLang="en-US" sz="22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变化？</a:t>
              </a:r>
              <a:endParaRPr kumimoji="1" lang="zh-CN" altLang="en-US" sz="22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p:txBody>
        </p:sp>
        <p:sp>
          <p:nvSpPr>
            <p:cNvPr id="216" name="Line 43"/>
            <p:cNvSpPr>
              <a:spLocks noChangeShapeType="1"/>
            </p:cNvSpPr>
            <p:nvPr/>
          </p:nvSpPr>
          <p:spPr bwMode="auto">
            <a:xfrm>
              <a:off x="6049635" y="4373423"/>
              <a:ext cx="2837641" cy="0"/>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7" name="AutoShape 44"/>
            <p:cNvSpPr>
              <a:spLocks noChangeArrowheads="1"/>
            </p:cNvSpPr>
            <p:nvPr/>
          </p:nvSpPr>
          <p:spPr bwMode="auto">
            <a:xfrm rot="10800000">
              <a:off x="6545441" y="4171448"/>
              <a:ext cx="228913" cy="194912"/>
            </a:xfrm>
            <a:prstGeom prst="triangle">
              <a:avLst>
                <a:gd name="adj" fmla="val 50000"/>
              </a:avLst>
            </a:prstGeom>
            <a:solidFill>
              <a:srgbClr val="0000CC"/>
            </a:solidFill>
            <a:ln w="9525">
              <a:solidFill>
                <a:srgbClr val="0000C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8" name="Line 45"/>
            <p:cNvSpPr>
              <a:spLocks noChangeShapeType="1"/>
            </p:cNvSpPr>
            <p:nvPr/>
          </p:nvSpPr>
          <p:spPr bwMode="auto">
            <a:xfrm>
              <a:off x="6430354" y="4430335"/>
              <a:ext cx="459090"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9" name="Line 46"/>
            <p:cNvSpPr>
              <a:spLocks noChangeShapeType="1"/>
            </p:cNvSpPr>
            <p:nvPr/>
          </p:nvSpPr>
          <p:spPr bwMode="auto">
            <a:xfrm>
              <a:off x="6468295" y="4494835"/>
              <a:ext cx="374355"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1" name="Freeform 185"/>
            <p:cNvSpPr>
              <a:spLocks/>
            </p:cNvSpPr>
            <p:nvPr/>
          </p:nvSpPr>
          <p:spPr bwMode="auto">
            <a:xfrm>
              <a:off x="6581481" y="5248252"/>
              <a:ext cx="86771" cy="234283"/>
            </a:xfrm>
            <a:custGeom>
              <a:avLst/>
              <a:gdLst>
                <a:gd name="T0" fmla="*/ 70 w 70"/>
                <a:gd name="T1" fmla="*/ 189 h 189"/>
                <a:gd name="T2" fmla="*/ 58 w 70"/>
                <a:gd name="T3" fmla="*/ 96 h 189"/>
                <a:gd name="T4" fmla="*/ 0 w 70"/>
                <a:gd name="T5" fmla="*/ 0 h 189"/>
                <a:gd name="T6" fmla="*/ 0 60000 65536"/>
                <a:gd name="T7" fmla="*/ 0 60000 65536"/>
                <a:gd name="T8" fmla="*/ 0 60000 65536"/>
                <a:gd name="T9" fmla="*/ 0 w 70"/>
                <a:gd name="T10" fmla="*/ 0 h 189"/>
                <a:gd name="T11" fmla="*/ 70 w 70"/>
                <a:gd name="T12" fmla="*/ 189 h 189"/>
              </a:gdLst>
              <a:ahLst/>
              <a:cxnLst>
                <a:cxn ang="T6">
                  <a:pos x="T0" y="T1"/>
                </a:cxn>
                <a:cxn ang="T7">
                  <a:pos x="T2" y="T3"/>
                </a:cxn>
                <a:cxn ang="T8">
                  <a:pos x="T4" y="T5"/>
                </a:cxn>
              </a:cxnLst>
              <a:rect l="T9" t="T10" r="T11" b="T12"/>
              <a:pathLst>
                <a:path w="70" h="189">
                  <a:moveTo>
                    <a:pt x="70" y="189"/>
                  </a:moveTo>
                  <a:cubicBezTo>
                    <a:pt x="70" y="158"/>
                    <a:pt x="70" y="127"/>
                    <a:pt x="58" y="96"/>
                  </a:cubicBezTo>
                  <a:cubicBezTo>
                    <a:pt x="46" y="65"/>
                    <a:pt x="23" y="32"/>
                    <a:pt x="0" y="0"/>
                  </a:cubicBezTo>
                </a:path>
              </a:pathLst>
            </a:custGeom>
            <a:noFill/>
            <a:ln w="12700" cmpd="sng">
              <a:solidFill>
                <a:schemeClr val="tx1"/>
              </a:solidFill>
              <a:round/>
              <a:headEnd type="triangl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20" name="Text Box 208"/>
            <p:cNvSpPr txBox="1">
              <a:spLocks noChangeArrowheads="1"/>
            </p:cNvSpPr>
            <p:nvPr/>
          </p:nvSpPr>
          <p:spPr bwMode="auto">
            <a:xfrm>
              <a:off x="6635747" y="5076978"/>
              <a:ext cx="34657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zh-CN" altLang="en-US" sz="2000" b="1" i="1" dirty="0">
                  <a:solidFill>
                    <a:srgbClr val="A50021"/>
                  </a:solidFill>
                  <a:ea typeface="幼圆" pitchFamily="49" charset="-122"/>
                  <a:cs typeface="Times New Roman" panose="02020603050405020304" pitchFamily="18" charset="0"/>
                  <a:sym typeface="Symbol" pitchFamily="18" charset="2"/>
                </a:rPr>
                <a:t></a:t>
              </a:r>
            </a:p>
          </p:txBody>
        </p:sp>
        <p:cxnSp>
          <p:nvCxnSpPr>
            <p:cNvPr id="5" name="直接连接符 4"/>
            <p:cNvCxnSpPr/>
            <p:nvPr/>
          </p:nvCxnSpPr>
          <p:spPr bwMode="auto">
            <a:xfrm>
              <a:off x="6066193" y="5471823"/>
              <a:ext cx="2818193" cy="0"/>
            </a:xfrm>
            <a:prstGeom prst="line">
              <a:avLst/>
            </a:prstGeom>
            <a:noFill/>
            <a:ln w="190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pic>
        <p:nvPicPr>
          <p:cNvPr id="195" name="Picture 2" descr="H:\106-1F124102133934.jp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275018" y="4427080"/>
            <a:ext cx="976480" cy="890850"/>
          </a:xfrm>
          <a:prstGeom prst="rect">
            <a:avLst/>
          </a:prstGeom>
          <a:noFill/>
          <a:extLst>
            <a:ext uri="{909E8E84-426E-40DD-AFC4-6F175D3DCCD1}">
              <a14:hiddenFill xmlns:a14="http://schemas.microsoft.com/office/drawing/2010/main">
                <a:solidFill>
                  <a:srgbClr val="FFFFFF"/>
                </a:solidFill>
              </a14:hiddenFill>
            </a:ext>
          </a:extLst>
        </p:spPr>
      </p:pic>
      <p:sp>
        <p:nvSpPr>
          <p:cNvPr id="196" name="矩形 195"/>
          <p:cNvSpPr/>
          <p:nvPr/>
        </p:nvSpPr>
        <p:spPr bwMode="auto">
          <a:xfrm>
            <a:off x="1272787" y="4114800"/>
            <a:ext cx="7737570" cy="1456006"/>
          </a:xfrm>
          <a:prstGeom prst="rect">
            <a:avLst/>
          </a:prstGeom>
          <a:noFill/>
          <a:ln w="12700" cap="flat" cmpd="sng" algn="ctr">
            <a:solidFill>
              <a:srgbClr val="000066"/>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rot="0" spcFirstLastPara="0" vertOverflow="overflow" horzOverflow="overflow" vert="horz" wrap="none" lIns="90000" tIns="46800" rIns="90000" bIns="46800" numCol="1" spcCol="0" rtlCol="0" fromWordArt="0" anchor="t" anchorCtr="0" forceAA="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Tree>
    <p:extLst>
      <p:ext uri="{BB962C8B-B14F-4D97-AF65-F5344CB8AC3E}">
        <p14:creationId xmlns:p14="http://schemas.microsoft.com/office/powerpoint/2010/main" val="2464451154"/>
      </p:ext>
    </p:extLst>
  </p:cSld>
  <p:clrMapOvr>
    <a:masterClrMapping/>
  </p:clrMapOvr>
  <p:transition spd="med">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59"/>
                                        </p:tgtEl>
                                        <p:attrNameLst>
                                          <p:attrName>style.visibility</p:attrName>
                                        </p:attrNameLst>
                                      </p:cBhvr>
                                      <p:to>
                                        <p:strVal val="visible"/>
                                      </p:to>
                                    </p:set>
                                    <p:animEffect transition="in" filter="wipe(left)">
                                      <p:cBhvr>
                                        <p:cTn id="7" dur="500"/>
                                        <p:tgtEl>
                                          <p:spTgt spid="159"/>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heel(1)">
                                      <p:cBhvr>
                                        <p:cTn id="12" dur="2000"/>
                                        <p:tgtEl>
                                          <p:spTgt spid="2"/>
                                        </p:tgtEl>
                                      </p:cBhvr>
                                    </p:animEffect>
                                  </p:childTnLst>
                                </p:cTn>
                              </p:par>
                            </p:childTnLst>
                          </p:cTn>
                        </p:par>
                        <p:par>
                          <p:cTn id="13" fill="hold">
                            <p:stCondLst>
                              <p:cond delay="2000"/>
                            </p:stCondLst>
                            <p:childTnLst>
                              <p:par>
                                <p:cTn id="14" presetID="22" presetClass="entr" presetSubtype="8" fill="hold" grpId="0" nodeType="afterEffect">
                                  <p:stCondLst>
                                    <p:cond delay="0"/>
                                  </p:stCondLst>
                                  <p:childTnLst>
                                    <p:set>
                                      <p:cBhvr>
                                        <p:cTn id="15" dur="1" fill="hold">
                                          <p:stCondLst>
                                            <p:cond delay="0"/>
                                          </p:stCondLst>
                                        </p:cTn>
                                        <p:tgtEl>
                                          <p:spTgt spid="82"/>
                                        </p:tgtEl>
                                        <p:attrNameLst>
                                          <p:attrName>style.visibility</p:attrName>
                                        </p:attrNameLst>
                                      </p:cBhvr>
                                      <p:to>
                                        <p:strVal val="visible"/>
                                      </p:to>
                                    </p:set>
                                    <p:animEffect transition="in" filter="wipe(left)">
                                      <p:cBhvr>
                                        <p:cTn id="16" dur="1000"/>
                                        <p:tgtEl>
                                          <p:spTgt spid="82"/>
                                        </p:tgtEl>
                                      </p:cBhvr>
                                    </p:animEffect>
                                  </p:childTnLst>
                                </p:cTn>
                              </p:par>
                            </p:childTnLst>
                          </p:cTn>
                        </p:par>
                        <p:par>
                          <p:cTn id="17" fill="hold">
                            <p:stCondLst>
                              <p:cond delay="3000"/>
                            </p:stCondLst>
                            <p:childTnLst>
                              <p:par>
                                <p:cTn id="18" presetID="2" presetClass="entr" presetSubtype="2" fill="hold" grpId="0" nodeType="afterEffect">
                                  <p:stCondLst>
                                    <p:cond delay="0"/>
                                  </p:stCondLst>
                                  <p:childTnLst>
                                    <p:set>
                                      <p:cBhvr>
                                        <p:cTn id="19" dur="1" fill="hold">
                                          <p:stCondLst>
                                            <p:cond delay="0"/>
                                          </p:stCondLst>
                                        </p:cTn>
                                        <p:tgtEl>
                                          <p:spTgt spid="209"/>
                                        </p:tgtEl>
                                        <p:attrNameLst>
                                          <p:attrName>style.visibility</p:attrName>
                                        </p:attrNameLst>
                                      </p:cBhvr>
                                      <p:to>
                                        <p:strVal val="visible"/>
                                      </p:to>
                                    </p:set>
                                    <p:anim calcmode="lin" valueType="num">
                                      <p:cBhvr additive="base">
                                        <p:cTn id="20" dur="500" fill="hold"/>
                                        <p:tgtEl>
                                          <p:spTgt spid="209"/>
                                        </p:tgtEl>
                                        <p:attrNameLst>
                                          <p:attrName>ppt_x</p:attrName>
                                        </p:attrNameLst>
                                      </p:cBhvr>
                                      <p:tavLst>
                                        <p:tav tm="0">
                                          <p:val>
                                            <p:strVal val="1+#ppt_w/2"/>
                                          </p:val>
                                        </p:tav>
                                        <p:tav tm="100000">
                                          <p:val>
                                            <p:strVal val="#ppt_x"/>
                                          </p:val>
                                        </p:tav>
                                      </p:tavLst>
                                    </p:anim>
                                    <p:anim calcmode="lin" valueType="num">
                                      <p:cBhvr additive="base">
                                        <p:cTn id="21" dur="500" fill="hold"/>
                                        <p:tgtEl>
                                          <p:spTgt spid="209"/>
                                        </p:tgtEl>
                                        <p:attrNameLst>
                                          <p:attrName>ppt_y</p:attrName>
                                        </p:attrNameLst>
                                      </p:cBhvr>
                                      <p:tavLst>
                                        <p:tav tm="0">
                                          <p:val>
                                            <p:strVal val="#ppt_y"/>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196"/>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9" presetClass="entr" presetSubtype="0" repeatCount="4000" fill="hold" nodeType="clickEffect">
                                  <p:stCondLst>
                                    <p:cond delay="0"/>
                                  </p:stCondLst>
                                  <p:childTnLst>
                                    <p:set>
                                      <p:cBhvr>
                                        <p:cTn id="29" dur="1" fill="hold">
                                          <p:stCondLst>
                                            <p:cond delay="0"/>
                                          </p:stCondLst>
                                        </p:cTn>
                                        <p:tgtEl>
                                          <p:spTgt spid="195"/>
                                        </p:tgtEl>
                                        <p:attrNameLst>
                                          <p:attrName>style.visibility</p:attrName>
                                        </p:attrNameLst>
                                      </p:cBhvr>
                                      <p:to>
                                        <p:strVal val="visible"/>
                                      </p:to>
                                    </p:set>
                                    <p:animEffect transition="in" filter="dissolve">
                                      <p:cBhvr>
                                        <p:cTn id="30" dur="1000"/>
                                        <p:tgtEl>
                                          <p:spTgt spid="195"/>
                                        </p:tgtEl>
                                      </p:cBhvr>
                                    </p:animEffect>
                                  </p:childTnLst>
                                </p:cTn>
                              </p:par>
                              <p:par>
                                <p:cTn id="31" presetID="22" presetClass="entr" presetSubtype="8" fill="hold" nodeType="withEffect">
                                  <p:stCondLst>
                                    <p:cond delay="0"/>
                                  </p:stCondLst>
                                  <p:childTnLst>
                                    <p:set>
                                      <p:cBhvr>
                                        <p:cTn id="32" dur="1" fill="hold">
                                          <p:stCondLst>
                                            <p:cond delay="0"/>
                                          </p:stCondLst>
                                        </p:cTn>
                                        <p:tgtEl>
                                          <p:spTgt spid="10"/>
                                        </p:tgtEl>
                                        <p:attrNameLst>
                                          <p:attrName>style.visibility</p:attrName>
                                        </p:attrNameLst>
                                      </p:cBhvr>
                                      <p:to>
                                        <p:strVal val="visible"/>
                                      </p:to>
                                    </p:set>
                                    <p:animEffect transition="in" filter="wipe(left)">
                                      <p:cBhvr>
                                        <p:cTn id="33"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 grpId="0" animBg="1"/>
      <p:bldP spid="159" grpId="0"/>
      <p:bldP spid="209" grpId="0"/>
      <p:bldP spid="196"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任意多边形 7"/>
          <p:cNvSpPr/>
          <p:nvPr/>
        </p:nvSpPr>
        <p:spPr bwMode="auto">
          <a:xfrm>
            <a:off x="5840532" y="1004254"/>
            <a:ext cx="3166044" cy="2130077"/>
          </a:xfrm>
          <a:custGeom>
            <a:avLst/>
            <a:gdLst>
              <a:gd name="connsiteX0" fmla="*/ 0 w 3166044"/>
              <a:gd name="connsiteY0" fmla="*/ 1738946 h 2130077"/>
              <a:gd name="connsiteX1" fmla="*/ 2891195 w 3166044"/>
              <a:gd name="connsiteY1" fmla="*/ 0 h 2130077"/>
              <a:gd name="connsiteX2" fmla="*/ 3166044 w 3166044"/>
              <a:gd name="connsiteY2" fmla="*/ 433415 h 2130077"/>
              <a:gd name="connsiteX3" fmla="*/ 2727343 w 3166044"/>
              <a:gd name="connsiteY3" fmla="*/ 724121 h 2130077"/>
              <a:gd name="connsiteX4" fmla="*/ 2230502 w 3166044"/>
              <a:gd name="connsiteY4" fmla="*/ 1014826 h 2130077"/>
              <a:gd name="connsiteX5" fmla="*/ 1638520 w 3166044"/>
              <a:gd name="connsiteY5" fmla="*/ 1347815 h 2130077"/>
              <a:gd name="connsiteX6" fmla="*/ 1035967 w 3166044"/>
              <a:gd name="connsiteY6" fmla="*/ 1738946 h 2130077"/>
              <a:gd name="connsiteX7" fmla="*/ 597267 w 3166044"/>
              <a:gd name="connsiteY7" fmla="*/ 1987367 h 2130077"/>
              <a:gd name="connsiteX8" fmla="*/ 332989 w 3166044"/>
              <a:gd name="connsiteY8" fmla="*/ 2130077 h 2130077"/>
              <a:gd name="connsiteX9" fmla="*/ 0 w 3166044"/>
              <a:gd name="connsiteY9" fmla="*/ 1738946 h 21300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166044" h="2130077">
                <a:moveTo>
                  <a:pt x="0" y="1738946"/>
                </a:moveTo>
                <a:lnTo>
                  <a:pt x="2891195" y="0"/>
                </a:lnTo>
                <a:lnTo>
                  <a:pt x="3166044" y="433415"/>
                </a:lnTo>
                <a:lnTo>
                  <a:pt x="2727343" y="724121"/>
                </a:lnTo>
                <a:lnTo>
                  <a:pt x="2230502" y="1014826"/>
                </a:lnTo>
                <a:lnTo>
                  <a:pt x="1638520" y="1347815"/>
                </a:lnTo>
                <a:lnTo>
                  <a:pt x="1035967" y="1738946"/>
                </a:lnTo>
                <a:lnTo>
                  <a:pt x="597267" y="1987367"/>
                </a:lnTo>
                <a:lnTo>
                  <a:pt x="332989" y="2130077"/>
                </a:lnTo>
                <a:lnTo>
                  <a:pt x="0" y="1738946"/>
                </a:lnTo>
                <a:close/>
              </a:path>
            </a:pathLst>
          </a:custGeom>
          <a:pattFill prst="smConfetti">
            <a:fgClr>
              <a:schemeClr val="tx1"/>
            </a:fgClr>
            <a:bgClr>
              <a:srgbClr val="FFFFCC"/>
            </a:bgClr>
          </a:pattFill>
          <a:ln w="12700" cap="flat" cmpd="sng" algn="ctr">
            <a:no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grpSp>
        <p:nvGrpSpPr>
          <p:cNvPr id="54" name="Group 12"/>
          <p:cNvGrpSpPr>
            <a:grpSpLocks/>
          </p:cNvGrpSpPr>
          <p:nvPr/>
        </p:nvGrpSpPr>
        <p:grpSpPr bwMode="auto">
          <a:xfrm rot="19679764">
            <a:off x="6687070" y="2107690"/>
            <a:ext cx="454614" cy="63332"/>
            <a:chOff x="2274" y="1204"/>
            <a:chExt cx="270" cy="44"/>
          </a:xfrm>
        </p:grpSpPr>
        <p:sp>
          <p:nvSpPr>
            <p:cNvPr id="55" name="Line 13"/>
            <p:cNvSpPr>
              <a:spLocks noChangeShapeType="1"/>
            </p:cNvSpPr>
            <p:nvPr/>
          </p:nvSpPr>
          <p:spPr bwMode="auto">
            <a:xfrm flipH="1">
              <a:off x="2274" y="1210"/>
              <a:ext cx="28" cy="34"/>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6" name="Line 14"/>
            <p:cNvSpPr>
              <a:spLocks noChangeShapeType="1"/>
            </p:cNvSpPr>
            <p:nvPr/>
          </p:nvSpPr>
          <p:spPr bwMode="auto">
            <a:xfrm flipH="1">
              <a:off x="2304" y="1214"/>
              <a:ext cx="34" cy="34"/>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7" name="Line 15"/>
            <p:cNvSpPr>
              <a:spLocks noChangeShapeType="1"/>
            </p:cNvSpPr>
            <p:nvPr/>
          </p:nvSpPr>
          <p:spPr bwMode="auto">
            <a:xfrm flipH="1">
              <a:off x="2346" y="1206"/>
              <a:ext cx="36" cy="42"/>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 name="Line 16"/>
            <p:cNvSpPr>
              <a:spLocks noChangeShapeType="1"/>
            </p:cNvSpPr>
            <p:nvPr/>
          </p:nvSpPr>
          <p:spPr bwMode="auto">
            <a:xfrm>
              <a:off x="2376" y="1206"/>
              <a:ext cx="40" cy="38"/>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 name="Line 17"/>
            <p:cNvSpPr>
              <a:spLocks noChangeShapeType="1"/>
            </p:cNvSpPr>
            <p:nvPr/>
          </p:nvSpPr>
          <p:spPr bwMode="auto">
            <a:xfrm>
              <a:off x="2420" y="1210"/>
              <a:ext cx="40" cy="34"/>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0" name="Line 18"/>
            <p:cNvSpPr>
              <a:spLocks noChangeShapeType="1"/>
            </p:cNvSpPr>
            <p:nvPr/>
          </p:nvSpPr>
          <p:spPr bwMode="auto">
            <a:xfrm flipV="1">
              <a:off x="2460" y="1204"/>
              <a:ext cx="46" cy="42"/>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 name="Line 19"/>
            <p:cNvSpPr>
              <a:spLocks noChangeShapeType="1"/>
            </p:cNvSpPr>
            <p:nvPr/>
          </p:nvSpPr>
          <p:spPr bwMode="auto">
            <a:xfrm flipV="1">
              <a:off x="2512" y="1208"/>
              <a:ext cx="32" cy="36"/>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46" name="Group 12"/>
          <p:cNvGrpSpPr>
            <a:grpSpLocks/>
          </p:cNvGrpSpPr>
          <p:nvPr/>
        </p:nvGrpSpPr>
        <p:grpSpPr bwMode="auto">
          <a:xfrm rot="19679764">
            <a:off x="7976839" y="1327574"/>
            <a:ext cx="454614" cy="63332"/>
            <a:chOff x="2274" y="1204"/>
            <a:chExt cx="270" cy="44"/>
          </a:xfrm>
        </p:grpSpPr>
        <p:sp>
          <p:nvSpPr>
            <p:cNvPr id="47" name="Line 13"/>
            <p:cNvSpPr>
              <a:spLocks noChangeShapeType="1"/>
            </p:cNvSpPr>
            <p:nvPr/>
          </p:nvSpPr>
          <p:spPr bwMode="auto">
            <a:xfrm flipH="1">
              <a:off x="2274" y="1210"/>
              <a:ext cx="28" cy="34"/>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 name="Line 14"/>
            <p:cNvSpPr>
              <a:spLocks noChangeShapeType="1"/>
            </p:cNvSpPr>
            <p:nvPr/>
          </p:nvSpPr>
          <p:spPr bwMode="auto">
            <a:xfrm flipH="1">
              <a:off x="2304" y="1214"/>
              <a:ext cx="34" cy="34"/>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9" name="Line 15"/>
            <p:cNvSpPr>
              <a:spLocks noChangeShapeType="1"/>
            </p:cNvSpPr>
            <p:nvPr/>
          </p:nvSpPr>
          <p:spPr bwMode="auto">
            <a:xfrm flipH="1">
              <a:off x="2346" y="1206"/>
              <a:ext cx="36" cy="42"/>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0" name="Line 16"/>
            <p:cNvSpPr>
              <a:spLocks noChangeShapeType="1"/>
            </p:cNvSpPr>
            <p:nvPr/>
          </p:nvSpPr>
          <p:spPr bwMode="auto">
            <a:xfrm>
              <a:off x="2376" y="1206"/>
              <a:ext cx="40" cy="38"/>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1" name="Line 17"/>
            <p:cNvSpPr>
              <a:spLocks noChangeShapeType="1"/>
            </p:cNvSpPr>
            <p:nvPr/>
          </p:nvSpPr>
          <p:spPr bwMode="auto">
            <a:xfrm>
              <a:off x="2420" y="1210"/>
              <a:ext cx="40" cy="34"/>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2" name="Line 18"/>
            <p:cNvSpPr>
              <a:spLocks noChangeShapeType="1"/>
            </p:cNvSpPr>
            <p:nvPr/>
          </p:nvSpPr>
          <p:spPr bwMode="auto">
            <a:xfrm flipV="1">
              <a:off x="2460" y="1204"/>
              <a:ext cx="46" cy="42"/>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3" name="Line 19"/>
            <p:cNvSpPr>
              <a:spLocks noChangeShapeType="1"/>
            </p:cNvSpPr>
            <p:nvPr/>
          </p:nvSpPr>
          <p:spPr bwMode="auto">
            <a:xfrm flipV="1">
              <a:off x="2512" y="1208"/>
              <a:ext cx="32" cy="36"/>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227" name="Line 47"/>
          <p:cNvSpPr>
            <a:spLocks noChangeShapeType="1"/>
          </p:cNvSpPr>
          <p:nvPr/>
        </p:nvSpPr>
        <p:spPr bwMode="auto">
          <a:xfrm flipH="1">
            <a:off x="6260669" y="1538288"/>
            <a:ext cx="2437224" cy="1475162"/>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25</a:t>
            </a:fld>
            <a:endParaRPr lang="zh-CN" altLang="en-US" dirty="0">
              <a:solidFill>
                <a:srgbClr val="C00000"/>
              </a:solidFill>
            </a:endParaRPr>
          </a:p>
        </p:txBody>
      </p:sp>
      <p:sp>
        <p:nvSpPr>
          <p:cNvPr id="82" name="AutoShape 5"/>
          <p:cNvSpPr>
            <a:spLocks noChangeArrowheads="1"/>
          </p:cNvSpPr>
          <p:nvPr/>
        </p:nvSpPr>
        <p:spPr bwMode="auto">
          <a:xfrm>
            <a:off x="1176087" y="4402570"/>
            <a:ext cx="466960" cy="457665"/>
          </a:xfrm>
          <a:prstGeom prst="homePlate">
            <a:avLst>
              <a:gd name="adj" fmla="val 33632"/>
            </a:avLst>
          </a:prstGeom>
          <a:solidFill>
            <a:schemeClr val="accent2"/>
          </a:solidFill>
          <a:ln w="9525">
            <a:solidFill>
              <a:schemeClr val="tx1"/>
            </a:solidFill>
            <a:miter lim="800000"/>
            <a:headEnd/>
            <a:tailEnd/>
          </a:ln>
        </p:spPr>
        <p:txBody>
          <a:bodyPr anchor="ctr"/>
          <a:lstStyle/>
          <a:p>
            <a:endParaRPr lang="zh-CN" altLang="en-US"/>
          </a:p>
        </p:txBody>
      </p:sp>
      <p:sp>
        <p:nvSpPr>
          <p:cNvPr id="86" name="Text Box 2"/>
          <p:cNvSpPr txBox="1">
            <a:spLocks noChangeArrowheads="1"/>
          </p:cNvSpPr>
          <p:nvPr/>
        </p:nvSpPr>
        <p:spPr bwMode="auto">
          <a:xfrm>
            <a:off x="2261892" y="5673412"/>
            <a:ext cx="5414813"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zh-CN" altLang="en-US" sz="4000" b="1" dirty="0">
                <a:solidFill>
                  <a:srgbClr val="000066"/>
                </a:solidFill>
                <a:latin typeface="黑体" pitchFamily="2" charset="-122"/>
                <a:ea typeface="黑体" pitchFamily="2" charset="-122"/>
              </a:rPr>
              <a:t>无渗流无限长坡的分析</a:t>
            </a:r>
          </a:p>
        </p:txBody>
      </p:sp>
      <p:sp>
        <p:nvSpPr>
          <p:cNvPr id="206" name="Text Box 4"/>
          <p:cNvSpPr txBox="1">
            <a:spLocks noChangeArrowheads="1"/>
          </p:cNvSpPr>
          <p:nvPr/>
        </p:nvSpPr>
        <p:spPr bwMode="auto">
          <a:xfrm>
            <a:off x="728105" y="1577190"/>
            <a:ext cx="4853988" cy="25299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342900" indent="-342900" eaLnBrk="1" hangingPunct="1">
              <a:lnSpc>
                <a:spcPct val="120000"/>
              </a:lnSpc>
              <a:spcBef>
                <a:spcPts val="0"/>
              </a:spcBef>
              <a:spcAft>
                <a:spcPts val="0"/>
              </a:spcAft>
              <a:buClr>
                <a:srgbClr val="A50021"/>
              </a:buClr>
              <a:buSzPct val="130000"/>
              <a:buFont typeface="Wingdings" panose="05000000000000000000" pitchFamily="2" charset="2"/>
              <a:buChar char="F"/>
            </a:pPr>
            <a:r>
              <a:rPr lang="zh-CN" altLang="en-US" sz="2200" b="1" dirty="0" smtClean="0">
                <a:solidFill>
                  <a:srgbClr val="000066"/>
                </a:solidFill>
                <a:ea typeface="幼圆" pitchFamily="49" charset="-122"/>
              </a:rPr>
              <a:t>倾角为</a:t>
            </a:r>
            <a:r>
              <a:rPr kumimoji="1" lang="en-US" altLang="zh-CN" sz="2200" b="1" i="1" dirty="0" smtClean="0">
                <a:solidFill>
                  <a:srgbClr val="000066"/>
                </a:solidFill>
                <a:latin typeface="Symbol" panose="05050102010706020507" pitchFamily="18" charset="2"/>
              </a:rPr>
              <a:t>a</a:t>
            </a:r>
            <a:r>
              <a:rPr lang="zh-CN" altLang="en-US" sz="2200" b="1" dirty="0" smtClean="0">
                <a:solidFill>
                  <a:srgbClr val="000066"/>
                </a:solidFill>
                <a:ea typeface="幼圆" pitchFamily="49" charset="-122"/>
              </a:rPr>
              <a:t>无限</a:t>
            </a:r>
            <a:r>
              <a:rPr lang="zh-CN" altLang="en-US" sz="2200" b="1" dirty="0">
                <a:solidFill>
                  <a:srgbClr val="000066"/>
                </a:solidFill>
                <a:ea typeface="幼圆" pitchFamily="49" charset="-122"/>
              </a:rPr>
              <a:t>长坡，</a:t>
            </a:r>
            <a:r>
              <a:rPr lang="zh-CN" altLang="en-US" sz="2200" b="1" dirty="0" smtClean="0">
                <a:solidFill>
                  <a:srgbClr val="000066"/>
                </a:solidFill>
                <a:ea typeface="幼圆" pitchFamily="49" charset="-122"/>
              </a:rPr>
              <a:t>发生沿表面的浅层滑坡</a:t>
            </a:r>
            <a:endParaRPr lang="en-US" altLang="zh-CN" sz="2200" b="1" dirty="0" smtClean="0">
              <a:solidFill>
                <a:srgbClr val="000066"/>
              </a:solidFill>
              <a:ea typeface="幼圆" pitchFamily="49" charset="-122"/>
            </a:endParaRPr>
          </a:p>
          <a:p>
            <a:pPr marL="342900" indent="-342900" eaLnBrk="1" hangingPunct="1">
              <a:lnSpc>
                <a:spcPct val="120000"/>
              </a:lnSpc>
              <a:spcBef>
                <a:spcPts val="0"/>
              </a:spcBef>
              <a:spcAft>
                <a:spcPts val="0"/>
              </a:spcAft>
              <a:buClr>
                <a:srgbClr val="A50021"/>
              </a:buClr>
              <a:buSzPct val="130000"/>
              <a:buFont typeface="Wingdings" panose="05000000000000000000" pitchFamily="2" charset="2"/>
              <a:buChar char="F"/>
            </a:pPr>
            <a:r>
              <a:rPr lang="zh-CN" altLang="en-US" sz="2200" b="1" dirty="0" smtClean="0">
                <a:solidFill>
                  <a:srgbClr val="000066"/>
                </a:solidFill>
                <a:ea typeface="幼圆" pitchFamily="49" charset="-122"/>
              </a:rPr>
              <a:t>任</a:t>
            </a:r>
            <a:r>
              <a:rPr lang="zh-CN" altLang="en-US" sz="2200" b="1" dirty="0">
                <a:solidFill>
                  <a:srgbClr val="000066"/>
                </a:solidFill>
                <a:ea typeface="幼圆" pitchFamily="49" charset="-122"/>
              </a:rPr>
              <a:t>一竖直</a:t>
            </a:r>
            <a:r>
              <a:rPr lang="zh-CN" altLang="en-US" sz="2200" b="1" dirty="0" smtClean="0">
                <a:solidFill>
                  <a:srgbClr val="000066"/>
                </a:solidFill>
                <a:ea typeface="幼圆" pitchFamily="49" charset="-122"/>
              </a:rPr>
              <a:t>线两侧的应力状态都相同，</a:t>
            </a:r>
            <a:r>
              <a:rPr lang="zh-CN" altLang="en-US" sz="2200" b="1" dirty="0">
                <a:solidFill>
                  <a:srgbClr val="000066"/>
                </a:solidFill>
                <a:ea typeface="幼圆" pitchFamily="49" charset="-122"/>
              </a:rPr>
              <a:t>微元两侧作用力</a:t>
            </a:r>
            <a:r>
              <a:rPr lang="zh-CN" altLang="en-US" sz="2200" b="1" dirty="0" smtClean="0">
                <a:solidFill>
                  <a:srgbClr val="000066"/>
                </a:solidFill>
                <a:ea typeface="幼圆" pitchFamily="49" charset="-122"/>
              </a:rPr>
              <a:t>抵消</a:t>
            </a:r>
            <a:endParaRPr lang="en-US" altLang="zh-CN" sz="2200" b="1" dirty="0" smtClean="0">
              <a:solidFill>
                <a:srgbClr val="000066"/>
              </a:solidFill>
              <a:ea typeface="幼圆" pitchFamily="49" charset="-122"/>
            </a:endParaRPr>
          </a:p>
          <a:p>
            <a:pPr marL="342900" indent="-342900" eaLnBrk="1" hangingPunct="1">
              <a:lnSpc>
                <a:spcPct val="120000"/>
              </a:lnSpc>
              <a:spcBef>
                <a:spcPts val="0"/>
              </a:spcBef>
              <a:spcAft>
                <a:spcPts val="0"/>
              </a:spcAft>
              <a:buClr>
                <a:srgbClr val="A50021"/>
              </a:buClr>
              <a:buSzPct val="130000"/>
              <a:buFont typeface="Wingdings" panose="05000000000000000000" pitchFamily="2" charset="2"/>
              <a:buChar char="F"/>
            </a:pPr>
            <a:r>
              <a:rPr lang="zh-CN" altLang="en-US" sz="2200" b="1" dirty="0" smtClean="0">
                <a:solidFill>
                  <a:srgbClr val="000066"/>
                </a:solidFill>
                <a:ea typeface="幼圆" pitchFamily="49" charset="-122"/>
              </a:rPr>
              <a:t>和前面介绍坡面</a:t>
            </a:r>
            <a:r>
              <a:rPr lang="zh-CN" altLang="en-US" sz="2200" b="1" dirty="0">
                <a:solidFill>
                  <a:srgbClr val="000066"/>
                </a:solidFill>
                <a:ea typeface="幼圆" pitchFamily="49" charset="-122"/>
              </a:rPr>
              <a:t>土</a:t>
            </a:r>
            <a:r>
              <a:rPr lang="zh-CN" altLang="en-US" sz="2200" b="1" dirty="0" smtClean="0">
                <a:solidFill>
                  <a:srgbClr val="000066"/>
                </a:solidFill>
                <a:ea typeface="幼圆" pitchFamily="49" charset="-122"/>
              </a:rPr>
              <a:t>单元的分析完全相同</a:t>
            </a:r>
            <a:endParaRPr lang="zh-CN" altLang="en-US" sz="2200" b="1" dirty="0">
              <a:solidFill>
                <a:srgbClr val="000066"/>
              </a:solidFill>
              <a:ea typeface="幼圆" pitchFamily="49" charset="-122"/>
            </a:endParaRPr>
          </a:p>
        </p:txBody>
      </p:sp>
      <p:sp>
        <p:nvSpPr>
          <p:cNvPr id="208" name="Text Box 7"/>
          <p:cNvSpPr txBox="1">
            <a:spLocks noChangeArrowheads="1"/>
          </p:cNvSpPr>
          <p:nvPr/>
        </p:nvSpPr>
        <p:spPr bwMode="auto">
          <a:xfrm>
            <a:off x="-1" y="0"/>
            <a:ext cx="5631255"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1800" b="1" kern="900" spc="130" dirty="0" smtClean="0">
                <a:solidFill>
                  <a:srgbClr val="000066"/>
                </a:solidFill>
                <a:ea typeface="黑体" panose="02010609060101010101" pitchFamily="49" charset="-122"/>
                <a:cs typeface="Times New Roman" panose="02020603050405020304" pitchFamily="18" charset="0"/>
              </a:rPr>
              <a:t>§7.2 </a:t>
            </a:r>
            <a:r>
              <a:rPr lang="zh-CN" altLang="en-US" sz="1800" b="1" kern="900" spc="130" dirty="0">
                <a:solidFill>
                  <a:srgbClr val="000066"/>
                </a:solidFill>
                <a:ea typeface="黑体" panose="02010609060101010101" pitchFamily="49" charset="-122"/>
                <a:cs typeface="Times New Roman" panose="02020603050405020304" pitchFamily="18" charset="0"/>
              </a:rPr>
              <a:t>无黏性土坡的稳定</a:t>
            </a:r>
            <a:r>
              <a:rPr lang="zh-CN" altLang="en-US" sz="1800" b="1" kern="900" spc="130" dirty="0" smtClean="0">
                <a:solidFill>
                  <a:srgbClr val="000066"/>
                </a:solidFill>
                <a:ea typeface="黑体" panose="02010609060101010101" pitchFamily="49" charset="-122"/>
                <a:cs typeface="Times New Roman" panose="02020603050405020304" pitchFamily="18" charset="0"/>
              </a:rPr>
              <a:t>分析 </a:t>
            </a:r>
            <a:r>
              <a:rPr lang="en-US" altLang="zh-CN" sz="1800" b="1" kern="900" spc="130" dirty="0" smtClean="0">
                <a:solidFill>
                  <a:srgbClr val="000066"/>
                </a:solidFill>
                <a:ea typeface="黑体" panose="02010609060101010101" pitchFamily="49" charset="-122"/>
                <a:cs typeface="Times New Roman" panose="02020603050405020304" pitchFamily="18" charset="0"/>
              </a:rPr>
              <a:t>– </a:t>
            </a:r>
            <a:r>
              <a:rPr lang="zh-CN" altLang="en-US" sz="1800" b="1" kern="900" spc="130" dirty="0" smtClean="0">
                <a:solidFill>
                  <a:srgbClr val="000066"/>
                </a:solidFill>
                <a:ea typeface="黑体" panose="02010609060101010101" pitchFamily="49" charset="-122"/>
                <a:cs typeface="Times New Roman" panose="02020603050405020304" pitchFamily="18" charset="0"/>
              </a:rPr>
              <a:t>无</a:t>
            </a:r>
            <a:r>
              <a:rPr lang="zh-CN" altLang="en-US" sz="1800" b="1" kern="900" spc="130" dirty="0">
                <a:solidFill>
                  <a:srgbClr val="000066"/>
                </a:solidFill>
                <a:ea typeface="黑体" panose="02010609060101010101" pitchFamily="49" charset="-122"/>
                <a:cs typeface="Times New Roman" panose="02020603050405020304" pitchFamily="18" charset="0"/>
              </a:rPr>
              <a:t>渗流无限长坡</a:t>
            </a:r>
          </a:p>
        </p:txBody>
      </p:sp>
      <p:sp>
        <p:nvSpPr>
          <p:cNvPr id="222" name="Text Box 46"/>
          <p:cNvSpPr txBox="1">
            <a:spLocks noChangeArrowheads="1"/>
          </p:cNvSpPr>
          <p:nvPr/>
        </p:nvSpPr>
        <p:spPr bwMode="auto">
          <a:xfrm>
            <a:off x="363383" y="755130"/>
            <a:ext cx="429915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buFont typeface="Wingdings" pitchFamily="2" charset="2"/>
              <a:buChar char="n"/>
            </a:pPr>
            <a:r>
              <a:rPr lang="zh-CN" altLang="en-US" sz="2800" b="1" dirty="0">
                <a:solidFill>
                  <a:srgbClr val="A50021"/>
                </a:solidFill>
                <a:latin typeface="微软雅黑" panose="020B0503020204020204" pitchFamily="34" charset="-122"/>
                <a:ea typeface="微软雅黑" panose="020B0503020204020204" pitchFamily="34" charset="-122"/>
              </a:rPr>
              <a:t> </a:t>
            </a:r>
            <a:r>
              <a:rPr lang="zh-CN" altLang="en-US" sz="2800" b="1" dirty="0" smtClean="0">
                <a:solidFill>
                  <a:srgbClr val="A50021"/>
                </a:solidFill>
                <a:latin typeface="微软雅黑" panose="020B0503020204020204" pitchFamily="34" charset="-122"/>
                <a:ea typeface="微软雅黑" panose="020B0503020204020204" pitchFamily="34" charset="-122"/>
              </a:rPr>
              <a:t>破坏形式和稳定分析</a:t>
            </a:r>
            <a:endParaRPr lang="zh-CN" altLang="en-US" sz="2800" b="1" dirty="0">
              <a:solidFill>
                <a:srgbClr val="A50021"/>
              </a:solidFill>
              <a:latin typeface="微软雅黑" panose="020B0503020204020204" pitchFamily="34" charset="-122"/>
              <a:ea typeface="微软雅黑" panose="020B0503020204020204" pitchFamily="34" charset="-122"/>
            </a:endParaRPr>
          </a:p>
        </p:txBody>
      </p:sp>
      <p:sp>
        <p:nvSpPr>
          <p:cNvPr id="191" name="Line 47"/>
          <p:cNvSpPr>
            <a:spLocks noChangeShapeType="1"/>
          </p:cNvSpPr>
          <p:nvPr/>
        </p:nvSpPr>
        <p:spPr bwMode="auto">
          <a:xfrm flipH="1">
            <a:off x="5828417" y="1002777"/>
            <a:ext cx="2895600" cy="1752600"/>
          </a:xfrm>
          <a:prstGeom prst="line">
            <a:avLst/>
          </a:prstGeom>
          <a:noFill/>
          <a:ln w="19050">
            <a:solidFill>
              <a:srgbClr val="9933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8" name="Arc 52"/>
          <p:cNvSpPr>
            <a:spLocks/>
          </p:cNvSpPr>
          <p:nvPr/>
        </p:nvSpPr>
        <p:spPr bwMode="auto">
          <a:xfrm rot="996287">
            <a:off x="6262686" y="2497596"/>
            <a:ext cx="136271" cy="167926"/>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9525">
            <a:solidFill>
              <a:schemeClr val="tx1"/>
            </a:solidFill>
            <a:round/>
            <a:headEnd type="triangle" w="med" len="me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99" name="Text Box 60"/>
          <p:cNvSpPr txBox="1">
            <a:spLocks noChangeArrowheads="1"/>
          </p:cNvSpPr>
          <p:nvPr/>
        </p:nvSpPr>
        <p:spPr bwMode="auto">
          <a:xfrm>
            <a:off x="6352361" y="2261467"/>
            <a:ext cx="385763" cy="4169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2000" b="1" dirty="0">
                <a:solidFill>
                  <a:srgbClr val="0000FF"/>
                </a:solidFill>
                <a:latin typeface="Symbol" panose="05050102010706020507" pitchFamily="18" charset="2"/>
              </a:rPr>
              <a:t>a</a:t>
            </a:r>
            <a:endParaRPr kumimoji="1" lang="en-US" altLang="zh-CN" sz="2000" b="1" dirty="0">
              <a:solidFill>
                <a:srgbClr val="0000FF"/>
              </a:solidFill>
              <a:latin typeface="Times New Roman" panose="02020603050405020304" pitchFamily="18" charset="0"/>
            </a:endParaRPr>
          </a:p>
        </p:txBody>
      </p:sp>
      <p:grpSp>
        <p:nvGrpSpPr>
          <p:cNvPr id="2" name="组合 1"/>
          <p:cNvGrpSpPr/>
          <p:nvPr/>
        </p:nvGrpSpPr>
        <p:grpSpPr>
          <a:xfrm>
            <a:off x="7034287" y="1563140"/>
            <a:ext cx="1130811" cy="1434537"/>
            <a:chOff x="7034287" y="1563140"/>
            <a:chExt cx="1130811" cy="1434537"/>
          </a:xfrm>
        </p:grpSpPr>
        <p:sp>
          <p:nvSpPr>
            <p:cNvPr id="5" name="任意多边形 4"/>
            <p:cNvSpPr/>
            <p:nvPr/>
          </p:nvSpPr>
          <p:spPr bwMode="auto">
            <a:xfrm>
              <a:off x="7355730" y="1617135"/>
              <a:ext cx="352508" cy="726219"/>
            </a:xfrm>
            <a:custGeom>
              <a:avLst/>
              <a:gdLst>
                <a:gd name="connsiteX0" fmla="*/ 352508 w 352508"/>
                <a:gd name="connsiteY0" fmla="*/ 516835 h 726219"/>
                <a:gd name="connsiteX1" fmla="*/ 352508 w 352508"/>
                <a:gd name="connsiteY1" fmla="*/ 0 h 726219"/>
                <a:gd name="connsiteX2" fmla="*/ 0 w 352508"/>
                <a:gd name="connsiteY2" fmla="*/ 212035 h 726219"/>
                <a:gd name="connsiteX3" fmla="*/ 0 w 352508"/>
                <a:gd name="connsiteY3" fmla="*/ 726219 h 726219"/>
                <a:gd name="connsiteX4" fmla="*/ 352508 w 352508"/>
                <a:gd name="connsiteY4" fmla="*/ 516835 h 7262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2508" h="726219">
                  <a:moveTo>
                    <a:pt x="352508" y="516835"/>
                  </a:moveTo>
                  <a:lnTo>
                    <a:pt x="352508" y="0"/>
                  </a:lnTo>
                  <a:lnTo>
                    <a:pt x="0" y="212035"/>
                  </a:lnTo>
                  <a:lnTo>
                    <a:pt x="0" y="726219"/>
                  </a:lnTo>
                  <a:lnTo>
                    <a:pt x="352508" y="516835"/>
                  </a:lnTo>
                  <a:close/>
                </a:path>
              </a:pathLst>
            </a:custGeom>
            <a:solidFill>
              <a:schemeClr val="accent2"/>
            </a:solid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194" name="Text Box 57"/>
            <p:cNvSpPr txBox="1">
              <a:spLocks noChangeArrowheads="1"/>
            </p:cNvSpPr>
            <p:nvPr/>
          </p:nvSpPr>
          <p:spPr bwMode="auto">
            <a:xfrm>
              <a:off x="7034287" y="2408190"/>
              <a:ext cx="387350" cy="4830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2400" b="1" i="1" dirty="0">
                  <a:solidFill>
                    <a:srgbClr val="0000FF"/>
                  </a:solidFill>
                  <a:latin typeface="Times New Roman" panose="02020603050405020304" pitchFamily="18" charset="0"/>
                </a:rPr>
                <a:t>W</a:t>
              </a:r>
            </a:p>
          </p:txBody>
        </p:sp>
        <p:sp>
          <p:nvSpPr>
            <p:cNvPr id="195" name="Text Box 58"/>
            <p:cNvSpPr txBox="1">
              <a:spLocks noChangeArrowheads="1"/>
            </p:cNvSpPr>
            <p:nvPr/>
          </p:nvSpPr>
          <p:spPr bwMode="auto">
            <a:xfrm>
              <a:off x="7557133" y="2514660"/>
              <a:ext cx="387350" cy="4830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2400" b="1" i="1" dirty="0">
                  <a:solidFill>
                    <a:srgbClr val="0000FF"/>
                  </a:solidFill>
                  <a:latin typeface="Times New Roman" panose="02020603050405020304" pitchFamily="18" charset="0"/>
                </a:rPr>
                <a:t>T</a:t>
              </a:r>
            </a:p>
          </p:txBody>
        </p:sp>
        <p:sp>
          <p:nvSpPr>
            <p:cNvPr id="196" name="Text Box 59"/>
            <p:cNvSpPr txBox="1">
              <a:spLocks noChangeArrowheads="1"/>
            </p:cNvSpPr>
            <p:nvPr/>
          </p:nvSpPr>
          <p:spPr bwMode="auto">
            <a:xfrm>
              <a:off x="7779335" y="2047892"/>
              <a:ext cx="385763" cy="4830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2400" b="1" i="1" dirty="0">
                  <a:solidFill>
                    <a:srgbClr val="0000FF"/>
                  </a:solidFill>
                  <a:latin typeface="Times New Roman" panose="02020603050405020304" pitchFamily="18" charset="0"/>
                </a:rPr>
                <a:t>N</a:t>
              </a:r>
            </a:p>
          </p:txBody>
        </p:sp>
        <p:sp>
          <p:nvSpPr>
            <p:cNvPr id="202" name="Line 53"/>
            <p:cNvSpPr>
              <a:spLocks noChangeShapeType="1"/>
            </p:cNvSpPr>
            <p:nvPr/>
          </p:nvSpPr>
          <p:spPr bwMode="auto">
            <a:xfrm flipH="1">
              <a:off x="7532148" y="1960550"/>
              <a:ext cx="8810" cy="660736"/>
            </a:xfrm>
            <a:prstGeom prst="line">
              <a:avLst/>
            </a:prstGeom>
            <a:noFill/>
            <a:ln w="19050">
              <a:solidFill>
                <a:schemeClr val="tx1"/>
              </a:solidFill>
              <a:round/>
              <a:headEnd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3" name="Line 54"/>
            <p:cNvSpPr>
              <a:spLocks noChangeShapeType="1"/>
            </p:cNvSpPr>
            <p:nvPr/>
          </p:nvSpPr>
          <p:spPr bwMode="auto">
            <a:xfrm>
              <a:off x="7541646" y="1955785"/>
              <a:ext cx="270741" cy="501976"/>
            </a:xfrm>
            <a:prstGeom prst="line">
              <a:avLst/>
            </a:prstGeom>
            <a:noFill/>
            <a:ln w="19050">
              <a:solidFill>
                <a:schemeClr val="tx1"/>
              </a:solidFill>
              <a:round/>
              <a:headEnd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4" name="Line 55"/>
            <p:cNvSpPr>
              <a:spLocks noChangeShapeType="1"/>
            </p:cNvSpPr>
            <p:nvPr/>
          </p:nvSpPr>
          <p:spPr bwMode="auto">
            <a:xfrm flipH="1">
              <a:off x="7537518" y="2482650"/>
              <a:ext cx="296276" cy="173534"/>
            </a:xfrm>
            <a:prstGeom prst="line">
              <a:avLst/>
            </a:prstGeom>
            <a:noFill/>
            <a:ln w="19050">
              <a:solidFill>
                <a:schemeClr val="tx1"/>
              </a:solidFill>
              <a:round/>
              <a:headEnd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6" name="Text Box 74"/>
            <p:cNvSpPr txBox="1">
              <a:spLocks noChangeArrowheads="1"/>
            </p:cNvSpPr>
            <p:nvPr/>
          </p:nvSpPr>
          <p:spPr bwMode="auto">
            <a:xfrm>
              <a:off x="7384222" y="1563140"/>
              <a:ext cx="387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2400" b="1" dirty="0">
                  <a:solidFill>
                    <a:srgbClr val="0000FF"/>
                  </a:solidFill>
                  <a:latin typeface="Times New Roman" panose="02020603050405020304" pitchFamily="18" charset="0"/>
                </a:rPr>
                <a:t>A</a:t>
              </a:r>
            </a:p>
          </p:txBody>
        </p:sp>
      </p:grpSp>
      <p:cxnSp>
        <p:nvCxnSpPr>
          <p:cNvPr id="4" name="直接连接符 3"/>
          <p:cNvCxnSpPr/>
          <p:nvPr/>
        </p:nvCxnSpPr>
        <p:spPr bwMode="auto">
          <a:xfrm>
            <a:off x="5970147" y="2677232"/>
            <a:ext cx="620725" cy="0"/>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3" name="组合 2"/>
          <p:cNvGrpSpPr/>
          <p:nvPr/>
        </p:nvGrpSpPr>
        <p:grpSpPr>
          <a:xfrm>
            <a:off x="7295476" y="3381992"/>
            <a:ext cx="898738" cy="1408627"/>
            <a:chOff x="7295476" y="3381992"/>
            <a:chExt cx="898738" cy="1408627"/>
          </a:xfrm>
        </p:grpSpPr>
        <p:sp>
          <p:nvSpPr>
            <p:cNvPr id="33" name="任意多边形 32"/>
            <p:cNvSpPr/>
            <p:nvPr/>
          </p:nvSpPr>
          <p:spPr bwMode="auto">
            <a:xfrm>
              <a:off x="7295476" y="3381992"/>
              <a:ext cx="519454" cy="1070153"/>
            </a:xfrm>
            <a:custGeom>
              <a:avLst/>
              <a:gdLst>
                <a:gd name="connsiteX0" fmla="*/ 352508 w 352508"/>
                <a:gd name="connsiteY0" fmla="*/ 516835 h 726219"/>
                <a:gd name="connsiteX1" fmla="*/ 352508 w 352508"/>
                <a:gd name="connsiteY1" fmla="*/ 0 h 726219"/>
                <a:gd name="connsiteX2" fmla="*/ 0 w 352508"/>
                <a:gd name="connsiteY2" fmla="*/ 212035 h 726219"/>
                <a:gd name="connsiteX3" fmla="*/ 0 w 352508"/>
                <a:gd name="connsiteY3" fmla="*/ 726219 h 726219"/>
                <a:gd name="connsiteX4" fmla="*/ 352508 w 352508"/>
                <a:gd name="connsiteY4" fmla="*/ 516835 h 7262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2508" h="726219">
                  <a:moveTo>
                    <a:pt x="352508" y="516835"/>
                  </a:moveTo>
                  <a:lnTo>
                    <a:pt x="352508" y="0"/>
                  </a:lnTo>
                  <a:lnTo>
                    <a:pt x="0" y="212035"/>
                  </a:lnTo>
                  <a:lnTo>
                    <a:pt x="0" y="726219"/>
                  </a:lnTo>
                  <a:lnTo>
                    <a:pt x="352508" y="516835"/>
                  </a:lnTo>
                  <a:close/>
                </a:path>
              </a:pathLst>
            </a:custGeom>
            <a:solidFill>
              <a:schemeClr val="accent2"/>
            </a:solidFill>
            <a:ln w="12700" cap="flat" cmpd="sng" algn="ctr">
              <a:solidFill>
                <a:schemeClr val="tx1"/>
              </a:solid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34" name="Text Box 57"/>
            <p:cNvSpPr txBox="1">
              <a:spLocks noChangeArrowheads="1"/>
            </p:cNvSpPr>
            <p:nvPr/>
          </p:nvSpPr>
          <p:spPr bwMode="auto">
            <a:xfrm>
              <a:off x="7393975" y="3508836"/>
              <a:ext cx="387350" cy="4178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2000" b="1" i="1" dirty="0">
                  <a:solidFill>
                    <a:schemeClr val="tx1"/>
                  </a:solidFill>
                  <a:latin typeface="Times New Roman" panose="02020603050405020304" pitchFamily="18" charset="0"/>
                </a:rPr>
                <a:t>W</a:t>
              </a:r>
            </a:p>
          </p:txBody>
        </p:sp>
        <p:sp>
          <p:nvSpPr>
            <p:cNvPr id="35" name="Text Box 58"/>
            <p:cNvSpPr txBox="1">
              <a:spLocks noChangeArrowheads="1"/>
            </p:cNvSpPr>
            <p:nvPr/>
          </p:nvSpPr>
          <p:spPr bwMode="auto">
            <a:xfrm>
              <a:off x="7766162" y="3894760"/>
              <a:ext cx="387350" cy="4830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2400" b="1" i="1" dirty="0" smtClean="0">
                  <a:solidFill>
                    <a:srgbClr val="A50021"/>
                  </a:solidFill>
                  <a:latin typeface="Times New Roman" panose="02020603050405020304" pitchFamily="18" charset="0"/>
                </a:rPr>
                <a:t>R</a:t>
              </a:r>
              <a:endParaRPr kumimoji="1" lang="en-US" altLang="zh-CN" sz="2400" b="1" i="1" dirty="0">
                <a:solidFill>
                  <a:srgbClr val="A50021"/>
                </a:solidFill>
                <a:latin typeface="Times New Roman" panose="02020603050405020304" pitchFamily="18" charset="0"/>
              </a:endParaRPr>
            </a:p>
          </p:txBody>
        </p:sp>
        <p:sp>
          <p:nvSpPr>
            <p:cNvPr id="36" name="Text Box 59"/>
            <p:cNvSpPr txBox="1">
              <a:spLocks noChangeArrowheads="1"/>
            </p:cNvSpPr>
            <p:nvPr/>
          </p:nvSpPr>
          <p:spPr bwMode="auto">
            <a:xfrm>
              <a:off x="7808451" y="4289165"/>
              <a:ext cx="385763" cy="4830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2400" b="1" i="1" dirty="0">
                  <a:solidFill>
                    <a:srgbClr val="006600"/>
                  </a:solidFill>
                  <a:latin typeface="Times New Roman" panose="02020603050405020304" pitchFamily="18" charset="0"/>
                </a:rPr>
                <a:t>N</a:t>
              </a:r>
            </a:p>
          </p:txBody>
        </p:sp>
        <p:sp>
          <p:nvSpPr>
            <p:cNvPr id="37" name="Line 53"/>
            <p:cNvSpPr>
              <a:spLocks noChangeShapeType="1"/>
            </p:cNvSpPr>
            <p:nvPr/>
          </p:nvSpPr>
          <p:spPr bwMode="auto">
            <a:xfrm flipH="1">
              <a:off x="7535689" y="3877955"/>
              <a:ext cx="8810" cy="660736"/>
            </a:xfrm>
            <a:prstGeom prst="line">
              <a:avLst/>
            </a:prstGeom>
            <a:noFill/>
            <a:ln w="19050">
              <a:solidFill>
                <a:schemeClr val="tx1"/>
              </a:solidFill>
              <a:round/>
              <a:headEnd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8" name="Line 54"/>
            <p:cNvSpPr>
              <a:spLocks noChangeShapeType="1"/>
            </p:cNvSpPr>
            <p:nvPr/>
          </p:nvSpPr>
          <p:spPr bwMode="auto">
            <a:xfrm rot="10800000">
              <a:off x="7651512" y="4362287"/>
              <a:ext cx="231021" cy="428332"/>
            </a:xfrm>
            <a:prstGeom prst="line">
              <a:avLst/>
            </a:prstGeom>
            <a:noFill/>
            <a:ln w="19050">
              <a:solidFill>
                <a:srgbClr val="006600"/>
              </a:solidFill>
              <a:round/>
              <a:headEnd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9" name="Line 55"/>
            <p:cNvSpPr>
              <a:spLocks noChangeShapeType="1"/>
            </p:cNvSpPr>
            <p:nvPr/>
          </p:nvSpPr>
          <p:spPr bwMode="auto">
            <a:xfrm rot="10800000" flipH="1">
              <a:off x="7386835" y="4244420"/>
              <a:ext cx="415741" cy="243507"/>
            </a:xfrm>
            <a:prstGeom prst="line">
              <a:avLst/>
            </a:prstGeom>
            <a:noFill/>
            <a:ln w="19050">
              <a:solidFill>
                <a:srgbClr val="A50021"/>
              </a:solidFill>
              <a:round/>
              <a:headEnd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a:ln>
                  <a:solidFill>
                    <a:srgbClr val="C00000"/>
                  </a:solidFill>
                </a:ln>
              </a:endParaRPr>
            </a:p>
          </p:txBody>
        </p:sp>
      </p:grpSp>
      <p:sp>
        <p:nvSpPr>
          <p:cNvPr id="40" name="Text Box 4"/>
          <p:cNvSpPr txBox="1">
            <a:spLocks noChangeArrowheads="1"/>
          </p:cNvSpPr>
          <p:nvPr/>
        </p:nvSpPr>
        <p:spPr bwMode="auto">
          <a:xfrm>
            <a:off x="1744097" y="4225986"/>
            <a:ext cx="1690685" cy="8660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20000"/>
              </a:lnSpc>
              <a:buClr>
                <a:srgbClr val="A50021"/>
              </a:buClr>
            </a:pPr>
            <a:r>
              <a:rPr lang="zh-CN" altLang="en-US" sz="2200" b="1" dirty="0">
                <a:solidFill>
                  <a:srgbClr val="A50021"/>
                </a:solidFill>
                <a:ea typeface="幼圆" pitchFamily="49" charset="-122"/>
              </a:rPr>
              <a:t>抗滑</a:t>
            </a:r>
            <a:r>
              <a:rPr lang="zh-CN" altLang="en-US" sz="2200" b="1" dirty="0" smtClean="0">
                <a:solidFill>
                  <a:srgbClr val="A50021"/>
                </a:solidFill>
                <a:ea typeface="幼圆" pitchFamily="49" charset="-122"/>
              </a:rPr>
              <a:t>稳定安全系数</a:t>
            </a:r>
            <a:r>
              <a:rPr lang="en-US" altLang="zh-CN" sz="2200" b="1" i="1" dirty="0" smtClean="0">
                <a:solidFill>
                  <a:srgbClr val="A50021"/>
                </a:solidFill>
                <a:ea typeface="幼圆" pitchFamily="49" charset="-122"/>
              </a:rPr>
              <a:t>F</a:t>
            </a:r>
            <a:r>
              <a:rPr lang="en-US" altLang="zh-CN" sz="2200" b="1" i="1" baseline="-25000" dirty="0" smtClean="0">
                <a:solidFill>
                  <a:srgbClr val="A50021"/>
                </a:solidFill>
                <a:ea typeface="幼圆" pitchFamily="49" charset="-122"/>
              </a:rPr>
              <a:t>s</a:t>
            </a:r>
            <a:r>
              <a:rPr lang="zh-CN" altLang="en-US" sz="2200" b="1" dirty="0" smtClean="0">
                <a:solidFill>
                  <a:srgbClr val="A50021"/>
                </a:solidFill>
                <a:ea typeface="幼圆" pitchFamily="49" charset="-122"/>
              </a:rPr>
              <a:t>：</a:t>
            </a:r>
            <a:endParaRPr lang="zh-CN" altLang="en-US" sz="2200" b="1" dirty="0">
              <a:solidFill>
                <a:srgbClr val="A50021"/>
              </a:solidFill>
              <a:ea typeface="幼圆" pitchFamily="49" charset="-122"/>
            </a:endParaRPr>
          </a:p>
        </p:txBody>
      </p:sp>
      <p:graphicFrame>
        <p:nvGraphicFramePr>
          <p:cNvPr id="41" name="Object 23"/>
          <p:cNvGraphicFramePr>
            <a:graphicFrameLocks noChangeAspect="1"/>
          </p:cNvGraphicFramePr>
          <p:nvPr>
            <p:extLst>
              <p:ext uri="{D42A27DB-BD31-4B8C-83A1-F6EECF244321}">
                <p14:modId xmlns:p14="http://schemas.microsoft.com/office/powerpoint/2010/main" val="3619413892"/>
              </p:ext>
            </p:extLst>
          </p:nvPr>
        </p:nvGraphicFramePr>
        <p:xfrm>
          <a:off x="3620957" y="4285226"/>
          <a:ext cx="2814638" cy="808038"/>
        </p:xfrm>
        <a:graphic>
          <a:graphicData uri="http://schemas.openxmlformats.org/presentationml/2006/ole">
            <mc:AlternateContent xmlns:mc="http://schemas.openxmlformats.org/markup-compatibility/2006">
              <mc:Choice xmlns:v="urn:schemas-microsoft-com:vml" Requires="v">
                <p:oleObj spid="_x0000_s1752395" name="Equation" r:id="rId4" imgW="1460160" imgH="419040" progId="Equation.DSMT4">
                  <p:embed/>
                </p:oleObj>
              </mc:Choice>
              <mc:Fallback>
                <p:oleObj name="Equation" r:id="rId4" imgW="1460160" imgH="419040" progId="Equation.DSMT4">
                  <p:embed/>
                  <p:pic>
                    <p:nvPicPr>
                      <p:cNvPr id="207" name="Object 23"/>
                      <p:cNvPicPr>
                        <a:picLocks noChangeAspect="1" noChangeArrowheads="1"/>
                      </p:cNvPicPr>
                      <p:nvPr/>
                    </p:nvPicPr>
                    <p:blipFill>
                      <a:blip r:embed="rId5"/>
                      <a:srcRect/>
                      <a:stretch>
                        <a:fillRect/>
                      </a:stretch>
                    </p:blipFill>
                    <p:spPr bwMode="auto">
                      <a:xfrm>
                        <a:off x="3620957" y="4285226"/>
                        <a:ext cx="2814638" cy="808038"/>
                      </a:xfrm>
                      <a:prstGeom prst="rect">
                        <a:avLst/>
                      </a:prstGeom>
                      <a:noFill/>
                      <a:ln>
                        <a:noFill/>
                      </a:ln>
                      <a:effectLst/>
                    </p:spPr>
                  </p:pic>
                </p:oleObj>
              </mc:Fallback>
            </mc:AlternateContent>
          </a:graphicData>
        </a:graphic>
      </p:graphicFrame>
      <p:cxnSp>
        <p:nvCxnSpPr>
          <p:cNvPr id="42" name="直接箭头连接符 41"/>
          <p:cNvCxnSpPr/>
          <p:nvPr/>
        </p:nvCxnSpPr>
        <p:spPr>
          <a:xfrm flipV="1">
            <a:off x="8311661" y="1284266"/>
            <a:ext cx="473726" cy="264404"/>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3" name="Rectangle 1042"/>
          <p:cNvSpPr>
            <a:spLocks noChangeArrowheads="1"/>
          </p:cNvSpPr>
          <p:nvPr/>
        </p:nvSpPr>
        <p:spPr bwMode="auto">
          <a:xfrm rot="-1500000">
            <a:off x="8608573" y="1173178"/>
            <a:ext cx="400413" cy="5170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spcBef>
                <a:spcPct val="20000"/>
              </a:spcBef>
            </a:pPr>
            <a:r>
              <a:rPr lang="en-US" altLang="zh-CN" sz="2400" b="1" dirty="0" smtClean="0">
                <a:solidFill>
                  <a:srgbClr val="C00000"/>
                </a:solidFill>
                <a:latin typeface="微软雅黑" pitchFamily="34" charset="-122"/>
                <a:ea typeface="微软雅黑" pitchFamily="34" charset="-122"/>
                <a:sym typeface="Symbol"/>
              </a:rPr>
              <a:t></a:t>
            </a:r>
            <a:endParaRPr lang="en-US" altLang="zh-CN" sz="2400" b="1" dirty="0">
              <a:solidFill>
                <a:srgbClr val="C00000"/>
              </a:solidFill>
              <a:latin typeface="微软雅黑" pitchFamily="34" charset="-122"/>
              <a:ea typeface="微软雅黑" pitchFamily="34" charset="-122"/>
            </a:endParaRPr>
          </a:p>
        </p:txBody>
      </p:sp>
      <p:cxnSp>
        <p:nvCxnSpPr>
          <p:cNvPr id="44" name="直接箭头连接符 43"/>
          <p:cNvCxnSpPr/>
          <p:nvPr/>
        </p:nvCxnSpPr>
        <p:spPr>
          <a:xfrm flipH="1">
            <a:off x="5884982" y="2782233"/>
            <a:ext cx="383754" cy="233191"/>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5" name="Rectangle 1042"/>
          <p:cNvSpPr>
            <a:spLocks noChangeArrowheads="1"/>
          </p:cNvSpPr>
          <p:nvPr/>
        </p:nvSpPr>
        <p:spPr bwMode="auto">
          <a:xfrm rot="-1500000">
            <a:off x="5794102" y="2922588"/>
            <a:ext cx="400413" cy="5170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spcBef>
                <a:spcPct val="20000"/>
              </a:spcBef>
            </a:pPr>
            <a:r>
              <a:rPr lang="en-US" altLang="zh-CN" sz="2400" b="1" dirty="0" smtClean="0">
                <a:solidFill>
                  <a:srgbClr val="C00000"/>
                </a:solidFill>
                <a:latin typeface="微软雅黑" pitchFamily="34" charset="-122"/>
                <a:ea typeface="微软雅黑" pitchFamily="34" charset="-122"/>
                <a:sym typeface="Symbol"/>
              </a:rPr>
              <a:t></a:t>
            </a:r>
            <a:endParaRPr lang="en-US" altLang="zh-CN" sz="2400" b="1" dirty="0">
              <a:solidFill>
                <a:srgbClr val="C00000"/>
              </a:solidFill>
              <a:latin typeface="微软雅黑" pitchFamily="34" charset="-122"/>
              <a:ea typeface="微软雅黑" pitchFamily="34" charset="-122"/>
            </a:endParaRPr>
          </a:p>
        </p:txBody>
      </p:sp>
    </p:spTree>
    <p:extLst>
      <p:ext uri="{BB962C8B-B14F-4D97-AF65-F5344CB8AC3E}">
        <p14:creationId xmlns:p14="http://schemas.microsoft.com/office/powerpoint/2010/main" val="2056460657"/>
      </p:ext>
    </p:extLst>
  </p:cSld>
  <p:clrMapOvr>
    <a:masterClrMapping/>
  </p:clrMapOvr>
  <p:transition spd="med">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06">
                                            <p:txEl>
                                              <p:pRg st="0" end="0"/>
                                            </p:txEl>
                                          </p:spTgt>
                                        </p:tgtEl>
                                        <p:attrNameLst>
                                          <p:attrName>style.visibility</p:attrName>
                                        </p:attrNameLst>
                                      </p:cBhvr>
                                      <p:to>
                                        <p:strVal val="visible"/>
                                      </p:to>
                                    </p:set>
                                    <p:animEffect transition="in" filter="wipe(left)">
                                      <p:cBhvr>
                                        <p:cTn id="7" dur="500"/>
                                        <p:tgtEl>
                                          <p:spTgt spid="20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06">
                                            <p:txEl>
                                              <p:pRg st="1" end="1"/>
                                            </p:txEl>
                                          </p:spTgt>
                                        </p:tgtEl>
                                        <p:attrNameLst>
                                          <p:attrName>style.visibility</p:attrName>
                                        </p:attrNameLst>
                                      </p:cBhvr>
                                      <p:to>
                                        <p:strVal val="visible"/>
                                      </p:to>
                                    </p:set>
                                    <p:animEffect transition="in" filter="wipe(left)">
                                      <p:cBhvr>
                                        <p:cTn id="12" dur="500"/>
                                        <p:tgtEl>
                                          <p:spTgt spid="20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06">
                                            <p:txEl>
                                              <p:pRg st="2" end="2"/>
                                            </p:txEl>
                                          </p:spTgt>
                                        </p:tgtEl>
                                        <p:attrNameLst>
                                          <p:attrName>style.visibility</p:attrName>
                                        </p:attrNameLst>
                                      </p:cBhvr>
                                      <p:to>
                                        <p:strVal val="visible"/>
                                      </p:to>
                                    </p:set>
                                    <p:animEffect transition="in" filter="wipe(left)">
                                      <p:cBhvr>
                                        <p:cTn id="17" dur="500"/>
                                        <p:tgtEl>
                                          <p:spTgt spid="206">
                                            <p:txEl>
                                              <p:pRg st="2" end="2"/>
                                            </p:txEl>
                                          </p:spTgt>
                                        </p:tgtEl>
                                      </p:cBhvr>
                                    </p:animEffect>
                                  </p:childTnLst>
                                </p:cTn>
                              </p:par>
                            </p:childTnLst>
                          </p:cTn>
                        </p:par>
                        <p:par>
                          <p:cTn id="18" fill="hold">
                            <p:stCondLst>
                              <p:cond delay="500"/>
                            </p:stCondLst>
                            <p:childTnLst>
                              <p:par>
                                <p:cTn id="19" presetID="22" presetClass="entr" presetSubtype="1" fill="hold" nodeType="afterEffect">
                                  <p:stCondLst>
                                    <p:cond delay="0"/>
                                  </p:stCondLst>
                                  <p:childTnLst>
                                    <p:set>
                                      <p:cBhvr>
                                        <p:cTn id="20" dur="1" fill="hold">
                                          <p:stCondLst>
                                            <p:cond delay="0"/>
                                          </p:stCondLst>
                                        </p:cTn>
                                        <p:tgtEl>
                                          <p:spTgt spid="2"/>
                                        </p:tgtEl>
                                        <p:attrNameLst>
                                          <p:attrName>style.visibility</p:attrName>
                                        </p:attrNameLst>
                                      </p:cBhvr>
                                      <p:to>
                                        <p:strVal val="visible"/>
                                      </p:to>
                                    </p:set>
                                    <p:animEffect transition="in" filter="wipe(up)">
                                      <p:cBhvr>
                                        <p:cTn id="21" dur="500"/>
                                        <p:tgtEl>
                                          <p:spTgt spid="2"/>
                                        </p:tgtEl>
                                      </p:cBhvr>
                                    </p:animEffect>
                                  </p:childTnLst>
                                </p:cTn>
                              </p:par>
                            </p:childTnLst>
                          </p:cTn>
                        </p:par>
                        <p:par>
                          <p:cTn id="22" fill="hold">
                            <p:stCondLst>
                              <p:cond delay="1000"/>
                            </p:stCondLst>
                            <p:childTnLst>
                              <p:par>
                                <p:cTn id="23" presetID="22" presetClass="entr" presetSubtype="1" fill="hold" nodeType="afterEffect">
                                  <p:stCondLst>
                                    <p:cond delay="0"/>
                                  </p:stCondLst>
                                  <p:childTnLst>
                                    <p:set>
                                      <p:cBhvr>
                                        <p:cTn id="24" dur="1" fill="hold">
                                          <p:stCondLst>
                                            <p:cond delay="0"/>
                                          </p:stCondLst>
                                        </p:cTn>
                                        <p:tgtEl>
                                          <p:spTgt spid="3"/>
                                        </p:tgtEl>
                                        <p:attrNameLst>
                                          <p:attrName>style.visibility</p:attrName>
                                        </p:attrNameLst>
                                      </p:cBhvr>
                                      <p:to>
                                        <p:strVal val="visible"/>
                                      </p:to>
                                    </p:set>
                                    <p:animEffect transition="in" filter="wipe(up)">
                                      <p:cBhvr>
                                        <p:cTn id="25" dur="500"/>
                                        <p:tgtEl>
                                          <p:spTgt spid="3"/>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82"/>
                                        </p:tgtEl>
                                        <p:attrNameLst>
                                          <p:attrName>style.visibility</p:attrName>
                                        </p:attrNameLst>
                                      </p:cBhvr>
                                      <p:to>
                                        <p:strVal val="visible"/>
                                      </p:to>
                                    </p:set>
                                    <p:animEffect transition="in" filter="wipe(left)">
                                      <p:cBhvr>
                                        <p:cTn id="30" dur="1000"/>
                                        <p:tgtEl>
                                          <p:spTgt spid="82"/>
                                        </p:tgtEl>
                                      </p:cBhvr>
                                    </p:animEffect>
                                  </p:childTnLst>
                                </p:cTn>
                              </p:par>
                            </p:childTnLst>
                          </p:cTn>
                        </p:par>
                        <p:par>
                          <p:cTn id="31" fill="hold">
                            <p:stCondLst>
                              <p:cond delay="1000"/>
                            </p:stCondLst>
                            <p:childTnLst>
                              <p:par>
                                <p:cTn id="32" presetID="22" presetClass="entr" presetSubtype="8" fill="hold" grpId="0" nodeType="afterEffect">
                                  <p:stCondLst>
                                    <p:cond delay="0"/>
                                  </p:stCondLst>
                                  <p:childTnLst>
                                    <p:set>
                                      <p:cBhvr>
                                        <p:cTn id="33" dur="1" fill="hold">
                                          <p:stCondLst>
                                            <p:cond delay="0"/>
                                          </p:stCondLst>
                                        </p:cTn>
                                        <p:tgtEl>
                                          <p:spTgt spid="40"/>
                                        </p:tgtEl>
                                        <p:attrNameLst>
                                          <p:attrName>style.visibility</p:attrName>
                                        </p:attrNameLst>
                                      </p:cBhvr>
                                      <p:to>
                                        <p:strVal val="visible"/>
                                      </p:to>
                                    </p:set>
                                    <p:animEffect transition="in" filter="wipe(left)">
                                      <p:cBhvr>
                                        <p:cTn id="34" dur="500"/>
                                        <p:tgtEl>
                                          <p:spTgt spid="40"/>
                                        </p:tgtEl>
                                      </p:cBhvr>
                                    </p:animEffect>
                                  </p:childTnLst>
                                </p:cTn>
                              </p:par>
                            </p:childTnLst>
                          </p:cTn>
                        </p:par>
                        <p:par>
                          <p:cTn id="35" fill="hold">
                            <p:stCondLst>
                              <p:cond delay="1500"/>
                            </p:stCondLst>
                            <p:childTnLst>
                              <p:par>
                                <p:cTn id="36" presetID="21" presetClass="entr" presetSubtype="1" fill="hold" nodeType="afterEffect">
                                  <p:stCondLst>
                                    <p:cond delay="0"/>
                                  </p:stCondLst>
                                  <p:childTnLst>
                                    <p:set>
                                      <p:cBhvr>
                                        <p:cTn id="37" dur="1" fill="hold">
                                          <p:stCondLst>
                                            <p:cond delay="0"/>
                                          </p:stCondLst>
                                        </p:cTn>
                                        <p:tgtEl>
                                          <p:spTgt spid="41"/>
                                        </p:tgtEl>
                                        <p:attrNameLst>
                                          <p:attrName>style.visibility</p:attrName>
                                        </p:attrNameLst>
                                      </p:cBhvr>
                                      <p:to>
                                        <p:strVal val="visible"/>
                                      </p:to>
                                    </p:set>
                                    <p:animEffect transition="in" filter="wheel(1)">
                                      <p:cBhvr>
                                        <p:cTn id="38" dur="20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 grpId="0" animBg="1"/>
      <p:bldP spid="206" grpId="0" uiExpand="1" build="p"/>
      <p:bldP spid="40"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 name="任意多边形 102"/>
          <p:cNvSpPr/>
          <p:nvPr/>
        </p:nvSpPr>
        <p:spPr bwMode="auto">
          <a:xfrm>
            <a:off x="5667361" y="733913"/>
            <a:ext cx="3166044" cy="2130077"/>
          </a:xfrm>
          <a:custGeom>
            <a:avLst/>
            <a:gdLst>
              <a:gd name="connsiteX0" fmla="*/ 0 w 3166044"/>
              <a:gd name="connsiteY0" fmla="*/ 1738946 h 2130077"/>
              <a:gd name="connsiteX1" fmla="*/ 2891195 w 3166044"/>
              <a:gd name="connsiteY1" fmla="*/ 0 h 2130077"/>
              <a:gd name="connsiteX2" fmla="*/ 3166044 w 3166044"/>
              <a:gd name="connsiteY2" fmla="*/ 433415 h 2130077"/>
              <a:gd name="connsiteX3" fmla="*/ 2727343 w 3166044"/>
              <a:gd name="connsiteY3" fmla="*/ 724121 h 2130077"/>
              <a:gd name="connsiteX4" fmla="*/ 2230502 w 3166044"/>
              <a:gd name="connsiteY4" fmla="*/ 1014826 h 2130077"/>
              <a:gd name="connsiteX5" fmla="*/ 1638520 w 3166044"/>
              <a:gd name="connsiteY5" fmla="*/ 1347815 h 2130077"/>
              <a:gd name="connsiteX6" fmla="*/ 1035967 w 3166044"/>
              <a:gd name="connsiteY6" fmla="*/ 1738946 h 2130077"/>
              <a:gd name="connsiteX7" fmla="*/ 597267 w 3166044"/>
              <a:gd name="connsiteY7" fmla="*/ 1987367 h 2130077"/>
              <a:gd name="connsiteX8" fmla="*/ 332989 w 3166044"/>
              <a:gd name="connsiteY8" fmla="*/ 2130077 h 2130077"/>
              <a:gd name="connsiteX9" fmla="*/ 0 w 3166044"/>
              <a:gd name="connsiteY9" fmla="*/ 1738946 h 21300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166044" h="2130077">
                <a:moveTo>
                  <a:pt x="0" y="1738946"/>
                </a:moveTo>
                <a:lnTo>
                  <a:pt x="2891195" y="0"/>
                </a:lnTo>
                <a:lnTo>
                  <a:pt x="3166044" y="433415"/>
                </a:lnTo>
                <a:lnTo>
                  <a:pt x="2727343" y="724121"/>
                </a:lnTo>
                <a:lnTo>
                  <a:pt x="2230502" y="1014826"/>
                </a:lnTo>
                <a:lnTo>
                  <a:pt x="1638520" y="1347815"/>
                </a:lnTo>
                <a:lnTo>
                  <a:pt x="1035967" y="1738946"/>
                </a:lnTo>
                <a:lnTo>
                  <a:pt x="597267" y="1987367"/>
                </a:lnTo>
                <a:lnTo>
                  <a:pt x="332989" y="2130077"/>
                </a:lnTo>
                <a:lnTo>
                  <a:pt x="0" y="1738946"/>
                </a:lnTo>
                <a:close/>
              </a:path>
            </a:pathLst>
          </a:custGeom>
          <a:pattFill prst="smConfetti">
            <a:fgClr>
              <a:schemeClr val="tx1"/>
            </a:fgClr>
            <a:bgClr>
              <a:srgbClr val="CCECFF"/>
            </a:bgClr>
          </a:pattFill>
          <a:ln w="12700" cap="flat" cmpd="sng" algn="ctr">
            <a:no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6"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26</a:t>
            </a:fld>
            <a:endParaRPr lang="zh-CN" altLang="en-US" dirty="0">
              <a:solidFill>
                <a:srgbClr val="C00000"/>
              </a:solidFill>
            </a:endParaRPr>
          </a:p>
        </p:txBody>
      </p:sp>
      <p:sp>
        <p:nvSpPr>
          <p:cNvPr id="206" name="Text Box 4"/>
          <p:cNvSpPr txBox="1">
            <a:spLocks noChangeArrowheads="1"/>
          </p:cNvSpPr>
          <p:nvPr/>
        </p:nvSpPr>
        <p:spPr bwMode="auto">
          <a:xfrm>
            <a:off x="841318" y="1524027"/>
            <a:ext cx="4714752" cy="2936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342900" indent="-342900" eaLnBrk="1" hangingPunct="1">
              <a:lnSpc>
                <a:spcPct val="120000"/>
              </a:lnSpc>
              <a:spcBef>
                <a:spcPts val="0"/>
              </a:spcBef>
              <a:spcAft>
                <a:spcPts val="0"/>
              </a:spcAft>
              <a:buClr>
                <a:srgbClr val="A50021"/>
              </a:buClr>
              <a:buSzPct val="130000"/>
              <a:buFont typeface="Wingdings" panose="05000000000000000000" pitchFamily="2" charset="2"/>
              <a:buChar char="F"/>
            </a:pPr>
            <a:r>
              <a:rPr lang="zh-CN" altLang="en-US" sz="2200" b="1" dirty="0">
                <a:solidFill>
                  <a:srgbClr val="000066"/>
                </a:solidFill>
                <a:ea typeface="幼圆" pitchFamily="49" charset="-122"/>
              </a:rPr>
              <a:t>由于降雨等原因在无限长坡内形成沿坡渗流</a:t>
            </a:r>
          </a:p>
          <a:p>
            <a:pPr marL="342900" indent="-342900" eaLnBrk="1" hangingPunct="1">
              <a:lnSpc>
                <a:spcPct val="120000"/>
              </a:lnSpc>
              <a:spcBef>
                <a:spcPts val="0"/>
              </a:spcBef>
              <a:spcAft>
                <a:spcPts val="0"/>
              </a:spcAft>
              <a:buClr>
                <a:srgbClr val="A50021"/>
              </a:buClr>
              <a:buSzPct val="130000"/>
              <a:buFont typeface="Wingdings" panose="05000000000000000000" pitchFamily="2" charset="2"/>
              <a:buChar char="F"/>
            </a:pPr>
            <a:r>
              <a:rPr lang="zh-CN" altLang="en-US" sz="2200" b="1" dirty="0">
                <a:solidFill>
                  <a:srgbClr val="000066"/>
                </a:solidFill>
                <a:ea typeface="幼圆" pitchFamily="49" charset="-122"/>
              </a:rPr>
              <a:t>水力坡降：</a:t>
            </a:r>
            <a:r>
              <a:rPr lang="en-US" altLang="zh-CN" sz="2200" b="1" i="1" dirty="0" err="1">
                <a:solidFill>
                  <a:srgbClr val="000066"/>
                </a:solidFill>
                <a:ea typeface="幼圆" pitchFamily="49" charset="-122"/>
              </a:rPr>
              <a:t>i</a:t>
            </a:r>
            <a:r>
              <a:rPr lang="en-US" altLang="zh-CN" sz="2200" b="1" dirty="0">
                <a:solidFill>
                  <a:srgbClr val="000066"/>
                </a:solidFill>
                <a:ea typeface="幼圆" pitchFamily="49" charset="-122"/>
              </a:rPr>
              <a:t> = </a:t>
            </a:r>
            <a:r>
              <a:rPr lang="en-US" altLang="zh-CN" sz="2200" b="1" dirty="0">
                <a:solidFill>
                  <a:srgbClr val="000066"/>
                </a:solidFill>
                <a:ea typeface="幼圆" pitchFamily="49" charset="-122"/>
                <a:sym typeface="Symbol" panose="05050102010706020507" pitchFamily="18" charset="2"/>
              </a:rPr>
              <a:t></a:t>
            </a:r>
            <a:r>
              <a:rPr lang="en-US" altLang="zh-CN" sz="2200" b="1" i="1" dirty="0">
                <a:solidFill>
                  <a:srgbClr val="000066"/>
                </a:solidFill>
                <a:ea typeface="幼圆" pitchFamily="49" charset="-122"/>
                <a:sym typeface="Symbol" panose="05050102010706020507" pitchFamily="18" charset="2"/>
              </a:rPr>
              <a:t>h</a:t>
            </a:r>
            <a:r>
              <a:rPr lang="en-US" altLang="zh-CN" sz="2200" b="1" dirty="0">
                <a:solidFill>
                  <a:srgbClr val="000066"/>
                </a:solidFill>
                <a:ea typeface="幼圆" pitchFamily="49" charset="-122"/>
                <a:sym typeface="Symbol" panose="05050102010706020507" pitchFamily="18" charset="2"/>
              </a:rPr>
              <a:t>/</a:t>
            </a:r>
            <a:r>
              <a:rPr lang="en-US" altLang="zh-CN" sz="2200" b="1" i="1" dirty="0">
                <a:solidFill>
                  <a:srgbClr val="000066"/>
                </a:solidFill>
                <a:ea typeface="幼圆" pitchFamily="49" charset="-122"/>
                <a:sym typeface="Symbol" panose="05050102010706020507" pitchFamily="18" charset="2"/>
              </a:rPr>
              <a:t>l</a:t>
            </a:r>
            <a:r>
              <a:rPr lang="en-US" altLang="zh-CN" sz="2200" b="1" dirty="0">
                <a:solidFill>
                  <a:srgbClr val="000066"/>
                </a:solidFill>
                <a:ea typeface="幼圆" pitchFamily="49" charset="-122"/>
                <a:sym typeface="Symbol" panose="05050102010706020507" pitchFamily="18" charset="2"/>
              </a:rPr>
              <a:t> = </a:t>
            </a:r>
            <a:r>
              <a:rPr lang="en-US" altLang="zh-CN" sz="2200" b="1" dirty="0">
                <a:solidFill>
                  <a:srgbClr val="000066"/>
                </a:solidFill>
                <a:ea typeface="幼圆" pitchFamily="49" charset="-122"/>
              </a:rPr>
              <a:t>sin</a:t>
            </a:r>
            <a:r>
              <a:rPr lang="en-US" altLang="zh-CN" sz="2200" b="1" i="1" dirty="0">
                <a:latin typeface="微软雅黑" pitchFamily="34" charset="-122"/>
                <a:ea typeface="微软雅黑" pitchFamily="34" charset="-122"/>
                <a:sym typeface="Symbol"/>
              </a:rPr>
              <a:t></a:t>
            </a:r>
            <a:endParaRPr lang="en-US" altLang="zh-CN" sz="2200" b="1" dirty="0">
              <a:solidFill>
                <a:srgbClr val="000066"/>
              </a:solidFill>
              <a:ea typeface="幼圆" pitchFamily="49" charset="-122"/>
            </a:endParaRPr>
          </a:p>
          <a:p>
            <a:pPr marL="342900" indent="-342900" eaLnBrk="1" hangingPunct="1">
              <a:lnSpc>
                <a:spcPct val="120000"/>
              </a:lnSpc>
              <a:spcBef>
                <a:spcPts val="0"/>
              </a:spcBef>
              <a:spcAft>
                <a:spcPts val="0"/>
              </a:spcAft>
              <a:buClr>
                <a:srgbClr val="A50021"/>
              </a:buClr>
              <a:buSzPct val="130000"/>
              <a:buFont typeface="Wingdings" panose="05000000000000000000" pitchFamily="2" charset="2"/>
              <a:buChar char="F"/>
            </a:pPr>
            <a:r>
              <a:rPr lang="zh-CN" altLang="en-US" sz="2200" b="1" dirty="0" smtClean="0">
                <a:solidFill>
                  <a:srgbClr val="000066"/>
                </a:solidFill>
                <a:ea typeface="幼圆" pitchFamily="49" charset="-122"/>
              </a:rPr>
              <a:t>采用</a:t>
            </a:r>
            <a:r>
              <a:rPr lang="zh-CN" altLang="en-US" sz="2200" b="1" dirty="0">
                <a:solidFill>
                  <a:srgbClr val="000066"/>
                </a:solidFill>
                <a:ea typeface="幼圆" pitchFamily="49" charset="-122"/>
              </a:rPr>
              <a:t>有效应力</a:t>
            </a:r>
            <a:r>
              <a:rPr lang="zh-CN" altLang="en-US" sz="2200" b="1" dirty="0" smtClean="0">
                <a:solidFill>
                  <a:srgbClr val="000066"/>
                </a:solidFill>
                <a:ea typeface="幼圆" pitchFamily="49" charset="-122"/>
              </a:rPr>
              <a:t>法分析，</a:t>
            </a:r>
            <a:r>
              <a:rPr lang="zh-CN" altLang="en-US" sz="2200" b="1" dirty="0">
                <a:solidFill>
                  <a:srgbClr val="000066"/>
                </a:solidFill>
                <a:ea typeface="幼圆" pitchFamily="49" charset="-122"/>
              </a:rPr>
              <a:t>取</a:t>
            </a:r>
            <a:r>
              <a:rPr lang="zh-CN" altLang="en-US" sz="2200" b="1" dirty="0" smtClean="0">
                <a:solidFill>
                  <a:srgbClr val="000066"/>
                </a:solidFill>
                <a:ea typeface="幼圆" pitchFamily="49" charset="-122"/>
              </a:rPr>
              <a:t>土骨架为</a:t>
            </a:r>
            <a:r>
              <a:rPr lang="zh-CN" altLang="en-US" sz="2200" b="1" dirty="0">
                <a:solidFill>
                  <a:srgbClr val="000066"/>
                </a:solidFill>
                <a:ea typeface="幼圆" pitchFamily="49" charset="-122"/>
              </a:rPr>
              <a:t>隔离体</a:t>
            </a:r>
          </a:p>
          <a:p>
            <a:pPr marL="342900" indent="-342900" eaLnBrk="1" hangingPunct="1">
              <a:lnSpc>
                <a:spcPct val="120000"/>
              </a:lnSpc>
              <a:spcBef>
                <a:spcPts val="0"/>
              </a:spcBef>
              <a:spcAft>
                <a:spcPts val="0"/>
              </a:spcAft>
              <a:buClr>
                <a:srgbClr val="A50021"/>
              </a:buClr>
              <a:buSzPct val="130000"/>
              <a:buFont typeface="Wingdings" panose="05000000000000000000" pitchFamily="2" charset="2"/>
              <a:buChar char="F"/>
            </a:pPr>
            <a:r>
              <a:rPr lang="zh-CN" altLang="en-US" sz="2200" b="1" dirty="0" smtClean="0">
                <a:solidFill>
                  <a:srgbClr val="000066"/>
                </a:solidFill>
                <a:ea typeface="幼圆" pitchFamily="49" charset="-122"/>
              </a:rPr>
              <a:t>渗透</a:t>
            </a:r>
            <a:r>
              <a:rPr lang="zh-CN" altLang="en-US" sz="2200" b="1" dirty="0">
                <a:solidFill>
                  <a:srgbClr val="000066"/>
                </a:solidFill>
                <a:ea typeface="幼圆" pitchFamily="49" charset="-122"/>
              </a:rPr>
              <a:t>力</a:t>
            </a:r>
            <a:r>
              <a:rPr lang="en-US" altLang="zh-CN" sz="2200" b="1" i="1" dirty="0" smtClean="0">
                <a:solidFill>
                  <a:srgbClr val="000066"/>
                </a:solidFill>
                <a:ea typeface="幼圆" pitchFamily="49" charset="-122"/>
              </a:rPr>
              <a:t>J </a:t>
            </a:r>
            <a:r>
              <a:rPr lang="zh-CN" altLang="en-US" sz="2200" b="1" dirty="0" smtClean="0">
                <a:solidFill>
                  <a:srgbClr val="000066"/>
                </a:solidFill>
                <a:ea typeface="幼圆" pitchFamily="49" charset="-122"/>
              </a:rPr>
              <a:t>作为</a:t>
            </a:r>
            <a:r>
              <a:rPr lang="zh-CN" altLang="en-US" sz="2200" b="1" dirty="0">
                <a:solidFill>
                  <a:srgbClr val="000066"/>
                </a:solidFill>
                <a:ea typeface="幼圆" pitchFamily="49" charset="-122"/>
              </a:rPr>
              <a:t>外力，构成滑动力的一部分</a:t>
            </a:r>
          </a:p>
        </p:txBody>
      </p:sp>
      <p:sp>
        <p:nvSpPr>
          <p:cNvPr id="208" name="Text Box 7"/>
          <p:cNvSpPr txBox="1">
            <a:spLocks noChangeArrowheads="1"/>
          </p:cNvSpPr>
          <p:nvPr/>
        </p:nvSpPr>
        <p:spPr bwMode="auto">
          <a:xfrm>
            <a:off x="-1" y="0"/>
            <a:ext cx="6147304"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1800" b="1" kern="900" spc="130" dirty="0" smtClean="0">
                <a:solidFill>
                  <a:srgbClr val="000066"/>
                </a:solidFill>
                <a:ea typeface="黑体" panose="02010609060101010101" pitchFamily="49" charset="-122"/>
                <a:cs typeface="Times New Roman" panose="02020603050405020304" pitchFamily="18" charset="0"/>
              </a:rPr>
              <a:t>§7.2 </a:t>
            </a:r>
            <a:r>
              <a:rPr lang="zh-CN" altLang="en-US" sz="1800" b="1" kern="900" spc="130" dirty="0">
                <a:solidFill>
                  <a:srgbClr val="000066"/>
                </a:solidFill>
                <a:ea typeface="黑体" panose="02010609060101010101" pitchFamily="49" charset="-122"/>
                <a:cs typeface="Times New Roman" panose="02020603050405020304" pitchFamily="18" charset="0"/>
              </a:rPr>
              <a:t>无黏性土坡的稳定</a:t>
            </a:r>
            <a:r>
              <a:rPr lang="zh-CN" altLang="en-US" sz="1800" b="1" kern="900" spc="130" dirty="0" smtClean="0">
                <a:solidFill>
                  <a:srgbClr val="000066"/>
                </a:solidFill>
                <a:ea typeface="黑体" panose="02010609060101010101" pitchFamily="49" charset="-122"/>
                <a:cs typeface="Times New Roman" panose="02020603050405020304" pitchFamily="18" charset="0"/>
              </a:rPr>
              <a:t>分析 </a:t>
            </a:r>
            <a:r>
              <a:rPr lang="en-US" altLang="zh-CN" sz="1800" b="1" kern="900" spc="130" dirty="0" smtClean="0">
                <a:solidFill>
                  <a:srgbClr val="000066"/>
                </a:solidFill>
                <a:ea typeface="黑体" panose="02010609060101010101" pitchFamily="49" charset="-122"/>
                <a:cs typeface="Times New Roman" panose="02020603050405020304" pitchFamily="18" charset="0"/>
              </a:rPr>
              <a:t>– </a:t>
            </a:r>
            <a:r>
              <a:rPr lang="zh-CN" altLang="en-US" sz="1800" b="1" kern="900" spc="130" dirty="0" smtClean="0">
                <a:solidFill>
                  <a:srgbClr val="000066"/>
                </a:solidFill>
                <a:ea typeface="黑体" panose="02010609060101010101" pitchFamily="49" charset="-122"/>
                <a:cs typeface="Times New Roman" panose="02020603050405020304" pitchFamily="18" charset="0"/>
              </a:rPr>
              <a:t>有</a:t>
            </a:r>
            <a:r>
              <a:rPr lang="zh-CN" altLang="en-US" sz="1800" b="1" kern="900" spc="130" dirty="0">
                <a:solidFill>
                  <a:srgbClr val="000066"/>
                </a:solidFill>
                <a:ea typeface="黑体" panose="02010609060101010101" pitchFamily="49" charset="-122"/>
                <a:cs typeface="Times New Roman" panose="02020603050405020304" pitchFamily="18" charset="0"/>
              </a:rPr>
              <a:t>沿坡渗流的无限长坡</a:t>
            </a:r>
          </a:p>
        </p:txBody>
      </p:sp>
      <p:sp>
        <p:nvSpPr>
          <p:cNvPr id="222" name="Text Box 46"/>
          <p:cNvSpPr txBox="1">
            <a:spLocks noChangeArrowheads="1"/>
          </p:cNvSpPr>
          <p:nvPr/>
        </p:nvSpPr>
        <p:spPr bwMode="auto">
          <a:xfrm>
            <a:off x="363382" y="755130"/>
            <a:ext cx="354939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buFont typeface="Wingdings" pitchFamily="2" charset="2"/>
              <a:buChar char="n"/>
            </a:pPr>
            <a:r>
              <a:rPr lang="zh-CN" altLang="en-US" sz="2800" b="1" dirty="0">
                <a:solidFill>
                  <a:srgbClr val="A50021"/>
                </a:solidFill>
                <a:latin typeface="微软雅黑" panose="020B0503020204020204" pitchFamily="34" charset="-122"/>
                <a:ea typeface="微软雅黑" panose="020B0503020204020204" pitchFamily="34" charset="-122"/>
              </a:rPr>
              <a:t> </a:t>
            </a:r>
            <a:r>
              <a:rPr lang="zh-CN" altLang="en-US" sz="2800" b="1" dirty="0" smtClean="0">
                <a:solidFill>
                  <a:srgbClr val="A50021"/>
                </a:solidFill>
                <a:latin typeface="微软雅黑" panose="020B0503020204020204" pitchFamily="34" charset="-122"/>
                <a:ea typeface="微软雅黑" panose="020B0503020204020204" pitchFamily="34" charset="-122"/>
              </a:rPr>
              <a:t>水力坡降和渗透力</a:t>
            </a:r>
            <a:endParaRPr lang="zh-CN" altLang="en-US" sz="2800" b="1" dirty="0">
              <a:solidFill>
                <a:srgbClr val="A50021"/>
              </a:solidFill>
              <a:latin typeface="微软雅黑" panose="020B0503020204020204" pitchFamily="34" charset="-122"/>
              <a:ea typeface="微软雅黑" panose="020B0503020204020204" pitchFamily="34" charset="-122"/>
            </a:endParaRPr>
          </a:p>
        </p:txBody>
      </p:sp>
      <p:sp>
        <p:nvSpPr>
          <p:cNvPr id="57" name="Text Box 14"/>
          <p:cNvSpPr txBox="1">
            <a:spLocks noChangeArrowheads="1"/>
          </p:cNvSpPr>
          <p:nvPr/>
        </p:nvSpPr>
        <p:spPr bwMode="auto">
          <a:xfrm>
            <a:off x="1402908" y="4590758"/>
            <a:ext cx="3767580" cy="6524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800">
                <a:solidFill>
                  <a:schemeClr val="tx1"/>
                </a:solidFill>
                <a:latin typeface="Times New Roman" pitchFamily="18" charset="0"/>
                <a:ea typeface="宋体" charset="-122"/>
              </a:defRPr>
            </a:lvl1pPr>
            <a:lvl2pPr marL="742950" indent="-285750" eaLnBrk="0" hangingPunct="0">
              <a:defRPr kumimoji="1" sz="2800">
                <a:solidFill>
                  <a:schemeClr val="tx1"/>
                </a:solidFill>
                <a:latin typeface="Times New Roman" pitchFamily="18" charset="0"/>
                <a:ea typeface="宋体" charset="-122"/>
              </a:defRPr>
            </a:lvl2pPr>
            <a:lvl3pPr marL="1143000" indent="-228600" eaLnBrk="0" hangingPunct="0">
              <a:defRPr kumimoji="1" sz="2800">
                <a:solidFill>
                  <a:schemeClr val="tx1"/>
                </a:solidFill>
                <a:latin typeface="Times New Roman" pitchFamily="18" charset="0"/>
                <a:ea typeface="宋体" charset="-122"/>
              </a:defRPr>
            </a:lvl3pPr>
            <a:lvl4pPr marL="1600200" indent="-228600" eaLnBrk="0" hangingPunct="0">
              <a:defRPr kumimoji="1" sz="2800">
                <a:solidFill>
                  <a:schemeClr val="tx1"/>
                </a:solidFill>
                <a:latin typeface="Times New Roman" pitchFamily="18" charset="0"/>
                <a:ea typeface="宋体" charset="-122"/>
              </a:defRPr>
            </a:lvl4pPr>
            <a:lvl5pPr marL="2057400" indent="-228600" eaLnBrk="0" hangingPunct="0">
              <a:defRPr kumimoji="1" sz="2800">
                <a:solidFill>
                  <a:schemeClr val="tx1"/>
                </a:solidFill>
                <a:latin typeface="Times New Roman" pitchFamily="18" charset="0"/>
                <a:ea typeface="宋体" charset="-122"/>
              </a:defRPr>
            </a:lvl5pPr>
            <a:lvl6pPr marL="2514600" indent="-228600" eaLnBrk="0" fontAlgn="base" hangingPunct="0">
              <a:spcBef>
                <a:spcPct val="50000"/>
              </a:spcBef>
              <a:spcAft>
                <a:spcPct val="0"/>
              </a:spcAft>
              <a:defRPr kumimoji="1" sz="2800">
                <a:solidFill>
                  <a:schemeClr val="tx1"/>
                </a:solidFill>
                <a:latin typeface="Times New Roman" pitchFamily="18" charset="0"/>
                <a:ea typeface="宋体" charset="-122"/>
              </a:defRPr>
            </a:lvl6pPr>
            <a:lvl7pPr marL="2971800" indent="-228600" eaLnBrk="0" fontAlgn="base" hangingPunct="0">
              <a:spcBef>
                <a:spcPct val="50000"/>
              </a:spcBef>
              <a:spcAft>
                <a:spcPct val="0"/>
              </a:spcAft>
              <a:defRPr kumimoji="1" sz="2800">
                <a:solidFill>
                  <a:schemeClr val="tx1"/>
                </a:solidFill>
                <a:latin typeface="Times New Roman" pitchFamily="18" charset="0"/>
                <a:ea typeface="宋体" charset="-122"/>
              </a:defRPr>
            </a:lvl7pPr>
            <a:lvl8pPr marL="3429000" indent="-228600" eaLnBrk="0" fontAlgn="base" hangingPunct="0">
              <a:spcBef>
                <a:spcPct val="50000"/>
              </a:spcBef>
              <a:spcAft>
                <a:spcPct val="0"/>
              </a:spcAft>
              <a:defRPr kumimoji="1" sz="2800">
                <a:solidFill>
                  <a:schemeClr val="tx1"/>
                </a:solidFill>
                <a:latin typeface="Times New Roman" pitchFamily="18" charset="0"/>
                <a:ea typeface="宋体" charset="-122"/>
              </a:defRPr>
            </a:lvl8pPr>
            <a:lvl9pPr marL="3886200" indent="-228600" eaLnBrk="0" fontAlgn="base" hangingPunct="0">
              <a:spcBef>
                <a:spcPct val="50000"/>
              </a:spcBef>
              <a:spcAft>
                <a:spcPct val="0"/>
              </a:spcAft>
              <a:defRPr kumimoji="1" sz="2800">
                <a:solidFill>
                  <a:schemeClr val="tx1"/>
                </a:solidFill>
                <a:latin typeface="Times New Roman" pitchFamily="18" charset="0"/>
                <a:ea typeface="宋体" charset="-122"/>
              </a:defRPr>
            </a:lvl9pPr>
          </a:lstStyle>
          <a:p>
            <a:pPr eaLnBrk="1" hangingPunct="1">
              <a:lnSpc>
                <a:spcPct val="130000"/>
              </a:lnSpc>
            </a:pPr>
            <a:r>
              <a:rPr lang="en-US" altLang="zh-CN" b="1" i="1" dirty="0" smtClean="0">
                <a:ea typeface="微软雅黑" pitchFamily="34" charset="-122"/>
                <a:cs typeface="Times New Roman" panose="02020603050405020304" pitchFamily="18" charset="0"/>
                <a:sym typeface="Symbol"/>
              </a:rPr>
              <a:t>J = </a:t>
            </a:r>
            <a:r>
              <a:rPr lang="en-US" altLang="zh-CN" b="1" i="1" dirty="0" err="1" smtClean="0">
                <a:solidFill>
                  <a:srgbClr val="C00000"/>
                </a:solidFill>
                <a:ea typeface="微软雅黑" pitchFamily="34" charset="-122"/>
                <a:cs typeface="Times New Roman" panose="02020603050405020304" pitchFamily="18" charset="0"/>
                <a:sym typeface="Symbol"/>
              </a:rPr>
              <a:t>i</a:t>
            </a:r>
            <a:r>
              <a:rPr lang="en-US" altLang="zh-CN" b="1" i="1" dirty="0" smtClean="0">
                <a:latin typeface="微软雅黑" pitchFamily="34" charset="-122"/>
                <a:ea typeface="微软雅黑" pitchFamily="34" charset="-122"/>
                <a:sym typeface="Symbol"/>
              </a:rPr>
              <a:t></a:t>
            </a:r>
            <a:r>
              <a:rPr lang="en-US" altLang="zh-CN" b="1" i="1" baseline="30000" dirty="0" smtClean="0">
                <a:latin typeface="微软雅黑" pitchFamily="34" charset="-122"/>
                <a:ea typeface="微软雅黑" pitchFamily="34" charset="-122"/>
                <a:sym typeface="Symbol"/>
              </a:rPr>
              <a:t> </a:t>
            </a:r>
            <a:r>
              <a:rPr lang="en-US" altLang="zh-CN" b="1" i="1" baseline="-25000" dirty="0" err="1" smtClean="0">
                <a:ea typeface="微软雅黑" pitchFamily="34" charset="-122"/>
                <a:cs typeface="Times New Roman" panose="02020603050405020304" pitchFamily="18" charset="0"/>
                <a:sym typeface="Symbol"/>
              </a:rPr>
              <a:t>w</a:t>
            </a:r>
            <a:r>
              <a:rPr lang="en-US" altLang="zh-CN" b="1" dirty="0" err="1" smtClean="0">
                <a:latin typeface="微软雅黑" pitchFamily="34" charset="-122"/>
                <a:ea typeface="微软雅黑" pitchFamily="34" charset="-122"/>
                <a:sym typeface="Symbol"/>
              </a:rPr>
              <a:t></a:t>
            </a:r>
            <a:r>
              <a:rPr lang="en-US" altLang="zh-CN" b="1" i="1" dirty="0" err="1" smtClean="0">
                <a:ea typeface="微软雅黑" pitchFamily="34" charset="-122"/>
                <a:cs typeface="Times New Roman" panose="02020603050405020304" pitchFamily="18" charset="0"/>
                <a:sym typeface="Symbol"/>
              </a:rPr>
              <a:t>V</a:t>
            </a:r>
            <a:r>
              <a:rPr lang="en-US" altLang="zh-CN" b="1" i="1" dirty="0" smtClean="0">
                <a:ea typeface="微软雅黑" pitchFamily="34" charset="-122"/>
                <a:cs typeface="Times New Roman" panose="02020603050405020304" pitchFamily="18" charset="0"/>
                <a:sym typeface="Symbol"/>
              </a:rPr>
              <a:t> = </a:t>
            </a:r>
            <a:r>
              <a:rPr lang="en-US" altLang="zh-CN" b="1" i="1" dirty="0" smtClean="0">
                <a:latin typeface="微软雅黑" pitchFamily="34" charset="-122"/>
                <a:ea typeface="微软雅黑" pitchFamily="34" charset="-122"/>
                <a:sym typeface="Symbol"/>
              </a:rPr>
              <a:t></a:t>
            </a:r>
            <a:r>
              <a:rPr lang="en-US" altLang="zh-CN" b="1" i="1" baseline="-25000" dirty="0" smtClean="0">
                <a:ea typeface="微软雅黑" pitchFamily="34" charset="-122"/>
                <a:cs typeface="Times New Roman" panose="02020603050405020304" pitchFamily="18" charset="0"/>
                <a:sym typeface="Symbol"/>
              </a:rPr>
              <a:t>w </a:t>
            </a:r>
            <a:r>
              <a:rPr lang="en-US" altLang="zh-CN" b="1" dirty="0" smtClean="0">
                <a:latin typeface="微软雅黑" pitchFamily="34" charset="-122"/>
                <a:ea typeface="微软雅黑" pitchFamily="34" charset="-122"/>
                <a:sym typeface="Symbol"/>
              </a:rPr>
              <a:t></a:t>
            </a:r>
            <a:r>
              <a:rPr lang="en-US" altLang="zh-CN" b="1" i="1" dirty="0" smtClean="0">
                <a:ea typeface="微软雅黑" pitchFamily="34" charset="-122"/>
                <a:cs typeface="Times New Roman" panose="02020603050405020304" pitchFamily="18" charset="0"/>
                <a:sym typeface="Symbol"/>
              </a:rPr>
              <a:t>V</a:t>
            </a:r>
            <a:r>
              <a:rPr lang="en-US" altLang="zh-CN" b="1" dirty="0">
                <a:ea typeface="微软雅黑" pitchFamily="34" charset="-122"/>
                <a:cs typeface="Times New Roman" panose="02020603050405020304" pitchFamily="18" charset="0"/>
                <a:sym typeface="Symbol"/>
              </a:rPr>
              <a:t> </a:t>
            </a:r>
            <a:r>
              <a:rPr lang="en-US" altLang="zh-CN" b="1" dirty="0" smtClean="0">
                <a:ea typeface="微软雅黑" pitchFamily="34" charset="-122"/>
                <a:cs typeface="Times New Roman" panose="02020603050405020304" pitchFamily="18" charset="0"/>
                <a:sym typeface="Symbol"/>
              </a:rPr>
              <a:t>sin</a:t>
            </a:r>
            <a:r>
              <a:rPr lang="en-US" altLang="zh-CN" b="1" i="1" dirty="0" smtClean="0">
                <a:latin typeface="微软雅黑" pitchFamily="34" charset="-122"/>
                <a:ea typeface="微软雅黑" pitchFamily="34" charset="-122"/>
                <a:sym typeface="Symbol"/>
              </a:rPr>
              <a:t></a:t>
            </a:r>
            <a:endParaRPr lang="en-US" altLang="zh-CN" b="1" i="1" baseline="-25000" dirty="0">
              <a:ea typeface="微软雅黑" pitchFamily="34" charset="-122"/>
              <a:cs typeface="Times New Roman" panose="02020603050405020304" pitchFamily="18" charset="0"/>
            </a:endParaRPr>
          </a:p>
        </p:txBody>
      </p:sp>
      <p:grpSp>
        <p:nvGrpSpPr>
          <p:cNvPr id="2" name="组合 1"/>
          <p:cNvGrpSpPr/>
          <p:nvPr/>
        </p:nvGrpSpPr>
        <p:grpSpPr>
          <a:xfrm>
            <a:off x="5643287" y="3036218"/>
            <a:ext cx="3299105" cy="2436876"/>
            <a:chOff x="5643287" y="3036218"/>
            <a:chExt cx="3299105" cy="2436876"/>
          </a:xfrm>
        </p:grpSpPr>
        <p:sp>
          <p:nvSpPr>
            <p:cNvPr id="104" name="任意多边形 103"/>
            <p:cNvSpPr/>
            <p:nvPr/>
          </p:nvSpPr>
          <p:spPr bwMode="auto">
            <a:xfrm>
              <a:off x="5675313" y="3049068"/>
              <a:ext cx="3166044" cy="2130077"/>
            </a:xfrm>
            <a:custGeom>
              <a:avLst/>
              <a:gdLst>
                <a:gd name="connsiteX0" fmla="*/ 0 w 3166044"/>
                <a:gd name="connsiteY0" fmla="*/ 1738946 h 2130077"/>
                <a:gd name="connsiteX1" fmla="*/ 2891195 w 3166044"/>
                <a:gd name="connsiteY1" fmla="*/ 0 h 2130077"/>
                <a:gd name="connsiteX2" fmla="*/ 3166044 w 3166044"/>
                <a:gd name="connsiteY2" fmla="*/ 433415 h 2130077"/>
                <a:gd name="connsiteX3" fmla="*/ 2727343 w 3166044"/>
                <a:gd name="connsiteY3" fmla="*/ 724121 h 2130077"/>
                <a:gd name="connsiteX4" fmla="*/ 2230502 w 3166044"/>
                <a:gd name="connsiteY4" fmla="*/ 1014826 h 2130077"/>
                <a:gd name="connsiteX5" fmla="*/ 1638520 w 3166044"/>
                <a:gd name="connsiteY5" fmla="*/ 1347815 h 2130077"/>
                <a:gd name="connsiteX6" fmla="*/ 1035967 w 3166044"/>
                <a:gd name="connsiteY6" fmla="*/ 1738946 h 2130077"/>
                <a:gd name="connsiteX7" fmla="*/ 597267 w 3166044"/>
                <a:gd name="connsiteY7" fmla="*/ 1987367 h 2130077"/>
                <a:gd name="connsiteX8" fmla="*/ 332989 w 3166044"/>
                <a:gd name="connsiteY8" fmla="*/ 2130077 h 2130077"/>
                <a:gd name="connsiteX9" fmla="*/ 0 w 3166044"/>
                <a:gd name="connsiteY9" fmla="*/ 1738946 h 21300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166044" h="2130077">
                  <a:moveTo>
                    <a:pt x="0" y="1738946"/>
                  </a:moveTo>
                  <a:lnTo>
                    <a:pt x="2891195" y="0"/>
                  </a:lnTo>
                  <a:lnTo>
                    <a:pt x="3166044" y="433415"/>
                  </a:lnTo>
                  <a:lnTo>
                    <a:pt x="2727343" y="724121"/>
                  </a:lnTo>
                  <a:lnTo>
                    <a:pt x="2230502" y="1014826"/>
                  </a:lnTo>
                  <a:lnTo>
                    <a:pt x="1638520" y="1347815"/>
                  </a:lnTo>
                  <a:lnTo>
                    <a:pt x="1035967" y="1738946"/>
                  </a:lnTo>
                  <a:lnTo>
                    <a:pt x="597267" y="1987367"/>
                  </a:lnTo>
                  <a:lnTo>
                    <a:pt x="332989" y="2130077"/>
                  </a:lnTo>
                  <a:lnTo>
                    <a:pt x="0" y="1738946"/>
                  </a:lnTo>
                  <a:close/>
                </a:path>
              </a:pathLst>
            </a:custGeom>
            <a:pattFill prst="smConfetti">
              <a:fgClr>
                <a:schemeClr val="tx1"/>
              </a:fgClr>
              <a:bgClr>
                <a:srgbClr val="CCECFF"/>
              </a:bgClr>
            </a:pattFill>
            <a:ln w="12700" cap="flat" cmpd="sng" algn="ctr">
              <a:no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grpSp>
          <p:nvGrpSpPr>
            <p:cNvPr id="9" name="组合 8"/>
            <p:cNvGrpSpPr/>
            <p:nvPr/>
          </p:nvGrpSpPr>
          <p:grpSpPr>
            <a:xfrm>
              <a:off x="5643287" y="3036218"/>
              <a:ext cx="3299105" cy="2436876"/>
              <a:chOff x="5643287" y="3036218"/>
              <a:chExt cx="3299105" cy="2436876"/>
            </a:xfrm>
          </p:grpSpPr>
          <p:grpSp>
            <p:nvGrpSpPr>
              <p:cNvPr id="82" name="Group 12"/>
              <p:cNvGrpSpPr>
                <a:grpSpLocks/>
              </p:cNvGrpSpPr>
              <p:nvPr/>
            </p:nvGrpSpPr>
            <p:grpSpPr bwMode="auto">
              <a:xfrm rot="19679764">
                <a:off x="8115542" y="3189503"/>
                <a:ext cx="454614" cy="63332"/>
                <a:chOff x="2274" y="1204"/>
                <a:chExt cx="270" cy="44"/>
              </a:xfrm>
            </p:grpSpPr>
            <p:sp>
              <p:nvSpPr>
                <p:cNvPr id="83" name="Line 13"/>
                <p:cNvSpPr>
                  <a:spLocks noChangeShapeType="1"/>
                </p:cNvSpPr>
                <p:nvPr/>
              </p:nvSpPr>
              <p:spPr bwMode="auto">
                <a:xfrm flipH="1">
                  <a:off x="2274" y="1210"/>
                  <a:ext cx="28" cy="34"/>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6" name="Line 14"/>
                <p:cNvSpPr>
                  <a:spLocks noChangeShapeType="1"/>
                </p:cNvSpPr>
                <p:nvPr/>
              </p:nvSpPr>
              <p:spPr bwMode="auto">
                <a:xfrm flipH="1">
                  <a:off x="2304" y="1214"/>
                  <a:ext cx="34" cy="34"/>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0" name="Line 15"/>
                <p:cNvSpPr>
                  <a:spLocks noChangeShapeType="1"/>
                </p:cNvSpPr>
                <p:nvPr/>
              </p:nvSpPr>
              <p:spPr bwMode="auto">
                <a:xfrm flipH="1">
                  <a:off x="2346" y="1206"/>
                  <a:ext cx="36" cy="42"/>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1" name="Line 16"/>
                <p:cNvSpPr>
                  <a:spLocks noChangeShapeType="1"/>
                </p:cNvSpPr>
                <p:nvPr/>
              </p:nvSpPr>
              <p:spPr bwMode="auto">
                <a:xfrm>
                  <a:off x="2376" y="1206"/>
                  <a:ext cx="40" cy="38"/>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2" name="Line 17"/>
                <p:cNvSpPr>
                  <a:spLocks noChangeShapeType="1"/>
                </p:cNvSpPr>
                <p:nvPr/>
              </p:nvSpPr>
              <p:spPr bwMode="auto">
                <a:xfrm>
                  <a:off x="2420" y="1210"/>
                  <a:ext cx="40" cy="34"/>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3" name="Line 18"/>
                <p:cNvSpPr>
                  <a:spLocks noChangeShapeType="1"/>
                </p:cNvSpPr>
                <p:nvPr/>
              </p:nvSpPr>
              <p:spPr bwMode="auto">
                <a:xfrm flipV="1">
                  <a:off x="2460" y="1204"/>
                  <a:ext cx="46" cy="42"/>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4" name="Line 19"/>
                <p:cNvSpPr>
                  <a:spLocks noChangeShapeType="1"/>
                </p:cNvSpPr>
                <p:nvPr/>
              </p:nvSpPr>
              <p:spPr bwMode="auto">
                <a:xfrm flipV="1">
                  <a:off x="2512" y="1208"/>
                  <a:ext cx="32" cy="36"/>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227" name="Line 47"/>
              <p:cNvSpPr>
                <a:spLocks noChangeShapeType="1"/>
              </p:cNvSpPr>
              <p:nvPr/>
            </p:nvSpPr>
            <p:spPr bwMode="auto">
              <a:xfrm flipH="1">
                <a:off x="6109854" y="3571729"/>
                <a:ext cx="2437224" cy="1475162"/>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1" name="Line 47"/>
              <p:cNvSpPr>
                <a:spLocks noChangeShapeType="1"/>
              </p:cNvSpPr>
              <p:nvPr/>
            </p:nvSpPr>
            <p:spPr bwMode="auto">
              <a:xfrm flipH="1">
                <a:off x="5677602" y="3036218"/>
                <a:ext cx="2895600" cy="1752600"/>
              </a:xfrm>
              <a:prstGeom prst="line">
                <a:avLst/>
              </a:prstGeom>
              <a:noFill/>
              <a:ln w="19050">
                <a:solidFill>
                  <a:srgbClr val="9933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8" name="Arc 52"/>
              <p:cNvSpPr>
                <a:spLocks/>
              </p:cNvSpPr>
              <p:nvPr/>
            </p:nvSpPr>
            <p:spPr bwMode="auto">
              <a:xfrm rot="996287">
                <a:off x="6111871" y="4531037"/>
                <a:ext cx="136271" cy="167926"/>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9525">
                <a:solidFill>
                  <a:schemeClr val="tx1"/>
                </a:solidFill>
                <a:round/>
                <a:headEnd type="triangle" w="med" len="me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99" name="Text Box 60"/>
              <p:cNvSpPr txBox="1">
                <a:spLocks noChangeArrowheads="1"/>
              </p:cNvSpPr>
              <p:nvPr/>
            </p:nvSpPr>
            <p:spPr bwMode="auto">
              <a:xfrm>
                <a:off x="6201546" y="4294908"/>
                <a:ext cx="385763" cy="4169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2000" b="1" dirty="0">
                    <a:solidFill>
                      <a:srgbClr val="0000FF"/>
                    </a:solidFill>
                    <a:latin typeface="Symbol" panose="05050102010706020507" pitchFamily="18" charset="2"/>
                  </a:rPr>
                  <a:t>a</a:t>
                </a:r>
                <a:endParaRPr kumimoji="1" lang="en-US" altLang="zh-CN" sz="2000" b="1" dirty="0">
                  <a:solidFill>
                    <a:srgbClr val="0000FF"/>
                  </a:solidFill>
                  <a:latin typeface="Times New Roman" panose="02020603050405020304" pitchFamily="18" charset="0"/>
                </a:endParaRPr>
              </a:p>
            </p:txBody>
          </p:sp>
          <p:cxnSp>
            <p:nvCxnSpPr>
              <p:cNvPr id="4" name="直接连接符 3"/>
              <p:cNvCxnSpPr/>
              <p:nvPr/>
            </p:nvCxnSpPr>
            <p:spPr bwMode="auto">
              <a:xfrm>
                <a:off x="5819332" y="4710673"/>
                <a:ext cx="620725" cy="0"/>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2" name="直接箭头连接符 41"/>
              <p:cNvCxnSpPr/>
              <p:nvPr/>
            </p:nvCxnSpPr>
            <p:spPr>
              <a:xfrm flipV="1">
                <a:off x="8291436" y="3317707"/>
                <a:ext cx="343136" cy="191517"/>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3" name="Rectangle 1042"/>
              <p:cNvSpPr>
                <a:spLocks noChangeArrowheads="1"/>
              </p:cNvSpPr>
              <p:nvPr/>
            </p:nvSpPr>
            <p:spPr bwMode="auto">
              <a:xfrm rot="-1500000">
                <a:off x="8541979" y="3218654"/>
                <a:ext cx="400413" cy="5170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spcBef>
                    <a:spcPct val="20000"/>
                  </a:spcBef>
                </a:pPr>
                <a:r>
                  <a:rPr lang="en-US" altLang="zh-CN" sz="2400" b="1" dirty="0" smtClean="0">
                    <a:solidFill>
                      <a:srgbClr val="C00000"/>
                    </a:solidFill>
                    <a:latin typeface="微软雅黑" pitchFamily="34" charset="-122"/>
                    <a:ea typeface="微软雅黑" pitchFamily="34" charset="-122"/>
                    <a:sym typeface="Symbol"/>
                  </a:rPr>
                  <a:t></a:t>
                </a:r>
                <a:endParaRPr lang="en-US" altLang="zh-CN" sz="2400" b="1" dirty="0">
                  <a:solidFill>
                    <a:srgbClr val="C00000"/>
                  </a:solidFill>
                  <a:latin typeface="微软雅黑" pitchFamily="34" charset="-122"/>
                  <a:ea typeface="微软雅黑" pitchFamily="34" charset="-122"/>
                </a:endParaRPr>
              </a:p>
            </p:txBody>
          </p:sp>
          <p:cxnSp>
            <p:nvCxnSpPr>
              <p:cNvPr id="44" name="直接箭头连接符 43"/>
              <p:cNvCxnSpPr/>
              <p:nvPr/>
            </p:nvCxnSpPr>
            <p:spPr>
              <a:xfrm flipH="1">
                <a:off x="5734167" y="4815674"/>
                <a:ext cx="383754" cy="233191"/>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5" name="Rectangle 1042"/>
              <p:cNvSpPr>
                <a:spLocks noChangeArrowheads="1"/>
              </p:cNvSpPr>
              <p:nvPr/>
            </p:nvSpPr>
            <p:spPr bwMode="auto">
              <a:xfrm rot="-1500000">
                <a:off x="5643287" y="4956029"/>
                <a:ext cx="400413" cy="5170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spcBef>
                    <a:spcPct val="20000"/>
                  </a:spcBef>
                </a:pPr>
                <a:r>
                  <a:rPr lang="en-US" altLang="zh-CN" sz="2400" b="1" dirty="0" smtClean="0">
                    <a:solidFill>
                      <a:srgbClr val="C00000"/>
                    </a:solidFill>
                    <a:latin typeface="微软雅黑" pitchFamily="34" charset="-122"/>
                    <a:ea typeface="微软雅黑" pitchFamily="34" charset="-122"/>
                    <a:sym typeface="Symbol"/>
                  </a:rPr>
                  <a:t></a:t>
                </a:r>
                <a:endParaRPr lang="en-US" altLang="zh-CN" sz="2400" b="1" dirty="0">
                  <a:solidFill>
                    <a:srgbClr val="C00000"/>
                  </a:solidFill>
                  <a:latin typeface="微软雅黑" pitchFamily="34" charset="-122"/>
                  <a:ea typeface="微软雅黑" pitchFamily="34" charset="-122"/>
                </a:endParaRPr>
              </a:p>
            </p:txBody>
          </p:sp>
          <p:sp>
            <p:nvSpPr>
              <p:cNvPr id="46" name="等腰三角形 45"/>
              <p:cNvSpPr/>
              <p:nvPr/>
            </p:nvSpPr>
            <p:spPr>
              <a:xfrm rot="1800000">
                <a:off x="7776580" y="3231250"/>
                <a:ext cx="182604" cy="156518"/>
              </a:xfrm>
              <a:prstGeom prst="triangle">
                <a:avLst/>
              </a:prstGeom>
              <a:noFill/>
              <a:ln w="12700">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 name="直接连接符 2"/>
              <p:cNvCxnSpPr/>
              <p:nvPr/>
            </p:nvCxnSpPr>
            <p:spPr bwMode="auto">
              <a:xfrm flipV="1">
                <a:off x="7824853" y="3489454"/>
                <a:ext cx="104077" cy="66675"/>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9" name="直接连接符 48"/>
              <p:cNvCxnSpPr/>
              <p:nvPr/>
            </p:nvCxnSpPr>
            <p:spPr bwMode="auto">
              <a:xfrm flipV="1">
                <a:off x="7990845" y="3515644"/>
                <a:ext cx="48323" cy="30958"/>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0" name="直接连接符 49"/>
              <p:cNvCxnSpPr/>
              <p:nvPr/>
            </p:nvCxnSpPr>
            <p:spPr bwMode="auto">
              <a:xfrm flipV="1">
                <a:off x="7962966" y="3398968"/>
                <a:ext cx="104077" cy="66675"/>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1" name="直接连接符 50"/>
              <p:cNvCxnSpPr/>
              <p:nvPr/>
            </p:nvCxnSpPr>
            <p:spPr bwMode="auto">
              <a:xfrm flipV="1">
                <a:off x="7927247" y="3472789"/>
                <a:ext cx="104077" cy="66675"/>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1" name="任意多边形 60"/>
              <p:cNvSpPr/>
              <p:nvPr/>
            </p:nvSpPr>
            <p:spPr bwMode="auto">
              <a:xfrm>
                <a:off x="7204915" y="3654552"/>
                <a:ext cx="352508" cy="726219"/>
              </a:xfrm>
              <a:custGeom>
                <a:avLst/>
                <a:gdLst>
                  <a:gd name="connsiteX0" fmla="*/ 352508 w 352508"/>
                  <a:gd name="connsiteY0" fmla="*/ 516835 h 726219"/>
                  <a:gd name="connsiteX1" fmla="*/ 352508 w 352508"/>
                  <a:gd name="connsiteY1" fmla="*/ 0 h 726219"/>
                  <a:gd name="connsiteX2" fmla="*/ 0 w 352508"/>
                  <a:gd name="connsiteY2" fmla="*/ 212035 h 726219"/>
                  <a:gd name="connsiteX3" fmla="*/ 0 w 352508"/>
                  <a:gd name="connsiteY3" fmla="*/ 726219 h 726219"/>
                  <a:gd name="connsiteX4" fmla="*/ 352508 w 352508"/>
                  <a:gd name="connsiteY4" fmla="*/ 516835 h 7262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2508" h="726219">
                    <a:moveTo>
                      <a:pt x="352508" y="516835"/>
                    </a:moveTo>
                    <a:lnTo>
                      <a:pt x="352508" y="0"/>
                    </a:lnTo>
                    <a:lnTo>
                      <a:pt x="0" y="212035"/>
                    </a:lnTo>
                    <a:lnTo>
                      <a:pt x="0" y="726219"/>
                    </a:lnTo>
                    <a:lnTo>
                      <a:pt x="352508" y="516835"/>
                    </a:lnTo>
                    <a:close/>
                  </a:path>
                </a:pathLst>
              </a:custGeom>
              <a:solidFill>
                <a:schemeClr val="accent2"/>
              </a:solid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62" name="Text Box 57"/>
              <p:cNvSpPr txBox="1">
                <a:spLocks noChangeArrowheads="1"/>
              </p:cNvSpPr>
              <p:nvPr/>
            </p:nvSpPr>
            <p:spPr bwMode="auto">
              <a:xfrm>
                <a:off x="6830169" y="4445607"/>
                <a:ext cx="636105" cy="5170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2400" b="1" i="1" dirty="0" smtClean="0">
                    <a:solidFill>
                      <a:srgbClr val="0000FF"/>
                    </a:solidFill>
                    <a:latin typeface="Times New Roman" panose="02020603050405020304" pitchFamily="18" charset="0"/>
                  </a:rPr>
                  <a:t>W</a:t>
                </a:r>
                <a:r>
                  <a:rPr kumimoji="1" lang="en-US" altLang="zh-CN" sz="2400" b="1" dirty="0" smtClean="0">
                    <a:solidFill>
                      <a:srgbClr val="0000FF"/>
                    </a:solidFill>
                    <a:latin typeface="Times New Roman" panose="02020603050405020304" pitchFamily="18" charset="0"/>
                    <a:sym typeface="Symbol"/>
                  </a:rPr>
                  <a:t></a:t>
                </a:r>
                <a:endParaRPr kumimoji="1" lang="en-US" altLang="zh-CN" sz="2400" b="1" dirty="0">
                  <a:solidFill>
                    <a:srgbClr val="0000FF"/>
                  </a:solidFill>
                  <a:latin typeface="Times New Roman" panose="02020603050405020304" pitchFamily="18" charset="0"/>
                </a:endParaRPr>
              </a:p>
            </p:txBody>
          </p:sp>
          <p:sp>
            <p:nvSpPr>
              <p:cNvPr id="63" name="Text Box 58"/>
              <p:cNvSpPr txBox="1">
                <a:spLocks noChangeArrowheads="1"/>
              </p:cNvSpPr>
              <p:nvPr/>
            </p:nvSpPr>
            <p:spPr bwMode="auto">
              <a:xfrm>
                <a:off x="7406317" y="4552077"/>
                <a:ext cx="656305" cy="5170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2400" b="1" i="1" dirty="0" smtClean="0">
                    <a:solidFill>
                      <a:srgbClr val="0000FF"/>
                    </a:solidFill>
                    <a:latin typeface="Times New Roman" panose="02020603050405020304" pitchFamily="18" charset="0"/>
                  </a:rPr>
                  <a:t>T</a:t>
                </a:r>
                <a:r>
                  <a:rPr kumimoji="1" lang="en-US" altLang="zh-CN" sz="2400" b="1" dirty="0" smtClean="0">
                    <a:solidFill>
                      <a:srgbClr val="0000FF"/>
                    </a:solidFill>
                    <a:latin typeface="Times New Roman" panose="02020603050405020304" pitchFamily="18" charset="0"/>
                    <a:sym typeface="Symbol"/>
                  </a:rPr>
                  <a:t></a:t>
                </a:r>
                <a:endParaRPr kumimoji="1" lang="en-US" altLang="zh-CN" sz="2400" b="1" dirty="0">
                  <a:solidFill>
                    <a:srgbClr val="0000FF"/>
                  </a:solidFill>
                  <a:latin typeface="Times New Roman" panose="02020603050405020304" pitchFamily="18" charset="0"/>
                </a:endParaRPr>
              </a:p>
            </p:txBody>
          </p:sp>
          <p:sp>
            <p:nvSpPr>
              <p:cNvPr id="64" name="Text Box 59"/>
              <p:cNvSpPr txBox="1">
                <a:spLocks noChangeArrowheads="1"/>
              </p:cNvSpPr>
              <p:nvPr/>
            </p:nvSpPr>
            <p:spPr bwMode="auto">
              <a:xfrm>
                <a:off x="7628520" y="4085309"/>
                <a:ext cx="481810" cy="5170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2400" b="1" i="1" dirty="0" smtClean="0">
                    <a:solidFill>
                      <a:srgbClr val="0000FF"/>
                    </a:solidFill>
                    <a:latin typeface="Times New Roman" panose="02020603050405020304" pitchFamily="18" charset="0"/>
                  </a:rPr>
                  <a:t>N</a:t>
                </a:r>
                <a:r>
                  <a:rPr kumimoji="1" lang="en-US" altLang="zh-CN" sz="2400" b="1" dirty="0" smtClean="0">
                    <a:solidFill>
                      <a:srgbClr val="0000FF"/>
                    </a:solidFill>
                    <a:latin typeface="Times New Roman" panose="02020603050405020304" pitchFamily="18" charset="0"/>
                    <a:sym typeface="Symbol"/>
                  </a:rPr>
                  <a:t></a:t>
                </a:r>
                <a:endParaRPr kumimoji="1" lang="en-US" altLang="zh-CN" sz="2400" b="1" dirty="0">
                  <a:solidFill>
                    <a:srgbClr val="0000FF"/>
                  </a:solidFill>
                  <a:latin typeface="Times New Roman" panose="02020603050405020304" pitchFamily="18" charset="0"/>
                </a:endParaRPr>
              </a:p>
            </p:txBody>
          </p:sp>
          <p:sp>
            <p:nvSpPr>
              <p:cNvPr id="65" name="Line 53"/>
              <p:cNvSpPr>
                <a:spLocks noChangeShapeType="1"/>
              </p:cNvSpPr>
              <p:nvPr/>
            </p:nvSpPr>
            <p:spPr bwMode="auto">
              <a:xfrm flipH="1">
                <a:off x="7381333" y="3997967"/>
                <a:ext cx="8810" cy="660736"/>
              </a:xfrm>
              <a:prstGeom prst="line">
                <a:avLst/>
              </a:prstGeom>
              <a:noFill/>
              <a:ln w="19050">
                <a:solidFill>
                  <a:schemeClr val="tx1"/>
                </a:solidFill>
                <a:round/>
                <a:headEnd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6" name="Line 54"/>
              <p:cNvSpPr>
                <a:spLocks noChangeShapeType="1"/>
              </p:cNvSpPr>
              <p:nvPr/>
            </p:nvSpPr>
            <p:spPr bwMode="auto">
              <a:xfrm>
                <a:off x="7390831" y="3993202"/>
                <a:ext cx="270741" cy="501976"/>
              </a:xfrm>
              <a:prstGeom prst="line">
                <a:avLst/>
              </a:prstGeom>
              <a:noFill/>
              <a:ln w="19050">
                <a:solidFill>
                  <a:schemeClr val="tx1"/>
                </a:solidFill>
                <a:round/>
                <a:headEnd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 name="Line 55"/>
              <p:cNvSpPr>
                <a:spLocks noChangeShapeType="1"/>
              </p:cNvSpPr>
              <p:nvPr/>
            </p:nvSpPr>
            <p:spPr bwMode="auto">
              <a:xfrm flipH="1">
                <a:off x="7386703" y="4520067"/>
                <a:ext cx="296276" cy="173534"/>
              </a:xfrm>
              <a:prstGeom prst="line">
                <a:avLst/>
              </a:prstGeom>
              <a:noFill/>
              <a:ln w="19050">
                <a:solidFill>
                  <a:schemeClr val="tx1"/>
                </a:solidFill>
                <a:round/>
                <a:headEnd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8" name="Text Box 74"/>
              <p:cNvSpPr txBox="1">
                <a:spLocks noChangeArrowheads="1"/>
              </p:cNvSpPr>
              <p:nvPr/>
            </p:nvSpPr>
            <p:spPr bwMode="auto">
              <a:xfrm>
                <a:off x="7233407" y="3600557"/>
                <a:ext cx="387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2400" b="1" dirty="0">
                    <a:solidFill>
                      <a:srgbClr val="0000FF"/>
                    </a:solidFill>
                    <a:latin typeface="Times New Roman" panose="02020603050405020304" pitchFamily="18" charset="0"/>
                  </a:rPr>
                  <a:t>A</a:t>
                </a:r>
              </a:p>
            </p:txBody>
          </p:sp>
        </p:grpSp>
      </p:grpSp>
      <p:grpSp>
        <p:nvGrpSpPr>
          <p:cNvPr id="10" name="组合 9"/>
          <p:cNvGrpSpPr/>
          <p:nvPr/>
        </p:nvGrpSpPr>
        <p:grpSpPr>
          <a:xfrm>
            <a:off x="6715704" y="3996338"/>
            <a:ext cx="681893" cy="457200"/>
            <a:chOff x="6715704" y="3996338"/>
            <a:chExt cx="681893" cy="457200"/>
          </a:xfrm>
        </p:grpSpPr>
        <p:sp>
          <p:nvSpPr>
            <p:cNvPr id="70" name="Text Box 44"/>
            <p:cNvSpPr txBox="1">
              <a:spLocks noChangeArrowheads="1"/>
            </p:cNvSpPr>
            <p:nvPr/>
          </p:nvSpPr>
          <p:spPr bwMode="auto">
            <a:xfrm>
              <a:off x="6715704" y="3996338"/>
              <a:ext cx="387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2400" b="1" dirty="0">
                  <a:solidFill>
                    <a:srgbClr val="800080"/>
                  </a:solidFill>
                  <a:latin typeface="Times New Roman" panose="02020603050405020304" pitchFamily="18" charset="0"/>
                </a:rPr>
                <a:t>J</a:t>
              </a:r>
            </a:p>
          </p:txBody>
        </p:sp>
        <p:sp>
          <p:nvSpPr>
            <p:cNvPr id="71" name="Line 55"/>
            <p:cNvSpPr>
              <a:spLocks noChangeShapeType="1"/>
            </p:cNvSpPr>
            <p:nvPr/>
          </p:nvSpPr>
          <p:spPr bwMode="auto">
            <a:xfrm flipH="1">
              <a:off x="6994921" y="4001672"/>
              <a:ext cx="402676" cy="235854"/>
            </a:xfrm>
            <a:prstGeom prst="line">
              <a:avLst/>
            </a:prstGeom>
            <a:noFill/>
            <a:ln w="19050">
              <a:solidFill>
                <a:srgbClr val="660066"/>
              </a:solidFill>
              <a:round/>
              <a:headEnd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95" name="Group 12"/>
          <p:cNvGrpSpPr>
            <a:grpSpLocks/>
          </p:cNvGrpSpPr>
          <p:nvPr/>
        </p:nvGrpSpPr>
        <p:grpSpPr bwMode="auto">
          <a:xfrm rot="19679764">
            <a:off x="8097510" y="884788"/>
            <a:ext cx="454614" cy="63332"/>
            <a:chOff x="2274" y="1204"/>
            <a:chExt cx="270" cy="44"/>
          </a:xfrm>
        </p:grpSpPr>
        <p:sp>
          <p:nvSpPr>
            <p:cNvPr id="96" name="Line 13"/>
            <p:cNvSpPr>
              <a:spLocks noChangeShapeType="1"/>
            </p:cNvSpPr>
            <p:nvPr/>
          </p:nvSpPr>
          <p:spPr bwMode="auto">
            <a:xfrm flipH="1">
              <a:off x="2274" y="1210"/>
              <a:ext cx="28" cy="34"/>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7" name="Line 14"/>
            <p:cNvSpPr>
              <a:spLocks noChangeShapeType="1"/>
            </p:cNvSpPr>
            <p:nvPr/>
          </p:nvSpPr>
          <p:spPr bwMode="auto">
            <a:xfrm flipH="1">
              <a:off x="2304" y="1214"/>
              <a:ext cx="34" cy="34"/>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8" name="Line 15"/>
            <p:cNvSpPr>
              <a:spLocks noChangeShapeType="1"/>
            </p:cNvSpPr>
            <p:nvPr/>
          </p:nvSpPr>
          <p:spPr bwMode="auto">
            <a:xfrm flipH="1">
              <a:off x="2346" y="1206"/>
              <a:ext cx="36" cy="42"/>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9" name="Line 16"/>
            <p:cNvSpPr>
              <a:spLocks noChangeShapeType="1"/>
            </p:cNvSpPr>
            <p:nvPr/>
          </p:nvSpPr>
          <p:spPr bwMode="auto">
            <a:xfrm>
              <a:off x="2376" y="1206"/>
              <a:ext cx="40" cy="38"/>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0" name="Line 17"/>
            <p:cNvSpPr>
              <a:spLocks noChangeShapeType="1"/>
            </p:cNvSpPr>
            <p:nvPr/>
          </p:nvSpPr>
          <p:spPr bwMode="auto">
            <a:xfrm>
              <a:off x="2420" y="1210"/>
              <a:ext cx="40" cy="34"/>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1" name="Line 18"/>
            <p:cNvSpPr>
              <a:spLocks noChangeShapeType="1"/>
            </p:cNvSpPr>
            <p:nvPr/>
          </p:nvSpPr>
          <p:spPr bwMode="auto">
            <a:xfrm flipV="1">
              <a:off x="2460" y="1204"/>
              <a:ext cx="46" cy="42"/>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2" name="Line 19"/>
            <p:cNvSpPr>
              <a:spLocks noChangeShapeType="1"/>
            </p:cNvSpPr>
            <p:nvPr/>
          </p:nvSpPr>
          <p:spPr bwMode="auto">
            <a:xfrm flipV="1">
              <a:off x="2512" y="1208"/>
              <a:ext cx="32" cy="36"/>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74" name="Line 47"/>
          <p:cNvSpPr>
            <a:spLocks noChangeShapeType="1"/>
          </p:cNvSpPr>
          <p:nvPr/>
        </p:nvSpPr>
        <p:spPr bwMode="auto">
          <a:xfrm flipH="1">
            <a:off x="6054234" y="1298082"/>
            <a:ext cx="2409207" cy="1458204"/>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5" name="Line 47"/>
          <p:cNvSpPr>
            <a:spLocks noChangeShapeType="1"/>
          </p:cNvSpPr>
          <p:nvPr/>
        </p:nvSpPr>
        <p:spPr bwMode="auto">
          <a:xfrm flipH="1">
            <a:off x="5656385" y="724791"/>
            <a:ext cx="2895600" cy="1752600"/>
          </a:xfrm>
          <a:prstGeom prst="line">
            <a:avLst/>
          </a:prstGeom>
          <a:noFill/>
          <a:ln w="19050">
            <a:solidFill>
              <a:srgbClr val="9933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6" name="Arc 52"/>
          <p:cNvSpPr>
            <a:spLocks/>
          </p:cNvSpPr>
          <p:nvPr/>
        </p:nvSpPr>
        <p:spPr bwMode="auto">
          <a:xfrm rot="996287">
            <a:off x="6090654" y="2219610"/>
            <a:ext cx="136271" cy="167926"/>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9525">
            <a:solidFill>
              <a:schemeClr val="tx1"/>
            </a:solidFill>
            <a:round/>
            <a:headEnd type="triangle" w="med" len="me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7" name="Text Box 60"/>
          <p:cNvSpPr txBox="1">
            <a:spLocks noChangeArrowheads="1"/>
          </p:cNvSpPr>
          <p:nvPr/>
        </p:nvSpPr>
        <p:spPr bwMode="auto">
          <a:xfrm>
            <a:off x="6180329" y="1983481"/>
            <a:ext cx="385763" cy="4169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2000" b="1" dirty="0">
                <a:solidFill>
                  <a:srgbClr val="0000FF"/>
                </a:solidFill>
                <a:latin typeface="Symbol" panose="05050102010706020507" pitchFamily="18" charset="2"/>
              </a:rPr>
              <a:t>a</a:t>
            </a:r>
            <a:endParaRPr kumimoji="1" lang="en-US" altLang="zh-CN" sz="2000" b="1" dirty="0">
              <a:solidFill>
                <a:srgbClr val="0000FF"/>
              </a:solidFill>
              <a:latin typeface="Times New Roman" panose="02020603050405020304" pitchFamily="18" charset="0"/>
            </a:endParaRPr>
          </a:p>
        </p:txBody>
      </p:sp>
      <p:cxnSp>
        <p:nvCxnSpPr>
          <p:cNvPr id="78" name="直接连接符 77"/>
          <p:cNvCxnSpPr/>
          <p:nvPr/>
        </p:nvCxnSpPr>
        <p:spPr bwMode="auto">
          <a:xfrm>
            <a:off x="5798115" y="2399246"/>
            <a:ext cx="620725" cy="0"/>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9" name="直接箭头连接符 78"/>
          <p:cNvCxnSpPr/>
          <p:nvPr/>
        </p:nvCxnSpPr>
        <p:spPr>
          <a:xfrm flipV="1">
            <a:off x="8270219" y="1006280"/>
            <a:ext cx="343136" cy="191517"/>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80" name="Rectangle 1042"/>
          <p:cNvSpPr>
            <a:spLocks noChangeArrowheads="1"/>
          </p:cNvSpPr>
          <p:nvPr/>
        </p:nvSpPr>
        <p:spPr bwMode="auto">
          <a:xfrm rot="20100000">
            <a:off x="8436541" y="895192"/>
            <a:ext cx="400413" cy="5170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spcBef>
                <a:spcPct val="20000"/>
              </a:spcBef>
            </a:pPr>
            <a:r>
              <a:rPr lang="en-US" altLang="zh-CN" sz="2400" b="1" dirty="0" smtClean="0">
                <a:solidFill>
                  <a:srgbClr val="C00000"/>
                </a:solidFill>
                <a:latin typeface="微软雅黑" pitchFamily="34" charset="-122"/>
                <a:ea typeface="微软雅黑" pitchFamily="34" charset="-122"/>
                <a:sym typeface="Symbol"/>
              </a:rPr>
              <a:t></a:t>
            </a:r>
            <a:endParaRPr lang="en-US" altLang="zh-CN" sz="2400" b="1" dirty="0">
              <a:solidFill>
                <a:srgbClr val="C00000"/>
              </a:solidFill>
              <a:latin typeface="微软雅黑" pitchFamily="34" charset="-122"/>
              <a:ea typeface="微软雅黑" pitchFamily="34" charset="-122"/>
            </a:endParaRPr>
          </a:p>
        </p:txBody>
      </p:sp>
      <p:cxnSp>
        <p:nvCxnSpPr>
          <p:cNvPr id="81" name="直接箭头连接符 80"/>
          <p:cNvCxnSpPr/>
          <p:nvPr/>
        </p:nvCxnSpPr>
        <p:spPr>
          <a:xfrm flipH="1">
            <a:off x="5712950" y="2504247"/>
            <a:ext cx="383754" cy="233191"/>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nvGrpSpPr>
          <p:cNvPr id="29" name="组合 28"/>
          <p:cNvGrpSpPr/>
          <p:nvPr/>
        </p:nvGrpSpPr>
        <p:grpSpPr>
          <a:xfrm>
            <a:off x="7752909" y="920282"/>
            <a:ext cx="290463" cy="324879"/>
            <a:chOff x="7953734" y="3526006"/>
            <a:chExt cx="290463" cy="324879"/>
          </a:xfrm>
        </p:grpSpPr>
        <p:sp>
          <p:nvSpPr>
            <p:cNvPr id="84" name="等腰三角形 83"/>
            <p:cNvSpPr/>
            <p:nvPr/>
          </p:nvSpPr>
          <p:spPr>
            <a:xfrm rot="1800000">
              <a:off x="7953734" y="3526006"/>
              <a:ext cx="182604" cy="156518"/>
            </a:xfrm>
            <a:prstGeom prst="triangle">
              <a:avLst/>
            </a:prstGeom>
            <a:noFill/>
            <a:ln w="12700">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85" name="直接连接符 84"/>
            <p:cNvCxnSpPr/>
            <p:nvPr/>
          </p:nvCxnSpPr>
          <p:spPr bwMode="auto">
            <a:xfrm flipV="1">
              <a:off x="8002007" y="3784210"/>
              <a:ext cx="104077" cy="66675"/>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7" name="直接连接符 86"/>
            <p:cNvCxnSpPr/>
            <p:nvPr/>
          </p:nvCxnSpPr>
          <p:spPr bwMode="auto">
            <a:xfrm flipV="1">
              <a:off x="8167999" y="3810400"/>
              <a:ext cx="48323" cy="30958"/>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8" name="直接连接符 87"/>
            <p:cNvCxnSpPr/>
            <p:nvPr/>
          </p:nvCxnSpPr>
          <p:spPr bwMode="auto">
            <a:xfrm flipV="1">
              <a:off x="8140120" y="3693724"/>
              <a:ext cx="104077" cy="66675"/>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9" name="直接连接符 88"/>
            <p:cNvCxnSpPr/>
            <p:nvPr/>
          </p:nvCxnSpPr>
          <p:spPr bwMode="auto">
            <a:xfrm flipV="1">
              <a:off x="8104401" y="3767545"/>
              <a:ext cx="104077" cy="66675"/>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117" name="Rectangle 1042"/>
          <p:cNvSpPr>
            <a:spLocks noChangeArrowheads="1"/>
          </p:cNvSpPr>
          <p:nvPr/>
        </p:nvSpPr>
        <p:spPr bwMode="auto">
          <a:xfrm rot="20100000">
            <a:off x="5694567" y="2546451"/>
            <a:ext cx="400413" cy="5170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spcBef>
                <a:spcPct val="20000"/>
              </a:spcBef>
            </a:pPr>
            <a:r>
              <a:rPr lang="en-US" altLang="zh-CN" sz="2400" b="1" dirty="0" smtClean="0">
                <a:solidFill>
                  <a:srgbClr val="C00000"/>
                </a:solidFill>
                <a:latin typeface="微软雅黑" pitchFamily="34" charset="-122"/>
                <a:ea typeface="微软雅黑" pitchFamily="34" charset="-122"/>
                <a:sym typeface="Symbol"/>
              </a:rPr>
              <a:t></a:t>
            </a:r>
            <a:endParaRPr lang="en-US" altLang="zh-CN" sz="2400" b="1" dirty="0">
              <a:solidFill>
                <a:srgbClr val="C00000"/>
              </a:solidFill>
              <a:latin typeface="微软雅黑" pitchFamily="34" charset="-122"/>
              <a:ea typeface="微软雅黑" pitchFamily="34" charset="-122"/>
            </a:endParaRPr>
          </a:p>
        </p:txBody>
      </p:sp>
      <p:grpSp>
        <p:nvGrpSpPr>
          <p:cNvPr id="7" name="组合 6"/>
          <p:cNvGrpSpPr/>
          <p:nvPr/>
        </p:nvGrpSpPr>
        <p:grpSpPr>
          <a:xfrm>
            <a:off x="6486887" y="1290983"/>
            <a:ext cx="1606593" cy="1705369"/>
            <a:chOff x="6486887" y="1290983"/>
            <a:chExt cx="1606593" cy="1705369"/>
          </a:xfrm>
        </p:grpSpPr>
        <p:sp>
          <p:nvSpPr>
            <p:cNvPr id="125" name="Text Box 41"/>
            <p:cNvSpPr txBox="1">
              <a:spLocks noChangeArrowheads="1"/>
            </p:cNvSpPr>
            <p:nvPr/>
          </p:nvSpPr>
          <p:spPr bwMode="auto">
            <a:xfrm>
              <a:off x="6486887" y="1290983"/>
              <a:ext cx="516731" cy="446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2000" b="1" dirty="0">
                  <a:solidFill>
                    <a:srgbClr val="C00000"/>
                  </a:solidFill>
                  <a:latin typeface="Times New Roman" panose="02020603050405020304" pitchFamily="18" charset="0"/>
                  <a:sym typeface="Symbol" panose="05050102010706020507" pitchFamily="18" charset="2"/>
                </a:rPr>
                <a:t></a:t>
              </a:r>
              <a:r>
                <a:rPr kumimoji="1" lang="en-US" altLang="zh-CN" sz="2000" b="1" i="1" dirty="0">
                  <a:solidFill>
                    <a:srgbClr val="C00000"/>
                  </a:solidFill>
                  <a:latin typeface="Times New Roman" panose="02020603050405020304" pitchFamily="18" charset="0"/>
                  <a:sym typeface="Symbol" panose="05050102010706020507" pitchFamily="18" charset="2"/>
                </a:rPr>
                <a:t>h</a:t>
              </a:r>
              <a:endParaRPr kumimoji="1" lang="en-US" altLang="zh-CN" sz="2000" b="1" i="1" dirty="0">
                <a:solidFill>
                  <a:srgbClr val="C00000"/>
                </a:solidFill>
                <a:latin typeface="Times New Roman" panose="02020603050405020304" pitchFamily="18" charset="0"/>
              </a:endParaRPr>
            </a:p>
          </p:txBody>
        </p:sp>
        <p:sp>
          <p:nvSpPr>
            <p:cNvPr id="108" name="Line 47"/>
            <p:cNvSpPr>
              <a:spLocks noChangeShapeType="1"/>
            </p:cNvSpPr>
            <p:nvPr/>
          </p:nvSpPr>
          <p:spPr bwMode="auto">
            <a:xfrm flipH="1">
              <a:off x="6636124" y="1502194"/>
              <a:ext cx="922713" cy="558484"/>
            </a:xfrm>
            <a:prstGeom prst="line">
              <a:avLst/>
            </a:prstGeom>
            <a:noFill/>
            <a:ln w="9525">
              <a:solidFill>
                <a:schemeClr val="tx1"/>
              </a:solidFill>
              <a:prstDash val="solid"/>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9" name="Line 47"/>
            <p:cNvSpPr>
              <a:spLocks noChangeShapeType="1"/>
            </p:cNvSpPr>
            <p:nvPr/>
          </p:nvSpPr>
          <p:spPr bwMode="auto">
            <a:xfrm flipH="1">
              <a:off x="6731722" y="1638903"/>
              <a:ext cx="894119" cy="541177"/>
            </a:xfrm>
            <a:prstGeom prst="line">
              <a:avLst/>
            </a:prstGeom>
            <a:noFill/>
            <a:ln w="9525">
              <a:solidFill>
                <a:schemeClr val="tx1"/>
              </a:solidFill>
              <a:prstDash val="solid"/>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cxnSp>
          <p:nvCxnSpPr>
            <p:cNvPr id="15" name="直接连接符 14"/>
            <p:cNvCxnSpPr/>
            <p:nvPr/>
          </p:nvCxnSpPr>
          <p:spPr bwMode="auto">
            <a:xfrm>
              <a:off x="7467398" y="1377054"/>
              <a:ext cx="236912" cy="369916"/>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0" name="直接连接符 109"/>
            <p:cNvCxnSpPr/>
            <p:nvPr/>
          </p:nvCxnSpPr>
          <p:spPr bwMode="auto">
            <a:xfrm>
              <a:off x="7337166" y="1454639"/>
              <a:ext cx="236912" cy="369916"/>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1" name="直接连接符 110"/>
            <p:cNvCxnSpPr/>
            <p:nvPr/>
          </p:nvCxnSpPr>
          <p:spPr bwMode="auto">
            <a:xfrm>
              <a:off x="7211090" y="1536380"/>
              <a:ext cx="236912" cy="369916"/>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2" name="直接连接符 111"/>
            <p:cNvCxnSpPr/>
            <p:nvPr/>
          </p:nvCxnSpPr>
          <p:spPr bwMode="auto">
            <a:xfrm>
              <a:off x="7089170" y="1622277"/>
              <a:ext cx="236912" cy="369916"/>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3" name="直接连接符 112"/>
            <p:cNvCxnSpPr/>
            <p:nvPr/>
          </p:nvCxnSpPr>
          <p:spPr bwMode="auto">
            <a:xfrm>
              <a:off x="6958938" y="1699862"/>
              <a:ext cx="236912" cy="369916"/>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4" name="直接连接符 113"/>
            <p:cNvCxnSpPr/>
            <p:nvPr/>
          </p:nvCxnSpPr>
          <p:spPr bwMode="auto">
            <a:xfrm>
              <a:off x="6824550" y="1773291"/>
              <a:ext cx="236912" cy="369916"/>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5" name="直接连接符 114"/>
            <p:cNvCxnSpPr/>
            <p:nvPr/>
          </p:nvCxnSpPr>
          <p:spPr bwMode="auto">
            <a:xfrm>
              <a:off x="6690162" y="1846720"/>
              <a:ext cx="236912" cy="369916"/>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6" name="直接连接符 115"/>
            <p:cNvCxnSpPr/>
            <p:nvPr/>
          </p:nvCxnSpPr>
          <p:spPr bwMode="auto">
            <a:xfrm>
              <a:off x="6555774" y="1920149"/>
              <a:ext cx="236912" cy="369916"/>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 name="直接连接符 16"/>
            <p:cNvCxnSpPr/>
            <p:nvPr/>
          </p:nvCxnSpPr>
          <p:spPr bwMode="auto">
            <a:xfrm flipH="1">
              <a:off x="6922654" y="1610070"/>
              <a:ext cx="150018" cy="0"/>
            </a:xfrm>
            <a:prstGeom prst="line">
              <a:avLst/>
            </a:prstGeom>
            <a:noFill/>
            <a:ln w="63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8" name="直接连接符 117"/>
            <p:cNvCxnSpPr/>
            <p:nvPr/>
          </p:nvCxnSpPr>
          <p:spPr bwMode="auto">
            <a:xfrm flipH="1">
              <a:off x="6913129" y="1531489"/>
              <a:ext cx="285750" cy="0"/>
            </a:xfrm>
            <a:prstGeom prst="line">
              <a:avLst/>
            </a:prstGeom>
            <a:noFill/>
            <a:ln w="63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1" name="直接箭头连接符 20"/>
            <p:cNvCxnSpPr/>
            <p:nvPr/>
          </p:nvCxnSpPr>
          <p:spPr bwMode="auto">
            <a:xfrm>
              <a:off x="6960755" y="1369564"/>
              <a:ext cx="0" cy="159543"/>
            </a:xfrm>
            <a:prstGeom prst="straightConnector1">
              <a:avLst/>
            </a:prstGeom>
            <a:noFill/>
            <a:ln w="6350" cap="flat" cmpd="sng" algn="ctr">
              <a:solidFill>
                <a:schemeClr val="tx1"/>
              </a:solidFill>
              <a:prstDash val="solid"/>
              <a:round/>
              <a:headEnd type="none" w="sm" len="sm"/>
              <a:tailEnd type="triangl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3" name="直接箭头连接符 122"/>
            <p:cNvCxnSpPr/>
            <p:nvPr/>
          </p:nvCxnSpPr>
          <p:spPr bwMode="auto">
            <a:xfrm flipH="1" flipV="1">
              <a:off x="6951230" y="1617213"/>
              <a:ext cx="0" cy="159543"/>
            </a:xfrm>
            <a:prstGeom prst="straightConnector1">
              <a:avLst/>
            </a:prstGeom>
            <a:noFill/>
            <a:ln w="6350" cap="flat" cmpd="sng" algn="ctr">
              <a:solidFill>
                <a:schemeClr val="tx1"/>
              </a:solidFill>
              <a:prstDash val="solid"/>
              <a:round/>
              <a:headEnd type="none" w="sm" len="sm"/>
              <a:tailEnd type="triangl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24" name="Text Box 40"/>
            <p:cNvSpPr txBox="1">
              <a:spLocks noChangeArrowheads="1"/>
            </p:cNvSpPr>
            <p:nvPr/>
          </p:nvSpPr>
          <p:spPr bwMode="auto">
            <a:xfrm>
              <a:off x="7298893" y="1979164"/>
              <a:ext cx="457200" cy="4169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2000" b="1" dirty="0">
                  <a:solidFill>
                    <a:srgbClr val="C00000"/>
                  </a:solidFill>
                  <a:latin typeface="Times New Roman" panose="02020603050405020304" pitchFamily="18" charset="0"/>
                  <a:sym typeface="Symbol" panose="05050102010706020507" pitchFamily="18" charset="2"/>
                </a:rPr>
                <a:t></a:t>
              </a:r>
              <a:r>
                <a:rPr kumimoji="1" lang="en-US" altLang="zh-CN" sz="2000" b="1" i="1" dirty="0">
                  <a:solidFill>
                    <a:srgbClr val="C00000"/>
                  </a:solidFill>
                  <a:latin typeface="Times New Roman" panose="02020603050405020304" pitchFamily="18" charset="0"/>
                  <a:sym typeface="Symbol" panose="05050102010706020507" pitchFamily="18" charset="2"/>
                </a:rPr>
                <a:t>l</a:t>
              </a:r>
              <a:endParaRPr kumimoji="1" lang="en-US" altLang="zh-CN" sz="2000" b="1" i="1" dirty="0">
                <a:solidFill>
                  <a:srgbClr val="C00000"/>
                </a:solidFill>
                <a:latin typeface="Times New Roman" panose="02020603050405020304" pitchFamily="18" charset="0"/>
              </a:endParaRPr>
            </a:p>
          </p:txBody>
        </p:sp>
        <p:cxnSp>
          <p:nvCxnSpPr>
            <p:cNvPr id="129" name="直接连接符 128"/>
            <p:cNvCxnSpPr/>
            <p:nvPr/>
          </p:nvCxnSpPr>
          <p:spPr bwMode="auto">
            <a:xfrm flipH="1" flipV="1">
              <a:off x="7341755" y="2019646"/>
              <a:ext cx="66675" cy="95249"/>
            </a:xfrm>
            <a:prstGeom prst="line">
              <a:avLst/>
            </a:prstGeom>
            <a:noFill/>
            <a:ln w="63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0" name="直接箭头连接符 129"/>
            <p:cNvCxnSpPr/>
            <p:nvPr/>
          </p:nvCxnSpPr>
          <p:spPr bwMode="auto">
            <a:xfrm flipH="1">
              <a:off x="7513204" y="1924396"/>
              <a:ext cx="123825" cy="73818"/>
            </a:xfrm>
            <a:prstGeom prst="straightConnector1">
              <a:avLst/>
            </a:prstGeom>
            <a:noFill/>
            <a:ln w="6350" cap="flat" cmpd="sng" algn="ctr">
              <a:solidFill>
                <a:schemeClr val="tx1"/>
              </a:solidFill>
              <a:prstDash val="solid"/>
              <a:round/>
              <a:headEnd type="none" w="sm" len="sm"/>
              <a:tailEnd type="triangl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4" name="直接连接符 133"/>
            <p:cNvCxnSpPr/>
            <p:nvPr/>
          </p:nvCxnSpPr>
          <p:spPr bwMode="auto">
            <a:xfrm flipH="1" flipV="1">
              <a:off x="7467962" y="1936303"/>
              <a:ext cx="66675" cy="95249"/>
            </a:xfrm>
            <a:prstGeom prst="line">
              <a:avLst/>
            </a:prstGeom>
            <a:noFill/>
            <a:ln w="63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6" name="直接箭头连接符 135"/>
            <p:cNvCxnSpPr/>
            <p:nvPr/>
          </p:nvCxnSpPr>
          <p:spPr bwMode="auto">
            <a:xfrm rot="10800000" flipH="1">
              <a:off x="7258411" y="2079177"/>
              <a:ext cx="123825" cy="73818"/>
            </a:xfrm>
            <a:prstGeom prst="straightConnector1">
              <a:avLst/>
            </a:prstGeom>
            <a:noFill/>
            <a:ln w="6350" cap="flat" cmpd="sng" algn="ctr">
              <a:solidFill>
                <a:schemeClr val="tx1"/>
              </a:solidFill>
              <a:prstDash val="solid"/>
              <a:round/>
              <a:headEnd type="none" w="sm" len="sm"/>
              <a:tailEnd type="triangl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9" name="Text Box 57"/>
            <p:cNvSpPr txBox="1">
              <a:spLocks noChangeArrowheads="1"/>
            </p:cNvSpPr>
            <p:nvPr/>
          </p:nvSpPr>
          <p:spPr bwMode="auto">
            <a:xfrm>
              <a:off x="6881426" y="2479287"/>
              <a:ext cx="1212054" cy="5170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400" b="1" dirty="0" smtClean="0">
                  <a:solidFill>
                    <a:srgbClr val="C00000"/>
                  </a:solidFill>
                  <a:latin typeface="黑体" panose="02010609060101010101" pitchFamily="49" charset="-122"/>
                  <a:ea typeface="黑体" panose="02010609060101010101" pitchFamily="49" charset="-122"/>
                </a:rPr>
                <a:t>流网图</a:t>
              </a:r>
              <a:endParaRPr kumimoji="1" lang="en-US" altLang="zh-CN" sz="2400" b="1" dirty="0">
                <a:solidFill>
                  <a:srgbClr val="C00000"/>
                </a:solidFill>
                <a:latin typeface="黑体" panose="02010609060101010101" pitchFamily="49" charset="-122"/>
                <a:ea typeface="黑体" panose="02010609060101010101" pitchFamily="49" charset="-122"/>
              </a:endParaRPr>
            </a:p>
          </p:txBody>
        </p:sp>
      </p:grpSp>
      <p:sp>
        <p:nvSpPr>
          <p:cNvPr id="73" name="Text Box 2"/>
          <p:cNvSpPr txBox="1">
            <a:spLocks noChangeArrowheads="1"/>
          </p:cNvSpPr>
          <p:nvPr/>
        </p:nvSpPr>
        <p:spPr bwMode="auto">
          <a:xfrm>
            <a:off x="2009553" y="5630882"/>
            <a:ext cx="6326372"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zh-CN" altLang="en-US" sz="4000" b="1" dirty="0">
                <a:solidFill>
                  <a:srgbClr val="000066"/>
                </a:solidFill>
                <a:latin typeface="黑体" pitchFamily="2" charset="-122"/>
                <a:ea typeface="黑体" pitchFamily="2" charset="-122"/>
              </a:rPr>
              <a:t>有沿坡渗流的无限长坡分析</a:t>
            </a:r>
          </a:p>
        </p:txBody>
      </p:sp>
    </p:spTree>
    <p:extLst>
      <p:ext uri="{BB962C8B-B14F-4D97-AF65-F5344CB8AC3E}">
        <p14:creationId xmlns:p14="http://schemas.microsoft.com/office/powerpoint/2010/main" val="1209767263"/>
      </p:ext>
    </p:extLst>
  </p:cSld>
  <p:clrMapOvr>
    <a:masterClrMapping/>
  </p:clrMapOvr>
  <p:transition spd="med">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06">
                                            <p:txEl>
                                              <p:pRg st="0" end="0"/>
                                            </p:txEl>
                                          </p:spTgt>
                                        </p:tgtEl>
                                        <p:attrNameLst>
                                          <p:attrName>style.visibility</p:attrName>
                                        </p:attrNameLst>
                                      </p:cBhvr>
                                      <p:to>
                                        <p:strVal val="visible"/>
                                      </p:to>
                                    </p:set>
                                    <p:animEffect transition="in" filter="wipe(left)">
                                      <p:cBhvr>
                                        <p:cTn id="7" dur="1000"/>
                                        <p:tgtEl>
                                          <p:spTgt spid="20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left)">
                                      <p:cBhvr>
                                        <p:cTn id="12" dur="1000"/>
                                        <p:tgtEl>
                                          <p:spTgt spid="7"/>
                                        </p:tgtEl>
                                      </p:cBhvr>
                                    </p:animEffect>
                                  </p:childTnLst>
                                </p:cTn>
                              </p:par>
                            </p:childTnLst>
                          </p:cTn>
                        </p:par>
                        <p:par>
                          <p:cTn id="13" fill="hold">
                            <p:stCondLst>
                              <p:cond delay="1000"/>
                            </p:stCondLst>
                            <p:childTnLst>
                              <p:par>
                                <p:cTn id="14" presetID="22" presetClass="entr" presetSubtype="8" fill="hold" grpId="0" nodeType="afterEffect">
                                  <p:stCondLst>
                                    <p:cond delay="0"/>
                                  </p:stCondLst>
                                  <p:childTnLst>
                                    <p:set>
                                      <p:cBhvr>
                                        <p:cTn id="15" dur="1" fill="hold">
                                          <p:stCondLst>
                                            <p:cond delay="0"/>
                                          </p:stCondLst>
                                        </p:cTn>
                                        <p:tgtEl>
                                          <p:spTgt spid="206">
                                            <p:txEl>
                                              <p:pRg st="1" end="1"/>
                                            </p:txEl>
                                          </p:spTgt>
                                        </p:tgtEl>
                                        <p:attrNameLst>
                                          <p:attrName>style.visibility</p:attrName>
                                        </p:attrNameLst>
                                      </p:cBhvr>
                                      <p:to>
                                        <p:strVal val="visible"/>
                                      </p:to>
                                    </p:set>
                                    <p:animEffect transition="in" filter="wipe(left)">
                                      <p:cBhvr>
                                        <p:cTn id="16" dur="1000"/>
                                        <p:tgtEl>
                                          <p:spTgt spid="206">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206">
                                            <p:txEl>
                                              <p:pRg st="2" end="2"/>
                                            </p:txEl>
                                          </p:spTgt>
                                        </p:tgtEl>
                                        <p:attrNameLst>
                                          <p:attrName>style.visibility</p:attrName>
                                        </p:attrNameLst>
                                      </p:cBhvr>
                                      <p:to>
                                        <p:strVal val="visible"/>
                                      </p:to>
                                    </p:set>
                                    <p:animEffect transition="in" filter="wipe(left)">
                                      <p:cBhvr>
                                        <p:cTn id="21" dur="1000"/>
                                        <p:tgtEl>
                                          <p:spTgt spid="206">
                                            <p:txEl>
                                              <p:pRg st="2" end="2"/>
                                            </p:txEl>
                                          </p:spTgt>
                                        </p:tgtEl>
                                      </p:cBhvr>
                                    </p:animEffect>
                                  </p:childTnLst>
                                </p:cTn>
                              </p:par>
                            </p:childTnLst>
                          </p:cTn>
                        </p:par>
                        <p:par>
                          <p:cTn id="22" fill="hold">
                            <p:stCondLst>
                              <p:cond delay="1000"/>
                            </p:stCondLst>
                            <p:childTnLst>
                              <p:par>
                                <p:cTn id="23" presetID="22" presetClass="entr" presetSubtype="8" fill="hold" grpId="0" nodeType="afterEffect">
                                  <p:stCondLst>
                                    <p:cond delay="0"/>
                                  </p:stCondLst>
                                  <p:childTnLst>
                                    <p:set>
                                      <p:cBhvr>
                                        <p:cTn id="24" dur="1" fill="hold">
                                          <p:stCondLst>
                                            <p:cond delay="0"/>
                                          </p:stCondLst>
                                        </p:cTn>
                                        <p:tgtEl>
                                          <p:spTgt spid="206">
                                            <p:txEl>
                                              <p:pRg st="3" end="3"/>
                                            </p:txEl>
                                          </p:spTgt>
                                        </p:tgtEl>
                                        <p:attrNameLst>
                                          <p:attrName>style.visibility</p:attrName>
                                        </p:attrNameLst>
                                      </p:cBhvr>
                                      <p:to>
                                        <p:strVal val="visible"/>
                                      </p:to>
                                    </p:set>
                                    <p:animEffect transition="in" filter="wipe(left)">
                                      <p:cBhvr>
                                        <p:cTn id="25" dur="1000"/>
                                        <p:tgtEl>
                                          <p:spTgt spid="206">
                                            <p:txEl>
                                              <p:pRg st="3" end="3"/>
                                            </p:txEl>
                                          </p:spTgt>
                                        </p:tgtEl>
                                      </p:cBhvr>
                                    </p:animEffect>
                                  </p:childTnLst>
                                </p:cTn>
                              </p:par>
                            </p:childTnLst>
                          </p:cTn>
                        </p:par>
                        <p:par>
                          <p:cTn id="26" fill="hold">
                            <p:stCondLst>
                              <p:cond delay="2000"/>
                            </p:stCondLst>
                            <p:childTnLst>
                              <p:par>
                                <p:cTn id="27" presetID="22" presetClass="entr" presetSubtype="4" fill="hold" nodeType="afterEffect">
                                  <p:stCondLst>
                                    <p:cond delay="0"/>
                                  </p:stCondLst>
                                  <p:childTnLst>
                                    <p:set>
                                      <p:cBhvr>
                                        <p:cTn id="28" dur="1" fill="hold">
                                          <p:stCondLst>
                                            <p:cond delay="0"/>
                                          </p:stCondLst>
                                        </p:cTn>
                                        <p:tgtEl>
                                          <p:spTgt spid="2"/>
                                        </p:tgtEl>
                                        <p:attrNameLst>
                                          <p:attrName>style.visibility</p:attrName>
                                        </p:attrNameLst>
                                      </p:cBhvr>
                                      <p:to>
                                        <p:strVal val="visible"/>
                                      </p:to>
                                    </p:set>
                                    <p:animEffect transition="in" filter="wipe(down)">
                                      <p:cBhvr>
                                        <p:cTn id="29" dur="500"/>
                                        <p:tgtEl>
                                          <p:spTgt spid="2"/>
                                        </p:tgtEl>
                                      </p:cBhvr>
                                    </p:animEffect>
                                  </p:childTnLst>
                                </p:cTn>
                              </p:par>
                            </p:childTnLst>
                          </p:cTn>
                        </p:par>
                        <p:par>
                          <p:cTn id="30" fill="hold">
                            <p:stCondLst>
                              <p:cond delay="2500"/>
                            </p:stCondLst>
                            <p:childTnLst>
                              <p:par>
                                <p:cTn id="31" presetID="22" presetClass="entr" presetSubtype="4" repeatCount="4000" fill="hold" nodeType="afterEffect">
                                  <p:stCondLst>
                                    <p:cond delay="0"/>
                                  </p:stCondLst>
                                  <p:childTnLst>
                                    <p:set>
                                      <p:cBhvr>
                                        <p:cTn id="32" dur="1" fill="hold">
                                          <p:stCondLst>
                                            <p:cond delay="0"/>
                                          </p:stCondLst>
                                        </p:cTn>
                                        <p:tgtEl>
                                          <p:spTgt spid="10"/>
                                        </p:tgtEl>
                                        <p:attrNameLst>
                                          <p:attrName>style.visibility</p:attrName>
                                        </p:attrNameLst>
                                      </p:cBhvr>
                                      <p:to>
                                        <p:strVal val="visible"/>
                                      </p:to>
                                    </p:set>
                                    <p:animEffect transition="in" filter="wipe(down)">
                                      <p:cBhvr>
                                        <p:cTn id="33" dur="500"/>
                                        <p:tgtEl>
                                          <p:spTgt spid="10"/>
                                        </p:tgtEl>
                                      </p:cBhvr>
                                    </p:animEffect>
                                  </p:childTnLst>
                                </p:cTn>
                              </p:par>
                            </p:childTnLst>
                          </p:cTn>
                        </p:par>
                        <p:par>
                          <p:cTn id="34" fill="hold">
                            <p:stCondLst>
                              <p:cond delay="4500"/>
                            </p:stCondLst>
                            <p:childTnLst>
                              <p:par>
                                <p:cTn id="35" presetID="16" presetClass="entr" presetSubtype="21" fill="hold" grpId="0" nodeType="afterEffect">
                                  <p:stCondLst>
                                    <p:cond delay="0"/>
                                  </p:stCondLst>
                                  <p:childTnLst>
                                    <p:set>
                                      <p:cBhvr>
                                        <p:cTn id="36" dur="1" fill="hold">
                                          <p:stCondLst>
                                            <p:cond delay="0"/>
                                          </p:stCondLst>
                                        </p:cTn>
                                        <p:tgtEl>
                                          <p:spTgt spid="57"/>
                                        </p:tgtEl>
                                        <p:attrNameLst>
                                          <p:attrName>style.visibility</p:attrName>
                                        </p:attrNameLst>
                                      </p:cBhvr>
                                      <p:to>
                                        <p:strVal val="visible"/>
                                      </p:to>
                                    </p:set>
                                    <p:animEffect transition="in" filter="barn(inVertical)">
                                      <p:cBhvr>
                                        <p:cTn id="37" dur="500"/>
                                        <p:tgtEl>
                                          <p:spTgt spid="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6" grpId="0" uiExpand="1" build="p"/>
      <p:bldP spid="57"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27</a:t>
            </a:fld>
            <a:endParaRPr lang="zh-CN" altLang="en-US" dirty="0">
              <a:solidFill>
                <a:srgbClr val="C00000"/>
              </a:solidFill>
            </a:endParaRPr>
          </a:p>
        </p:txBody>
      </p:sp>
      <p:sp>
        <p:nvSpPr>
          <p:cNvPr id="59" name="Text Box 2"/>
          <p:cNvSpPr txBox="1">
            <a:spLocks noChangeArrowheads="1"/>
          </p:cNvSpPr>
          <p:nvPr/>
        </p:nvSpPr>
        <p:spPr bwMode="auto">
          <a:xfrm>
            <a:off x="2009553" y="5630882"/>
            <a:ext cx="6326372"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zh-CN" altLang="en-US" sz="4000" b="1" dirty="0">
                <a:solidFill>
                  <a:srgbClr val="000066"/>
                </a:solidFill>
                <a:latin typeface="黑体" pitchFamily="2" charset="-122"/>
                <a:ea typeface="黑体" pitchFamily="2" charset="-122"/>
              </a:rPr>
              <a:t>有沿坡渗流的无限长坡分析</a:t>
            </a:r>
          </a:p>
        </p:txBody>
      </p:sp>
      <p:sp>
        <p:nvSpPr>
          <p:cNvPr id="57" name="Text Box 7"/>
          <p:cNvSpPr txBox="1">
            <a:spLocks noChangeArrowheads="1"/>
          </p:cNvSpPr>
          <p:nvPr/>
        </p:nvSpPr>
        <p:spPr bwMode="auto">
          <a:xfrm>
            <a:off x="-1" y="0"/>
            <a:ext cx="6147304"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1800" b="1" kern="900" spc="130" dirty="0" smtClean="0">
                <a:solidFill>
                  <a:srgbClr val="000066"/>
                </a:solidFill>
                <a:ea typeface="黑体" panose="02010609060101010101" pitchFamily="49" charset="-122"/>
                <a:cs typeface="Times New Roman" panose="02020603050405020304" pitchFamily="18" charset="0"/>
              </a:rPr>
              <a:t>§7.2 </a:t>
            </a:r>
            <a:r>
              <a:rPr lang="zh-CN" altLang="en-US" sz="1800" b="1" kern="900" spc="130" dirty="0">
                <a:solidFill>
                  <a:srgbClr val="000066"/>
                </a:solidFill>
                <a:ea typeface="黑体" panose="02010609060101010101" pitchFamily="49" charset="-122"/>
                <a:cs typeface="Times New Roman" panose="02020603050405020304" pitchFamily="18" charset="0"/>
              </a:rPr>
              <a:t>无黏性土坡的稳定</a:t>
            </a:r>
            <a:r>
              <a:rPr lang="zh-CN" altLang="en-US" sz="1800" b="1" kern="900" spc="130" dirty="0" smtClean="0">
                <a:solidFill>
                  <a:srgbClr val="000066"/>
                </a:solidFill>
                <a:ea typeface="黑体" panose="02010609060101010101" pitchFamily="49" charset="-122"/>
                <a:cs typeface="Times New Roman" panose="02020603050405020304" pitchFamily="18" charset="0"/>
              </a:rPr>
              <a:t>分析 </a:t>
            </a:r>
            <a:r>
              <a:rPr lang="en-US" altLang="zh-CN" sz="1800" b="1" kern="900" spc="130" dirty="0" smtClean="0">
                <a:solidFill>
                  <a:srgbClr val="000066"/>
                </a:solidFill>
                <a:ea typeface="黑体" panose="02010609060101010101" pitchFamily="49" charset="-122"/>
                <a:cs typeface="Times New Roman" panose="02020603050405020304" pitchFamily="18" charset="0"/>
              </a:rPr>
              <a:t>– </a:t>
            </a:r>
            <a:r>
              <a:rPr lang="zh-CN" altLang="en-US" sz="1800" b="1" kern="900" spc="130" dirty="0" smtClean="0">
                <a:solidFill>
                  <a:srgbClr val="000066"/>
                </a:solidFill>
                <a:ea typeface="黑体" panose="02010609060101010101" pitchFamily="49" charset="-122"/>
                <a:cs typeface="Times New Roman" panose="02020603050405020304" pitchFamily="18" charset="0"/>
              </a:rPr>
              <a:t>有</a:t>
            </a:r>
            <a:r>
              <a:rPr lang="zh-CN" altLang="en-US" sz="1800" b="1" kern="900" spc="130" dirty="0">
                <a:solidFill>
                  <a:srgbClr val="000066"/>
                </a:solidFill>
                <a:ea typeface="黑体" panose="02010609060101010101" pitchFamily="49" charset="-122"/>
                <a:cs typeface="Times New Roman" panose="02020603050405020304" pitchFamily="18" charset="0"/>
              </a:rPr>
              <a:t>沿坡渗流的无限长坡</a:t>
            </a:r>
          </a:p>
        </p:txBody>
      </p:sp>
      <p:sp>
        <p:nvSpPr>
          <p:cNvPr id="83" name="任意多边形 82"/>
          <p:cNvSpPr/>
          <p:nvPr/>
        </p:nvSpPr>
        <p:spPr bwMode="auto">
          <a:xfrm>
            <a:off x="5826387" y="1767583"/>
            <a:ext cx="3166044" cy="2130077"/>
          </a:xfrm>
          <a:custGeom>
            <a:avLst/>
            <a:gdLst>
              <a:gd name="connsiteX0" fmla="*/ 0 w 3166044"/>
              <a:gd name="connsiteY0" fmla="*/ 1738946 h 2130077"/>
              <a:gd name="connsiteX1" fmla="*/ 2891195 w 3166044"/>
              <a:gd name="connsiteY1" fmla="*/ 0 h 2130077"/>
              <a:gd name="connsiteX2" fmla="*/ 3166044 w 3166044"/>
              <a:gd name="connsiteY2" fmla="*/ 433415 h 2130077"/>
              <a:gd name="connsiteX3" fmla="*/ 2727343 w 3166044"/>
              <a:gd name="connsiteY3" fmla="*/ 724121 h 2130077"/>
              <a:gd name="connsiteX4" fmla="*/ 2230502 w 3166044"/>
              <a:gd name="connsiteY4" fmla="*/ 1014826 h 2130077"/>
              <a:gd name="connsiteX5" fmla="*/ 1638520 w 3166044"/>
              <a:gd name="connsiteY5" fmla="*/ 1347815 h 2130077"/>
              <a:gd name="connsiteX6" fmla="*/ 1035967 w 3166044"/>
              <a:gd name="connsiteY6" fmla="*/ 1738946 h 2130077"/>
              <a:gd name="connsiteX7" fmla="*/ 597267 w 3166044"/>
              <a:gd name="connsiteY7" fmla="*/ 1987367 h 2130077"/>
              <a:gd name="connsiteX8" fmla="*/ 332989 w 3166044"/>
              <a:gd name="connsiteY8" fmla="*/ 2130077 h 2130077"/>
              <a:gd name="connsiteX9" fmla="*/ 0 w 3166044"/>
              <a:gd name="connsiteY9" fmla="*/ 1738946 h 21300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166044" h="2130077">
                <a:moveTo>
                  <a:pt x="0" y="1738946"/>
                </a:moveTo>
                <a:lnTo>
                  <a:pt x="2891195" y="0"/>
                </a:lnTo>
                <a:lnTo>
                  <a:pt x="3166044" y="433415"/>
                </a:lnTo>
                <a:lnTo>
                  <a:pt x="2727343" y="724121"/>
                </a:lnTo>
                <a:lnTo>
                  <a:pt x="2230502" y="1014826"/>
                </a:lnTo>
                <a:lnTo>
                  <a:pt x="1638520" y="1347815"/>
                </a:lnTo>
                <a:lnTo>
                  <a:pt x="1035967" y="1738946"/>
                </a:lnTo>
                <a:lnTo>
                  <a:pt x="597267" y="1987367"/>
                </a:lnTo>
                <a:lnTo>
                  <a:pt x="332989" y="2130077"/>
                </a:lnTo>
                <a:lnTo>
                  <a:pt x="0" y="1738946"/>
                </a:lnTo>
                <a:close/>
              </a:path>
            </a:pathLst>
          </a:custGeom>
          <a:pattFill prst="smConfetti">
            <a:fgClr>
              <a:schemeClr val="tx1"/>
            </a:fgClr>
            <a:bgClr>
              <a:srgbClr val="CCECFF"/>
            </a:bgClr>
          </a:pattFill>
          <a:ln w="12700" cap="flat" cmpd="sng" algn="ctr">
            <a:no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84" name="任意多边形 83"/>
          <p:cNvSpPr/>
          <p:nvPr/>
        </p:nvSpPr>
        <p:spPr bwMode="auto">
          <a:xfrm>
            <a:off x="7355730" y="2379107"/>
            <a:ext cx="352508" cy="726219"/>
          </a:xfrm>
          <a:custGeom>
            <a:avLst/>
            <a:gdLst>
              <a:gd name="connsiteX0" fmla="*/ 352508 w 352508"/>
              <a:gd name="connsiteY0" fmla="*/ 516835 h 726219"/>
              <a:gd name="connsiteX1" fmla="*/ 352508 w 352508"/>
              <a:gd name="connsiteY1" fmla="*/ 0 h 726219"/>
              <a:gd name="connsiteX2" fmla="*/ 0 w 352508"/>
              <a:gd name="connsiteY2" fmla="*/ 212035 h 726219"/>
              <a:gd name="connsiteX3" fmla="*/ 0 w 352508"/>
              <a:gd name="connsiteY3" fmla="*/ 726219 h 726219"/>
              <a:gd name="connsiteX4" fmla="*/ 352508 w 352508"/>
              <a:gd name="connsiteY4" fmla="*/ 516835 h 7262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2508" h="726219">
                <a:moveTo>
                  <a:pt x="352508" y="516835"/>
                </a:moveTo>
                <a:lnTo>
                  <a:pt x="352508" y="0"/>
                </a:lnTo>
                <a:lnTo>
                  <a:pt x="0" y="212035"/>
                </a:lnTo>
                <a:lnTo>
                  <a:pt x="0" y="726219"/>
                </a:lnTo>
                <a:lnTo>
                  <a:pt x="352508" y="516835"/>
                </a:lnTo>
                <a:close/>
              </a:path>
            </a:pathLst>
          </a:custGeom>
          <a:solidFill>
            <a:schemeClr val="accent2"/>
          </a:solid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85" name="Line 47"/>
          <p:cNvSpPr>
            <a:spLocks noChangeShapeType="1"/>
          </p:cNvSpPr>
          <p:nvPr/>
        </p:nvSpPr>
        <p:spPr bwMode="auto">
          <a:xfrm flipH="1">
            <a:off x="6260669" y="2296284"/>
            <a:ext cx="2437224" cy="1475162"/>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6" name="Line 47"/>
          <p:cNvSpPr>
            <a:spLocks noChangeShapeType="1"/>
          </p:cNvSpPr>
          <p:nvPr/>
        </p:nvSpPr>
        <p:spPr bwMode="auto">
          <a:xfrm flipH="1">
            <a:off x="5828417" y="1760773"/>
            <a:ext cx="2895600" cy="1752600"/>
          </a:xfrm>
          <a:prstGeom prst="line">
            <a:avLst/>
          </a:prstGeom>
          <a:noFill/>
          <a:ln w="19050">
            <a:solidFill>
              <a:srgbClr val="9933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7" name="Arc 52"/>
          <p:cNvSpPr>
            <a:spLocks/>
          </p:cNvSpPr>
          <p:nvPr/>
        </p:nvSpPr>
        <p:spPr bwMode="auto">
          <a:xfrm rot="996287">
            <a:off x="6262686" y="3255592"/>
            <a:ext cx="136271" cy="167926"/>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9525">
            <a:solidFill>
              <a:schemeClr val="tx1"/>
            </a:solidFill>
            <a:round/>
            <a:headEnd type="triangle" w="med" len="me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88" name="Text Box 60"/>
          <p:cNvSpPr txBox="1">
            <a:spLocks noChangeArrowheads="1"/>
          </p:cNvSpPr>
          <p:nvPr/>
        </p:nvSpPr>
        <p:spPr bwMode="auto">
          <a:xfrm>
            <a:off x="6352361" y="3019463"/>
            <a:ext cx="385763" cy="4169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2000" b="1" dirty="0">
                <a:solidFill>
                  <a:srgbClr val="0000FF"/>
                </a:solidFill>
                <a:latin typeface="Symbol" panose="05050102010706020507" pitchFamily="18" charset="2"/>
              </a:rPr>
              <a:t>a</a:t>
            </a:r>
            <a:endParaRPr kumimoji="1" lang="en-US" altLang="zh-CN" sz="2000" b="1" dirty="0">
              <a:solidFill>
                <a:srgbClr val="0000FF"/>
              </a:solidFill>
              <a:latin typeface="Times New Roman" panose="02020603050405020304" pitchFamily="18" charset="0"/>
            </a:endParaRPr>
          </a:p>
        </p:txBody>
      </p:sp>
      <p:cxnSp>
        <p:nvCxnSpPr>
          <p:cNvPr id="89" name="直接连接符 88"/>
          <p:cNvCxnSpPr/>
          <p:nvPr/>
        </p:nvCxnSpPr>
        <p:spPr bwMode="auto">
          <a:xfrm>
            <a:off x="5970147" y="3435228"/>
            <a:ext cx="620725" cy="0"/>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0" name="任意多边形 89"/>
          <p:cNvSpPr/>
          <p:nvPr/>
        </p:nvSpPr>
        <p:spPr bwMode="auto">
          <a:xfrm>
            <a:off x="6203959" y="871873"/>
            <a:ext cx="519454" cy="1070153"/>
          </a:xfrm>
          <a:custGeom>
            <a:avLst/>
            <a:gdLst>
              <a:gd name="connsiteX0" fmla="*/ 352508 w 352508"/>
              <a:gd name="connsiteY0" fmla="*/ 516835 h 726219"/>
              <a:gd name="connsiteX1" fmla="*/ 352508 w 352508"/>
              <a:gd name="connsiteY1" fmla="*/ 0 h 726219"/>
              <a:gd name="connsiteX2" fmla="*/ 0 w 352508"/>
              <a:gd name="connsiteY2" fmla="*/ 212035 h 726219"/>
              <a:gd name="connsiteX3" fmla="*/ 0 w 352508"/>
              <a:gd name="connsiteY3" fmla="*/ 726219 h 726219"/>
              <a:gd name="connsiteX4" fmla="*/ 352508 w 352508"/>
              <a:gd name="connsiteY4" fmla="*/ 516835 h 7262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2508" h="726219">
                <a:moveTo>
                  <a:pt x="352508" y="516835"/>
                </a:moveTo>
                <a:lnTo>
                  <a:pt x="352508" y="0"/>
                </a:lnTo>
                <a:lnTo>
                  <a:pt x="0" y="212035"/>
                </a:lnTo>
                <a:lnTo>
                  <a:pt x="0" y="726219"/>
                </a:lnTo>
                <a:lnTo>
                  <a:pt x="352508" y="516835"/>
                </a:lnTo>
                <a:close/>
              </a:path>
            </a:pathLst>
          </a:custGeom>
          <a:solidFill>
            <a:schemeClr val="accent2"/>
          </a:solidFill>
          <a:ln w="12700" cap="flat" cmpd="sng" algn="ctr">
            <a:solidFill>
              <a:schemeClr val="tx1"/>
            </a:solid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91" name="Text Box 57"/>
          <p:cNvSpPr txBox="1">
            <a:spLocks noChangeArrowheads="1"/>
          </p:cNvSpPr>
          <p:nvPr/>
        </p:nvSpPr>
        <p:spPr bwMode="auto">
          <a:xfrm>
            <a:off x="6270653" y="998717"/>
            <a:ext cx="615178" cy="446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2000" b="1" i="1" dirty="0" smtClean="0">
                <a:solidFill>
                  <a:schemeClr val="tx1"/>
                </a:solidFill>
                <a:latin typeface="Times New Roman" panose="02020603050405020304" pitchFamily="18" charset="0"/>
              </a:rPr>
              <a:t>W</a:t>
            </a:r>
            <a:r>
              <a:rPr kumimoji="1" lang="en-US" altLang="zh-CN" sz="2000" b="1" dirty="0" smtClean="0">
                <a:solidFill>
                  <a:schemeClr val="tx1"/>
                </a:solidFill>
                <a:latin typeface="Times New Roman" panose="02020603050405020304" pitchFamily="18" charset="0"/>
                <a:sym typeface="Symbol"/>
              </a:rPr>
              <a:t></a:t>
            </a:r>
            <a:endParaRPr kumimoji="1" lang="en-US" altLang="zh-CN" sz="2000" b="1" dirty="0">
              <a:solidFill>
                <a:schemeClr val="tx1"/>
              </a:solidFill>
              <a:latin typeface="Times New Roman" panose="02020603050405020304" pitchFamily="18" charset="0"/>
            </a:endParaRPr>
          </a:p>
        </p:txBody>
      </p:sp>
      <p:sp>
        <p:nvSpPr>
          <p:cNvPr id="92" name="Text Box 58"/>
          <p:cNvSpPr txBox="1">
            <a:spLocks noChangeArrowheads="1"/>
          </p:cNvSpPr>
          <p:nvPr/>
        </p:nvSpPr>
        <p:spPr bwMode="auto">
          <a:xfrm>
            <a:off x="6674645" y="1384641"/>
            <a:ext cx="387350" cy="4830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2400" b="1" i="1" dirty="0" smtClean="0">
                <a:solidFill>
                  <a:srgbClr val="A50021"/>
                </a:solidFill>
                <a:latin typeface="Times New Roman" panose="02020603050405020304" pitchFamily="18" charset="0"/>
              </a:rPr>
              <a:t>R</a:t>
            </a:r>
            <a:endParaRPr kumimoji="1" lang="en-US" altLang="zh-CN" sz="2400" b="1" i="1" dirty="0">
              <a:solidFill>
                <a:srgbClr val="A50021"/>
              </a:solidFill>
              <a:latin typeface="Times New Roman" panose="02020603050405020304" pitchFamily="18" charset="0"/>
            </a:endParaRPr>
          </a:p>
        </p:txBody>
      </p:sp>
      <p:sp>
        <p:nvSpPr>
          <p:cNvPr id="93" name="Text Box 59"/>
          <p:cNvSpPr txBox="1">
            <a:spLocks noChangeArrowheads="1"/>
          </p:cNvSpPr>
          <p:nvPr/>
        </p:nvSpPr>
        <p:spPr bwMode="auto">
          <a:xfrm>
            <a:off x="6716934" y="1779046"/>
            <a:ext cx="526704" cy="5170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2400" b="1" i="1" dirty="0" smtClean="0">
                <a:solidFill>
                  <a:srgbClr val="006600"/>
                </a:solidFill>
                <a:latin typeface="Times New Roman" panose="02020603050405020304" pitchFamily="18" charset="0"/>
              </a:rPr>
              <a:t>N</a:t>
            </a:r>
            <a:r>
              <a:rPr kumimoji="1" lang="en-US" altLang="zh-CN" sz="2400" b="1" dirty="0" smtClean="0">
                <a:solidFill>
                  <a:srgbClr val="006600"/>
                </a:solidFill>
                <a:latin typeface="Times New Roman" panose="02020603050405020304" pitchFamily="18" charset="0"/>
                <a:sym typeface="Symbol"/>
              </a:rPr>
              <a:t></a:t>
            </a:r>
            <a:endParaRPr kumimoji="1" lang="en-US" altLang="zh-CN" sz="2400" b="1" dirty="0">
              <a:solidFill>
                <a:srgbClr val="006600"/>
              </a:solidFill>
              <a:latin typeface="Times New Roman" panose="02020603050405020304" pitchFamily="18" charset="0"/>
            </a:endParaRPr>
          </a:p>
        </p:txBody>
      </p:sp>
      <p:sp>
        <p:nvSpPr>
          <p:cNvPr id="94" name="Line 53"/>
          <p:cNvSpPr>
            <a:spLocks noChangeShapeType="1"/>
          </p:cNvSpPr>
          <p:nvPr/>
        </p:nvSpPr>
        <p:spPr bwMode="auto">
          <a:xfrm flipH="1">
            <a:off x="6444172" y="1367836"/>
            <a:ext cx="8810" cy="660736"/>
          </a:xfrm>
          <a:prstGeom prst="line">
            <a:avLst/>
          </a:prstGeom>
          <a:noFill/>
          <a:ln w="19050">
            <a:solidFill>
              <a:schemeClr val="tx1"/>
            </a:solidFill>
            <a:round/>
            <a:headEnd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5" name="Line 54"/>
          <p:cNvSpPr>
            <a:spLocks noChangeShapeType="1"/>
          </p:cNvSpPr>
          <p:nvPr/>
        </p:nvSpPr>
        <p:spPr bwMode="auto">
          <a:xfrm rot="10800000">
            <a:off x="6559995" y="1852168"/>
            <a:ext cx="231021" cy="428332"/>
          </a:xfrm>
          <a:prstGeom prst="line">
            <a:avLst/>
          </a:prstGeom>
          <a:noFill/>
          <a:ln w="19050">
            <a:solidFill>
              <a:srgbClr val="006600"/>
            </a:solidFill>
            <a:round/>
            <a:headEnd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6" name="Line 55"/>
          <p:cNvSpPr>
            <a:spLocks noChangeShapeType="1"/>
          </p:cNvSpPr>
          <p:nvPr/>
        </p:nvSpPr>
        <p:spPr bwMode="auto">
          <a:xfrm rot="10800000" flipH="1">
            <a:off x="6295318" y="1734301"/>
            <a:ext cx="415741" cy="243507"/>
          </a:xfrm>
          <a:prstGeom prst="line">
            <a:avLst/>
          </a:prstGeom>
          <a:noFill/>
          <a:ln w="19050">
            <a:solidFill>
              <a:srgbClr val="A50021"/>
            </a:solidFill>
            <a:round/>
            <a:headEnd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a:ln>
                <a:solidFill>
                  <a:srgbClr val="C00000"/>
                </a:solidFill>
              </a:ln>
            </a:endParaRPr>
          </a:p>
        </p:txBody>
      </p:sp>
      <p:cxnSp>
        <p:nvCxnSpPr>
          <p:cNvPr id="97" name="直接箭头连接符 96"/>
          <p:cNvCxnSpPr/>
          <p:nvPr/>
        </p:nvCxnSpPr>
        <p:spPr>
          <a:xfrm flipV="1">
            <a:off x="8442251" y="2042262"/>
            <a:ext cx="343136" cy="191517"/>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98" name="Rectangle 1042"/>
          <p:cNvSpPr>
            <a:spLocks noChangeArrowheads="1"/>
          </p:cNvSpPr>
          <p:nvPr/>
        </p:nvSpPr>
        <p:spPr bwMode="auto">
          <a:xfrm rot="20100000">
            <a:off x="8608573" y="1931174"/>
            <a:ext cx="400413" cy="5170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spcBef>
                <a:spcPct val="20000"/>
              </a:spcBef>
            </a:pPr>
            <a:r>
              <a:rPr lang="en-US" altLang="zh-CN" sz="2400" b="1" dirty="0" smtClean="0">
                <a:solidFill>
                  <a:srgbClr val="C00000"/>
                </a:solidFill>
                <a:latin typeface="微软雅黑" pitchFamily="34" charset="-122"/>
                <a:ea typeface="微软雅黑" pitchFamily="34" charset="-122"/>
                <a:sym typeface="Symbol"/>
              </a:rPr>
              <a:t></a:t>
            </a:r>
            <a:endParaRPr lang="en-US" altLang="zh-CN" sz="2400" b="1" dirty="0">
              <a:solidFill>
                <a:srgbClr val="C00000"/>
              </a:solidFill>
              <a:latin typeface="微软雅黑" pitchFamily="34" charset="-122"/>
              <a:ea typeface="微软雅黑" pitchFamily="34" charset="-122"/>
            </a:endParaRPr>
          </a:p>
        </p:txBody>
      </p:sp>
      <p:cxnSp>
        <p:nvCxnSpPr>
          <p:cNvPr id="99" name="直接箭头连接符 98"/>
          <p:cNvCxnSpPr/>
          <p:nvPr/>
        </p:nvCxnSpPr>
        <p:spPr>
          <a:xfrm flipH="1">
            <a:off x="5884982" y="3540229"/>
            <a:ext cx="383754" cy="233191"/>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00" name="Rectangle 1042"/>
          <p:cNvSpPr>
            <a:spLocks noChangeArrowheads="1"/>
          </p:cNvSpPr>
          <p:nvPr/>
        </p:nvSpPr>
        <p:spPr bwMode="auto">
          <a:xfrm rot="20100000">
            <a:off x="5794102" y="3680584"/>
            <a:ext cx="400413" cy="5170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spcBef>
                <a:spcPct val="20000"/>
              </a:spcBef>
            </a:pPr>
            <a:r>
              <a:rPr lang="en-US" altLang="zh-CN" sz="2400" b="1" dirty="0" smtClean="0">
                <a:solidFill>
                  <a:srgbClr val="C00000"/>
                </a:solidFill>
                <a:latin typeface="微软雅黑" pitchFamily="34" charset="-122"/>
                <a:ea typeface="微软雅黑" pitchFamily="34" charset="-122"/>
                <a:sym typeface="Symbol"/>
              </a:rPr>
              <a:t></a:t>
            </a:r>
            <a:endParaRPr lang="en-US" altLang="zh-CN" sz="2400" b="1" dirty="0">
              <a:solidFill>
                <a:srgbClr val="C00000"/>
              </a:solidFill>
              <a:latin typeface="微软雅黑" pitchFamily="34" charset="-122"/>
              <a:ea typeface="微软雅黑" pitchFamily="34" charset="-122"/>
            </a:endParaRPr>
          </a:p>
        </p:txBody>
      </p:sp>
      <p:sp>
        <p:nvSpPr>
          <p:cNvPr id="101" name="等腰三角形 100"/>
          <p:cNvSpPr/>
          <p:nvPr/>
        </p:nvSpPr>
        <p:spPr>
          <a:xfrm rot="1800000">
            <a:off x="7941519" y="1945212"/>
            <a:ext cx="182604" cy="156518"/>
          </a:xfrm>
          <a:prstGeom prst="triangle">
            <a:avLst/>
          </a:prstGeom>
          <a:noFill/>
          <a:ln w="12700">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02" name="直接连接符 101"/>
          <p:cNvCxnSpPr/>
          <p:nvPr/>
        </p:nvCxnSpPr>
        <p:spPr bwMode="auto">
          <a:xfrm flipV="1">
            <a:off x="7989792" y="2203416"/>
            <a:ext cx="104077" cy="66675"/>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3" name="直接连接符 102"/>
          <p:cNvCxnSpPr/>
          <p:nvPr/>
        </p:nvCxnSpPr>
        <p:spPr bwMode="auto">
          <a:xfrm flipV="1">
            <a:off x="8155784" y="2229606"/>
            <a:ext cx="48323" cy="30958"/>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4" name="直接连接符 103"/>
          <p:cNvCxnSpPr/>
          <p:nvPr/>
        </p:nvCxnSpPr>
        <p:spPr bwMode="auto">
          <a:xfrm flipV="1">
            <a:off x="8127905" y="2112930"/>
            <a:ext cx="104077" cy="66675"/>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5" name="直接连接符 104"/>
          <p:cNvCxnSpPr/>
          <p:nvPr/>
        </p:nvCxnSpPr>
        <p:spPr bwMode="auto">
          <a:xfrm flipV="1">
            <a:off x="8092186" y="2186751"/>
            <a:ext cx="104077" cy="66675"/>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6" name="等腰三角形 105"/>
          <p:cNvSpPr/>
          <p:nvPr/>
        </p:nvSpPr>
        <p:spPr>
          <a:xfrm rot="1800000">
            <a:off x="6531818" y="2807224"/>
            <a:ext cx="182604" cy="156518"/>
          </a:xfrm>
          <a:prstGeom prst="triangle">
            <a:avLst/>
          </a:prstGeom>
          <a:noFill/>
          <a:ln w="12700">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07" name="直接连接符 106"/>
          <p:cNvCxnSpPr/>
          <p:nvPr/>
        </p:nvCxnSpPr>
        <p:spPr bwMode="auto">
          <a:xfrm flipV="1">
            <a:off x="6580091" y="3065428"/>
            <a:ext cx="104077" cy="66675"/>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8" name="直接连接符 107"/>
          <p:cNvCxnSpPr/>
          <p:nvPr/>
        </p:nvCxnSpPr>
        <p:spPr bwMode="auto">
          <a:xfrm flipV="1">
            <a:off x="6746083" y="3091618"/>
            <a:ext cx="48323" cy="30958"/>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9" name="直接连接符 108"/>
          <p:cNvCxnSpPr/>
          <p:nvPr/>
        </p:nvCxnSpPr>
        <p:spPr bwMode="auto">
          <a:xfrm flipV="1">
            <a:off x="6718204" y="2974942"/>
            <a:ext cx="104077" cy="66675"/>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0" name="直接连接符 109"/>
          <p:cNvCxnSpPr/>
          <p:nvPr/>
        </p:nvCxnSpPr>
        <p:spPr bwMode="auto">
          <a:xfrm flipV="1">
            <a:off x="6682485" y="3048763"/>
            <a:ext cx="104077" cy="66675"/>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1" name="Text Box 44"/>
          <p:cNvSpPr txBox="1">
            <a:spLocks noChangeArrowheads="1"/>
          </p:cNvSpPr>
          <p:nvPr/>
        </p:nvSpPr>
        <p:spPr bwMode="auto">
          <a:xfrm>
            <a:off x="5732498" y="1359733"/>
            <a:ext cx="387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2400" b="1" dirty="0">
                <a:solidFill>
                  <a:srgbClr val="800080"/>
                </a:solidFill>
                <a:latin typeface="Times New Roman" panose="02020603050405020304" pitchFamily="18" charset="0"/>
              </a:rPr>
              <a:t>J</a:t>
            </a:r>
          </a:p>
        </p:txBody>
      </p:sp>
      <p:sp>
        <p:nvSpPr>
          <p:cNvPr id="112" name="Text Box 57"/>
          <p:cNvSpPr txBox="1">
            <a:spLocks noChangeArrowheads="1"/>
          </p:cNvSpPr>
          <p:nvPr/>
        </p:nvSpPr>
        <p:spPr bwMode="auto">
          <a:xfrm>
            <a:off x="7034287" y="3170162"/>
            <a:ext cx="591014" cy="5170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2400" b="1" i="1" dirty="0" smtClean="0">
                <a:solidFill>
                  <a:srgbClr val="0000FF"/>
                </a:solidFill>
                <a:latin typeface="Times New Roman" panose="02020603050405020304" pitchFamily="18" charset="0"/>
              </a:rPr>
              <a:t>W</a:t>
            </a:r>
            <a:r>
              <a:rPr kumimoji="1" lang="en-US" altLang="zh-CN" sz="2400" b="1" dirty="0" smtClean="0">
                <a:solidFill>
                  <a:srgbClr val="0000FF"/>
                </a:solidFill>
                <a:latin typeface="Times New Roman" panose="02020603050405020304" pitchFamily="18" charset="0"/>
                <a:sym typeface="Symbol"/>
              </a:rPr>
              <a:t></a:t>
            </a:r>
            <a:endParaRPr kumimoji="1" lang="en-US" altLang="zh-CN" sz="2400" b="1" dirty="0">
              <a:solidFill>
                <a:srgbClr val="0000FF"/>
              </a:solidFill>
              <a:latin typeface="Times New Roman" panose="02020603050405020304" pitchFamily="18" charset="0"/>
            </a:endParaRPr>
          </a:p>
        </p:txBody>
      </p:sp>
      <p:sp>
        <p:nvSpPr>
          <p:cNvPr id="113" name="Text Box 58"/>
          <p:cNvSpPr txBox="1">
            <a:spLocks noChangeArrowheads="1"/>
          </p:cNvSpPr>
          <p:nvPr/>
        </p:nvSpPr>
        <p:spPr bwMode="auto">
          <a:xfrm>
            <a:off x="7557132" y="3276632"/>
            <a:ext cx="513441" cy="5170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2400" b="1" i="1" dirty="0" smtClean="0">
                <a:solidFill>
                  <a:srgbClr val="0000FF"/>
                </a:solidFill>
                <a:latin typeface="Times New Roman" panose="02020603050405020304" pitchFamily="18" charset="0"/>
              </a:rPr>
              <a:t>T</a:t>
            </a:r>
            <a:r>
              <a:rPr kumimoji="1" lang="en-US" altLang="zh-CN" sz="2400" b="1" dirty="0" smtClean="0">
                <a:solidFill>
                  <a:srgbClr val="0000FF"/>
                </a:solidFill>
                <a:latin typeface="Times New Roman" panose="02020603050405020304" pitchFamily="18" charset="0"/>
                <a:sym typeface="Symbol"/>
              </a:rPr>
              <a:t></a:t>
            </a:r>
            <a:endParaRPr kumimoji="1" lang="en-US" altLang="zh-CN" sz="2400" b="1" dirty="0">
              <a:solidFill>
                <a:srgbClr val="0000FF"/>
              </a:solidFill>
              <a:latin typeface="Times New Roman" panose="02020603050405020304" pitchFamily="18" charset="0"/>
            </a:endParaRPr>
          </a:p>
        </p:txBody>
      </p:sp>
      <p:sp>
        <p:nvSpPr>
          <p:cNvPr id="114" name="Text Box 59"/>
          <p:cNvSpPr txBox="1">
            <a:spLocks noChangeArrowheads="1"/>
          </p:cNvSpPr>
          <p:nvPr/>
        </p:nvSpPr>
        <p:spPr bwMode="auto">
          <a:xfrm>
            <a:off x="7779335" y="2809864"/>
            <a:ext cx="497973" cy="5170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2400" b="1" i="1" dirty="0" smtClean="0">
                <a:solidFill>
                  <a:srgbClr val="0000FF"/>
                </a:solidFill>
                <a:latin typeface="Times New Roman" panose="02020603050405020304" pitchFamily="18" charset="0"/>
              </a:rPr>
              <a:t>N</a:t>
            </a:r>
            <a:r>
              <a:rPr kumimoji="1" lang="en-US" altLang="zh-CN" sz="2400" b="1" dirty="0" smtClean="0">
                <a:solidFill>
                  <a:srgbClr val="0000FF"/>
                </a:solidFill>
                <a:latin typeface="Times New Roman" panose="02020603050405020304" pitchFamily="18" charset="0"/>
                <a:sym typeface="Symbol"/>
              </a:rPr>
              <a:t></a:t>
            </a:r>
            <a:endParaRPr kumimoji="1" lang="en-US" altLang="zh-CN" sz="2400" b="1" dirty="0">
              <a:solidFill>
                <a:srgbClr val="0000FF"/>
              </a:solidFill>
              <a:latin typeface="Times New Roman" panose="02020603050405020304" pitchFamily="18" charset="0"/>
            </a:endParaRPr>
          </a:p>
        </p:txBody>
      </p:sp>
      <p:sp>
        <p:nvSpPr>
          <p:cNvPr id="115" name="Line 53"/>
          <p:cNvSpPr>
            <a:spLocks noChangeShapeType="1"/>
          </p:cNvSpPr>
          <p:nvPr/>
        </p:nvSpPr>
        <p:spPr bwMode="auto">
          <a:xfrm flipH="1">
            <a:off x="7532148" y="2722522"/>
            <a:ext cx="8810" cy="660736"/>
          </a:xfrm>
          <a:prstGeom prst="line">
            <a:avLst/>
          </a:prstGeom>
          <a:noFill/>
          <a:ln w="19050">
            <a:solidFill>
              <a:schemeClr val="tx1"/>
            </a:solidFill>
            <a:round/>
            <a:headEnd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6" name="Line 54"/>
          <p:cNvSpPr>
            <a:spLocks noChangeShapeType="1"/>
          </p:cNvSpPr>
          <p:nvPr/>
        </p:nvSpPr>
        <p:spPr bwMode="auto">
          <a:xfrm>
            <a:off x="7541646" y="2717757"/>
            <a:ext cx="270741" cy="501976"/>
          </a:xfrm>
          <a:prstGeom prst="line">
            <a:avLst/>
          </a:prstGeom>
          <a:noFill/>
          <a:ln w="19050">
            <a:solidFill>
              <a:schemeClr val="tx1"/>
            </a:solidFill>
            <a:round/>
            <a:headEnd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7" name="Line 55"/>
          <p:cNvSpPr>
            <a:spLocks noChangeShapeType="1"/>
          </p:cNvSpPr>
          <p:nvPr/>
        </p:nvSpPr>
        <p:spPr bwMode="auto">
          <a:xfrm flipH="1">
            <a:off x="7537518" y="3244622"/>
            <a:ext cx="296276" cy="173534"/>
          </a:xfrm>
          <a:prstGeom prst="line">
            <a:avLst/>
          </a:prstGeom>
          <a:noFill/>
          <a:ln w="19050">
            <a:solidFill>
              <a:schemeClr val="tx1"/>
            </a:solidFill>
            <a:round/>
            <a:headEnd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8" name="Text Box 74"/>
          <p:cNvSpPr txBox="1">
            <a:spLocks noChangeArrowheads="1"/>
          </p:cNvSpPr>
          <p:nvPr/>
        </p:nvSpPr>
        <p:spPr bwMode="auto">
          <a:xfrm>
            <a:off x="7384222" y="2325112"/>
            <a:ext cx="387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2400" b="1" dirty="0">
                <a:solidFill>
                  <a:srgbClr val="0000FF"/>
                </a:solidFill>
                <a:latin typeface="Times New Roman" panose="02020603050405020304" pitchFamily="18" charset="0"/>
              </a:rPr>
              <a:t>A</a:t>
            </a:r>
          </a:p>
        </p:txBody>
      </p:sp>
      <p:sp>
        <p:nvSpPr>
          <p:cNvPr id="119" name="Text Box 44"/>
          <p:cNvSpPr txBox="1">
            <a:spLocks noChangeArrowheads="1"/>
          </p:cNvSpPr>
          <p:nvPr/>
        </p:nvSpPr>
        <p:spPr bwMode="auto">
          <a:xfrm>
            <a:off x="6866519" y="2720893"/>
            <a:ext cx="387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2400" b="1" dirty="0">
                <a:solidFill>
                  <a:srgbClr val="800080"/>
                </a:solidFill>
                <a:latin typeface="Times New Roman" panose="02020603050405020304" pitchFamily="18" charset="0"/>
              </a:rPr>
              <a:t>J</a:t>
            </a:r>
          </a:p>
        </p:txBody>
      </p:sp>
      <p:sp>
        <p:nvSpPr>
          <p:cNvPr id="120" name="Line 55"/>
          <p:cNvSpPr>
            <a:spLocks noChangeShapeType="1"/>
          </p:cNvSpPr>
          <p:nvPr/>
        </p:nvSpPr>
        <p:spPr bwMode="auto">
          <a:xfrm flipH="1">
            <a:off x="7145736" y="2726227"/>
            <a:ext cx="402676" cy="235854"/>
          </a:xfrm>
          <a:prstGeom prst="line">
            <a:avLst/>
          </a:prstGeom>
          <a:noFill/>
          <a:ln w="19050">
            <a:solidFill>
              <a:srgbClr val="660066"/>
            </a:solidFill>
            <a:round/>
            <a:headEnd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1" name="Line 55"/>
          <p:cNvSpPr>
            <a:spLocks noChangeShapeType="1"/>
          </p:cNvSpPr>
          <p:nvPr/>
        </p:nvSpPr>
        <p:spPr bwMode="auto">
          <a:xfrm flipH="1">
            <a:off x="6051727" y="1371657"/>
            <a:ext cx="402676" cy="235854"/>
          </a:xfrm>
          <a:prstGeom prst="line">
            <a:avLst/>
          </a:prstGeom>
          <a:noFill/>
          <a:ln w="19050">
            <a:solidFill>
              <a:srgbClr val="660066"/>
            </a:solidFill>
            <a:round/>
            <a:headEnd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22" name="组合 121"/>
          <p:cNvGrpSpPr/>
          <p:nvPr/>
        </p:nvGrpSpPr>
        <p:grpSpPr>
          <a:xfrm>
            <a:off x="744162" y="2048084"/>
            <a:ext cx="3274383" cy="492443"/>
            <a:chOff x="744162" y="2048084"/>
            <a:chExt cx="3274383" cy="492443"/>
          </a:xfrm>
        </p:grpSpPr>
        <p:sp>
          <p:nvSpPr>
            <p:cNvPr id="123" name="Text Box 57"/>
            <p:cNvSpPr txBox="1">
              <a:spLocks noChangeArrowheads="1"/>
            </p:cNvSpPr>
            <p:nvPr/>
          </p:nvSpPr>
          <p:spPr bwMode="auto">
            <a:xfrm>
              <a:off x="744162" y="2080145"/>
              <a:ext cx="1614026" cy="4462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ts val="200"/>
                </a:spcBef>
                <a:spcAft>
                  <a:spcPts val="200"/>
                </a:spcAft>
                <a:buClr>
                  <a:srgbClr val="C00000"/>
                </a:buClr>
                <a:buSzPct val="130000"/>
              </a:pPr>
              <a:r>
                <a:rPr lang="en-US" altLang="zh-CN" sz="2000" b="1" dirty="0" smtClean="0">
                  <a:solidFill>
                    <a:srgbClr val="000066"/>
                  </a:solidFill>
                  <a:ea typeface="幼圆" panose="02010509060101010101" pitchFamily="49" charset="-122"/>
                  <a:cs typeface="Times New Roman" panose="02020603050405020304" pitchFamily="18" charset="0"/>
                  <a:sym typeface="Symbol" pitchFamily="18" charset="2"/>
                </a:rPr>
                <a:t>2</a:t>
              </a:r>
              <a:r>
                <a:rPr lang="zh-CN" altLang="en-US" sz="2000" b="1" dirty="0" smtClean="0">
                  <a:solidFill>
                    <a:srgbClr val="000066"/>
                  </a:solidFill>
                  <a:ea typeface="幼圆" panose="02010509060101010101" pitchFamily="49" charset="-122"/>
                  <a:cs typeface="Times New Roman" panose="02020603050405020304" pitchFamily="18" charset="0"/>
                  <a:sym typeface="Symbol" pitchFamily="18" charset="2"/>
                </a:rPr>
                <a:t>）渗透力：</a:t>
              </a:r>
              <a:endParaRPr lang="en-US" altLang="zh-CN" sz="2000" b="1" i="1" baseline="-25000" dirty="0">
                <a:solidFill>
                  <a:srgbClr val="000066"/>
                </a:solidFill>
                <a:cs typeface="Times New Roman" panose="02020603050405020304" pitchFamily="18" charset="0"/>
                <a:sym typeface="Symbol" pitchFamily="18" charset="2"/>
              </a:endParaRPr>
            </a:p>
          </p:txBody>
        </p:sp>
        <p:sp>
          <p:nvSpPr>
            <p:cNvPr id="124" name="Text Box 14"/>
            <p:cNvSpPr txBox="1">
              <a:spLocks noChangeArrowheads="1"/>
            </p:cNvSpPr>
            <p:nvPr/>
          </p:nvSpPr>
          <p:spPr bwMode="auto">
            <a:xfrm>
              <a:off x="2144854" y="2048084"/>
              <a:ext cx="1873691" cy="492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800">
                  <a:solidFill>
                    <a:schemeClr val="tx1"/>
                  </a:solidFill>
                  <a:latin typeface="Times New Roman" pitchFamily="18" charset="0"/>
                  <a:ea typeface="宋体" charset="-122"/>
                </a:defRPr>
              </a:lvl1pPr>
              <a:lvl2pPr marL="742950" indent="-285750" eaLnBrk="0" hangingPunct="0">
                <a:defRPr kumimoji="1" sz="2800">
                  <a:solidFill>
                    <a:schemeClr val="tx1"/>
                  </a:solidFill>
                  <a:latin typeface="Times New Roman" pitchFamily="18" charset="0"/>
                  <a:ea typeface="宋体" charset="-122"/>
                </a:defRPr>
              </a:lvl2pPr>
              <a:lvl3pPr marL="1143000" indent="-228600" eaLnBrk="0" hangingPunct="0">
                <a:defRPr kumimoji="1" sz="2800">
                  <a:solidFill>
                    <a:schemeClr val="tx1"/>
                  </a:solidFill>
                  <a:latin typeface="Times New Roman" pitchFamily="18" charset="0"/>
                  <a:ea typeface="宋体" charset="-122"/>
                </a:defRPr>
              </a:lvl3pPr>
              <a:lvl4pPr marL="1600200" indent="-228600" eaLnBrk="0" hangingPunct="0">
                <a:defRPr kumimoji="1" sz="2800">
                  <a:solidFill>
                    <a:schemeClr val="tx1"/>
                  </a:solidFill>
                  <a:latin typeface="Times New Roman" pitchFamily="18" charset="0"/>
                  <a:ea typeface="宋体" charset="-122"/>
                </a:defRPr>
              </a:lvl4pPr>
              <a:lvl5pPr marL="2057400" indent="-228600" eaLnBrk="0" hangingPunct="0">
                <a:defRPr kumimoji="1" sz="2800">
                  <a:solidFill>
                    <a:schemeClr val="tx1"/>
                  </a:solidFill>
                  <a:latin typeface="Times New Roman" pitchFamily="18" charset="0"/>
                  <a:ea typeface="宋体" charset="-122"/>
                </a:defRPr>
              </a:lvl5pPr>
              <a:lvl6pPr marL="2514600" indent="-228600" eaLnBrk="0" fontAlgn="base" hangingPunct="0">
                <a:spcBef>
                  <a:spcPct val="50000"/>
                </a:spcBef>
                <a:spcAft>
                  <a:spcPct val="0"/>
                </a:spcAft>
                <a:defRPr kumimoji="1" sz="2800">
                  <a:solidFill>
                    <a:schemeClr val="tx1"/>
                  </a:solidFill>
                  <a:latin typeface="Times New Roman" pitchFamily="18" charset="0"/>
                  <a:ea typeface="宋体" charset="-122"/>
                </a:defRPr>
              </a:lvl6pPr>
              <a:lvl7pPr marL="2971800" indent="-228600" eaLnBrk="0" fontAlgn="base" hangingPunct="0">
                <a:spcBef>
                  <a:spcPct val="50000"/>
                </a:spcBef>
                <a:spcAft>
                  <a:spcPct val="0"/>
                </a:spcAft>
                <a:defRPr kumimoji="1" sz="2800">
                  <a:solidFill>
                    <a:schemeClr val="tx1"/>
                  </a:solidFill>
                  <a:latin typeface="Times New Roman" pitchFamily="18" charset="0"/>
                  <a:ea typeface="宋体" charset="-122"/>
                </a:defRPr>
              </a:lvl7pPr>
              <a:lvl8pPr marL="3429000" indent="-228600" eaLnBrk="0" fontAlgn="base" hangingPunct="0">
                <a:spcBef>
                  <a:spcPct val="50000"/>
                </a:spcBef>
                <a:spcAft>
                  <a:spcPct val="0"/>
                </a:spcAft>
                <a:defRPr kumimoji="1" sz="2800">
                  <a:solidFill>
                    <a:schemeClr val="tx1"/>
                  </a:solidFill>
                  <a:latin typeface="Times New Roman" pitchFamily="18" charset="0"/>
                  <a:ea typeface="宋体" charset="-122"/>
                </a:defRPr>
              </a:lvl8pPr>
              <a:lvl9pPr marL="3886200" indent="-228600" eaLnBrk="0" fontAlgn="base" hangingPunct="0">
                <a:spcBef>
                  <a:spcPct val="50000"/>
                </a:spcBef>
                <a:spcAft>
                  <a:spcPct val="0"/>
                </a:spcAft>
                <a:defRPr kumimoji="1" sz="2800">
                  <a:solidFill>
                    <a:schemeClr val="tx1"/>
                  </a:solidFill>
                  <a:latin typeface="Times New Roman" pitchFamily="18" charset="0"/>
                  <a:ea typeface="宋体" charset="-122"/>
                </a:defRPr>
              </a:lvl9pPr>
            </a:lstStyle>
            <a:p>
              <a:pPr eaLnBrk="1" hangingPunct="1">
                <a:lnSpc>
                  <a:spcPct val="130000"/>
                </a:lnSpc>
              </a:pPr>
              <a:r>
                <a:rPr lang="en-US" altLang="zh-CN" sz="2000" b="1" i="1" dirty="0" smtClean="0">
                  <a:ea typeface="微软雅黑" pitchFamily="34" charset="-122"/>
                  <a:cs typeface="Times New Roman" panose="02020603050405020304" pitchFamily="18" charset="0"/>
                  <a:sym typeface="Symbol"/>
                </a:rPr>
                <a:t>J = </a:t>
              </a:r>
              <a:r>
                <a:rPr lang="en-US" altLang="zh-CN" sz="2000" b="1" i="1" dirty="0" smtClean="0">
                  <a:latin typeface="微软雅黑" pitchFamily="34" charset="-122"/>
                  <a:ea typeface="微软雅黑" pitchFamily="34" charset="-122"/>
                  <a:sym typeface="Symbol"/>
                </a:rPr>
                <a:t></a:t>
              </a:r>
              <a:r>
                <a:rPr lang="en-US" altLang="zh-CN" sz="2000" b="1" baseline="-25000" dirty="0" smtClean="0">
                  <a:ea typeface="微软雅黑" pitchFamily="34" charset="-122"/>
                  <a:cs typeface="Times New Roman" panose="02020603050405020304" pitchFamily="18" charset="0"/>
                  <a:sym typeface="Symbol"/>
                </a:rPr>
                <a:t>w</a:t>
              </a:r>
              <a:r>
                <a:rPr lang="en-US" altLang="zh-CN" sz="2000" b="1" i="1" baseline="-25000" dirty="0" smtClean="0">
                  <a:ea typeface="微软雅黑" pitchFamily="34" charset="-122"/>
                  <a:cs typeface="Times New Roman" panose="02020603050405020304" pitchFamily="18" charset="0"/>
                  <a:sym typeface="Symbol"/>
                </a:rPr>
                <a:t> </a:t>
              </a:r>
              <a:r>
                <a:rPr lang="en-US" altLang="zh-CN" sz="2000" b="1" dirty="0" smtClean="0">
                  <a:latin typeface="微软雅黑" pitchFamily="34" charset="-122"/>
                  <a:ea typeface="微软雅黑" pitchFamily="34" charset="-122"/>
                  <a:sym typeface="Symbol"/>
                </a:rPr>
                <a:t></a:t>
              </a:r>
              <a:r>
                <a:rPr lang="en-US" altLang="zh-CN" sz="2000" b="1" i="1" dirty="0" smtClean="0">
                  <a:ea typeface="微软雅黑" pitchFamily="34" charset="-122"/>
                  <a:cs typeface="Times New Roman" panose="02020603050405020304" pitchFamily="18" charset="0"/>
                  <a:sym typeface="Symbol"/>
                </a:rPr>
                <a:t>V</a:t>
              </a:r>
              <a:r>
                <a:rPr lang="en-US" altLang="zh-CN" sz="2000" b="1" dirty="0">
                  <a:ea typeface="微软雅黑" pitchFamily="34" charset="-122"/>
                  <a:cs typeface="Times New Roman" panose="02020603050405020304" pitchFamily="18" charset="0"/>
                  <a:sym typeface="Symbol"/>
                </a:rPr>
                <a:t> </a:t>
              </a:r>
              <a:r>
                <a:rPr lang="en-US" altLang="zh-CN" sz="2000" b="1" dirty="0" smtClean="0">
                  <a:ea typeface="微软雅黑" pitchFamily="34" charset="-122"/>
                  <a:cs typeface="Times New Roman" panose="02020603050405020304" pitchFamily="18" charset="0"/>
                  <a:sym typeface="Symbol"/>
                </a:rPr>
                <a:t>sin</a:t>
              </a:r>
              <a:r>
                <a:rPr lang="en-US" altLang="zh-CN" sz="2000" b="1" i="1" dirty="0" smtClean="0">
                  <a:latin typeface="微软雅黑" pitchFamily="34" charset="-122"/>
                  <a:ea typeface="微软雅黑" pitchFamily="34" charset="-122"/>
                  <a:sym typeface="Symbol"/>
                </a:rPr>
                <a:t></a:t>
              </a:r>
              <a:endParaRPr lang="en-US" altLang="zh-CN" sz="2000" b="1" i="1" baseline="-25000" dirty="0">
                <a:ea typeface="微软雅黑" pitchFamily="34" charset="-122"/>
                <a:cs typeface="Times New Roman" panose="02020603050405020304" pitchFamily="18" charset="0"/>
              </a:endParaRPr>
            </a:p>
          </p:txBody>
        </p:sp>
      </p:grpSp>
      <p:grpSp>
        <p:nvGrpSpPr>
          <p:cNvPr id="125" name="组合 124"/>
          <p:cNvGrpSpPr/>
          <p:nvPr/>
        </p:nvGrpSpPr>
        <p:grpSpPr>
          <a:xfrm>
            <a:off x="744161" y="1490621"/>
            <a:ext cx="2600617" cy="492443"/>
            <a:chOff x="744161" y="1490621"/>
            <a:chExt cx="2600617" cy="492443"/>
          </a:xfrm>
        </p:grpSpPr>
        <p:sp>
          <p:nvSpPr>
            <p:cNvPr id="126" name="Text Box 57"/>
            <p:cNvSpPr txBox="1">
              <a:spLocks noChangeArrowheads="1"/>
            </p:cNvSpPr>
            <p:nvPr/>
          </p:nvSpPr>
          <p:spPr bwMode="auto">
            <a:xfrm>
              <a:off x="744161" y="1517056"/>
              <a:ext cx="1108701" cy="4462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ts val="200"/>
                </a:spcBef>
                <a:spcAft>
                  <a:spcPts val="200"/>
                </a:spcAft>
                <a:buClr>
                  <a:srgbClr val="C00000"/>
                </a:buClr>
                <a:buSzPct val="130000"/>
              </a:pPr>
              <a:r>
                <a:rPr lang="en-US" altLang="zh-CN" sz="2000" b="1" dirty="0" smtClean="0">
                  <a:solidFill>
                    <a:srgbClr val="000066"/>
                  </a:solidFill>
                  <a:ea typeface="幼圆" panose="02010509060101010101" pitchFamily="49" charset="-122"/>
                  <a:cs typeface="Times New Roman" panose="02020603050405020304" pitchFamily="18" charset="0"/>
                  <a:sym typeface="Symbol" pitchFamily="18" charset="2"/>
                </a:rPr>
                <a:t>1</a:t>
              </a:r>
              <a:r>
                <a:rPr lang="zh-CN" altLang="en-US" sz="2000" b="1" dirty="0" smtClean="0">
                  <a:solidFill>
                    <a:srgbClr val="000066"/>
                  </a:solidFill>
                  <a:ea typeface="幼圆" panose="02010509060101010101" pitchFamily="49" charset="-122"/>
                  <a:cs typeface="Times New Roman" panose="02020603050405020304" pitchFamily="18" charset="0"/>
                  <a:sym typeface="Symbol" pitchFamily="18" charset="2"/>
                </a:rPr>
                <a:t>）自重：</a:t>
              </a:r>
              <a:endParaRPr lang="en-US" altLang="zh-CN" sz="2000" b="1" i="1" baseline="-25000" dirty="0">
                <a:solidFill>
                  <a:srgbClr val="000066"/>
                </a:solidFill>
                <a:cs typeface="Times New Roman" panose="02020603050405020304" pitchFamily="18" charset="0"/>
                <a:sym typeface="Symbol" pitchFamily="18" charset="2"/>
              </a:endParaRPr>
            </a:p>
          </p:txBody>
        </p:sp>
        <p:sp>
          <p:nvSpPr>
            <p:cNvPr id="127" name="Text Box 14"/>
            <p:cNvSpPr txBox="1">
              <a:spLocks noChangeArrowheads="1"/>
            </p:cNvSpPr>
            <p:nvPr/>
          </p:nvSpPr>
          <p:spPr bwMode="auto">
            <a:xfrm>
              <a:off x="1924276" y="1490621"/>
              <a:ext cx="1420502" cy="492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800">
                  <a:solidFill>
                    <a:schemeClr val="tx1"/>
                  </a:solidFill>
                  <a:latin typeface="Times New Roman" pitchFamily="18" charset="0"/>
                  <a:ea typeface="宋体" charset="-122"/>
                </a:defRPr>
              </a:lvl1pPr>
              <a:lvl2pPr marL="742950" indent="-285750" eaLnBrk="0" hangingPunct="0">
                <a:defRPr kumimoji="1" sz="2800">
                  <a:solidFill>
                    <a:schemeClr val="tx1"/>
                  </a:solidFill>
                  <a:latin typeface="Times New Roman" pitchFamily="18" charset="0"/>
                  <a:ea typeface="宋体" charset="-122"/>
                </a:defRPr>
              </a:lvl2pPr>
              <a:lvl3pPr marL="1143000" indent="-228600" eaLnBrk="0" hangingPunct="0">
                <a:defRPr kumimoji="1" sz="2800">
                  <a:solidFill>
                    <a:schemeClr val="tx1"/>
                  </a:solidFill>
                  <a:latin typeface="Times New Roman" pitchFamily="18" charset="0"/>
                  <a:ea typeface="宋体" charset="-122"/>
                </a:defRPr>
              </a:lvl3pPr>
              <a:lvl4pPr marL="1600200" indent="-228600" eaLnBrk="0" hangingPunct="0">
                <a:defRPr kumimoji="1" sz="2800">
                  <a:solidFill>
                    <a:schemeClr val="tx1"/>
                  </a:solidFill>
                  <a:latin typeface="Times New Roman" pitchFamily="18" charset="0"/>
                  <a:ea typeface="宋体" charset="-122"/>
                </a:defRPr>
              </a:lvl4pPr>
              <a:lvl5pPr marL="2057400" indent="-228600" eaLnBrk="0" hangingPunct="0">
                <a:defRPr kumimoji="1" sz="2800">
                  <a:solidFill>
                    <a:schemeClr val="tx1"/>
                  </a:solidFill>
                  <a:latin typeface="Times New Roman" pitchFamily="18" charset="0"/>
                  <a:ea typeface="宋体" charset="-122"/>
                </a:defRPr>
              </a:lvl5pPr>
              <a:lvl6pPr marL="2514600" indent="-228600" eaLnBrk="0" fontAlgn="base" hangingPunct="0">
                <a:spcBef>
                  <a:spcPct val="50000"/>
                </a:spcBef>
                <a:spcAft>
                  <a:spcPct val="0"/>
                </a:spcAft>
                <a:defRPr kumimoji="1" sz="2800">
                  <a:solidFill>
                    <a:schemeClr val="tx1"/>
                  </a:solidFill>
                  <a:latin typeface="Times New Roman" pitchFamily="18" charset="0"/>
                  <a:ea typeface="宋体" charset="-122"/>
                </a:defRPr>
              </a:lvl6pPr>
              <a:lvl7pPr marL="2971800" indent="-228600" eaLnBrk="0" fontAlgn="base" hangingPunct="0">
                <a:spcBef>
                  <a:spcPct val="50000"/>
                </a:spcBef>
                <a:spcAft>
                  <a:spcPct val="0"/>
                </a:spcAft>
                <a:defRPr kumimoji="1" sz="2800">
                  <a:solidFill>
                    <a:schemeClr val="tx1"/>
                  </a:solidFill>
                  <a:latin typeface="Times New Roman" pitchFamily="18" charset="0"/>
                  <a:ea typeface="宋体" charset="-122"/>
                </a:defRPr>
              </a:lvl7pPr>
              <a:lvl8pPr marL="3429000" indent="-228600" eaLnBrk="0" fontAlgn="base" hangingPunct="0">
                <a:spcBef>
                  <a:spcPct val="50000"/>
                </a:spcBef>
                <a:spcAft>
                  <a:spcPct val="0"/>
                </a:spcAft>
                <a:defRPr kumimoji="1" sz="2800">
                  <a:solidFill>
                    <a:schemeClr val="tx1"/>
                  </a:solidFill>
                  <a:latin typeface="Times New Roman" pitchFamily="18" charset="0"/>
                  <a:ea typeface="宋体" charset="-122"/>
                </a:defRPr>
              </a:lvl8pPr>
              <a:lvl9pPr marL="3886200" indent="-228600" eaLnBrk="0" fontAlgn="base" hangingPunct="0">
                <a:spcBef>
                  <a:spcPct val="50000"/>
                </a:spcBef>
                <a:spcAft>
                  <a:spcPct val="0"/>
                </a:spcAft>
                <a:defRPr kumimoji="1" sz="2800">
                  <a:solidFill>
                    <a:schemeClr val="tx1"/>
                  </a:solidFill>
                  <a:latin typeface="Times New Roman" pitchFamily="18" charset="0"/>
                  <a:ea typeface="宋体" charset="-122"/>
                </a:defRPr>
              </a:lvl9pPr>
            </a:lstStyle>
            <a:p>
              <a:pPr eaLnBrk="1" hangingPunct="1">
                <a:lnSpc>
                  <a:spcPct val="130000"/>
                </a:lnSpc>
              </a:pPr>
              <a:r>
                <a:rPr lang="en-US" altLang="zh-CN" sz="2000" b="1" i="1" dirty="0" smtClean="0">
                  <a:ea typeface="微软雅黑" pitchFamily="34" charset="-122"/>
                  <a:cs typeface="Times New Roman" panose="02020603050405020304" pitchFamily="18" charset="0"/>
                  <a:sym typeface="Symbol"/>
                </a:rPr>
                <a:t>W</a:t>
              </a:r>
              <a:r>
                <a:rPr lang="en-US" altLang="zh-CN" sz="2000" b="1" i="1" dirty="0" smtClean="0">
                  <a:ea typeface="微软雅黑" pitchFamily="34" charset="-122"/>
                  <a:cs typeface="Times New Roman" panose="02020603050405020304" pitchFamily="18" charset="0"/>
                  <a:sym typeface="Symbol" panose="05050102010706020507" pitchFamily="18" charset="2"/>
                </a:rPr>
                <a:t></a:t>
              </a:r>
              <a:r>
                <a:rPr lang="en-US" altLang="zh-CN" sz="2000" b="1" i="1" dirty="0" smtClean="0">
                  <a:ea typeface="微软雅黑" pitchFamily="34" charset="-122"/>
                  <a:cs typeface="Times New Roman" panose="02020603050405020304" pitchFamily="18" charset="0"/>
                  <a:sym typeface="Symbol"/>
                </a:rPr>
                <a:t> = </a:t>
              </a:r>
              <a:r>
                <a:rPr lang="en-US" altLang="zh-CN" sz="2000" b="1" dirty="0" smtClean="0">
                  <a:ea typeface="微软雅黑" pitchFamily="34" charset="-122"/>
                  <a:cs typeface="Times New Roman" panose="02020603050405020304" pitchFamily="18" charset="0"/>
                  <a:sym typeface="Symbol" panose="05050102010706020507" pitchFamily="18" charset="2"/>
                </a:rPr>
                <a:t></a:t>
              </a:r>
              <a:r>
                <a:rPr lang="en-US" altLang="zh-CN" sz="2000" b="1" baseline="-25000" dirty="0" smtClean="0">
                  <a:ea typeface="微软雅黑" pitchFamily="34" charset="-122"/>
                  <a:cs typeface="Times New Roman" panose="02020603050405020304" pitchFamily="18" charset="0"/>
                  <a:sym typeface="Symbol"/>
                </a:rPr>
                <a:t> </a:t>
              </a:r>
              <a:r>
                <a:rPr lang="en-US" altLang="zh-CN" sz="2000" b="1" dirty="0" smtClean="0">
                  <a:ea typeface="微软雅黑" pitchFamily="34" charset="-122"/>
                  <a:cs typeface="Times New Roman" panose="02020603050405020304" pitchFamily="18" charset="0"/>
                  <a:sym typeface="Symbol"/>
                </a:rPr>
                <a:t></a:t>
              </a:r>
              <a:r>
                <a:rPr lang="en-US" altLang="zh-CN" sz="2000" b="1" i="1" dirty="0" smtClean="0">
                  <a:ea typeface="微软雅黑" pitchFamily="34" charset="-122"/>
                  <a:cs typeface="Times New Roman" panose="02020603050405020304" pitchFamily="18" charset="0"/>
                  <a:sym typeface="Symbol"/>
                </a:rPr>
                <a:t>V</a:t>
              </a:r>
              <a:r>
                <a:rPr lang="en-US" altLang="zh-CN" sz="2000" b="1" dirty="0">
                  <a:ea typeface="微软雅黑" pitchFamily="34" charset="-122"/>
                  <a:cs typeface="Times New Roman" panose="02020603050405020304" pitchFamily="18" charset="0"/>
                  <a:sym typeface="Symbol"/>
                </a:rPr>
                <a:t> </a:t>
              </a:r>
              <a:endParaRPr lang="en-US" altLang="zh-CN" sz="2000" b="1" i="1" baseline="-25000" dirty="0">
                <a:ea typeface="微软雅黑" pitchFamily="34" charset="-122"/>
                <a:cs typeface="Times New Roman" panose="02020603050405020304" pitchFamily="18" charset="0"/>
              </a:endParaRPr>
            </a:p>
          </p:txBody>
        </p:sp>
      </p:grpSp>
      <p:grpSp>
        <p:nvGrpSpPr>
          <p:cNvPr id="128" name="组合 127"/>
          <p:cNvGrpSpPr/>
          <p:nvPr/>
        </p:nvGrpSpPr>
        <p:grpSpPr>
          <a:xfrm>
            <a:off x="740151" y="2633622"/>
            <a:ext cx="4589836" cy="984885"/>
            <a:chOff x="740151" y="2633622"/>
            <a:chExt cx="4589836" cy="984885"/>
          </a:xfrm>
        </p:grpSpPr>
        <p:sp>
          <p:nvSpPr>
            <p:cNvPr id="129" name="Text Box 57"/>
            <p:cNvSpPr txBox="1">
              <a:spLocks noChangeArrowheads="1"/>
            </p:cNvSpPr>
            <p:nvPr/>
          </p:nvSpPr>
          <p:spPr bwMode="auto">
            <a:xfrm>
              <a:off x="740151" y="2665683"/>
              <a:ext cx="1593974" cy="4462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ts val="200"/>
                </a:spcBef>
                <a:spcAft>
                  <a:spcPts val="200"/>
                </a:spcAft>
                <a:buClr>
                  <a:srgbClr val="C00000"/>
                </a:buClr>
                <a:buSzPct val="130000"/>
              </a:pPr>
              <a:r>
                <a:rPr lang="en-US" altLang="zh-CN" sz="2000" b="1" dirty="0">
                  <a:solidFill>
                    <a:srgbClr val="000066"/>
                  </a:solidFill>
                  <a:ea typeface="幼圆" panose="02010509060101010101" pitchFamily="49" charset="-122"/>
                  <a:cs typeface="Times New Roman" panose="02020603050405020304" pitchFamily="18" charset="0"/>
                  <a:sym typeface="Symbol" pitchFamily="18" charset="2"/>
                </a:rPr>
                <a:t>3</a:t>
              </a:r>
              <a:r>
                <a:rPr lang="zh-CN" altLang="en-US" sz="2000" b="1" dirty="0" smtClean="0">
                  <a:solidFill>
                    <a:srgbClr val="000066"/>
                  </a:solidFill>
                  <a:ea typeface="幼圆" panose="02010509060101010101" pitchFamily="49" charset="-122"/>
                  <a:cs typeface="Times New Roman" panose="02020603050405020304" pitchFamily="18" charset="0"/>
                  <a:sym typeface="Symbol" pitchFamily="18" charset="2"/>
                </a:rPr>
                <a:t>）滑动力：</a:t>
              </a:r>
              <a:endParaRPr lang="en-US" altLang="zh-CN" sz="2000" b="1" i="1" baseline="-25000" dirty="0">
                <a:solidFill>
                  <a:srgbClr val="000066"/>
                </a:solidFill>
                <a:cs typeface="Times New Roman" panose="02020603050405020304" pitchFamily="18" charset="0"/>
                <a:sym typeface="Symbol" pitchFamily="18" charset="2"/>
              </a:endParaRPr>
            </a:p>
          </p:txBody>
        </p:sp>
        <p:sp>
          <p:nvSpPr>
            <p:cNvPr id="130" name="Text Box 14"/>
            <p:cNvSpPr txBox="1">
              <a:spLocks noChangeArrowheads="1"/>
            </p:cNvSpPr>
            <p:nvPr/>
          </p:nvSpPr>
          <p:spPr bwMode="auto">
            <a:xfrm>
              <a:off x="2188969" y="2633622"/>
              <a:ext cx="3141018" cy="9848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800">
                  <a:solidFill>
                    <a:schemeClr val="tx1"/>
                  </a:solidFill>
                  <a:latin typeface="Times New Roman" pitchFamily="18" charset="0"/>
                  <a:ea typeface="宋体" charset="-122"/>
                </a:defRPr>
              </a:lvl1pPr>
              <a:lvl2pPr marL="742950" indent="-285750" eaLnBrk="0" hangingPunct="0">
                <a:defRPr kumimoji="1" sz="2800">
                  <a:solidFill>
                    <a:schemeClr val="tx1"/>
                  </a:solidFill>
                  <a:latin typeface="Times New Roman" pitchFamily="18" charset="0"/>
                  <a:ea typeface="宋体" charset="-122"/>
                </a:defRPr>
              </a:lvl2pPr>
              <a:lvl3pPr marL="1143000" indent="-228600" eaLnBrk="0" hangingPunct="0">
                <a:defRPr kumimoji="1" sz="2800">
                  <a:solidFill>
                    <a:schemeClr val="tx1"/>
                  </a:solidFill>
                  <a:latin typeface="Times New Roman" pitchFamily="18" charset="0"/>
                  <a:ea typeface="宋体" charset="-122"/>
                </a:defRPr>
              </a:lvl3pPr>
              <a:lvl4pPr marL="1600200" indent="-228600" eaLnBrk="0" hangingPunct="0">
                <a:defRPr kumimoji="1" sz="2800">
                  <a:solidFill>
                    <a:schemeClr val="tx1"/>
                  </a:solidFill>
                  <a:latin typeface="Times New Roman" pitchFamily="18" charset="0"/>
                  <a:ea typeface="宋体" charset="-122"/>
                </a:defRPr>
              </a:lvl4pPr>
              <a:lvl5pPr marL="2057400" indent="-228600" eaLnBrk="0" hangingPunct="0">
                <a:defRPr kumimoji="1" sz="2800">
                  <a:solidFill>
                    <a:schemeClr val="tx1"/>
                  </a:solidFill>
                  <a:latin typeface="Times New Roman" pitchFamily="18" charset="0"/>
                  <a:ea typeface="宋体" charset="-122"/>
                </a:defRPr>
              </a:lvl5pPr>
              <a:lvl6pPr marL="2514600" indent="-228600" eaLnBrk="0" fontAlgn="base" hangingPunct="0">
                <a:spcBef>
                  <a:spcPct val="50000"/>
                </a:spcBef>
                <a:spcAft>
                  <a:spcPct val="0"/>
                </a:spcAft>
                <a:defRPr kumimoji="1" sz="2800">
                  <a:solidFill>
                    <a:schemeClr val="tx1"/>
                  </a:solidFill>
                  <a:latin typeface="Times New Roman" pitchFamily="18" charset="0"/>
                  <a:ea typeface="宋体" charset="-122"/>
                </a:defRPr>
              </a:lvl6pPr>
              <a:lvl7pPr marL="2971800" indent="-228600" eaLnBrk="0" fontAlgn="base" hangingPunct="0">
                <a:spcBef>
                  <a:spcPct val="50000"/>
                </a:spcBef>
                <a:spcAft>
                  <a:spcPct val="0"/>
                </a:spcAft>
                <a:defRPr kumimoji="1" sz="2800">
                  <a:solidFill>
                    <a:schemeClr val="tx1"/>
                  </a:solidFill>
                  <a:latin typeface="Times New Roman" pitchFamily="18" charset="0"/>
                  <a:ea typeface="宋体" charset="-122"/>
                </a:defRPr>
              </a:lvl7pPr>
              <a:lvl8pPr marL="3429000" indent="-228600" eaLnBrk="0" fontAlgn="base" hangingPunct="0">
                <a:spcBef>
                  <a:spcPct val="50000"/>
                </a:spcBef>
                <a:spcAft>
                  <a:spcPct val="0"/>
                </a:spcAft>
                <a:defRPr kumimoji="1" sz="2800">
                  <a:solidFill>
                    <a:schemeClr val="tx1"/>
                  </a:solidFill>
                  <a:latin typeface="Times New Roman" pitchFamily="18" charset="0"/>
                  <a:ea typeface="宋体" charset="-122"/>
                </a:defRPr>
              </a:lvl8pPr>
              <a:lvl9pPr marL="3886200" indent="-228600" eaLnBrk="0" fontAlgn="base" hangingPunct="0">
                <a:spcBef>
                  <a:spcPct val="50000"/>
                </a:spcBef>
                <a:spcAft>
                  <a:spcPct val="0"/>
                </a:spcAft>
                <a:defRPr kumimoji="1" sz="2800">
                  <a:solidFill>
                    <a:schemeClr val="tx1"/>
                  </a:solidFill>
                  <a:latin typeface="Times New Roman" pitchFamily="18" charset="0"/>
                  <a:ea typeface="宋体" charset="-122"/>
                </a:defRPr>
              </a:lvl9pPr>
            </a:lstStyle>
            <a:p>
              <a:pPr eaLnBrk="1" hangingPunct="1">
                <a:lnSpc>
                  <a:spcPct val="130000"/>
                </a:lnSpc>
              </a:pPr>
              <a:r>
                <a:rPr lang="en-US" altLang="zh-CN" sz="2000" b="1" i="1" dirty="0" smtClean="0">
                  <a:ea typeface="微软雅黑" pitchFamily="34" charset="-122"/>
                  <a:cs typeface="Times New Roman" panose="02020603050405020304" pitchFamily="18" charset="0"/>
                  <a:sym typeface="Symbol"/>
                </a:rPr>
                <a:t>T</a:t>
              </a:r>
              <a:r>
                <a:rPr lang="en-US" altLang="zh-CN" sz="2000" b="1" dirty="0" smtClean="0">
                  <a:ea typeface="微软雅黑" pitchFamily="34" charset="-122"/>
                  <a:cs typeface="Times New Roman" panose="02020603050405020304" pitchFamily="18" charset="0"/>
                  <a:sym typeface="Symbol" panose="05050102010706020507" pitchFamily="18" charset="2"/>
                </a:rPr>
                <a:t></a:t>
              </a:r>
              <a:r>
                <a:rPr lang="en-US" altLang="zh-CN" sz="2000" b="1" i="1" dirty="0" smtClean="0">
                  <a:ea typeface="微软雅黑" pitchFamily="34" charset="-122"/>
                  <a:cs typeface="Times New Roman" panose="02020603050405020304" pitchFamily="18" charset="0"/>
                  <a:sym typeface="Symbol"/>
                </a:rPr>
                <a:t>+J = </a:t>
              </a:r>
              <a:r>
                <a:rPr lang="en-US" altLang="zh-CN" sz="2000" b="1" dirty="0" smtClean="0">
                  <a:ea typeface="微软雅黑" pitchFamily="34" charset="-122"/>
                  <a:cs typeface="Times New Roman" panose="02020603050405020304" pitchFamily="18" charset="0"/>
                  <a:sym typeface="Symbol"/>
                </a:rPr>
                <a:t>(</a:t>
              </a:r>
              <a:r>
                <a:rPr lang="en-US" altLang="zh-CN" sz="2000" b="1" i="1" dirty="0" smtClean="0">
                  <a:latin typeface="微软雅黑" pitchFamily="34" charset="-122"/>
                  <a:ea typeface="微软雅黑" pitchFamily="34" charset="-122"/>
                  <a:sym typeface="Symbol"/>
                </a:rPr>
                <a:t></a:t>
              </a:r>
              <a:r>
                <a:rPr lang="en-US" altLang="zh-CN" sz="2000" b="1" dirty="0" smtClean="0">
                  <a:latin typeface="微软雅黑" pitchFamily="34" charset="-122"/>
                  <a:ea typeface="微软雅黑" pitchFamily="34" charset="-122"/>
                  <a:sym typeface="Symbol" panose="05050102010706020507" pitchFamily="18" charset="2"/>
                </a:rPr>
                <a:t></a:t>
              </a:r>
              <a:r>
                <a:rPr lang="en-US" altLang="zh-CN" sz="2000" b="1" baseline="-25000" dirty="0" smtClean="0">
                  <a:ea typeface="微软雅黑" pitchFamily="34" charset="-122"/>
                  <a:cs typeface="Times New Roman" panose="02020603050405020304" pitchFamily="18" charset="0"/>
                  <a:sym typeface="Symbol"/>
                </a:rPr>
                <a:t> </a:t>
              </a:r>
              <a:r>
                <a:rPr lang="en-US" altLang="zh-CN" sz="2000" b="1" dirty="0" smtClean="0">
                  <a:ea typeface="微软雅黑" pitchFamily="34" charset="-122"/>
                  <a:cs typeface="Times New Roman" panose="02020603050405020304" pitchFamily="18" charset="0"/>
                  <a:sym typeface="Symbol"/>
                </a:rPr>
                <a:t>sin</a:t>
              </a:r>
              <a:r>
                <a:rPr lang="en-US" altLang="zh-CN" sz="2000" b="1" i="1" dirty="0" smtClean="0">
                  <a:latin typeface="微软雅黑" pitchFamily="34" charset="-122"/>
                  <a:ea typeface="微软雅黑" pitchFamily="34" charset="-122"/>
                  <a:sym typeface="Symbol"/>
                </a:rPr>
                <a:t></a:t>
              </a:r>
              <a:r>
                <a:rPr lang="en-US" altLang="zh-CN" sz="2000" b="1" dirty="0" smtClean="0">
                  <a:latin typeface="微软雅黑" pitchFamily="34" charset="-122"/>
                  <a:ea typeface="微软雅黑" pitchFamily="34" charset="-122"/>
                  <a:sym typeface="Symbol"/>
                </a:rPr>
                <a:t>+</a:t>
              </a:r>
              <a:r>
                <a:rPr lang="en-US" altLang="zh-CN" sz="2000" b="1" i="1" dirty="0">
                  <a:latin typeface="微软雅黑" pitchFamily="34" charset="-122"/>
                  <a:ea typeface="微软雅黑" pitchFamily="34" charset="-122"/>
                  <a:sym typeface="Symbol"/>
                </a:rPr>
                <a:t></a:t>
              </a:r>
              <a:r>
                <a:rPr lang="en-US" altLang="zh-CN" sz="2000" b="1" baseline="-25000" dirty="0">
                  <a:ea typeface="微软雅黑" pitchFamily="34" charset="-122"/>
                  <a:cs typeface="Times New Roman" panose="02020603050405020304" pitchFamily="18" charset="0"/>
                  <a:sym typeface="Symbol"/>
                </a:rPr>
                <a:t>w</a:t>
              </a:r>
              <a:r>
                <a:rPr lang="en-US" altLang="zh-CN" sz="2000" b="1" i="1" baseline="-25000" dirty="0">
                  <a:ea typeface="微软雅黑" pitchFamily="34" charset="-122"/>
                  <a:cs typeface="Times New Roman" panose="02020603050405020304" pitchFamily="18" charset="0"/>
                  <a:sym typeface="Symbol"/>
                </a:rPr>
                <a:t> </a:t>
              </a:r>
              <a:r>
                <a:rPr lang="en-US" altLang="zh-CN" sz="2000" b="1" dirty="0" smtClean="0">
                  <a:ea typeface="微软雅黑" pitchFamily="34" charset="-122"/>
                  <a:cs typeface="Times New Roman" panose="02020603050405020304" pitchFamily="18" charset="0"/>
                  <a:sym typeface="Symbol"/>
                </a:rPr>
                <a:t>sin</a:t>
              </a:r>
              <a:r>
                <a:rPr lang="en-US" altLang="zh-CN" sz="2000" b="1" i="1" dirty="0" smtClean="0">
                  <a:latin typeface="微软雅黑" pitchFamily="34" charset="-122"/>
                  <a:ea typeface="微软雅黑" pitchFamily="34" charset="-122"/>
                  <a:sym typeface="Symbol"/>
                </a:rPr>
                <a:t></a:t>
              </a:r>
              <a:r>
                <a:rPr lang="en-US" altLang="zh-CN" sz="2000" b="1" dirty="0" smtClean="0">
                  <a:ea typeface="微软雅黑" pitchFamily="34" charset="-122"/>
                  <a:cs typeface="Times New Roman" panose="02020603050405020304" pitchFamily="18" charset="0"/>
                  <a:sym typeface="Symbol"/>
                </a:rPr>
                <a:t>)</a:t>
              </a:r>
              <a:r>
                <a:rPr lang="en-US" altLang="zh-CN" sz="2000" b="1" dirty="0" smtClean="0">
                  <a:latin typeface="微软雅黑" pitchFamily="34" charset="-122"/>
                  <a:ea typeface="微软雅黑" pitchFamily="34" charset="-122"/>
                  <a:sym typeface="Symbol"/>
                </a:rPr>
                <a:t></a:t>
              </a:r>
              <a:r>
                <a:rPr lang="en-US" altLang="zh-CN" sz="2000" b="1" i="1" dirty="0" smtClean="0">
                  <a:ea typeface="微软雅黑" pitchFamily="34" charset="-122"/>
                  <a:cs typeface="Times New Roman" panose="02020603050405020304" pitchFamily="18" charset="0"/>
                  <a:sym typeface="Symbol"/>
                </a:rPr>
                <a:t>V</a:t>
              </a:r>
            </a:p>
            <a:p>
              <a:pPr eaLnBrk="1" hangingPunct="1">
                <a:lnSpc>
                  <a:spcPct val="130000"/>
                </a:lnSpc>
              </a:pPr>
              <a:r>
                <a:rPr lang="en-US" altLang="zh-CN" sz="2000" b="1" i="1" baseline="-25000" dirty="0">
                  <a:ea typeface="微软雅黑" pitchFamily="34" charset="-122"/>
                  <a:cs typeface="Times New Roman" panose="02020603050405020304" pitchFamily="18" charset="0"/>
                  <a:sym typeface="Symbol"/>
                </a:rPr>
                <a:t> </a:t>
              </a:r>
              <a:r>
                <a:rPr lang="en-US" altLang="zh-CN" sz="2000" b="1" i="1" baseline="-25000" dirty="0" smtClean="0">
                  <a:ea typeface="微软雅黑" pitchFamily="34" charset="-122"/>
                  <a:cs typeface="Times New Roman" panose="02020603050405020304" pitchFamily="18" charset="0"/>
                  <a:sym typeface="Symbol"/>
                </a:rPr>
                <a:t>            </a:t>
              </a:r>
              <a:r>
                <a:rPr lang="en-US" altLang="zh-CN" sz="2000" b="1" dirty="0" smtClean="0">
                  <a:ea typeface="微软雅黑" pitchFamily="34" charset="-122"/>
                  <a:cs typeface="Times New Roman" panose="02020603050405020304" pitchFamily="18" charset="0"/>
                  <a:sym typeface="Symbol"/>
                </a:rPr>
                <a:t>= </a:t>
              </a:r>
              <a:r>
                <a:rPr lang="en-US" altLang="zh-CN" sz="2000" b="1" i="1" dirty="0" smtClean="0">
                  <a:latin typeface="微软雅黑" pitchFamily="34" charset="-122"/>
                  <a:ea typeface="微软雅黑" pitchFamily="34" charset="-122"/>
                  <a:sym typeface="Symbol"/>
                </a:rPr>
                <a:t></a:t>
              </a:r>
              <a:r>
                <a:rPr lang="en-US" altLang="zh-CN" sz="2000" b="1" baseline="-25000" dirty="0" smtClean="0">
                  <a:ea typeface="微软雅黑" pitchFamily="34" charset="-122"/>
                  <a:cs typeface="Times New Roman" panose="02020603050405020304" pitchFamily="18" charset="0"/>
                  <a:sym typeface="Symbol"/>
                </a:rPr>
                <a:t>sat</a:t>
              </a:r>
              <a:r>
                <a:rPr lang="en-US" altLang="zh-CN" sz="2000" b="1" i="1" baseline="-25000" dirty="0" smtClean="0">
                  <a:ea typeface="微软雅黑" pitchFamily="34" charset="-122"/>
                  <a:cs typeface="Times New Roman" panose="02020603050405020304" pitchFamily="18" charset="0"/>
                  <a:sym typeface="Symbol"/>
                </a:rPr>
                <a:t> </a:t>
              </a:r>
              <a:r>
                <a:rPr lang="en-US" altLang="zh-CN" sz="2000" b="1" dirty="0">
                  <a:ea typeface="微软雅黑" pitchFamily="34" charset="-122"/>
                  <a:cs typeface="Times New Roman" panose="02020603050405020304" pitchFamily="18" charset="0"/>
                  <a:sym typeface="Symbol"/>
                </a:rPr>
                <a:t>sin</a:t>
              </a:r>
              <a:r>
                <a:rPr lang="en-US" altLang="zh-CN" sz="2000" b="1" i="1" dirty="0" smtClean="0">
                  <a:latin typeface="微软雅黑" pitchFamily="34" charset="-122"/>
                  <a:ea typeface="微软雅黑" pitchFamily="34" charset="-122"/>
                  <a:sym typeface="Symbol"/>
                </a:rPr>
                <a:t> </a:t>
              </a:r>
              <a:r>
                <a:rPr lang="en-US" altLang="zh-CN" sz="2000" b="1" dirty="0" smtClean="0">
                  <a:latin typeface="微软雅黑" pitchFamily="34" charset="-122"/>
                  <a:ea typeface="微软雅黑" pitchFamily="34" charset="-122"/>
                  <a:sym typeface="Symbol"/>
                </a:rPr>
                <a:t></a:t>
              </a:r>
              <a:r>
                <a:rPr lang="en-US" altLang="zh-CN" sz="2000" b="1" i="1" dirty="0" smtClean="0">
                  <a:ea typeface="微软雅黑" pitchFamily="34" charset="-122"/>
                  <a:cs typeface="Times New Roman" panose="02020603050405020304" pitchFamily="18" charset="0"/>
                  <a:sym typeface="Symbol"/>
                </a:rPr>
                <a:t>V</a:t>
              </a:r>
              <a:endParaRPr lang="en-US" altLang="zh-CN" sz="2000" b="1" dirty="0">
                <a:ea typeface="微软雅黑" pitchFamily="34" charset="-122"/>
                <a:cs typeface="Times New Roman" panose="02020603050405020304" pitchFamily="18" charset="0"/>
              </a:endParaRPr>
            </a:p>
          </p:txBody>
        </p:sp>
      </p:grpSp>
      <p:grpSp>
        <p:nvGrpSpPr>
          <p:cNvPr id="131" name="组合 130"/>
          <p:cNvGrpSpPr/>
          <p:nvPr/>
        </p:nvGrpSpPr>
        <p:grpSpPr>
          <a:xfrm>
            <a:off x="732129" y="3676363"/>
            <a:ext cx="4874584" cy="492443"/>
            <a:chOff x="732129" y="3676363"/>
            <a:chExt cx="4874584" cy="492443"/>
          </a:xfrm>
        </p:grpSpPr>
        <p:sp>
          <p:nvSpPr>
            <p:cNvPr id="132" name="Text Box 57"/>
            <p:cNvSpPr txBox="1">
              <a:spLocks noChangeArrowheads="1"/>
            </p:cNvSpPr>
            <p:nvPr/>
          </p:nvSpPr>
          <p:spPr bwMode="auto">
            <a:xfrm>
              <a:off x="732129" y="3697340"/>
              <a:ext cx="1577933" cy="4462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ts val="200"/>
                </a:spcBef>
                <a:spcAft>
                  <a:spcPts val="200"/>
                </a:spcAft>
                <a:buClr>
                  <a:srgbClr val="C00000"/>
                </a:buClr>
                <a:buSzPct val="130000"/>
              </a:pPr>
              <a:r>
                <a:rPr lang="en-US" altLang="zh-CN" sz="2000" b="1" dirty="0" smtClean="0">
                  <a:solidFill>
                    <a:srgbClr val="000066"/>
                  </a:solidFill>
                  <a:ea typeface="幼圆" panose="02010509060101010101" pitchFamily="49" charset="-122"/>
                  <a:cs typeface="Times New Roman" panose="02020603050405020304" pitchFamily="18" charset="0"/>
                  <a:sym typeface="Symbol" pitchFamily="18" charset="2"/>
                </a:rPr>
                <a:t>4</a:t>
              </a:r>
              <a:r>
                <a:rPr lang="zh-CN" altLang="en-US" sz="2000" b="1" dirty="0" smtClean="0">
                  <a:solidFill>
                    <a:srgbClr val="000066"/>
                  </a:solidFill>
                  <a:ea typeface="幼圆" panose="02010509060101010101" pitchFamily="49" charset="-122"/>
                  <a:cs typeface="Times New Roman" panose="02020603050405020304" pitchFamily="18" charset="0"/>
                  <a:sym typeface="Symbol" pitchFamily="18" charset="2"/>
                </a:rPr>
                <a:t>）抗滑力：</a:t>
              </a:r>
              <a:endParaRPr lang="en-US" altLang="zh-CN" sz="2000" b="1" i="1" baseline="-25000" dirty="0">
                <a:solidFill>
                  <a:srgbClr val="000066"/>
                </a:solidFill>
                <a:cs typeface="Times New Roman" panose="02020603050405020304" pitchFamily="18" charset="0"/>
                <a:sym typeface="Symbol" pitchFamily="18" charset="2"/>
              </a:endParaRPr>
            </a:p>
          </p:txBody>
        </p:sp>
        <p:sp>
          <p:nvSpPr>
            <p:cNvPr id="133" name="Text Box 14"/>
            <p:cNvSpPr txBox="1">
              <a:spLocks noChangeArrowheads="1"/>
            </p:cNvSpPr>
            <p:nvPr/>
          </p:nvSpPr>
          <p:spPr bwMode="auto">
            <a:xfrm>
              <a:off x="2221053" y="3676363"/>
              <a:ext cx="3385660" cy="492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800">
                  <a:solidFill>
                    <a:schemeClr val="tx1"/>
                  </a:solidFill>
                  <a:latin typeface="Times New Roman" pitchFamily="18" charset="0"/>
                  <a:ea typeface="宋体" charset="-122"/>
                </a:defRPr>
              </a:lvl1pPr>
              <a:lvl2pPr marL="742950" indent="-285750" eaLnBrk="0" hangingPunct="0">
                <a:defRPr kumimoji="1" sz="2800">
                  <a:solidFill>
                    <a:schemeClr val="tx1"/>
                  </a:solidFill>
                  <a:latin typeface="Times New Roman" pitchFamily="18" charset="0"/>
                  <a:ea typeface="宋体" charset="-122"/>
                </a:defRPr>
              </a:lvl2pPr>
              <a:lvl3pPr marL="1143000" indent="-228600" eaLnBrk="0" hangingPunct="0">
                <a:defRPr kumimoji="1" sz="2800">
                  <a:solidFill>
                    <a:schemeClr val="tx1"/>
                  </a:solidFill>
                  <a:latin typeface="Times New Roman" pitchFamily="18" charset="0"/>
                  <a:ea typeface="宋体" charset="-122"/>
                </a:defRPr>
              </a:lvl3pPr>
              <a:lvl4pPr marL="1600200" indent="-228600" eaLnBrk="0" hangingPunct="0">
                <a:defRPr kumimoji="1" sz="2800">
                  <a:solidFill>
                    <a:schemeClr val="tx1"/>
                  </a:solidFill>
                  <a:latin typeface="Times New Roman" pitchFamily="18" charset="0"/>
                  <a:ea typeface="宋体" charset="-122"/>
                </a:defRPr>
              </a:lvl4pPr>
              <a:lvl5pPr marL="2057400" indent="-228600" eaLnBrk="0" hangingPunct="0">
                <a:defRPr kumimoji="1" sz="2800">
                  <a:solidFill>
                    <a:schemeClr val="tx1"/>
                  </a:solidFill>
                  <a:latin typeface="Times New Roman" pitchFamily="18" charset="0"/>
                  <a:ea typeface="宋体" charset="-122"/>
                </a:defRPr>
              </a:lvl5pPr>
              <a:lvl6pPr marL="2514600" indent="-228600" eaLnBrk="0" fontAlgn="base" hangingPunct="0">
                <a:spcBef>
                  <a:spcPct val="50000"/>
                </a:spcBef>
                <a:spcAft>
                  <a:spcPct val="0"/>
                </a:spcAft>
                <a:defRPr kumimoji="1" sz="2800">
                  <a:solidFill>
                    <a:schemeClr val="tx1"/>
                  </a:solidFill>
                  <a:latin typeface="Times New Roman" pitchFamily="18" charset="0"/>
                  <a:ea typeface="宋体" charset="-122"/>
                </a:defRPr>
              </a:lvl6pPr>
              <a:lvl7pPr marL="2971800" indent="-228600" eaLnBrk="0" fontAlgn="base" hangingPunct="0">
                <a:spcBef>
                  <a:spcPct val="50000"/>
                </a:spcBef>
                <a:spcAft>
                  <a:spcPct val="0"/>
                </a:spcAft>
                <a:defRPr kumimoji="1" sz="2800">
                  <a:solidFill>
                    <a:schemeClr val="tx1"/>
                  </a:solidFill>
                  <a:latin typeface="Times New Roman" pitchFamily="18" charset="0"/>
                  <a:ea typeface="宋体" charset="-122"/>
                </a:defRPr>
              </a:lvl7pPr>
              <a:lvl8pPr marL="3429000" indent="-228600" eaLnBrk="0" fontAlgn="base" hangingPunct="0">
                <a:spcBef>
                  <a:spcPct val="50000"/>
                </a:spcBef>
                <a:spcAft>
                  <a:spcPct val="0"/>
                </a:spcAft>
                <a:defRPr kumimoji="1" sz="2800">
                  <a:solidFill>
                    <a:schemeClr val="tx1"/>
                  </a:solidFill>
                  <a:latin typeface="Times New Roman" pitchFamily="18" charset="0"/>
                  <a:ea typeface="宋体" charset="-122"/>
                </a:defRPr>
              </a:lvl8pPr>
              <a:lvl9pPr marL="3886200" indent="-228600" eaLnBrk="0" fontAlgn="base" hangingPunct="0">
                <a:spcBef>
                  <a:spcPct val="50000"/>
                </a:spcBef>
                <a:spcAft>
                  <a:spcPct val="0"/>
                </a:spcAft>
                <a:defRPr kumimoji="1" sz="2800">
                  <a:solidFill>
                    <a:schemeClr val="tx1"/>
                  </a:solidFill>
                  <a:latin typeface="Times New Roman" pitchFamily="18" charset="0"/>
                  <a:ea typeface="宋体" charset="-122"/>
                </a:defRPr>
              </a:lvl9pPr>
            </a:lstStyle>
            <a:p>
              <a:pPr eaLnBrk="1" hangingPunct="1">
                <a:lnSpc>
                  <a:spcPct val="130000"/>
                </a:lnSpc>
              </a:pPr>
              <a:r>
                <a:rPr lang="en-US" altLang="zh-CN" sz="2000" b="1" i="1" dirty="0" smtClean="0">
                  <a:ea typeface="微软雅黑" pitchFamily="34" charset="-122"/>
                  <a:cs typeface="Times New Roman" panose="02020603050405020304" pitchFamily="18" charset="0"/>
                  <a:sym typeface="Symbol"/>
                </a:rPr>
                <a:t>R = N</a:t>
              </a:r>
              <a:r>
                <a:rPr lang="en-US" altLang="zh-CN" sz="2000" b="1" dirty="0" smtClean="0">
                  <a:ea typeface="微软雅黑" pitchFamily="34" charset="-122"/>
                  <a:cs typeface="Times New Roman" panose="02020603050405020304" pitchFamily="18" charset="0"/>
                  <a:sym typeface="Symbol"/>
                </a:rPr>
                <a:t> tan</a:t>
              </a:r>
              <a:r>
                <a:rPr lang="en-US" altLang="zh-CN" sz="2000" b="1" i="1" dirty="0">
                  <a:latin typeface="微软雅黑" pitchFamily="34" charset="-122"/>
                  <a:ea typeface="微软雅黑" pitchFamily="34" charset="-122"/>
                  <a:sym typeface="Symbol"/>
                </a:rPr>
                <a:t></a:t>
              </a:r>
              <a:r>
                <a:rPr lang="en-US" altLang="zh-CN" sz="2000" b="1" dirty="0" smtClean="0">
                  <a:latin typeface="微软雅黑" pitchFamily="34" charset="-122"/>
                  <a:ea typeface="微软雅黑" pitchFamily="34" charset="-122"/>
                  <a:sym typeface="Symbol"/>
                </a:rPr>
                <a:t> =</a:t>
              </a:r>
              <a:r>
                <a:rPr lang="en-US" altLang="zh-CN" sz="2000" b="1" i="1" dirty="0" smtClean="0">
                  <a:latin typeface="微软雅黑" pitchFamily="34" charset="-122"/>
                  <a:ea typeface="微软雅黑" pitchFamily="34" charset="-122"/>
                  <a:sym typeface="Symbol"/>
                </a:rPr>
                <a:t></a:t>
              </a:r>
              <a:r>
                <a:rPr lang="en-US" altLang="zh-CN" sz="2000" b="1" i="1" dirty="0" smtClean="0">
                  <a:latin typeface="微软雅黑" pitchFamily="34" charset="-122"/>
                  <a:ea typeface="微软雅黑" pitchFamily="34" charset="-122"/>
                  <a:sym typeface="Symbol" panose="05050102010706020507" pitchFamily="18" charset="2"/>
                </a:rPr>
                <a:t></a:t>
              </a:r>
              <a:r>
                <a:rPr lang="en-US" altLang="zh-CN" sz="2000" b="1" baseline="-25000" dirty="0" smtClean="0">
                  <a:ea typeface="微软雅黑" pitchFamily="34" charset="-122"/>
                  <a:cs typeface="Times New Roman" panose="02020603050405020304" pitchFamily="18" charset="0"/>
                  <a:sym typeface="Symbol"/>
                </a:rPr>
                <a:t> </a:t>
              </a:r>
              <a:r>
                <a:rPr lang="en-US" altLang="zh-CN" sz="2000" b="1" dirty="0">
                  <a:latin typeface="微软雅黑" pitchFamily="34" charset="-122"/>
                  <a:ea typeface="微软雅黑" pitchFamily="34" charset="-122"/>
                  <a:sym typeface="Symbol"/>
                </a:rPr>
                <a:t></a:t>
              </a:r>
              <a:r>
                <a:rPr lang="en-US" altLang="zh-CN" sz="2000" b="1" i="1" dirty="0" err="1" smtClean="0">
                  <a:ea typeface="微软雅黑" pitchFamily="34" charset="-122"/>
                  <a:cs typeface="Times New Roman" panose="02020603050405020304" pitchFamily="18" charset="0"/>
                  <a:sym typeface="Symbol"/>
                </a:rPr>
                <a:t>V</a:t>
              </a:r>
              <a:r>
                <a:rPr lang="en-US" altLang="zh-CN" sz="2000" b="1" dirty="0" err="1" smtClean="0">
                  <a:ea typeface="微软雅黑" pitchFamily="34" charset="-122"/>
                  <a:cs typeface="Times New Roman" panose="02020603050405020304" pitchFamily="18" charset="0"/>
                  <a:sym typeface="Symbol"/>
                </a:rPr>
                <a:t>cos</a:t>
              </a:r>
              <a:r>
                <a:rPr lang="en-US" altLang="zh-CN" sz="2000" b="1" i="1" dirty="0" smtClean="0">
                  <a:latin typeface="微软雅黑" pitchFamily="34" charset="-122"/>
                  <a:ea typeface="微软雅黑" pitchFamily="34" charset="-122"/>
                  <a:sym typeface="Symbol"/>
                </a:rPr>
                <a:t> </a:t>
              </a:r>
              <a:r>
                <a:rPr lang="en-US" altLang="zh-CN" sz="2000" b="1" dirty="0">
                  <a:ea typeface="微软雅黑" pitchFamily="34" charset="-122"/>
                  <a:cs typeface="Times New Roman" panose="02020603050405020304" pitchFamily="18" charset="0"/>
                  <a:sym typeface="Symbol"/>
                </a:rPr>
                <a:t>tan</a:t>
              </a:r>
              <a:r>
                <a:rPr lang="en-US" altLang="zh-CN" sz="2000" b="1" i="1" dirty="0" smtClean="0">
                  <a:ea typeface="微软雅黑" pitchFamily="34" charset="-122"/>
                  <a:cs typeface="Times New Roman" panose="02020603050405020304" pitchFamily="18" charset="0"/>
                  <a:sym typeface="Symbol" panose="05050102010706020507" pitchFamily="18" charset="2"/>
                </a:rPr>
                <a:t></a:t>
              </a:r>
              <a:endParaRPr lang="en-US" altLang="zh-CN" sz="2000" b="1" i="1" dirty="0">
                <a:ea typeface="微软雅黑" pitchFamily="34" charset="-122"/>
                <a:cs typeface="Times New Roman" panose="02020603050405020304" pitchFamily="18" charset="0"/>
                <a:sym typeface="Symbol"/>
              </a:endParaRPr>
            </a:p>
          </p:txBody>
        </p:sp>
      </p:grpSp>
      <p:sp>
        <p:nvSpPr>
          <p:cNvPr id="134" name="AutoShape 5"/>
          <p:cNvSpPr>
            <a:spLocks noChangeArrowheads="1"/>
          </p:cNvSpPr>
          <p:nvPr/>
        </p:nvSpPr>
        <p:spPr bwMode="auto">
          <a:xfrm>
            <a:off x="923421" y="4655238"/>
            <a:ext cx="466960" cy="457665"/>
          </a:xfrm>
          <a:prstGeom prst="homePlate">
            <a:avLst>
              <a:gd name="adj" fmla="val 33632"/>
            </a:avLst>
          </a:prstGeom>
          <a:solidFill>
            <a:schemeClr val="accent2"/>
          </a:solidFill>
          <a:ln w="9525">
            <a:solidFill>
              <a:schemeClr val="tx1"/>
            </a:solidFill>
            <a:miter lim="800000"/>
            <a:headEnd/>
            <a:tailEnd/>
          </a:ln>
        </p:spPr>
        <p:txBody>
          <a:bodyPr anchor="ctr"/>
          <a:lstStyle/>
          <a:p>
            <a:endParaRPr lang="zh-CN" altLang="en-US"/>
          </a:p>
        </p:txBody>
      </p:sp>
      <p:sp>
        <p:nvSpPr>
          <p:cNvPr id="135" name="Text Box 4"/>
          <p:cNvSpPr txBox="1">
            <a:spLocks noChangeArrowheads="1"/>
          </p:cNvSpPr>
          <p:nvPr/>
        </p:nvSpPr>
        <p:spPr bwMode="auto">
          <a:xfrm>
            <a:off x="1491431" y="4478654"/>
            <a:ext cx="1690685" cy="8660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20000"/>
              </a:lnSpc>
              <a:buClr>
                <a:srgbClr val="A50021"/>
              </a:buClr>
            </a:pPr>
            <a:r>
              <a:rPr lang="zh-CN" altLang="en-US" sz="2200" b="1" dirty="0">
                <a:solidFill>
                  <a:srgbClr val="A50021"/>
                </a:solidFill>
                <a:ea typeface="幼圆" pitchFamily="49" charset="-122"/>
              </a:rPr>
              <a:t>抗滑</a:t>
            </a:r>
            <a:r>
              <a:rPr lang="zh-CN" altLang="en-US" sz="2200" b="1" dirty="0" smtClean="0">
                <a:solidFill>
                  <a:srgbClr val="A50021"/>
                </a:solidFill>
                <a:ea typeface="幼圆" pitchFamily="49" charset="-122"/>
              </a:rPr>
              <a:t>稳定安全系数</a:t>
            </a:r>
            <a:r>
              <a:rPr lang="en-US" altLang="zh-CN" sz="2200" b="1" i="1" dirty="0" smtClean="0">
                <a:solidFill>
                  <a:srgbClr val="A50021"/>
                </a:solidFill>
                <a:ea typeface="幼圆" pitchFamily="49" charset="-122"/>
              </a:rPr>
              <a:t>F</a:t>
            </a:r>
            <a:r>
              <a:rPr lang="en-US" altLang="zh-CN" sz="2200" b="1" i="1" baseline="-25000" dirty="0" smtClean="0">
                <a:solidFill>
                  <a:srgbClr val="A50021"/>
                </a:solidFill>
                <a:ea typeface="幼圆" pitchFamily="49" charset="-122"/>
              </a:rPr>
              <a:t>s</a:t>
            </a:r>
            <a:r>
              <a:rPr lang="zh-CN" altLang="en-US" sz="2200" b="1" dirty="0" smtClean="0">
                <a:solidFill>
                  <a:srgbClr val="A50021"/>
                </a:solidFill>
                <a:ea typeface="幼圆" pitchFamily="49" charset="-122"/>
              </a:rPr>
              <a:t>：</a:t>
            </a:r>
            <a:endParaRPr lang="zh-CN" altLang="en-US" sz="2200" b="1" dirty="0">
              <a:solidFill>
                <a:srgbClr val="A50021"/>
              </a:solidFill>
              <a:ea typeface="幼圆" pitchFamily="49" charset="-122"/>
            </a:endParaRPr>
          </a:p>
        </p:txBody>
      </p:sp>
      <p:graphicFrame>
        <p:nvGraphicFramePr>
          <p:cNvPr id="136" name="Object 33"/>
          <p:cNvGraphicFramePr>
            <a:graphicFrameLocks noChangeAspect="1"/>
          </p:cNvGraphicFramePr>
          <p:nvPr>
            <p:extLst>
              <p:ext uri="{D42A27DB-BD31-4B8C-83A1-F6EECF244321}">
                <p14:modId xmlns:p14="http://schemas.microsoft.com/office/powerpoint/2010/main" val="1230757175"/>
              </p:ext>
            </p:extLst>
          </p:nvPr>
        </p:nvGraphicFramePr>
        <p:xfrm>
          <a:off x="3290888" y="4511675"/>
          <a:ext cx="5373687" cy="874713"/>
        </p:xfrm>
        <a:graphic>
          <a:graphicData uri="http://schemas.openxmlformats.org/presentationml/2006/ole">
            <mc:AlternateContent xmlns:mc="http://schemas.openxmlformats.org/markup-compatibility/2006">
              <mc:Choice xmlns:v="urn:schemas-microsoft-com:vml" Requires="v">
                <p:oleObj spid="_x0000_s1754437" name="Equation" r:id="rId4" imgW="2730240" imgH="444240" progId="Equation.DSMT4">
                  <p:embed/>
                </p:oleObj>
              </mc:Choice>
              <mc:Fallback>
                <p:oleObj name="Equation" r:id="rId4" imgW="2730240" imgH="444240" progId="Equation.DSMT4">
                  <p:embed/>
                  <p:pic>
                    <p:nvPicPr>
                      <p:cNvPr id="80" name="Object 33"/>
                      <p:cNvPicPr>
                        <a:picLocks noChangeAspect="1" noChangeArrowheads="1"/>
                      </p:cNvPicPr>
                      <p:nvPr/>
                    </p:nvPicPr>
                    <p:blipFill>
                      <a:blip r:embed="rId5"/>
                      <a:srcRect/>
                      <a:stretch>
                        <a:fillRect/>
                      </a:stretch>
                    </p:blipFill>
                    <p:spPr bwMode="auto">
                      <a:xfrm>
                        <a:off x="3290888" y="4511675"/>
                        <a:ext cx="5373687" cy="874713"/>
                      </a:xfrm>
                      <a:prstGeom prst="rect">
                        <a:avLst/>
                      </a:prstGeom>
                      <a:noFill/>
                      <a:ln>
                        <a:noFill/>
                      </a:ln>
                      <a:effectLst/>
                      <a:extLst/>
                    </p:spPr>
                  </p:pic>
                </p:oleObj>
              </mc:Fallback>
            </mc:AlternateContent>
          </a:graphicData>
        </a:graphic>
      </p:graphicFrame>
      <p:sp>
        <p:nvSpPr>
          <p:cNvPr id="137" name="Text Box 46"/>
          <p:cNvSpPr txBox="1">
            <a:spLocks noChangeArrowheads="1"/>
          </p:cNvSpPr>
          <p:nvPr/>
        </p:nvSpPr>
        <p:spPr bwMode="auto">
          <a:xfrm>
            <a:off x="363383" y="755130"/>
            <a:ext cx="370888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buFont typeface="Wingdings" pitchFamily="2" charset="2"/>
              <a:buChar char="n"/>
            </a:pPr>
            <a:r>
              <a:rPr lang="zh-CN" altLang="en-US" sz="2800" b="1" dirty="0">
                <a:solidFill>
                  <a:srgbClr val="A50021"/>
                </a:solidFill>
                <a:latin typeface="微软雅黑" panose="020B0503020204020204" pitchFamily="34" charset="-122"/>
                <a:ea typeface="微软雅黑" panose="020B0503020204020204" pitchFamily="34" charset="-122"/>
              </a:rPr>
              <a:t> </a:t>
            </a:r>
            <a:r>
              <a:rPr lang="zh-CN" altLang="en-US" sz="2800" b="1" dirty="0" smtClean="0">
                <a:solidFill>
                  <a:srgbClr val="A50021"/>
                </a:solidFill>
                <a:latin typeface="微软雅黑" panose="020B0503020204020204" pitchFamily="34" charset="-122"/>
                <a:ea typeface="微软雅黑" panose="020B0503020204020204" pitchFamily="34" charset="-122"/>
              </a:rPr>
              <a:t>稳定分析</a:t>
            </a:r>
            <a:endParaRPr lang="zh-CN" altLang="en-US" sz="2800" b="1" dirty="0">
              <a:solidFill>
                <a:srgbClr val="A5002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571065621"/>
      </p:ext>
    </p:extLst>
  </p:cSld>
  <p:clrMapOvr>
    <a:masterClrMapping/>
  </p:clrMapOvr>
  <p:transition spd="med">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25"/>
                                        </p:tgtEl>
                                        <p:attrNameLst>
                                          <p:attrName>style.visibility</p:attrName>
                                        </p:attrNameLst>
                                      </p:cBhvr>
                                      <p:to>
                                        <p:strVal val="visible"/>
                                      </p:to>
                                    </p:set>
                                    <p:animEffect transition="in" filter="wipe(left)">
                                      <p:cBhvr>
                                        <p:cTn id="7" dur="1000"/>
                                        <p:tgtEl>
                                          <p:spTgt spid="12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22"/>
                                        </p:tgtEl>
                                        <p:attrNameLst>
                                          <p:attrName>style.visibility</p:attrName>
                                        </p:attrNameLst>
                                      </p:cBhvr>
                                      <p:to>
                                        <p:strVal val="visible"/>
                                      </p:to>
                                    </p:set>
                                    <p:animEffect transition="in" filter="wipe(left)">
                                      <p:cBhvr>
                                        <p:cTn id="12" dur="1000"/>
                                        <p:tgtEl>
                                          <p:spTgt spid="12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28"/>
                                        </p:tgtEl>
                                        <p:attrNameLst>
                                          <p:attrName>style.visibility</p:attrName>
                                        </p:attrNameLst>
                                      </p:cBhvr>
                                      <p:to>
                                        <p:strVal val="visible"/>
                                      </p:to>
                                    </p:set>
                                    <p:animEffect transition="in" filter="wipe(left)">
                                      <p:cBhvr>
                                        <p:cTn id="17" dur="1000"/>
                                        <p:tgtEl>
                                          <p:spTgt spid="12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31"/>
                                        </p:tgtEl>
                                        <p:attrNameLst>
                                          <p:attrName>style.visibility</p:attrName>
                                        </p:attrNameLst>
                                      </p:cBhvr>
                                      <p:to>
                                        <p:strVal val="visible"/>
                                      </p:to>
                                    </p:set>
                                    <p:animEffect transition="in" filter="wipe(left)">
                                      <p:cBhvr>
                                        <p:cTn id="22" dur="1000"/>
                                        <p:tgtEl>
                                          <p:spTgt spid="131"/>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34"/>
                                        </p:tgtEl>
                                        <p:attrNameLst>
                                          <p:attrName>style.visibility</p:attrName>
                                        </p:attrNameLst>
                                      </p:cBhvr>
                                      <p:to>
                                        <p:strVal val="visible"/>
                                      </p:to>
                                    </p:set>
                                    <p:animEffect transition="in" filter="wipe(left)">
                                      <p:cBhvr>
                                        <p:cTn id="27" dur="1000"/>
                                        <p:tgtEl>
                                          <p:spTgt spid="134"/>
                                        </p:tgtEl>
                                      </p:cBhvr>
                                    </p:animEffect>
                                  </p:childTnLst>
                                </p:cTn>
                              </p:par>
                            </p:childTnLst>
                          </p:cTn>
                        </p:par>
                        <p:par>
                          <p:cTn id="28" fill="hold">
                            <p:stCondLst>
                              <p:cond delay="1000"/>
                            </p:stCondLst>
                            <p:childTnLst>
                              <p:par>
                                <p:cTn id="29" presetID="22" presetClass="entr" presetSubtype="8" fill="hold" grpId="0" nodeType="afterEffect">
                                  <p:stCondLst>
                                    <p:cond delay="0"/>
                                  </p:stCondLst>
                                  <p:childTnLst>
                                    <p:set>
                                      <p:cBhvr>
                                        <p:cTn id="30" dur="1" fill="hold">
                                          <p:stCondLst>
                                            <p:cond delay="0"/>
                                          </p:stCondLst>
                                        </p:cTn>
                                        <p:tgtEl>
                                          <p:spTgt spid="135"/>
                                        </p:tgtEl>
                                        <p:attrNameLst>
                                          <p:attrName>style.visibility</p:attrName>
                                        </p:attrNameLst>
                                      </p:cBhvr>
                                      <p:to>
                                        <p:strVal val="visible"/>
                                      </p:to>
                                    </p:set>
                                    <p:animEffect transition="in" filter="wipe(left)">
                                      <p:cBhvr>
                                        <p:cTn id="31" dur="500"/>
                                        <p:tgtEl>
                                          <p:spTgt spid="135"/>
                                        </p:tgtEl>
                                      </p:cBhvr>
                                    </p:animEffect>
                                  </p:childTnLst>
                                </p:cTn>
                              </p:par>
                            </p:childTnLst>
                          </p:cTn>
                        </p:par>
                        <p:par>
                          <p:cTn id="32" fill="hold">
                            <p:stCondLst>
                              <p:cond delay="1500"/>
                            </p:stCondLst>
                            <p:childTnLst>
                              <p:par>
                                <p:cTn id="33" presetID="9" presetClass="entr" presetSubtype="0" fill="hold" nodeType="afterEffect">
                                  <p:stCondLst>
                                    <p:cond delay="0"/>
                                  </p:stCondLst>
                                  <p:childTnLst>
                                    <p:set>
                                      <p:cBhvr>
                                        <p:cTn id="34" dur="1" fill="hold">
                                          <p:stCondLst>
                                            <p:cond delay="0"/>
                                          </p:stCondLst>
                                        </p:cTn>
                                        <p:tgtEl>
                                          <p:spTgt spid="136"/>
                                        </p:tgtEl>
                                        <p:attrNameLst>
                                          <p:attrName>style.visibility</p:attrName>
                                        </p:attrNameLst>
                                      </p:cBhvr>
                                      <p:to>
                                        <p:strVal val="visible"/>
                                      </p:to>
                                    </p:set>
                                    <p:animEffect transition="in" filter="dissolve">
                                      <p:cBhvr>
                                        <p:cTn id="35" dur="500"/>
                                        <p:tgtEl>
                                          <p:spTgt spid="1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4" grpId="0" animBg="1"/>
      <p:bldP spid="135"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28</a:t>
            </a:fld>
            <a:endParaRPr lang="zh-CN" altLang="en-US" dirty="0">
              <a:solidFill>
                <a:srgbClr val="C00000"/>
              </a:solidFill>
            </a:endParaRPr>
          </a:p>
        </p:txBody>
      </p:sp>
      <p:sp>
        <p:nvSpPr>
          <p:cNvPr id="222" name="Text Box 46"/>
          <p:cNvSpPr txBox="1">
            <a:spLocks noChangeArrowheads="1"/>
          </p:cNvSpPr>
          <p:nvPr/>
        </p:nvSpPr>
        <p:spPr bwMode="auto">
          <a:xfrm>
            <a:off x="363383" y="755130"/>
            <a:ext cx="2353691"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buFont typeface="Wingdings" pitchFamily="2" charset="2"/>
              <a:buChar char="n"/>
            </a:pPr>
            <a:r>
              <a:rPr lang="zh-CN" altLang="en-US" sz="2800" b="1" dirty="0" smtClean="0">
                <a:solidFill>
                  <a:srgbClr val="A50021"/>
                </a:solidFill>
                <a:latin typeface="微软雅黑" panose="020B0503020204020204" pitchFamily="34" charset="-122"/>
                <a:ea typeface="微软雅黑" panose="020B0503020204020204" pitchFamily="34" charset="-122"/>
              </a:rPr>
              <a:t> 分析讨论</a:t>
            </a:r>
            <a:endParaRPr lang="zh-CN" altLang="en-US" sz="2800" b="1" dirty="0">
              <a:solidFill>
                <a:srgbClr val="A50021"/>
              </a:solidFill>
              <a:latin typeface="微软雅黑" panose="020B0503020204020204" pitchFamily="34" charset="-122"/>
              <a:ea typeface="微软雅黑" panose="020B0503020204020204" pitchFamily="34" charset="-122"/>
            </a:endParaRPr>
          </a:p>
        </p:txBody>
      </p:sp>
      <p:sp>
        <p:nvSpPr>
          <p:cNvPr id="77" name="AutoShape 5"/>
          <p:cNvSpPr>
            <a:spLocks noChangeArrowheads="1"/>
          </p:cNvSpPr>
          <p:nvPr/>
        </p:nvSpPr>
        <p:spPr bwMode="auto">
          <a:xfrm>
            <a:off x="1032462" y="3488177"/>
            <a:ext cx="466960" cy="457665"/>
          </a:xfrm>
          <a:prstGeom prst="homePlate">
            <a:avLst>
              <a:gd name="adj" fmla="val 33632"/>
            </a:avLst>
          </a:prstGeom>
          <a:solidFill>
            <a:schemeClr val="accent2"/>
          </a:solidFill>
          <a:ln w="9525">
            <a:solidFill>
              <a:schemeClr val="tx1"/>
            </a:solidFill>
            <a:miter lim="800000"/>
            <a:headEnd/>
            <a:tailEnd/>
          </a:ln>
        </p:spPr>
        <p:txBody>
          <a:bodyPr anchor="ctr"/>
          <a:lstStyle/>
          <a:p>
            <a:endParaRPr lang="zh-CN" altLang="en-US"/>
          </a:p>
        </p:txBody>
      </p:sp>
      <p:graphicFrame>
        <p:nvGraphicFramePr>
          <p:cNvPr id="80" name="Object 33"/>
          <p:cNvGraphicFramePr>
            <a:graphicFrameLocks noChangeAspect="1"/>
          </p:cNvGraphicFramePr>
          <p:nvPr>
            <p:extLst>
              <p:ext uri="{D42A27DB-BD31-4B8C-83A1-F6EECF244321}">
                <p14:modId xmlns:p14="http://schemas.microsoft.com/office/powerpoint/2010/main" val="2022669633"/>
              </p:ext>
            </p:extLst>
          </p:nvPr>
        </p:nvGraphicFramePr>
        <p:xfrm>
          <a:off x="1283789" y="2215516"/>
          <a:ext cx="1880520" cy="812680"/>
        </p:xfrm>
        <a:graphic>
          <a:graphicData uri="http://schemas.openxmlformats.org/presentationml/2006/ole">
            <mc:AlternateContent xmlns:mc="http://schemas.openxmlformats.org/markup-compatibility/2006">
              <mc:Choice xmlns:v="urn:schemas-microsoft-com:vml" Requires="v">
                <p:oleObj spid="_x0000_s1755459" name="Equation" r:id="rId4" imgW="1028520" imgH="444240" progId="Equation.DSMT4">
                  <p:embed/>
                </p:oleObj>
              </mc:Choice>
              <mc:Fallback>
                <p:oleObj name="Equation" r:id="rId4" imgW="1028520" imgH="444240" progId="Equation.DSMT4">
                  <p:embed/>
                  <p:pic>
                    <p:nvPicPr>
                      <p:cNvPr id="80" name="Object 33"/>
                      <p:cNvPicPr>
                        <a:picLocks noChangeAspect="1" noChangeArrowheads="1"/>
                      </p:cNvPicPr>
                      <p:nvPr/>
                    </p:nvPicPr>
                    <p:blipFill>
                      <a:blip r:embed="rId5"/>
                      <a:srcRect/>
                      <a:stretch>
                        <a:fillRect/>
                      </a:stretch>
                    </p:blipFill>
                    <p:spPr bwMode="auto">
                      <a:xfrm>
                        <a:off x="1283789" y="2215516"/>
                        <a:ext cx="1880520" cy="812680"/>
                      </a:xfrm>
                      <a:prstGeom prst="rect">
                        <a:avLst/>
                      </a:prstGeom>
                      <a:noFill/>
                      <a:ln>
                        <a:noFill/>
                      </a:ln>
                      <a:effectLst/>
                      <a:extLst/>
                    </p:spPr>
                  </p:pic>
                </p:oleObj>
              </mc:Fallback>
            </mc:AlternateContent>
          </a:graphicData>
        </a:graphic>
      </p:graphicFrame>
      <p:sp>
        <p:nvSpPr>
          <p:cNvPr id="82" name="Text Box 4"/>
          <p:cNvSpPr txBox="1">
            <a:spLocks noChangeArrowheads="1"/>
          </p:cNvSpPr>
          <p:nvPr/>
        </p:nvSpPr>
        <p:spPr bwMode="auto">
          <a:xfrm>
            <a:off x="684213" y="1575028"/>
            <a:ext cx="2853071" cy="535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342900" indent="-342900" eaLnBrk="1" hangingPunct="1">
              <a:lnSpc>
                <a:spcPct val="120000"/>
              </a:lnSpc>
              <a:buClr>
                <a:srgbClr val="A50021"/>
              </a:buClr>
              <a:buSzPct val="130000"/>
              <a:buFont typeface="Wingdings" panose="05000000000000000000" pitchFamily="2" charset="2"/>
              <a:buChar char="F"/>
            </a:pPr>
            <a:r>
              <a:rPr lang="zh-CN" altLang="en-US" sz="2400" b="1" dirty="0" smtClean="0">
                <a:solidFill>
                  <a:srgbClr val="A50021"/>
                </a:solidFill>
                <a:ea typeface="幼圆" pitchFamily="49" charset="-122"/>
              </a:rPr>
              <a:t> 有沿坡面渗流：</a:t>
            </a:r>
            <a:endParaRPr lang="zh-CN" altLang="en-US" sz="2400" b="1" dirty="0">
              <a:solidFill>
                <a:srgbClr val="A50021"/>
              </a:solidFill>
              <a:ea typeface="幼圆" pitchFamily="49" charset="-122"/>
            </a:endParaRPr>
          </a:p>
        </p:txBody>
      </p:sp>
      <p:sp>
        <p:nvSpPr>
          <p:cNvPr id="83" name="Text Box 7"/>
          <p:cNvSpPr txBox="1">
            <a:spLocks noChangeArrowheads="1"/>
          </p:cNvSpPr>
          <p:nvPr/>
        </p:nvSpPr>
        <p:spPr bwMode="auto">
          <a:xfrm>
            <a:off x="1662653" y="3439061"/>
            <a:ext cx="7044243" cy="1785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spAutoFit/>
          </a:bodyPr>
          <a:lstStyle>
            <a:lvl1pPr marL="365125" indent="-365125"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265113" indent="-265113" eaLnBrk="1" hangingPunct="1">
              <a:lnSpc>
                <a:spcPct val="130000"/>
              </a:lnSpc>
              <a:buClr>
                <a:srgbClr val="C00000"/>
              </a:buClr>
              <a:buSzPct val="130000"/>
              <a:buFont typeface="Arial" panose="020B0604020202020204" pitchFamily="34" charset="0"/>
              <a:buChar char="•"/>
            </a:pPr>
            <a:r>
              <a:rPr lang="en-US" altLang="zh-CN" sz="2000" b="1" i="1" dirty="0" smtClean="0">
                <a:solidFill>
                  <a:srgbClr val="000066"/>
                </a:solidFill>
                <a:ea typeface="微软雅黑" pitchFamily="34" charset="-122"/>
                <a:cs typeface="Times New Roman" panose="02020603050405020304" pitchFamily="18" charset="0"/>
                <a:sym typeface="Symbol"/>
              </a:rPr>
              <a:t></a:t>
            </a:r>
            <a:r>
              <a:rPr lang="en-US" altLang="zh-CN" sz="2000" b="1" i="1" dirty="0" smtClean="0">
                <a:solidFill>
                  <a:srgbClr val="000066"/>
                </a:solidFill>
                <a:ea typeface="微软雅黑" pitchFamily="34" charset="-122"/>
                <a:cs typeface="Times New Roman" panose="02020603050405020304" pitchFamily="18" charset="0"/>
                <a:sym typeface="Symbol" panose="05050102010706020507" pitchFamily="18" charset="2"/>
              </a:rPr>
              <a:t></a:t>
            </a:r>
            <a:r>
              <a:rPr lang="en-US" altLang="zh-CN" sz="2000" b="1" baseline="-25000" dirty="0" smtClean="0">
                <a:solidFill>
                  <a:srgbClr val="000066"/>
                </a:solidFill>
                <a:ea typeface="微软雅黑" pitchFamily="34" charset="-122"/>
                <a:cs typeface="Times New Roman" panose="02020603050405020304" pitchFamily="18" charset="0"/>
                <a:sym typeface="Symbol"/>
              </a:rPr>
              <a:t> </a:t>
            </a:r>
            <a:r>
              <a:rPr lang="en-US" altLang="zh-CN" sz="2000" b="1" dirty="0" smtClean="0">
                <a:solidFill>
                  <a:srgbClr val="000066"/>
                </a:solidFill>
                <a:ea typeface="微软雅黑" pitchFamily="34" charset="-122"/>
                <a:cs typeface="Times New Roman" panose="02020603050405020304" pitchFamily="18" charset="0"/>
                <a:sym typeface="Symbol"/>
              </a:rPr>
              <a:t>/</a:t>
            </a:r>
            <a:r>
              <a:rPr lang="en-US" altLang="zh-CN" sz="2000" b="1" i="1" dirty="0" smtClean="0">
                <a:solidFill>
                  <a:srgbClr val="000066"/>
                </a:solidFill>
                <a:ea typeface="微软雅黑" pitchFamily="34" charset="-122"/>
                <a:cs typeface="Times New Roman" panose="02020603050405020304" pitchFamily="18" charset="0"/>
                <a:sym typeface="Symbol"/>
              </a:rPr>
              <a:t></a:t>
            </a:r>
            <a:r>
              <a:rPr lang="en-US" altLang="zh-CN" sz="2000" b="1" baseline="-25000" dirty="0">
                <a:solidFill>
                  <a:srgbClr val="000066"/>
                </a:solidFill>
                <a:ea typeface="微软雅黑" pitchFamily="34" charset="-122"/>
                <a:cs typeface="Times New Roman" panose="02020603050405020304" pitchFamily="18" charset="0"/>
                <a:sym typeface="Symbol"/>
              </a:rPr>
              <a:t>sat</a:t>
            </a:r>
            <a:r>
              <a:rPr lang="en-US" altLang="zh-CN" sz="2000" b="1" i="1" baseline="-25000" dirty="0">
                <a:solidFill>
                  <a:srgbClr val="000066"/>
                </a:solidFill>
                <a:ea typeface="微软雅黑" pitchFamily="34" charset="-122"/>
                <a:cs typeface="Times New Roman" panose="02020603050405020304" pitchFamily="18" charset="0"/>
                <a:sym typeface="Symbol"/>
              </a:rPr>
              <a:t> </a:t>
            </a:r>
            <a:r>
              <a:rPr lang="en-US" altLang="zh-CN" sz="2000" b="1" dirty="0" smtClean="0">
                <a:solidFill>
                  <a:srgbClr val="000066"/>
                </a:solidFill>
                <a:ea typeface="微软雅黑" pitchFamily="34" charset="-122"/>
                <a:cs typeface="Times New Roman" panose="02020603050405020304" pitchFamily="18" charset="0"/>
                <a:sym typeface="Symbol" panose="05050102010706020507" pitchFamily="18" charset="2"/>
              </a:rPr>
              <a:t> 0.5</a:t>
            </a:r>
            <a:r>
              <a:rPr lang="zh-CN" altLang="en-US" sz="2000" b="1" dirty="0">
                <a:solidFill>
                  <a:srgbClr val="000066"/>
                </a:solidFill>
                <a:ea typeface="幼圆" panose="02010509060101010101" pitchFamily="49" charset="-122"/>
                <a:cs typeface="Times New Roman" panose="02020603050405020304" pitchFamily="18" charset="0"/>
                <a:sym typeface="Symbol" panose="05050102010706020507" pitchFamily="18" charset="2"/>
              </a:rPr>
              <a:t>，与无渗流比较</a:t>
            </a:r>
            <a:r>
              <a:rPr lang="en-US" altLang="zh-CN" sz="2000" b="1" i="1" dirty="0" smtClean="0">
                <a:solidFill>
                  <a:srgbClr val="000066"/>
                </a:solidFill>
                <a:ea typeface="幼圆" panose="02010509060101010101" pitchFamily="49" charset="-122"/>
                <a:cs typeface="Times New Roman" panose="02020603050405020304" pitchFamily="18" charset="0"/>
                <a:sym typeface="Symbol" panose="05050102010706020507" pitchFamily="18" charset="2"/>
              </a:rPr>
              <a:t>F</a:t>
            </a:r>
            <a:r>
              <a:rPr lang="en-US" altLang="zh-CN" sz="2000" b="1" baseline="-25000" dirty="0" smtClean="0">
                <a:solidFill>
                  <a:srgbClr val="000066"/>
                </a:solidFill>
                <a:ea typeface="幼圆" panose="02010509060101010101" pitchFamily="49" charset="-122"/>
                <a:cs typeface="Times New Roman" panose="02020603050405020304" pitchFamily="18" charset="0"/>
                <a:sym typeface="Symbol" panose="05050102010706020507" pitchFamily="18" charset="2"/>
              </a:rPr>
              <a:t>s</a:t>
            </a:r>
            <a:r>
              <a:rPr lang="en-US" altLang="zh-CN" sz="2000" b="1" i="1" baseline="-25000" dirty="0" smtClean="0">
                <a:solidFill>
                  <a:srgbClr val="000066"/>
                </a:solidFill>
                <a:ea typeface="幼圆" panose="02010509060101010101" pitchFamily="49" charset="-122"/>
                <a:cs typeface="Times New Roman" panose="02020603050405020304" pitchFamily="18" charset="0"/>
                <a:sym typeface="Symbol" panose="05050102010706020507" pitchFamily="18" charset="2"/>
              </a:rPr>
              <a:t> </a:t>
            </a:r>
            <a:r>
              <a:rPr lang="zh-CN" altLang="en-US" sz="2000" b="1" dirty="0" smtClean="0">
                <a:solidFill>
                  <a:srgbClr val="000066"/>
                </a:solidFill>
                <a:ea typeface="幼圆" panose="02010509060101010101" pitchFamily="49" charset="-122"/>
                <a:cs typeface="Times New Roman" panose="02020603050405020304" pitchFamily="18" charset="0"/>
                <a:sym typeface="Symbol" panose="05050102010706020507" pitchFamily="18" charset="2"/>
              </a:rPr>
              <a:t>减小</a:t>
            </a:r>
            <a:r>
              <a:rPr lang="zh-CN" altLang="en-US" sz="2000" b="1" dirty="0">
                <a:solidFill>
                  <a:srgbClr val="000066"/>
                </a:solidFill>
                <a:ea typeface="幼圆" panose="02010509060101010101" pitchFamily="49" charset="-122"/>
                <a:cs typeface="Times New Roman" panose="02020603050405020304" pitchFamily="18" charset="0"/>
                <a:sym typeface="Symbol" panose="05050102010706020507" pitchFamily="18" charset="2"/>
              </a:rPr>
              <a:t>近一半，意味着原来稳定的坡，有沿坡渗流时可能破坏</a:t>
            </a:r>
          </a:p>
          <a:p>
            <a:pPr marL="265113" indent="-265113" eaLnBrk="1" hangingPunct="1">
              <a:lnSpc>
                <a:spcPct val="130000"/>
              </a:lnSpc>
              <a:buClr>
                <a:srgbClr val="C00000"/>
              </a:buClr>
              <a:buSzPct val="130000"/>
              <a:buFont typeface="Arial" panose="020B0604020202020204" pitchFamily="34" charset="0"/>
              <a:buChar char="•"/>
            </a:pPr>
            <a:r>
              <a:rPr lang="zh-CN" altLang="en-US" sz="2000" b="1" dirty="0" smtClean="0">
                <a:solidFill>
                  <a:srgbClr val="000066"/>
                </a:solidFill>
                <a:ea typeface="幼圆" panose="02010509060101010101" pitchFamily="49" charset="-122"/>
                <a:cs typeface="Times New Roman" panose="02020603050405020304" pitchFamily="18" charset="0"/>
                <a:sym typeface="Symbol" panose="05050102010706020507" pitchFamily="18" charset="2"/>
              </a:rPr>
              <a:t>安全系数与</a:t>
            </a:r>
            <a:r>
              <a:rPr lang="zh-CN" altLang="en-US" sz="2000" b="1" dirty="0">
                <a:solidFill>
                  <a:srgbClr val="000066"/>
                </a:solidFill>
                <a:ea typeface="幼圆" panose="02010509060101010101" pitchFamily="49" charset="-122"/>
                <a:cs typeface="Times New Roman" panose="02020603050405020304" pitchFamily="18" charset="0"/>
                <a:sym typeface="Symbol" panose="05050102010706020507" pitchFamily="18" charset="2"/>
              </a:rPr>
              <a:t>重度</a:t>
            </a:r>
            <a:r>
              <a:rPr lang="zh-CN" altLang="en-US" sz="2000" b="1" dirty="0" smtClean="0">
                <a:solidFill>
                  <a:srgbClr val="000066"/>
                </a:solidFill>
                <a:ea typeface="幼圆" panose="02010509060101010101" pitchFamily="49" charset="-122"/>
                <a:cs typeface="Times New Roman" panose="02020603050405020304" pitchFamily="18" charset="0"/>
                <a:sym typeface="Symbol" panose="05050102010706020507" pitchFamily="18" charset="2"/>
              </a:rPr>
              <a:t>有关</a:t>
            </a:r>
            <a:endParaRPr lang="en-US" altLang="zh-CN" sz="2000" b="1" dirty="0" smtClean="0">
              <a:solidFill>
                <a:srgbClr val="000066"/>
              </a:solidFill>
              <a:ea typeface="幼圆" panose="02010509060101010101" pitchFamily="49" charset="-122"/>
              <a:cs typeface="Times New Roman" panose="02020603050405020304" pitchFamily="18" charset="0"/>
              <a:sym typeface="Symbol" panose="05050102010706020507" pitchFamily="18" charset="2"/>
            </a:endParaRPr>
          </a:p>
          <a:p>
            <a:pPr marL="265113" indent="-265113" eaLnBrk="1" hangingPunct="1">
              <a:lnSpc>
                <a:spcPct val="130000"/>
              </a:lnSpc>
              <a:buClr>
                <a:srgbClr val="C00000"/>
              </a:buClr>
              <a:buSzPct val="130000"/>
              <a:buFont typeface="Arial" panose="020B0604020202020204" pitchFamily="34" charset="0"/>
              <a:buChar char="•"/>
            </a:pPr>
            <a:r>
              <a:rPr lang="zh-CN" altLang="en-US" sz="2000" b="1" dirty="0">
                <a:solidFill>
                  <a:srgbClr val="000066"/>
                </a:solidFill>
                <a:ea typeface="幼圆" panose="02010509060101010101" pitchFamily="49" charset="-122"/>
                <a:cs typeface="Times New Roman" panose="02020603050405020304" pitchFamily="18" charset="0"/>
                <a:sym typeface="Symbol" panose="05050102010706020507" pitchFamily="18" charset="2"/>
              </a:rPr>
              <a:t>与所选</a:t>
            </a:r>
            <a:r>
              <a:rPr lang="en-US" altLang="zh-CN" sz="2000" b="1" i="1" dirty="0">
                <a:solidFill>
                  <a:srgbClr val="000066"/>
                </a:solidFill>
                <a:ea typeface="幼圆" panose="02010509060101010101" pitchFamily="49" charset="-122"/>
                <a:cs typeface="Times New Roman" panose="02020603050405020304" pitchFamily="18" charset="0"/>
                <a:sym typeface="Symbol" panose="05050102010706020507" pitchFamily="18" charset="2"/>
              </a:rPr>
              <a:t>V</a:t>
            </a:r>
            <a:r>
              <a:rPr lang="zh-CN" altLang="en-US" sz="2000" b="1" dirty="0">
                <a:solidFill>
                  <a:srgbClr val="000066"/>
                </a:solidFill>
                <a:ea typeface="幼圆" panose="02010509060101010101" pitchFamily="49" charset="-122"/>
                <a:cs typeface="Times New Roman" panose="02020603050405020304" pitchFamily="18" charset="0"/>
                <a:sym typeface="Symbol" panose="05050102010706020507" pitchFamily="18" charset="2"/>
              </a:rPr>
              <a:t>大小无关，亦即在这种坡中各点安全系数</a:t>
            </a:r>
            <a:r>
              <a:rPr lang="zh-CN" altLang="en-US" sz="2000" b="1" dirty="0" smtClean="0">
                <a:solidFill>
                  <a:srgbClr val="000066"/>
                </a:solidFill>
                <a:ea typeface="幼圆" panose="02010509060101010101" pitchFamily="49" charset="-122"/>
                <a:cs typeface="Times New Roman" panose="02020603050405020304" pitchFamily="18" charset="0"/>
                <a:sym typeface="Symbol" panose="05050102010706020507" pitchFamily="18" charset="2"/>
              </a:rPr>
              <a:t>相同</a:t>
            </a:r>
            <a:endParaRPr lang="zh-CN" altLang="en-US" sz="2000" b="1" dirty="0">
              <a:solidFill>
                <a:srgbClr val="000066"/>
              </a:solidFill>
              <a:ea typeface="幼圆" panose="02010509060101010101" pitchFamily="49" charset="-122"/>
              <a:cs typeface="Times New Roman" panose="02020603050405020304" pitchFamily="18" charset="0"/>
              <a:sym typeface="Symbol" panose="05050102010706020507" pitchFamily="18" charset="2"/>
            </a:endParaRPr>
          </a:p>
        </p:txBody>
      </p:sp>
      <p:sp>
        <p:nvSpPr>
          <p:cNvPr id="40" name="Text Box 2"/>
          <p:cNvSpPr txBox="1">
            <a:spLocks noChangeArrowheads="1"/>
          </p:cNvSpPr>
          <p:nvPr/>
        </p:nvSpPr>
        <p:spPr bwMode="auto">
          <a:xfrm>
            <a:off x="2009553" y="5630882"/>
            <a:ext cx="6326372"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zh-CN" altLang="en-US" sz="4000" b="1" dirty="0">
                <a:solidFill>
                  <a:srgbClr val="000066"/>
                </a:solidFill>
                <a:latin typeface="黑体" pitchFamily="2" charset="-122"/>
                <a:ea typeface="黑体" pitchFamily="2" charset="-122"/>
              </a:rPr>
              <a:t>有沿坡渗流的无限长坡分析</a:t>
            </a:r>
          </a:p>
        </p:txBody>
      </p:sp>
      <p:sp>
        <p:nvSpPr>
          <p:cNvPr id="39" name="Text Box 7"/>
          <p:cNvSpPr txBox="1">
            <a:spLocks noChangeArrowheads="1"/>
          </p:cNvSpPr>
          <p:nvPr/>
        </p:nvSpPr>
        <p:spPr bwMode="auto">
          <a:xfrm>
            <a:off x="-1" y="0"/>
            <a:ext cx="6147304"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1800" b="1" kern="900" spc="130" dirty="0" smtClean="0">
                <a:solidFill>
                  <a:srgbClr val="000066"/>
                </a:solidFill>
                <a:ea typeface="黑体" panose="02010609060101010101" pitchFamily="49" charset="-122"/>
                <a:cs typeface="Times New Roman" panose="02020603050405020304" pitchFamily="18" charset="0"/>
              </a:rPr>
              <a:t>§7.2 </a:t>
            </a:r>
            <a:r>
              <a:rPr lang="zh-CN" altLang="en-US" sz="1800" b="1" kern="900" spc="130" dirty="0">
                <a:solidFill>
                  <a:srgbClr val="000066"/>
                </a:solidFill>
                <a:ea typeface="黑体" panose="02010609060101010101" pitchFamily="49" charset="-122"/>
                <a:cs typeface="Times New Roman" panose="02020603050405020304" pitchFamily="18" charset="0"/>
              </a:rPr>
              <a:t>无黏性土坡的稳定</a:t>
            </a:r>
            <a:r>
              <a:rPr lang="zh-CN" altLang="en-US" sz="1800" b="1" kern="900" spc="130" dirty="0" smtClean="0">
                <a:solidFill>
                  <a:srgbClr val="000066"/>
                </a:solidFill>
                <a:ea typeface="黑体" panose="02010609060101010101" pitchFamily="49" charset="-122"/>
                <a:cs typeface="Times New Roman" panose="02020603050405020304" pitchFamily="18" charset="0"/>
              </a:rPr>
              <a:t>分析 </a:t>
            </a:r>
            <a:r>
              <a:rPr lang="en-US" altLang="zh-CN" sz="1800" b="1" kern="900" spc="130" dirty="0" smtClean="0">
                <a:solidFill>
                  <a:srgbClr val="000066"/>
                </a:solidFill>
                <a:ea typeface="黑体" panose="02010609060101010101" pitchFamily="49" charset="-122"/>
                <a:cs typeface="Times New Roman" panose="02020603050405020304" pitchFamily="18" charset="0"/>
              </a:rPr>
              <a:t>– </a:t>
            </a:r>
            <a:r>
              <a:rPr lang="zh-CN" altLang="en-US" sz="1800" b="1" kern="900" spc="130" dirty="0" smtClean="0">
                <a:solidFill>
                  <a:srgbClr val="000066"/>
                </a:solidFill>
                <a:ea typeface="黑体" panose="02010609060101010101" pitchFamily="49" charset="-122"/>
                <a:cs typeface="Times New Roman" panose="02020603050405020304" pitchFamily="18" charset="0"/>
              </a:rPr>
              <a:t>有</a:t>
            </a:r>
            <a:r>
              <a:rPr lang="zh-CN" altLang="en-US" sz="1800" b="1" kern="900" spc="130" dirty="0">
                <a:solidFill>
                  <a:srgbClr val="000066"/>
                </a:solidFill>
                <a:ea typeface="黑体" panose="02010609060101010101" pitchFamily="49" charset="-122"/>
                <a:cs typeface="Times New Roman" panose="02020603050405020304" pitchFamily="18" charset="0"/>
              </a:rPr>
              <a:t>沿坡渗流的无限长坡</a:t>
            </a:r>
          </a:p>
        </p:txBody>
      </p:sp>
      <p:sp>
        <p:nvSpPr>
          <p:cNvPr id="47" name="任意多边形 46"/>
          <p:cNvSpPr/>
          <p:nvPr/>
        </p:nvSpPr>
        <p:spPr bwMode="auto">
          <a:xfrm>
            <a:off x="5094867" y="805476"/>
            <a:ext cx="3166044" cy="2130077"/>
          </a:xfrm>
          <a:custGeom>
            <a:avLst/>
            <a:gdLst>
              <a:gd name="connsiteX0" fmla="*/ 0 w 3166044"/>
              <a:gd name="connsiteY0" fmla="*/ 1738946 h 2130077"/>
              <a:gd name="connsiteX1" fmla="*/ 2891195 w 3166044"/>
              <a:gd name="connsiteY1" fmla="*/ 0 h 2130077"/>
              <a:gd name="connsiteX2" fmla="*/ 3166044 w 3166044"/>
              <a:gd name="connsiteY2" fmla="*/ 433415 h 2130077"/>
              <a:gd name="connsiteX3" fmla="*/ 2727343 w 3166044"/>
              <a:gd name="connsiteY3" fmla="*/ 724121 h 2130077"/>
              <a:gd name="connsiteX4" fmla="*/ 2230502 w 3166044"/>
              <a:gd name="connsiteY4" fmla="*/ 1014826 h 2130077"/>
              <a:gd name="connsiteX5" fmla="*/ 1638520 w 3166044"/>
              <a:gd name="connsiteY5" fmla="*/ 1347815 h 2130077"/>
              <a:gd name="connsiteX6" fmla="*/ 1035967 w 3166044"/>
              <a:gd name="connsiteY6" fmla="*/ 1738946 h 2130077"/>
              <a:gd name="connsiteX7" fmla="*/ 597267 w 3166044"/>
              <a:gd name="connsiteY7" fmla="*/ 1987367 h 2130077"/>
              <a:gd name="connsiteX8" fmla="*/ 332989 w 3166044"/>
              <a:gd name="connsiteY8" fmla="*/ 2130077 h 2130077"/>
              <a:gd name="connsiteX9" fmla="*/ 0 w 3166044"/>
              <a:gd name="connsiteY9" fmla="*/ 1738946 h 21300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166044" h="2130077">
                <a:moveTo>
                  <a:pt x="0" y="1738946"/>
                </a:moveTo>
                <a:lnTo>
                  <a:pt x="2891195" y="0"/>
                </a:lnTo>
                <a:lnTo>
                  <a:pt x="3166044" y="433415"/>
                </a:lnTo>
                <a:lnTo>
                  <a:pt x="2727343" y="724121"/>
                </a:lnTo>
                <a:lnTo>
                  <a:pt x="2230502" y="1014826"/>
                </a:lnTo>
                <a:lnTo>
                  <a:pt x="1638520" y="1347815"/>
                </a:lnTo>
                <a:lnTo>
                  <a:pt x="1035967" y="1738946"/>
                </a:lnTo>
                <a:lnTo>
                  <a:pt x="597267" y="1987367"/>
                </a:lnTo>
                <a:lnTo>
                  <a:pt x="332989" y="2130077"/>
                </a:lnTo>
                <a:lnTo>
                  <a:pt x="0" y="1738946"/>
                </a:lnTo>
                <a:close/>
              </a:path>
            </a:pathLst>
          </a:custGeom>
          <a:pattFill prst="smConfetti">
            <a:fgClr>
              <a:schemeClr val="tx1"/>
            </a:fgClr>
            <a:bgClr>
              <a:srgbClr val="CCECFF"/>
            </a:bgClr>
          </a:pattFill>
          <a:ln w="12700" cap="flat" cmpd="sng" algn="ctr">
            <a:no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48" name="任意多边形 47"/>
          <p:cNvSpPr/>
          <p:nvPr/>
        </p:nvSpPr>
        <p:spPr bwMode="auto">
          <a:xfrm>
            <a:off x="6624210" y="1417000"/>
            <a:ext cx="352508" cy="726219"/>
          </a:xfrm>
          <a:custGeom>
            <a:avLst/>
            <a:gdLst>
              <a:gd name="connsiteX0" fmla="*/ 352508 w 352508"/>
              <a:gd name="connsiteY0" fmla="*/ 516835 h 726219"/>
              <a:gd name="connsiteX1" fmla="*/ 352508 w 352508"/>
              <a:gd name="connsiteY1" fmla="*/ 0 h 726219"/>
              <a:gd name="connsiteX2" fmla="*/ 0 w 352508"/>
              <a:gd name="connsiteY2" fmla="*/ 212035 h 726219"/>
              <a:gd name="connsiteX3" fmla="*/ 0 w 352508"/>
              <a:gd name="connsiteY3" fmla="*/ 726219 h 726219"/>
              <a:gd name="connsiteX4" fmla="*/ 352508 w 352508"/>
              <a:gd name="connsiteY4" fmla="*/ 516835 h 7262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2508" h="726219">
                <a:moveTo>
                  <a:pt x="352508" y="516835"/>
                </a:moveTo>
                <a:lnTo>
                  <a:pt x="352508" y="0"/>
                </a:lnTo>
                <a:lnTo>
                  <a:pt x="0" y="212035"/>
                </a:lnTo>
                <a:lnTo>
                  <a:pt x="0" y="726219"/>
                </a:lnTo>
                <a:lnTo>
                  <a:pt x="352508" y="516835"/>
                </a:lnTo>
                <a:close/>
              </a:path>
            </a:pathLst>
          </a:custGeom>
          <a:solidFill>
            <a:schemeClr val="accent2"/>
          </a:solid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57" name="Line 47"/>
          <p:cNvSpPr>
            <a:spLocks noChangeShapeType="1"/>
          </p:cNvSpPr>
          <p:nvPr/>
        </p:nvSpPr>
        <p:spPr bwMode="auto">
          <a:xfrm flipH="1">
            <a:off x="5529149" y="1334177"/>
            <a:ext cx="2437224" cy="1475162"/>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8" name="Line 47"/>
          <p:cNvSpPr>
            <a:spLocks noChangeShapeType="1"/>
          </p:cNvSpPr>
          <p:nvPr/>
        </p:nvSpPr>
        <p:spPr bwMode="auto">
          <a:xfrm flipH="1">
            <a:off x="5096897" y="798666"/>
            <a:ext cx="2895600" cy="1752600"/>
          </a:xfrm>
          <a:prstGeom prst="line">
            <a:avLst/>
          </a:prstGeom>
          <a:noFill/>
          <a:ln w="19050">
            <a:solidFill>
              <a:srgbClr val="9933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9" name="Arc 52"/>
          <p:cNvSpPr>
            <a:spLocks/>
          </p:cNvSpPr>
          <p:nvPr/>
        </p:nvSpPr>
        <p:spPr bwMode="auto">
          <a:xfrm rot="996287">
            <a:off x="5531166" y="2293485"/>
            <a:ext cx="136271" cy="167926"/>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9525">
            <a:solidFill>
              <a:schemeClr val="tx1"/>
            </a:solidFill>
            <a:round/>
            <a:headEnd type="triangle" w="med" len="me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60" name="Text Box 60"/>
          <p:cNvSpPr txBox="1">
            <a:spLocks noChangeArrowheads="1"/>
          </p:cNvSpPr>
          <p:nvPr/>
        </p:nvSpPr>
        <p:spPr bwMode="auto">
          <a:xfrm>
            <a:off x="5620841" y="2057356"/>
            <a:ext cx="385763" cy="4169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2000" b="1" dirty="0">
                <a:solidFill>
                  <a:srgbClr val="0000FF"/>
                </a:solidFill>
                <a:latin typeface="Symbol" panose="05050102010706020507" pitchFamily="18" charset="2"/>
              </a:rPr>
              <a:t>a</a:t>
            </a:r>
            <a:endParaRPr kumimoji="1" lang="en-US" altLang="zh-CN" sz="2000" b="1" dirty="0">
              <a:solidFill>
                <a:srgbClr val="0000FF"/>
              </a:solidFill>
              <a:latin typeface="Times New Roman" panose="02020603050405020304" pitchFamily="18" charset="0"/>
            </a:endParaRPr>
          </a:p>
        </p:txBody>
      </p:sp>
      <p:cxnSp>
        <p:nvCxnSpPr>
          <p:cNvPr id="69" name="直接连接符 68"/>
          <p:cNvCxnSpPr/>
          <p:nvPr/>
        </p:nvCxnSpPr>
        <p:spPr bwMode="auto">
          <a:xfrm>
            <a:off x="5238627" y="2473121"/>
            <a:ext cx="620725" cy="0"/>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5" name="直接箭头连接符 74"/>
          <p:cNvCxnSpPr/>
          <p:nvPr/>
        </p:nvCxnSpPr>
        <p:spPr>
          <a:xfrm flipV="1">
            <a:off x="7710731" y="1080155"/>
            <a:ext cx="343136" cy="191517"/>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76" name="Rectangle 1042"/>
          <p:cNvSpPr>
            <a:spLocks noChangeArrowheads="1"/>
          </p:cNvSpPr>
          <p:nvPr/>
        </p:nvSpPr>
        <p:spPr bwMode="auto">
          <a:xfrm rot="20100000">
            <a:off x="7877053" y="969067"/>
            <a:ext cx="400413" cy="5170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spcBef>
                <a:spcPct val="20000"/>
              </a:spcBef>
            </a:pPr>
            <a:r>
              <a:rPr lang="en-US" altLang="zh-CN" sz="2400" b="1" dirty="0" smtClean="0">
                <a:solidFill>
                  <a:srgbClr val="C00000"/>
                </a:solidFill>
                <a:latin typeface="微软雅黑" pitchFamily="34" charset="-122"/>
                <a:ea typeface="微软雅黑" pitchFamily="34" charset="-122"/>
                <a:sym typeface="Symbol"/>
              </a:rPr>
              <a:t></a:t>
            </a:r>
            <a:endParaRPr lang="en-US" altLang="zh-CN" sz="2400" b="1" dirty="0">
              <a:solidFill>
                <a:srgbClr val="C00000"/>
              </a:solidFill>
              <a:latin typeface="微软雅黑" pitchFamily="34" charset="-122"/>
              <a:ea typeface="微软雅黑" pitchFamily="34" charset="-122"/>
            </a:endParaRPr>
          </a:p>
        </p:txBody>
      </p:sp>
      <p:cxnSp>
        <p:nvCxnSpPr>
          <p:cNvPr id="78" name="直接箭头连接符 77"/>
          <p:cNvCxnSpPr/>
          <p:nvPr/>
        </p:nvCxnSpPr>
        <p:spPr>
          <a:xfrm flipH="1">
            <a:off x="5153462" y="2578122"/>
            <a:ext cx="383754" cy="233191"/>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79" name="Rectangle 1042"/>
          <p:cNvSpPr>
            <a:spLocks noChangeArrowheads="1"/>
          </p:cNvSpPr>
          <p:nvPr/>
        </p:nvSpPr>
        <p:spPr bwMode="auto">
          <a:xfrm rot="20100000">
            <a:off x="5062582" y="2718477"/>
            <a:ext cx="400413" cy="5170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spcBef>
                <a:spcPct val="20000"/>
              </a:spcBef>
            </a:pPr>
            <a:r>
              <a:rPr lang="en-US" altLang="zh-CN" sz="2400" b="1" dirty="0" smtClean="0">
                <a:solidFill>
                  <a:srgbClr val="C00000"/>
                </a:solidFill>
                <a:latin typeface="微软雅黑" pitchFamily="34" charset="-122"/>
                <a:ea typeface="微软雅黑" pitchFamily="34" charset="-122"/>
                <a:sym typeface="Symbol"/>
              </a:rPr>
              <a:t></a:t>
            </a:r>
            <a:endParaRPr lang="en-US" altLang="zh-CN" sz="2400" b="1" dirty="0">
              <a:solidFill>
                <a:srgbClr val="C00000"/>
              </a:solidFill>
              <a:latin typeface="微软雅黑" pitchFamily="34" charset="-122"/>
              <a:ea typeface="微软雅黑" pitchFamily="34" charset="-122"/>
            </a:endParaRPr>
          </a:p>
        </p:txBody>
      </p:sp>
      <p:sp>
        <p:nvSpPr>
          <p:cNvPr id="81" name="等腰三角形 80"/>
          <p:cNvSpPr/>
          <p:nvPr/>
        </p:nvSpPr>
        <p:spPr>
          <a:xfrm rot="1800000">
            <a:off x="7209999" y="983105"/>
            <a:ext cx="182604" cy="156518"/>
          </a:xfrm>
          <a:prstGeom prst="triangle">
            <a:avLst/>
          </a:prstGeom>
          <a:noFill/>
          <a:ln w="12700">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84" name="直接连接符 83"/>
          <p:cNvCxnSpPr/>
          <p:nvPr/>
        </p:nvCxnSpPr>
        <p:spPr bwMode="auto">
          <a:xfrm flipV="1">
            <a:off x="7258272" y="1241309"/>
            <a:ext cx="104077" cy="66675"/>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5" name="直接连接符 84"/>
          <p:cNvCxnSpPr/>
          <p:nvPr/>
        </p:nvCxnSpPr>
        <p:spPr bwMode="auto">
          <a:xfrm flipV="1">
            <a:off x="7424264" y="1267499"/>
            <a:ext cx="48323" cy="30958"/>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6" name="直接连接符 85"/>
          <p:cNvCxnSpPr/>
          <p:nvPr/>
        </p:nvCxnSpPr>
        <p:spPr bwMode="auto">
          <a:xfrm flipV="1">
            <a:off x="7396385" y="1150823"/>
            <a:ext cx="104077" cy="66675"/>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7" name="直接连接符 86"/>
          <p:cNvCxnSpPr/>
          <p:nvPr/>
        </p:nvCxnSpPr>
        <p:spPr bwMode="auto">
          <a:xfrm flipV="1">
            <a:off x="7360666" y="1224644"/>
            <a:ext cx="104077" cy="66675"/>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8" name="等腰三角形 87"/>
          <p:cNvSpPr/>
          <p:nvPr/>
        </p:nvSpPr>
        <p:spPr>
          <a:xfrm rot="1800000">
            <a:off x="5800298" y="1845117"/>
            <a:ext cx="182604" cy="156518"/>
          </a:xfrm>
          <a:prstGeom prst="triangle">
            <a:avLst/>
          </a:prstGeom>
          <a:noFill/>
          <a:ln w="12700">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89" name="直接连接符 88"/>
          <p:cNvCxnSpPr/>
          <p:nvPr/>
        </p:nvCxnSpPr>
        <p:spPr bwMode="auto">
          <a:xfrm flipV="1">
            <a:off x="5848571" y="2103321"/>
            <a:ext cx="104077" cy="66675"/>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0" name="直接连接符 89"/>
          <p:cNvCxnSpPr/>
          <p:nvPr/>
        </p:nvCxnSpPr>
        <p:spPr bwMode="auto">
          <a:xfrm flipV="1">
            <a:off x="6014563" y="2129511"/>
            <a:ext cx="48323" cy="30958"/>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1" name="直接连接符 90"/>
          <p:cNvCxnSpPr/>
          <p:nvPr/>
        </p:nvCxnSpPr>
        <p:spPr bwMode="auto">
          <a:xfrm flipV="1">
            <a:off x="5986684" y="2012835"/>
            <a:ext cx="104077" cy="66675"/>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2" name="直接连接符 91"/>
          <p:cNvCxnSpPr/>
          <p:nvPr/>
        </p:nvCxnSpPr>
        <p:spPr bwMode="auto">
          <a:xfrm flipV="1">
            <a:off x="5950965" y="2086656"/>
            <a:ext cx="104077" cy="66675"/>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3" name="Text Box 57"/>
          <p:cNvSpPr txBox="1">
            <a:spLocks noChangeArrowheads="1"/>
          </p:cNvSpPr>
          <p:nvPr/>
        </p:nvSpPr>
        <p:spPr bwMode="auto">
          <a:xfrm>
            <a:off x="6302767" y="2208055"/>
            <a:ext cx="591014" cy="5170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2400" b="1" i="1" dirty="0" smtClean="0">
                <a:solidFill>
                  <a:srgbClr val="0000FF"/>
                </a:solidFill>
                <a:latin typeface="Times New Roman" panose="02020603050405020304" pitchFamily="18" charset="0"/>
              </a:rPr>
              <a:t>W</a:t>
            </a:r>
            <a:r>
              <a:rPr kumimoji="1" lang="en-US" altLang="zh-CN" sz="2400" b="1" dirty="0" smtClean="0">
                <a:solidFill>
                  <a:srgbClr val="0000FF"/>
                </a:solidFill>
                <a:latin typeface="Times New Roman" panose="02020603050405020304" pitchFamily="18" charset="0"/>
                <a:sym typeface="Symbol"/>
              </a:rPr>
              <a:t></a:t>
            </a:r>
            <a:endParaRPr kumimoji="1" lang="en-US" altLang="zh-CN" sz="2400" b="1" dirty="0">
              <a:solidFill>
                <a:srgbClr val="0000FF"/>
              </a:solidFill>
              <a:latin typeface="Times New Roman" panose="02020603050405020304" pitchFamily="18" charset="0"/>
            </a:endParaRPr>
          </a:p>
        </p:txBody>
      </p:sp>
      <p:sp>
        <p:nvSpPr>
          <p:cNvPr id="94" name="Text Box 58"/>
          <p:cNvSpPr txBox="1">
            <a:spLocks noChangeArrowheads="1"/>
          </p:cNvSpPr>
          <p:nvPr/>
        </p:nvSpPr>
        <p:spPr bwMode="auto">
          <a:xfrm>
            <a:off x="6825612" y="2314525"/>
            <a:ext cx="513441" cy="5170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2400" b="1" i="1" dirty="0" smtClean="0">
                <a:solidFill>
                  <a:srgbClr val="0000FF"/>
                </a:solidFill>
                <a:latin typeface="Times New Roman" panose="02020603050405020304" pitchFamily="18" charset="0"/>
              </a:rPr>
              <a:t>T</a:t>
            </a:r>
            <a:r>
              <a:rPr kumimoji="1" lang="en-US" altLang="zh-CN" sz="2400" b="1" dirty="0" smtClean="0">
                <a:solidFill>
                  <a:srgbClr val="0000FF"/>
                </a:solidFill>
                <a:latin typeface="Times New Roman" panose="02020603050405020304" pitchFamily="18" charset="0"/>
                <a:sym typeface="Symbol"/>
              </a:rPr>
              <a:t></a:t>
            </a:r>
            <a:endParaRPr kumimoji="1" lang="en-US" altLang="zh-CN" sz="2400" b="1" dirty="0">
              <a:solidFill>
                <a:srgbClr val="0000FF"/>
              </a:solidFill>
              <a:latin typeface="Times New Roman" panose="02020603050405020304" pitchFamily="18" charset="0"/>
            </a:endParaRPr>
          </a:p>
        </p:txBody>
      </p:sp>
      <p:sp>
        <p:nvSpPr>
          <p:cNvPr id="95" name="Text Box 59"/>
          <p:cNvSpPr txBox="1">
            <a:spLocks noChangeArrowheads="1"/>
          </p:cNvSpPr>
          <p:nvPr/>
        </p:nvSpPr>
        <p:spPr bwMode="auto">
          <a:xfrm>
            <a:off x="7047815" y="1847757"/>
            <a:ext cx="497973" cy="5170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2400" b="1" i="1" dirty="0" smtClean="0">
                <a:solidFill>
                  <a:srgbClr val="0000FF"/>
                </a:solidFill>
                <a:latin typeface="Times New Roman" panose="02020603050405020304" pitchFamily="18" charset="0"/>
              </a:rPr>
              <a:t>N</a:t>
            </a:r>
            <a:r>
              <a:rPr kumimoji="1" lang="en-US" altLang="zh-CN" sz="2400" b="1" dirty="0" smtClean="0">
                <a:solidFill>
                  <a:srgbClr val="0000FF"/>
                </a:solidFill>
                <a:latin typeface="Times New Roman" panose="02020603050405020304" pitchFamily="18" charset="0"/>
                <a:sym typeface="Symbol"/>
              </a:rPr>
              <a:t></a:t>
            </a:r>
            <a:endParaRPr kumimoji="1" lang="en-US" altLang="zh-CN" sz="2400" b="1" dirty="0">
              <a:solidFill>
                <a:srgbClr val="0000FF"/>
              </a:solidFill>
              <a:latin typeface="Times New Roman" panose="02020603050405020304" pitchFamily="18" charset="0"/>
            </a:endParaRPr>
          </a:p>
        </p:txBody>
      </p:sp>
      <p:sp>
        <p:nvSpPr>
          <p:cNvPr id="96" name="Line 53"/>
          <p:cNvSpPr>
            <a:spLocks noChangeShapeType="1"/>
          </p:cNvSpPr>
          <p:nvPr/>
        </p:nvSpPr>
        <p:spPr bwMode="auto">
          <a:xfrm flipH="1">
            <a:off x="6800628" y="1760415"/>
            <a:ext cx="8810" cy="660736"/>
          </a:xfrm>
          <a:prstGeom prst="line">
            <a:avLst/>
          </a:prstGeom>
          <a:noFill/>
          <a:ln w="19050">
            <a:solidFill>
              <a:schemeClr val="tx1"/>
            </a:solidFill>
            <a:round/>
            <a:headEnd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7" name="Line 54"/>
          <p:cNvSpPr>
            <a:spLocks noChangeShapeType="1"/>
          </p:cNvSpPr>
          <p:nvPr/>
        </p:nvSpPr>
        <p:spPr bwMode="auto">
          <a:xfrm>
            <a:off x="6810126" y="1755650"/>
            <a:ext cx="270741" cy="501976"/>
          </a:xfrm>
          <a:prstGeom prst="line">
            <a:avLst/>
          </a:prstGeom>
          <a:noFill/>
          <a:ln w="19050">
            <a:solidFill>
              <a:schemeClr val="tx1"/>
            </a:solidFill>
            <a:round/>
            <a:headEnd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8" name="Line 55"/>
          <p:cNvSpPr>
            <a:spLocks noChangeShapeType="1"/>
          </p:cNvSpPr>
          <p:nvPr/>
        </p:nvSpPr>
        <p:spPr bwMode="auto">
          <a:xfrm flipH="1">
            <a:off x="6805998" y="2282515"/>
            <a:ext cx="296276" cy="173534"/>
          </a:xfrm>
          <a:prstGeom prst="line">
            <a:avLst/>
          </a:prstGeom>
          <a:noFill/>
          <a:ln w="19050">
            <a:solidFill>
              <a:schemeClr val="tx1"/>
            </a:solidFill>
            <a:round/>
            <a:headEnd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9" name="Text Box 74"/>
          <p:cNvSpPr txBox="1">
            <a:spLocks noChangeArrowheads="1"/>
          </p:cNvSpPr>
          <p:nvPr/>
        </p:nvSpPr>
        <p:spPr bwMode="auto">
          <a:xfrm>
            <a:off x="6652702" y="1363005"/>
            <a:ext cx="387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2400" b="1" dirty="0">
                <a:solidFill>
                  <a:srgbClr val="0000FF"/>
                </a:solidFill>
                <a:latin typeface="Times New Roman" panose="02020603050405020304" pitchFamily="18" charset="0"/>
              </a:rPr>
              <a:t>A</a:t>
            </a:r>
          </a:p>
        </p:txBody>
      </p:sp>
      <p:sp>
        <p:nvSpPr>
          <p:cNvPr id="100" name="Text Box 44"/>
          <p:cNvSpPr txBox="1">
            <a:spLocks noChangeArrowheads="1"/>
          </p:cNvSpPr>
          <p:nvPr/>
        </p:nvSpPr>
        <p:spPr bwMode="auto">
          <a:xfrm>
            <a:off x="6134999" y="1758786"/>
            <a:ext cx="387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2400" b="1" dirty="0">
                <a:solidFill>
                  <a:srgbClr val="800080"/>
                </a:solidFill>
                <a:latin typeface="Times New Roman" panose="02020603050405020304" pitchFamily="18" charset="0"/>
              </a:rPr>
              <a:t>J</a:t>
            </a:r>
          </a:p>
        </p:txBody>
      </p:sp>
      <p:sp>
        <p:nvSpPr>
          <p:cNvPr id="101" name="Line 55"/>
          <p:cNvSpPr>
            <a:spLocks noChangeShapeType="1"/>
          </p:cNvSpPr>
          <p:nvPr/>
        </p:nvSpPr>
        <p:spPr bwMode="auto">
          <a:xfrm flipH="1">
            <a:off x="6414216" y="1764120"/>
            <a:ext cx="402676" cy="235854"/>
          </a:xfrm>
          <a:prstGeom prst="line">
            <a:avLst/>
          </a:prstGeom>
          <a:noFill/>
          <a:ln w="19050">
            <a:solidFill>
              <a:srgbClr val="660066"/>
            </a:solidFill>
            <a:round/>
            <a:headEnd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Tree>
    <p:extLst>
      <p:ext uri="{BB962C8B-B14F-4D97-AF65-F5344CB8AC3E}">
        <p14:creationId xmlns:p14="http://schemas.microsoft.com/office/powerpoint/2010/main" val="1322242561"/>
      </p:ext>
    </p:extLst>
  </p:cSld>
  <p:clrMapOvr>
    <a:masterClrMapping/>
  </p:clrMapOvr>
  <p:transition spd="med">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82"/>
                                        </p:tgtEl>
                                        <p:attrNameLst>
                                          <p:attrName>style.visibility</p:attrName>
                                        </p:attrNameLst>
                                      </p:cBhvr>
                                      <p:to>
                                        <p:strVal val="visible"/>
                                      </p:to>
                                    </p:set>
                                    <p:animEffect transition="in" filter="circle(in)">
                                      <p:cBhvr>
                                        <p:cTn id="7" dur="2000"/>
                                        <p:tgtEl>
                                          <p:spTgt spid="82"/>
                                        </p:tgtEl>
                                      </p:cBhvr>
                                    </p:animEffect>
                                  </p:childTnLst>
                                </p:cTn>
                              </p:par>
                            </p:childTnLst>
                          </p:cTn>
                        </p:par>
                        <p:par>
                          <p:cTn id="8" fill="hold">
                            <p:stCondLst>
                              <p:cond delay="2000"/>
                            </p:stCondLst>
                            <p:childTnLst>
                              <p:par>
                                <p:cTn id="9" presetID="9" presetClass="entr" presetSubtype="0" fill="hold" nodeType="afterEffect">
                                  <p:stCondLst>
                                    <p:cond delay="0"/>
                                  </p:stCondLst>
                                  <p:childTnLst>
                                    <p:set>
                                      <p:cBhvr>
                                        <p:cTn id="10" dur="1" fill="hold">
                                          <p:stCondLst>
                                            <p:cond delay="0"/>
                                          </p:stCondLst>
                                        </p:cTn>
                                        <p:tgtEl>
                                          <p:spTgt spid="80"/>
                                        </p:tgtEl>
                                        <p:attrNameLst>
                                          <p:attrName>style.visibility</p:attrName>
                                        </p:attrNameLst>
                                      </p:cBhvr>
                                      <p:to>
                                        <p:strVal val="visible"/>
                                      </p:to>
                                    </p:set>
                                    <p:animEffect transition="in" filter="dissolve">
                                      <p:cBhvr>
                                        <p:cTn id="11" dur="500"/>
                                        <p:tgtEl>
                                          <p:spTgt spid="80"/>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77"/>
                                        </p:tgtEl>
                                        <p:attrNameLst>
                                          <p:attrName>style.visibility</p:attrName>
                                        </p:attrNameLst>
                                      </p:cBhvr>
                                      <p:to>
                                        <p:strVal val="visible"/>
                                      </p:to>
                                    </p:set>
                                    <p:animEffect transition="in" filter="wipe(left)">
                                      <p:cBhvr>
                                        <p:cTn id="16" dur="1000"/>
                                        <p:tgtEl>
                                          <p:spTgt spid="77"/>
                                        </p:tgtEl>
                                      </p:cBhvr>
                                    </p:animEffect>
                                  </p:childTnLst>
                                </p:cTn>
                              </p:par>
                            </p:childTnLst>
                          </p:cTn>
                        </p:par>
                        <p:par>
                          <p:cTn id="17" fill="hold">
                            <p:stCondLst>
                              <p:cond delay="1000"/>
                            </p:stCondLst>
                            <p:childTnLst>
                              <p:par>
                                <p:cTn id="18" presetID="22" presetClass="entr" presetSubtype="8" fill="hold" grpId="0" nodeType="afterEffect">
                                  <p:stCondLst>
                                    <p:cond delay="0"/>
                                  </p:stCondLst>
                                  <p:childTnLst>
                                    <p:set>
                                      <p:cBhvr>
                                        <p:cTn id="19" dur="1" fill="hold">
                                          <p:stCondLst>
                                            <p:cond delay="0"/>
                                          </p:stCondLst>
                                        </p:cTn>
                                        <p:tgtEl>
                                          <p:spTgt spid="83">
                                            <p:txEl>
                                              <p:pRg st="0" end="0"/>
                                            </p:txEl>
                                          </p:spTgt>
                                        </p:tgtEl>
                                        <p:attrNameLst>
                                          <p:attrName>style.visibility</p:attrName>
                                        </p:attrNameLst>
                                      </p:cBhvr>
                                      <p:to>
                                        <p:strVal val="visible"/>
                                      </p:to>
                                    </p:set>
                                    <p:animEffect transition="in" filter="wipe(left)">
                                      <p:cBhvr>
                                        <p:cTn id="20" dur="500"/>
                                        <p:tgtEl>
                                          <p:spTgt spid="83">
                                            <p:txEl>
                                              <p:pRg st="0" end="0"/>
                                            </p:txEl>
                                          </p:spTgt>
                                        </p:tgtEl>
                                      </p:cBhvr>
                                    </p:animEffect>
                                  </p:childTnLst>
                                </p:cTn>
                              </p:par>
                            </p:childTnLst>
                          </p:cTn>
                        </p:par>
                        <p:par>
                          <p:cTn id="21" fill="hold">
                            <p:stCondLst>
                              <p:cond delay="1500"/>
                            </p:stCondLst>
                            <p:childTnLst>
                              <p:par>
                                <p:cTn id="22" presetID="22" presetClass="entr" presetSubtype="8" fill="hold" grpId="0" nodeType="afterEffect">
                                  <p:stCondLst>
                                    <p:cond delay="0"/>
                                  </p:stCondLst>
                                  <p:childTnLst>
                                    <p:set>
                                      <p:cBhvr>
                                        <p:cTn id="23" dur="1" fill="hold">
                                          <p:stCondLst>
                                            <p:cond delay="0"/>
                                          </p:stCondLst>
                                        </p:cTn>
                                        <p:tgtEl>
                                          <p:spTgt spid="83">
                                            <p:txEl>
                                              <p:pRg st="1" end="1"/>
                                            </p:txEl>
                                          </p:spTgt>
                                        </p:tgtEl>
                                        <p:attrNameLst>
                                          <p:attrName>style.visibility</p:attrName>
                                        </p:attrNameLst>
                                      </p:cBhvr>
                                      <p:to>
                                        <p:strVal val="visible"/>
                                      </p:to>
                                    </p:set>
                                    <p:animEffect transition="in" filter="wipe(left)">
                                      <p:cBhvr>
                                        <p:cTn id="24" dur="500"/>
                                        <p:tgtEl>
                                          <p:spTgt spid="83">
                                            <p:txEl>
                                              <p:pRg st="1" end="1"/>
                                            </p:txEl>
                                          </p:spTgt>
                                        </p:tgtEl>
                                      </p:cBhvr>
                                    </p:animEffect>
                                  </p:childTnLst>
                                </p:cTn>
                              </p:par>
                            </p:childTnLst>
                          </p:cTn>
                        </p:par>
                        <p:par>
                          <p:cTn id="25" fill="hold">
                            <p:stCondLst>
                              <p:cond delay="2000"/>
                            </p:stCondLst>
                            <p:childTnLst>
                              <p:par>
                                <p:cTn id="26" presetID="22" presetClass="entr" presetSubtype="8" fill="hold" grpId="0" nodeType="afterEffect">
                                  <p:stCondLst>
                                    <p:cond delay="0"/>
                                  </p:stCondLst>
                                  <p:childTnLst>
                                    <p:set>
                                      <p:cBhvr>
                                        <p:cTn id="27" dur="1" fill="hold">
                                          <p:stCondLst>
                                            <p:cond delay="0"/>
                                          </p:stCondLst>
                                        </p:cTn>
                                        <p:tgtEl>
                                          <p:spTgt spid="83">
                                            <p:txEl>
                                              <p:pRg st="2" end="2"/>
                                            </p:txEl>
                                          </p:spTgt>
                                        </p:tgtEl>
                                        <p:attrNameLst>
                                          <p:attrName>style.visibility</p:attrName>
                                        </p:attrNameLst>
                                      </p:cBhvr>
                                      <p:to>
                                        <p:strVal val="visible"/>
                                      </p:to>
                                    </p:set>
                                    <p:animEffect transition="in" filter="wipe(left)">
                                      <p:cBhvr>
                                        <p:cTn id="28" dur="500"/>
                                        <p:tgtEl>
                                          <p:spTgt spid="8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 grpId="0" animBg="1"/>
      <p:bldP spid="82" grpId="0"/>
      <p:bldP spid="83"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9" name="组合 188"/>
          <p:cNvGrpSpPr/>
          <p:nvPr/>
        </p:nvGrpSpPr>
        <p:grpSpPr>
          <a:xfrm>
            <a:off x="305463" y="572494"/>
            <a:ext cx="1483580" cy="2139780"/>
            <a:chOff x="305463" y="575222"/>
            <a:chExt cx="1229032" cy="1772643"/>
          </a:xfrm>
        </p:grpSpPr>
        <p:pic>
          <p:nvPicPr>
            <p:cNvPr id="190" name="Picture 5" descr="H:\u=3220001674,313790389&amp;fm=200&amp;gp=0.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flipH="1">
              <a:off x="305463" y="575222"/>
              <a:ext cx="1229032" cy="1772643"/>
            </a:xfrm>
            <a:prstGeom prst="rect">
              <a:avLst/>
            </a:prstGeom>
            <a:noFill/>
            <a:extLst>
              <a:ext uri="{909E8E84-426E-40DD-AFC4-6F175D3DCCD1}">
                <a14:hiddenFill xmlns:a14="http://schemas.microsoft.com/office/drawing/2010/main">
                  <a:solidFill>
                    <a:srgbClr val="FFFFFF"/>
                  </a:solidFill>
                </a14:hiddenFill>
              </a:ext>
            </a:extLst>
          </p:spPr>
        </p:pic>
        <p:sp>
          <p:nvSpPr>
            <p:cNvPr id="191" name="矩形 190"/>
            <p:cNvSpPr/>
            <p:nvPr/>
          </p:nvSpPr>
          <p:spPr>
            <a:xfrm rot="2202951">
              <a:off x="932575" y="1143654"/>
              <a:ext cx="577930" cy="346812"/>
            </a:xfrm>
            <a:prstGeom prst="rect">
              <a:avLst/>
            </a:prstGeom>
          </p:spPr>
          <p:txBody>
            <a:bodyPr wrap="none">
              <a:spAutoFit/>
            </a:bodyPr>
            <a:lstStyle/>
            <a:p>
              <a:r>
                <a:rPr lang="zh-CN" altLang="en-US" sz="2000" b="1" dirty="0">
                  <a:solidFill>
                    <a:srgbClr val="A50021"/>
                  </a:solidFill>
                  <a:latin typeface="微软雅黑" panose="020B0503020204020204" pitchFamily="34" charset="-122"/>
                  <a:ea typeface="微软雅黑" panose="020B0503020204020204" pitchFamily="34" charset="-122"/>
                </a:rPr>
                <a:t>讨论</a:t>
              </a:r>
              <a:endParaRPr lang="zh-CN" altLang="en-US" sz="2000" dirty="0"/>
            </a:p>
          </p:txBody>
        </p:sp>
      </p:grpSp>
      <p:sp>
        <p:nvSpPr>
          <p:cNvPr id="6" name="灯片编号占位符 1"/>
          <p:cNvSpPr txBox="1">
            <a:spLocks/>
          </p:cNvSpPr>
          <p:nvPr/>
        </p:nvSpPr>
        <p:spPr>
          <a:xfrm>
            <a:off x="66355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29</a:t>
            </a:fld>
            <a:endParaRPr lang="zh-CN" altLang="en-US" dirty="0">
              <a:solidFill>
                <a:srgbClr val="C00000"/>
              </a:solidFill>
            </a:endParaRPr>
          </a:p>
        </p:txBody>
      </p:sp>
      <p:sp>
        <p:nvSpPr>
          <p:cNvPr id="222" name="Text Box 46"/>
          <p:cNvSpPr txBox="1">
            <a:spLocks noChangeArrowheads="1"/>
          </p:cNvSpPr>
          <p:nvPr/>
        </p:nvSpPr>
        <p:spPr bwMode="auto">
          <a:xfrm>
            <a:off x="1897984" y="953914"/>
            <a:ext cx="474135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zh-CN" altLang="en-US" sz="2800" b="1" dirty="0" smtClean="0">
                <a:solidFill>
                  <a:srgbClr val="A50021"/>
                </a:solidFill>
                <a:latin typeface="微软雅黑" panose="020B0503020204020204" pitchFamily="34" charset="-122"/>
                <a:ea typeface="微软雅黑" panose="020B0503020204020204" pitchFamily="34" charset="-122"/>
              </a:rPr>
              <a:t>土石坝坝</a:t>
            </a:r>
            <a:r>
              <a:rPr lang="zh-CN" altLang="en-US" sz="2800" b="1" dirty="0">
                <a:solidFill>
                  <a:srgbClr val="A50021"/>
                </a:solidFill>
                <a:latin typeface="微软雅黑" panose="020B0503020204020204" pitchFamily="34" charset="-122"/>
                <a:ea typeface="微软雅黑" panose="020B0503020204020204" pitchFamily="34" charset="-122"/>
              </a:rPr>
              <a:t>坡上的渗流</a:t>
            </a:r>
            <a:r>
              <a:rPr lang="zh-CN" altLang="en-US" sz="2800" b="1" dirty="0" smtClean="0">
                <a:solidFill>
                  <a:srgbClr val="A50021"/>
                </a:solidFill>
                <a:latin typeface="微软雅黑" panose="020B0503020204020204" pitchFamily="34" charset="-122"/>
                <a:ea typeface="微软雅黑" panose="020B0503020204020204" pitchFamily="34" charset="-122"/>
              </a:rPr>
              <a:t>方向</a:t>
            </a:r>
            <a:endParaRPr lang="zh-CN" altLang="en-US" sz="2800" b="1" dirty="0">
              <a:solidFill>
                <a:srgbClr val="A50021"/>
              </a:solidFill>
              <a:latin typeface="微软雅黑" panose="020B0503020204020204" pitchFamily="34" charset="-122"/>
              <a:ea typeface="微软雅黑" panose="020B0503020204020204" pitchFamily="34" charset="-122"/>
            </a:endParaRPr>
          </a:p>
        </p:txBody>
      </p:sp>
      <p:sp>
        <p:nvSpPr>
          <p:cNvPr id="59" name="Freeform 10"/>
          <p:cNvSpPr>
            <a:spLocks/>
          </p:cNvSpPr>
          <p:nvPr/>
        </p:nvSpPr>
        <p:spPr bwMode="auto">
          <a:xfrm>
            <a:off x="1896297" y="2078179"/>
            <a:ext cx="3124570" cy="1340506"/>
          </a:xfrm>
          <a:custGeom>
            <a:avLst/>
            <a:gdLst>
              <a:gd name="T0" fmla="*/ 10 w 1848"/>
              <a:gd name="T1" fmla="*/ 0 h 682"/>
              <a:gd name="T2" fmla="*/ 1848 w 1848"/>
              <a:gd name="T3" fmla="*/ 0 h 682"/>
              <a:gd name="T4" fmla="*/ 341 w 1848"/>
              <a:gd name="T5" fmla="*/ 682 h 682"/>
              <a:gd name="T6" fmla="*/ 0 w 1848"/>
              <a:gd name="T7" fmla="*/ 677 h 682"/>
              <a:gd name="T8" fmla="*/ 10 w 1848"/>
              <a:gd name="T9" fmla="*/ 0 h 682"/>
              <a:gd name="T10" fmla="*/ 0 60000 65536"/>
              <a:gd name="T11" fmla="*/ 0 60000 65536"/>
              <a:gd name="T12" fmla="*/ 0 60000 65536"/>
              <a:gd name="T13" fmla="*/ 0 60000 65536"/>
              <a:gd name="T14" fmla="*/ 0 60000 65536"/>
              <a:gd name="T15" fmla="*/ 0 w 1848"/>
              <a:gd name="T16" fmla="*/ 0 h 682"/>
              <a:gd name="T17" fmla="*/ 1848 w 1848"/>
              <a:gd name="T18" fmla="*/ 682 h 682"/>
              <a:gd name="connsiteX0" fmla="*/ 54 w 10156"/>
              <a:gd name="connsiteY0" fmla="*/ 49 h 10049"/>
              <a:gd name="connsiteX1" fmla="*/ 10156 w 10156"/>
              <a:gd name="connsiteY1" fmla="*/ 0 h 10049"/>
              <a:gd name="connsiteX2" fmla="*/ 1845 w 10156"/>
              <a:gd name="connsiteY2" fmla="*/ 10049 h 10049"/>
              <a:gd name="connsiteX3" fmla="*/ 0 w 10156"/>
              <a:gd name="connsiteY3" fmla="*/ 9976 h 10049"/>
              <a:gd name="connsiteX4" fmla="*/ 54 w 10156"/>
              <a:gd name="connsiteY4" fmla="*/ 49 h 100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156" h="10049">
                <a:moveTo>
                  <a:pt x="54" y="49"/>
                </a:moveTo>
                <a:lnTo>
                  <a:pt x="10156" y="0"/>
                </a:lnTo>
                <a:lnTo>
                  <a:pt x="1845" y="10049"/>
                </a:lnTo>
                <a:lnTo>
                  <a:pt x="0" y="9976"/>
                </a:lnTo>
                <a:lnTo>
                  <a:pt x="54" y="49"/>
                </a:lnTo>
                <a:close/>
              </a:path>
            </a:pathLst>
          </a:custGeom>
          <a:solidFill>
            <a:srgbClr val="3399FF"/>
          </a:solidFill>
          <a:ln>
            <a:noFill/>
          </a:ln>
          <a:extLst/>
        </p:spPr>
        <p:txBody>
          <a:bodyPr/>
          <a:lstStyle/>
          <a:p>
            <a:endParaRPr lang="zh-CN" altLang="en-US"/>
          </a:p>
        </p:txBody>
      </p:sp>
      <p:sp>
        <p:nvSpPr>
          <p:cNvPr id="79" name="Freeform 2422"/>
          <p:cNvSpPr>
            <a:spLocks/>
          </p:cNvSpPr>
          <p:nvPr/>
        </p:nvSpPr>
        <p:spPr bwMode="auto">
          <a:xfrm>
            <a:off x="2488821" y="1988901"/>
            <a:ext cx="5581452" cy="1429273"/>
          </a:xfrm>
          <a:custGeom>
            <a:avLst/>
            <a:gdLst>
              <a:gd name="T0" fmla="*/ 0 w 2975"/>
              <a:gd name="T1" fmla="*/ 756 h 759"/>
              <a:gd name="T2" fmla="*/ 1444 w 2975"/>
              <a:gd name="T3" fmla="*/ 0 h 759"/>
              <a:gd name="T4" fmla="*/ 1608 w 2975"/>
              <a:gd name="T5" fmla="*/ 0 h 759"/>
              <a:gd name="T6" fmla="*/ 2975 w 2975"/>
              <a:gd name="T7" fmla="*/ 759 h 759"/>
            </a:gdLst>
            <a:ahLst/>
            <a:cxnLst>
              <a:cxn ang="0">
                <a:pos x="T0" y="T1"/>
              </a:cxn>
              <a:cxn ang="0">
                <a:pos x="T2" y="T3"/>
              </a:cxn>
              <a:cxn ang="0">
                <a:pos x="T4" y="T5"/>
              </a:cxn>
              <a:cxn ang="0">
                <a:pos x="T6" y="T7"/>
              </a:cxn>
            </a:cxnLst>
            <a:rect l="0" t="0" r="r" b="b"/>
            <a:pathLst>
              <a:path w="2975" h="759">
                <a:moveTo>
                  <a:pt x="0" y="756"/>
                </a:moveTo>
                <a:lnTo>
                  <a:pt x="1444" y="0"/>
                </a:lnTo>
                <a:lnTo>
                  <a:pt x="1608" y="0"/>
                </a:lnTo>
                <a:lnTo>
                  <a:pt x="2975" y="759"/>
                </a:lnTo>
              </a:path>
            </a:pathLst>
          </a:custGeom>
          <a:solidFill>
            <a:schemeClr val="accent2"/>
          </a:solidFill>
          <a:ln w="19050" cmpd="sng">
            <a:solidFill>
              <a:schemeClr val="tx1"/>
            </a:solidFill>
            <a:round/>
            <a:headEnd/>
            <a:tailEnd/>
          </a:ln>
          <a:effectLst/>
        </p:spPr>
        <p:txBody>
          <a:bodyPr/>
          <a:lstStyle/>
          <a:p>
            <a:endParaRPr lang="zh-CN" altLang="en-US"/>
          </a:p>
        </p:txBody>
      </p:sp>
      <p:sp>
        <p:nvSpPr>
          <p:cNvPr id="81" name="Text Box 2451"/>
          <p:cNvSpPr txBox="1">
            <a:spLocks noChangeArrowheads="1"/>
          </p:cNvSpPr>
          <p:nvPr/>
        </p:nvSpPr>
        <p:spPr bwMode="auto">
          <a:xfrm>
            <a:off x="6854290" y="2477871"/>
            <a:ext cx="400296" cy="3992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600" dirty="0">
                <a:latin typeface="Times New Roman" pitchFamily="18" charset="0"/>
              </a:rPr>
              <a:t>E</a:t>
            </a:r>
          </a:p>
        </p:txBody>
      </p:sp>
      <p:sp>
        <p:nvSpPr>
          <p:cNvPr id="82" name="Freeform 8"/>
          <p:cNvSpPr>
            <a:spLocks/>
          </p:cNvSpPr>
          <p:nvPr/>
        </p:nvSpPr>
        <p:spPr bwMode="auto">
          <a:xfrm>
            <a:off x="2523504" y="2079652"/>
            <a:ext cx="5525791" cy="1335635"/>
          </a:xfrm>
          <a:custGeom>
            <a:avLst/>
            <a:gdLst>
              <a:gd name="T0" fmla="*/ 0 w 3288"/>
              <a:gd name="T1" fmla="*/ 677 h 682"/>
              <a:gd name="T2" fmla="*/ 1517 w 3288"/>
              <a:gd name="T3" fmla="*/ 0 h 682"/>
              <a:gd name="T4" fmla="*/ 1551 w 3288"/>
              <a:gd name="T5" fmla="*/ 29 h 682"/>
              <a:gd name="T6" fmla="*/ 1719 w 3288"/>
              <a:gd name="T7" fmla="*/ 92 h 682"/>
              <a:gd name="T8" fmla="*/ 2012 w 3288"/>
              <a:gd name="T9" fmla="*/ 178 h 682"/>
              <a:gd name="T10" fmla="*/ 2266 w 3288"/>
              <a:gd name="T11" fmla="*/ 245 h 682"/>
              <a:gd name="T12" fmla="*/ 2588 w 3288"/>
              <a:gd name="T13" fmla="*/ 360 h 682"/>
              <a:gd name="T14" fmla="*/ 2751 w 3288"/>
              <a:gd name="T15" fmla="*/ 423 h 682"/>
              <a:gd name="T16" fmla="*/ 3288 w 3288"/>
              <a:gd name="T17" fmla="*/ 682 h 682"/>
              <a:gd name="T18" fmla="*/ 0 w 3288"/>
              <a:gd name="T19" fmla="*/ 677 h 68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288"/>
              <a:gd name="T31" fmla="*/ 0 h 682"/>
              <a:gd name="T32" fmla="*/ 3288 w 3288"/>
              <a:gd name="T33" fmla="*/ 682 h 682"/>
              <a:gd name="connsiteX0" fmla="*/ 0 w 10000"/>
              <a:gd name="connsiteY0" fmla="*/ 9943 h 10016"/>
              <a:gd name="connsiteX1" fmla="*/ 4534 w 10000"/>
              <a:gd name="connsiteY1" fmla="*/ 0 h 10016"/>
              <a:gd name="connsiteX2" fmla="*/ 4717 w 10000"/>
              <a:gd name="connsiteY2" fmla="*/ 441 h 10016"/>
              <a:gd name="connsiteX3" fmla="*/ 5228 w 10000"/>
              <a:gd name="connsiteY3" fmla="*/ 1365 h 10016"/>
              <a:gd name="connsiteX4" fmla="*/ 6119 w 10000"/>
              <a:gd name="connsiteY4" fmla="*/ 2626 h 10016"/>
              <a:gd name="connsiteX5" fmla="*/ 6892 w 10000"/>
              <a:gd name="connsiteY5" fmla="*/ 3608 h 10016"/>
              <a:gd name="connsiteX6" fmla="*/ 7871 w 10000"/>
              <a:gd name="connsiteY6" fmla="*/ 5295 h 10016"/>
              <a:gd name="connsiteX7" fmla="*/ 8367 w 10000"/>
              <a:gd name="connsiteY7" fmla="*/ 6218 h 10016"/>
              <a:gd name="connsiteX8" fmla="*/ 10000 w 10000"/>
              <a:gd name="connsiteY8" fmla="*/ 10016 h 10016"/>
              <a:gd name="connsiteX9" fmla="*/ 0 w 10000"/>
              <a:gd name="connsiteY9" fmla="*/ 9943 h 10016"/>
              <a:gd name="connsiteX0" fmla="*/ 0 w 10000"/>
              <a:gd name="connsiteY0" fmla="*/ 9943 h 10016"/>
              <a:gd name="connsiteX1" fmla="*/ 4534 w 10000"/>
              <a:gd name="connsiteY1" fmla="*/ 0 h 10016"/>
              <a:gd name="connsiteX2" fmla="*/ 4648 w 10000"/>
              <a:gd name="connsiteY2" fmla="*/ 409 h 10016"/>
              <a:gd name="connsiteX3" fmla="*/ 5228 w 10000"/>
              <a:gd name="connsiteY3" fmla="*/ 1365 h 10016"/>
              <a:gd name="connsiteX4" fmla="*/ 6119 w 10000"/>
              <a:gd name="connsiteY4" fmla="*/ 2626 h 10016"/>
              <a:gd name="connsiteX5" fmla="*/ 6892 w 10000"/>
              <a:gd name="connsiteY5" fmla="*/ 3608 h 10016"/>
              <a:gd name="connsiteX6" fmla="*/ 7871 w 10000"/>
              <a:gd name="connsiteY6" fmla="*/ 5295 h 10016"/>
              <a:gd name="connsiteX7" fmla="*/ 8367 w 10000"/>
              <a:gd name="connsiteY7" fmla="*/ 6218 h 10016"/>
              <a:gd name="connsiteX8" fmla="*/ 10000 w 10000"/>
              <a:gd name="connsiteY8" fmla="*/ 10016 h 10016"/>
              <a:gd name="connsiteX9" fmla="*/ 0 w 10000"/>
              <a:gd name="connsiteY9" fmla="*/ 9943 h 10016"/>
              <a:gd name="connsiteX0" fmla="*/ 0 w 10000"/>
              <a:gd name="connsiteY0" fmla="*/ 9943 h 10016"/>
              <a:gd name="connsiteX1" fmla="*/ 4534 w 10000"/>
              <a:gd name="connsiteY1" fmla="*/ 0 h 10016"/>
              <a:gd name="connsiteX2" fmla="*/ 4648 w 10000"/>
              <a:gd name="connsiteY2" fmla="*/ 409 h 10016"/>
              <a:gd name="connsiteX3" fmla="*/ 5228 w 10000"/>
              <a:gd name="connsiteY3" fmla="*/ 1365 h 10016"/>
              <a:gd name="connsiteX4" fmla="*/ 6138 w 10000"/>
              <a:gd name="connsiteY4" fmla="*/ 2578 h 10016"/>
              <a:gd name="connsiteX5" fmla="*/ 6892 w 10000"/>
              <a:gd name="connsiteY5" fmla="*/ 3608 h 10016"/>
              <a:gd name="connsiteX6" fmla="*/ 7871 w 10000"/>
              <a:gd name="connsiteY6" fmla="*/ 5295 h 10016"/>
              <a:gd name="connsiteX7" fmla="*/ 8367 w 10000"/>
              <a:gd name="connsiteY7" fmla="*/ 6218 h 10016"/>
              <a:gd name="connsiteX8" fmla="*/ 10000 w 10000"/>
              <a:gd name="connsiteY8" fmla="*/ 10016 h 10016"/>
              <a:gd name="connsiteX9" fmla="*/ 0 w 10000"/>
              <a:gd name="connsiteY9" fmla="*/ 9943 h 10016"/>
              <a:gd name="connsiteX0" fmla="*/ 0 w 10000"/>
              <a:gd name="connsiteY0" fmla="*/ 9943 h 10016"/>
              <a:gd name="connsiteX1" fmla="*/ 4534 w 10000"/>
              <a:gd name="connsiteY1" fmla="*/ 0 h 10016"/>
              <a:gd name="connsiteX2" fmla="*/ 4648 w 10000"/>
              <a:gd name="connsiteY2" fmla="*/ 409 h 10016"/>
              <a:gd name="connsiteX3" fmla="*/ 5228 w 10000"/>
              <a:gd name="connsiteY3" fmla="*/ 1365 h 10016"/>
              <a:gd name="connsiteX4" fmla="*/ 6138 w 10000"/>
              <a:gd name="connsiteY4" fmla="*/ 2578 h 10016"/>
              <a:gd name="connsiteX5" fmla="*/ 6892 w 10000"/>
              <a:gd name="connsiteY5" fmla="*/ 3608 h 10016"/>
              <a:gd name="connsiteX6" fmla="*/ 7871 w 10000"/>
              <a:gd name="connsiteY6" fmla="*/ 5295 h 10016"/>
              <a:gd name="connsiteX7" fmla="*/ 8095 w 10000"/>
              <a:gd name="connsiteY7" fmla="*/ 5551 h 10016"/>
              <a:gd name="connsiteX8" fmla="*/ 10000 w 10000"/>
              <a:gd name="connsiteY8" fmla="*/ 10016 h 10016"/>
              <a:gd name="connsiteX9" fmla="*/ 0 w 10000"/>
              <a:gd name="connsiteY9" fmla="*/ 9943 h 10016"/>
              <a:gd name="connsiteX0" fmla="*/ 0 w 10000"/>
              <a:gd name="connsiteY0" fmla="*/ 9943 h 10016"/>
              <a:gd name="connsiteX1" fmla="*/ 4534 w 10000"/>
              <a:gd name="connsiteY1" fmla="*/ 0 h 10016"/>
              <a:gd name="connsiteX2" fmla="*/ 4648 w 10000"/>
              <a:gd name="connsiteY2" fmla="*/ 409 h 10016"/>
              <a:gd name="connsiteX3" fmla="*/ 5228 w 10000"/>
              <a:gd name="connsiteY3" fmla="*/ 1365 h 10016"/>
              <a:gd name="connsiteX4" fmla="*/ 6138 w 10000"/>
              <a:gd name="connsiteY4" fmla="*/ 2578 h 10016"/>
              <a:gd name="connsiteX5" fmla="*/ 6892 w 10000"/>
              <a:gd name="connsiteY5" fmla="*/ 3608 h 10016"/>
              <a:gd name="connsiteX6" fmla="*/ 7476 w 10000"/>
              <a:gd name="connsiteY6" fmla="*/ 4612 h 10016"/>
              <a:gd name="connsiteX7" fmla="*/ 8095 w 10000"/>
              <a:gd name="connsiteY7" fmla="*/ 5551 h 10016"/>
              <a:gd name="connsiteX8" fmla="*/ 10000 w 10000"/>
              <a:gd name="connsiteY8" fmla="*/ 10016 h 10016"/>
              <a:gd name="connsiteX9" fmla="*/ 0 w 10000"/>
              <a:gd name="connsiteY9" fmla="*/ 9943 h 10016"/>
              <a:gd name="connsiteX0" fmla="*/ 0 w 10000"/>
              <a:gd name="connsiteY0" fmla="*/ 9943 h 10016"/>
              <a:gd name="connsiteX1" fmla="*/ 4534 w 10000"/>
              <a:gd name="connsiteY1" fmla="*/ 0 h 10016"/>
              <a:gd name="connsiteX2" fmla="*/ 4648 w 10000"/>
              <a:gd name="connsiteY2" fmla="*/ 409 h 10016"/>
              <a:gd name="connsiteX3" fmla="*/ 5228 w 10000"/>
              <a:gd name="connsiteY3" fmla="*/ 1365 h 10016"/>
              <a:gd name="connsiteX4" fmla="*/ 6138 w 10000"/>
              <a:gd name="connsiteY4" fmla="*/ 2578 h 10016"/>
              <a:gd name="connsiteX5" fmla="*/ 6926 w 10000"/>
              <a:gd name="connsiteY5" fmla="*/ 3735 h 10016"/>
              <a:gd name="connsiteX6" fmla="*/ 7476 w 10000"/>
              <a:gd name="connsiteY6" fmla="*/ 4612 h 10016"/>
              <a:gd name="connsiteX7" fmla="*/ 8095 w 10000"/>
              <a:gd name="connsiteY7" fmla="*/ 5551 h 10016"/>
              <a:gd name="connsiteX8" fmla="*/ 10000 w 10000"/>
              <a:gd name="connsiteY8" fmla="*/ 10016 h 10016"/>
              <a:gd name="connsiteX9" fmla="*/ 0 w 10000"/>
              <a:gd name="connsiteY9" fmla="*/ 9943 h 10016"/>
              <a:gd name="connsiteX0" fmla="*/ 0 w 10000"/>
              <a:gd name="connsiteY0" fmla="*/ 9943 h 10016"/>
              <a:gd name="connsiteX1" fmla="*/ 4534 w 10000"/>
              <a:gd name="connsiteY1" fmla="*/ 0 h 10016"/>
              <a:gd name="connsiteX2" fmla="*/ 4648 w 10000"/>
              <a:gd name="connsiteY2" fmla="*/ 409 h 10016"/>
              <a:gd name="connsiteX3" fmla="*/ 5228 w 10000"/>
              <a:gd name="connsiteY3" fmla="*/ 1365 h 10016"/>
              <a:gd name="connsiteX4" fmla="*/ 6138 w 10000"/>
              <a:gd name="connsiteY4" fmla="*/ 2578 h 10016"/>
              <a:gd name="connsiteX5" fmla="*/ 6926 w 10000"/>
              <a:gd name="connsiteY5" fmla="*/ 3735 h 10016"/>
              <a:gd name="connsiteX6" fmla="*/ 7476 w 10000"/>
              <a:gd name="connsiteY6" fmla="*/ 4612 h 10016"/>
              <a:gd name="connsiteX7" fmla="*/ 8058 w 10000"/>
              <a:gd name="connsiteY7" fmla="*/ 5472 h 10016"/>
              <a:gd name="connsiteX8" fmla="*/ 8095 w 10000"/>
              <a:gd name="connsiteY8" fmla="*/ 5551 h 10016"/>
              <a:gd name="connsiteX9" fmla="*/ 10000 w 10000"/>
              <a:gd name="connsiteY9" fmla="*/ 10016 h 10016"/>
              <a:gd name="connsiteX10" fmla="*/ 0 w 10000"/>
              <a:gd name="connsiteY10" fmla="*/ 9943 h 100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000" h="10016">
                <a:moveTo>
                  <a:pt x="0" y="9943"/>
                </a:moveTo>
                <a:lnTo>
                  <a:pt x="4534" y="0"/>
                </a:lnTo>
                <a:lnTo>
                  <a:pt x="4648" y="409"/>
                </a:lnTo>
                <a:lnTo>
                  <a:pt x="5228" y="1365"/>
                </a:lnTo>
                <a:lnTo>
                  <a:pt x="6138" y="2578"/>
                </a:lnTo>
                <a:lnTo>
                  <a:pt x="6926" y="3735"/>
                </a:lnTo>
                <a:lnTo>
                  <a:pt x="7476" y="4612"/>
                </a:lnTo>
                <a:cubicBezTo>
                  <a:pt x="7676" y="4914"/>
                  <a:pt x="7858" y="5170"/>
                  <a:pt x="8058" y="5472"/>
                </a:cubicBezTo>
                <a:cubicBezTo>
                  <a:pt x="8070" y="5498"/>
                  <a:pt x="8083" y="5525"/>
                  <a:pt x="8095" y="5551"/>
                </a:cubicBezTo>
                <a:lnTo>
                  <a:pt x="10000" y="10016"/>
                </a:lnTo>
                <a:lnTo>
                  <a:pt x="0" y="9943"/>
                </a:lnTo>
                <a:close/>
              </a:path>
            </a:pathLst>
          </a:custGeom>
          <a:solidFill>
            <a:srgbClr val="CCE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3" name="Freeform 9"/>
          <p:cNvSpPr>
            <a:spLocks/>
          </p:cNvSpPr>
          <p:nvPr/>
        </p:nvSpPr>
        <p:spPr bwMode="auto">
          <a:xfrm>
            <a:off x="7447976" y="3064009"/>
            <a:ext cx="1042235" cy="356048"/>
          </a:xfrm>
          <a:custGeom>
            <a:avLst/>
            <a:gdLst>
              <a:gd name="T0" fmla="*/ 0 w 845"/>
              <a:gd name="T1" fmla="*/ 0 h 149"/>
              <a:gd name="T2" fmla="*/ 845 w 845"/>
              <a:gd name="T3" fmla="*/ 0 h 149"/>
              <a:gd name="T4" fmla="*/ 845 w 845"/>
              <a:gd name="T5" fmla="*/ 149 h 149"/>
              <a:gd name="T6" fmla="*/ 312 w 845"/>
              <a:gd name="T7" fmla="*/ 149 h 149"/>
              <a:gd name="T8" fmla="*/ 0 w 845"/>
              <a:gd name="T9" fmla="*/ 0 h 149"/>
              <a:gd name="T10" fmla="*/ 0 60000 65536"/>
              <a:gd name="T11" fmla="*/ 0 60000 65536"/>
              <a:gd name="T12" fmla="*/ 0 60000 65536"/>
              <a:gd name="T13" fmla="*/ 0 60000 65536"/>
              <a:gd name="T14" fmla="*/ 0 60000 65536"/>
              <a:gd name="T15" fmla="*/ 0 w 845"/>
              <a:gd name="T16" fmla="*/ 0 h 149"/>
              <a:gd name="T17" fmla="*/ 845 w 845"/>
              <a:gd name="T18" fmla="*/ 149 h 149"/>
              <a:gd name="connsiteX0" fmla="*/ 0 w 10000"/>
              <a:gd name="connsiteY0" fmla="*/ 0 h 10000"/>
              <a:gd name="connsiteX1" fmla="*/ 10000 w 10000"/>
              <a:gd name="connsiteY1" fmla="*/ 0 h 10000"/>
              <a:gd name="connsiteX2" fmla="*/ 10000 w 10000"/>
              <a:gd name="connsiteY2" fmla="*/ 10000 h 10000"/>
              <a:gd name="connsiteX3" fmla="*/ 4888 w 10000"/>
              <a:gd name="connsiteY3" fmla="*/ 9939 h 10000"/>
              <a:gd name="connsiteX4" fmla="*/ 0 w 10000"/>
              <a:gd name="connsiteY4" fmla="*/ 0 h 10000"/>
              <a:gd name="connsiteX0" fmla="*/ 0 w 10000"/>
              <a:gd name="connsiteY0" fmla="*/ 0 h 10000"/>
              <a:gd name="connsiteX1" fmla="*/ 10000 w 10000"/>
              <a:gd name="connsiteY1" fmla="*/ 0 h 10000"/>
              <a:gd name="connsiteX2" fmla="*/ 10000 w 10000"/>
              <a:gd name="connsiteY2" fmla="*/ 10000 h 10000"/>
              <a:gd name="connsiteX3" fmla="*/ 5329 w 10000"/>
              <a:gd name="connsiteY3" fmla="*/ 9939 h 10000"/>
              <a:gd name="connsiteX4" fmla="*/ 0 w 10000"/>
              <a:gd name="connsiteY4" fmla="*/ 0 h 10000"/>
              <a:gd name="connsiteX0" fmla="*/ 0 w 10000"/>
              <a:gd name="connsiteY0" fmla="*/ 0 h 10000"/>
              <a:gd name="connsiteX1" fmla="*/ 10000 w 10000"/>
              <a:gd name="connsiteY1" fmla="*/ 0 h 10000"/>
              <a:gd name="connsiteX2" fmla="*/ 10000 w 10000"/>
              <a:gd name="connsiteY2" fmla="*/ 10000 h 10000"/>
              <a:gd name="connsiteX3" fmla="*/ 5728 w 10000"/>
              <a:gd name="connsiteY3" fmla="*/ 9939 h 10000"/>
              <a:gd name="connsiteX4" fmla="*/ 0 w 10000"/>
              <a:gd name="connsiteY4" fmla="*/ 0 h 10000"/>
              <a:gd name="connsiteX0" fmla="*/ 0 w 10000"/>
              <a:gd name="connsiteY0" fmla="*/ 0 h 10000"/>
              <a:gd name="connsiteX1" fmla="*/ 10000 w 10000"/>
              <a:gd name="connsiteY1" fmla="*/ 0 h 10000"/>
              <a:gd name="connsiteX2" fmla="*/ 10000 w 10000"/>
              <a:gd name="connsiteY2" fmla="*/ 10000 h 10000"/>
              <a:gd name="connsiteX3" fmla="*/ 6085 w 10000"/>
              <a:gd name="connsiteY3" fmla="*/ 10000 h 10000"/>
              <a:gd name="connsiteX4" fmla="*/ 0 w 10000"/>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000">
                <a:moveTo>
                  <a:pt x="0" y="0"/>
                </a:moveTo>
                <a:lnTo>
                  <a:pt x="10000" y="0"/>
                </a:lnTo>
                <a:lnTo>
                  <a:pt x="10000" y="10000"/>
                </a:lnTo>
                <a:lnTo>
                  <a:pt x="6085" y="10000"/>
                </a:lnTo>
                <a:lnTo>
                  <a:pt x="0" y="0"/>
                </a:lnTo>
                <a:close/>
              </a:path>
            </a:pathLst>
          </a:custGeom>
          <a:solidFill>
            <a:srgbClr val="3399FF"/>
          </a:solidFill>
          <a:ln>
            <a:noFill/>
          </a:ln>
          <a:extLst/>
        </p:spPr>
        <p:txBody>
          <a:bodyPr/>
          <a:lstStyle/>
          <a:p>
            <a:endParaRPr lang="zh-CN" altLang="en-US"/>
          </a:p>
        </p:txBody>
      </p:sp>
      <p:sp>
        <p:nvSpPr>
          <p:cNvPr id="85" name="Text Box 2421"/>
          <p:cNvSpPr txBox="1">
            <a:spLocks noChangeArrowheads="1"/>
          </p:cNvSpPr>
          <p:nvPr/>
        </p:nvSpPr>
        <p:spPr bwMode="auto">
          <a:xfrm>
            <a:off x="4238571" y="3519861"/>
            <a:ext cx="1452622" cy="340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40817" rIns="0" bIns="40817">
            <a:spAutoFit/>
          </a:bodyPr>
          <a:lstStyle>
            <a:lvl1pPr defTabSz="817563">
              <a:defRPr>
                <a:solidFill>
                  <a:schemeClr val="tx1"/>
                </a:solidFill>
                <a:latin typeface="Arial" charset="0"/>
                <a:ea typeface="宋体" charset="-122"/>
              </a:defRPr>
            </a:lvl1pPr>
            <a:lvl2pPr marL="407988" defTabSz="817563">
              <a:defRPr>
                <a:solidFill>
                  <a:schemeClr val="tx1"/>
                </a:solidFill>
                <a:latin typeface="Arial" charset="0"/>
                <a:ea typeface="宋体" charset="-122"/>
              </a:defRPr>
            </a:lvl2pPr>
            <a:lvl3pPr marL="817563" defTabSz="817563">
              <a:defRPr>
                <a:solidFill>
                  <a:schemeClr val="tx1"/>
                </a:solidFill>
                <a:latin typeface="Arial" charset="0"/>
                <a:ea typeface="宋体" charset="-122"/>
              </a:defRPr>
            </a:lvl3pPr>
            <a:lvl4pPr marL="1223963" defTabSz="817563">
              <a:defRPr>
                <a:solidFill>
                  <a:schemeClr val="tx1"/>
                </a:solidFill>
                <a:latin typeface="Arial" charset="0"/>
                <a:ea typeface="宋体" charset="-122"/>
              </a:defRPr>
            </a:lvl4pPr>
            <a:lvl5pPr marL="1631950" defTabSz="817563">
              <a:defRPr>
                <a:solidFill>
                  <a:schemeClr val="tx1"/>
                </a:solidFill>
                <a:latin typeface="Arial" charset="0"/>
                <a:ea typeface="宋体" charset="-122"/>
              </a:defRPr>
            </a:lvl5pPr>
            <a:lvl6pPr marL="2089150" defTabSz="817563" fontAlgn="base">
              <a:spcBef>
                <a:spcPct val="0"/>
              </a:spcBef>
              <a:spcAft>
                <a:spcPct val="0"/>
              </a:spcAft>
              <a:defRPr>
                <a:solidFill>
                  <a:schemeClr val="tx1"/>
                </a:solidFill>
                <a:latin typeface="Arial" charset="0"/>
                <a:ea typeface="宋体" charset="-122"/>
              </a:defRPr>
            </a:lvl6pPr>
            <a:lvl7pPr marL="2546350" defTabSz="817563" fontAlgn="base">
              <a:spcBef>
                <a:spcPct val="0"/>
              </a:spcBef>
              <a:spcAft>
                <a:spcPct val="0"/>
              </a:spcAft>
              <a:defRPr>
                <a:solidFill>
                  <a:schemeClr val="tx1"/>
                </a:solidFill>
                <a:latin typeface="Arial" charset="0"/>
                <a:ea typeface="宋体" charset="-122"/>
              </a:defRPr>
            </a:lvl7pPr>
            <a:lvl8pPr marL="3003550" defTabSz="817563" fontAlgn="base">
              <a:spcBef>
                <a:spcPct val="0"/>
              </a:spcBef>
              <a:spcAft>
                <a:spcPct val="0"/>
              </a:spcAft>
              <a:defRPr>
                <a:solidFill>
                  <a:schemeClr val="tx1"/>
                </a:solidFill>
                <a:latin typeface="Arial" charset="0"/>
                <a:ea typeface="宋体" charset="-122"/>
              </a:defRPr>
            </a:lvl8pPr>
            <a:lvl9pPr marL="3460750" defTabSz="817563" fontAlgn="base">
              <a:spcBef>
                <a:spcPct val="0"/>
              </a:spcBef>
              <a:spcAft>
                <a:spcPct val="0"/>
              </a:spcAft>
              <a:defRPr>
                <a:solidFill>
                  <a:schemeClr val="tx1"/>
                </a:solidFill>
                <a:latin typeface="Arial" charset="0"/>
                <a:ea typeface="宋体" charset="-122"/>
              </a:defRPr>
            </a:lvl9pPr>
          </a:lstStyle>
          <a:p>
            <a:pPr algn="ctr"/>
            <a:r>
              <a:rPr lang="zh-CN" altLang="en-US" sz="1600" b="1" dirty="0">
                <a:latin typeface="Times New Roman" pitchFamily="18" charset="0"/>
                <a:ea typeface="幼圆" pitchFamily="49" charset="-122"/>
              </a:rPr>
              <a:t>不透水层</a:t>
            </a:r>
          </a:p>
        </p:txBody>
      </p:sp>
      <p:sp>
        <p:nvSpPr>
          <p:cNvPr id="86" name="Line 2423"/>
          <p:cNvSpPr>
            <a:spLocks noChangeShapeType="1"/>
          </p:cNvSpPr>
          <p:nvPr/>
        </p:nvSpPr>
        <p:spPr bwMode="auto">
          <a:xfrm>
            <a:off x="1935384" y="3418174"/>
            <a:ext cx="6541377"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7" name="Line 2424"/>
          <p:cNvSpPr>
            <a:spLocks noChangeShapeType="1"/>
          </p:cNvSpPr>
          <p:nvPr/>
        </p:nvSpPr>
        <p:spPr bwMode="auto">
          <a:xfrm flipH="1">
            <a:off x="1620861" y="2077407"/>
            <a:ext cx="339973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 name="Line 2425"/>
          <p:cNvSpPr>
            <a:spLocks noChangeShapeType="1"/>
          </p:cNvSpPr>
          <p:nvPr/>
        </p:nvSpPr>
        <p:spPr bwMode="auto">
          <a:xfrm>
            <a:off x="7459511" y="3069800"/>
            <a:ext cx="1241599"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89" name="Group 2426"/>
          <p:cNvGrpSpPr>
            <a:grpSpLocks/>
          </p:cNvGrpSpPr>
          <p:nvPr/>
        </p:nvGrpSpPr>
        <p:grpSpPr bwMode="auto">
          <a:xfrm>
            <a:off x="2655955" y="1941824"/>
            <a:ext cx="373473" cy="291880"/>
            <a:chOff x="355" y="513"/>
            <a:chExt cx="204" cy="175"/>
          </a:xfrm>
        </p:grpSpPr>
        <p:sp>
          <p:nvSpPr>
            <p:cNvPr id="90" name="AutoShape 2427"/>
            <p:cNvSpPr>
              <a:spLocks noChangeArrowheads="1"/>
            </p:cNvSpPr>
            <p:nvPr/>
          </p:nvSpPr>
          <p:spPr bwMode="auto">
            <a:xfrm flipV="1">
              <a:off x="420" y="513"/>
              <a:ext cx="94" cy="78"/>
            </a:xfrm>
            <a:prstGeom prst="triangle">
              <a:avLst>
                <a:gd name="adj" fmla="val 50000"/>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1" name="Line 2428"/>
            <p:cNvSpPr>
              <a:spLocks noChangeShapeType="1"/>
            </p:cNvSpPr>
            <p:nvPr/>
          </p:nvSpPr>
          <p:spPr bwMode="auto">
            <a:xfrm>
              <a:off x="355" y="626"/>
              <a:ext cx="9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2" name="Line 2429"/>
            <p:cNvSpPr>
              <a:spLocks noChangeShapeType="1"/>
            </p:cNvSpPr>
            <p:nvPr/>
          </p:nvSpPr>
          <p:spPr bwMode="auto">
            <a:xfrm>
              <a:off x="469" y="626"/>
              <a:ext cx="9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3" name="Line 2430"/>
            <p:cNvSpPr>
              <a:spLocks noChangeShapeType="1"/>
            </p:cNvSpPr>
            <p:nvPr/>
          </p:nvSpPr>
          <p:spPr bwMode="auto">
            <a:xfrm>
              <a:off x="409" y="657"/>
              <a:ext cx="11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4" name="Line 2431"/>
            <p:cNvSpPr>
              <a:spLocks noChangeShapeType="1"/>
            </p:cNvSpPr>
            <p:nvPr/>
          </p:nvSpPr>
          <p:spPr bwMode="auto">
            <a:xfrm>
              <a:off x="453" y="688"/>
              <a:ext cx="4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95" name="Freeform 2432"/>
          <p:cNvSpPr>
            <a:spLocks/>
          </p:cNvSpPr>
          <p:nvPr/>
        </p:nvSpPr>
        <p:spPr bwMode="auto">
          <a:xfrm>
            <a:off x="5041226" y="2086822"/>
            <a:ext cx="1904179" cy="705348"/>
          </a:xfrm>
          <a:custGeom>
            <a:avLst/>
            <a:gdLst>
              <a:gd name="T0" fmla="*/ 0 w 953"/>
              <a:gd name="T1" fmla="*/ 0 h 321"/>
              <a:gd name="T2" fmla="*/ 24 w 953"/>
              <a:gd name="T3" fmla="*/ 17 h 321"/>
              <a:gd name="T4" fmla="*/ 111 w 953"/>
              <a:gd name="T5" fmla="*/ 48 h 321"/>
              <a:gd name="T6" fmla="*/ 224 w 953"/>
              <a:gd name="T7" fmla="*/ 81 h 321"/>
              <a:gd name="T8" fmla="*/ 432 w 953"/>
              <a:gd name="T9" fmla="*/ 139 h 321"/>
              <a:gd name="T10" fmla="*/ 639 w 953"/>
              <a:gd name="T11" fmla="*/ 204 h 321"/>
              <a:gd name="T12" fmla="*/ 819 w 953"/>
              <a:gd name="T13" fmla="*/ 269 h 321"/>
              <a:gd name="T14" fmla="*/ 953 w 953"/>
              <a:gd name="T15" fmla="*/ 321 h 321"/>
              <a:gd name="connsiteX0" fmla="*/ 0 w 9716"/>
              <a:gd name="connsiteY0" fmla="*/ 0 h 9429"/>
              <a:gd name="connsiteX1" fmla="*/ 252 w 9716"/>
              <a:gd name="connsiteY1" fmla="*/ 530 h 9429"/>
              <a:gd name="connsiteX2" fmla="*/ 1165 w 9716"/>
              <a:gd name="connsiteY2" fmla="*/ 1495 h 9429"/>
              <a:gd name="connsiteX3" fmla="*/ 2350 w 9716"/>
              <a:gd name="connsiteY3" fmla="*/ 2523 h 9429"/>
              <a:gd name="connsiteX4" fmla="*/ 4533 w 9716"/>
              <a:gd name="connsiteY4" fmla="*/ 4330 h 9429"/>
              <a:gd name="connsiteX5" fmla="*/ 6705 w 9716"/>
              <a:gd name="connsiteY5" fmla="*/ 6355 h 9429"/>
              <a:gd name="connsiteX6" fmla="*/ 8594 w 9716"/>
              <a:gd name="connsiteY6" fmla="*/ 8380 h 9429"/>
              <a:gd name="connsiteX7" fmla="*/ 9716 w 9716"/>
              <a:gd name="connsiteY7" fmla="*/ 9429 h 9429"/>
              <a:gd name="connsiteX0" fmla="*/ 0 w 10000"/>
              <a:gd name="connsiteY0" fmla="*/ 0 h 10000"/>
              <a:gd name="connsiteX1" fmla="*/ 259 w 10000"/>
              <a:gd name="connsiteY1" fmla="*/ 562 h 10000"/>
              <a:gd name="connsiteX2" fmla="*/ 1199 w 10000"/>
              <a:gd name="connsiteY2" fmla="*/ 1586 h 10000"/>
              <a:gd name="connsiteX3" fmla="*/ 2419 w 10000"/>
              <a:gd name="connsiteY3" fmla="*/ 2676 h 10000"/>
              <a:gd name="connsiteX4" fmla="*/ 4666 w 10000"/>
              <a:gd name="connsiteY4" fmla="*/ 4592 h 10000"/>
              <a:gd name="connsiteX5" fmla="*/ 6901 w 10000"/>
              <a:gd name="connsiteY5" fmla="*/ 6740 h 10000"/>
              <a:gd name="connsiteX6" fmla="*/ 8709 w 10000"/>
              <a:gd name="connsiteY6" fmla="*/ 8612 h 10000"/>
              <a:gd name="connsiteX7" fmla="*/ 10000 w 10000"/>
              <a:gd name="connsiteY7" fmla="*/ 10000 h 10000"/>
              <a:gd name="connsiteX0" fmla="*/ 0 w 9686"/>
              <a:gd name="connsiteY0" fmla="*/ 0 h 9642"/>
              <a:gd name="connsiteX1" fmla="*/ 259 w 9686"/>
              <a:gd name="connsiteY1" fmla="*/ 562 h 9642"/>
              <a:gd name="connsiteX2" fmla="*/ 1199 w 9686"/>
              <a:gd name="connsiteY2" fmla="*/ 1586 h 9642"/>
              <a:gd name="connsiteX3" fmla="*/ 2419 w 9686"/>
              <a:gd name="connsiteY3" fmla="*/ 2676 h 9642"/>
              <a:gd name="connsiteX4" fmla="*/ 4666 w 9686"/>
              <a:gd name="connsiteY4" fmla="*/ 4592 h 9642"/>
              <a:gd name="connsiteX5" fmla="*/ 6901 w 9686"/>
              <a:gd name="connsiteY5" fmla="*/ 6740 h 9642"/>
              <a:gd name="connsiteX6" fmla="*/ 8709 w 9686"/>
              <a:gd name="connsiteY6" fmla="*/ 8612 h 9642"/>
              <a:gd name="connsiteX7" fmla="*/ 9686 w 9686"/>
              <a:gd name="connsiteY7" fmla="*/ 9642 h 9642"/>
              <a:gd name="connsiteX0" fmla="*/ 0 w 10000"/>
              <a:gd name="connsiteY0" fmla="*/ 0 h 10000"/>
              <a:gd name="connsiteX1" fmla="*/ 267 w 10000"/>
              <a:gd name="connsiteY1" fmla="*/ 583 h 10000"/>
              <a:gd name="connsiteX2" fmla="*/ 1238 w 10000"/>
              <a:gd name="connsiteY2" fmla="*/ 1645 h 10000"/>
              <a:gd name="connsiteX3" fmla="*/ 2497 w 10000"/>
              <a:gd name="connsiteY3" fmla="*/ 2775 h 10000"/>
              <a:gd name="connsiteX4" fmla="*/ 4817 w 10000"/>
              <a:gd name="connsiteY4" fmla="*/ 4762 h 10000"/>
              <a:gd name="connsiteX5" fmla="*/ 7125 w 10000"/>
              <a:gd name="connsiteY5" fmla="*/ 6990 h 10000"/>
              <a:gd name="connsiteX6" fmla="*/ 8516 w 10000"/>
              <a:gd name="connsiteY6" fmla="*/ 8504 h 10000"/>
              <a:gd name="connsiteX7" fmla="*/ 10000 w 10000"/>
              <a:gd name="connsiteY7" fmla="*/ 10000 h 10000"/>
              <a:gd name="connsiteX0" fmla="*/ 0 w 10000"/>
              <a:gd name="connsiteY0" fmla="*/ 0 h 10000"/>
              <a:gd name="connsiteX1" fmla="*/ 267 w 10000"/>
              <a:gd name="connsiteY1" fmla="*/ 583 h 10000"/>
              <a:gd name="connsiteX2" fmla="*/ 1238 w 10000"/>
              <a:gd name="connsiteY2" fmla="*/ 1645 h 10000"/>
              <a:gd name="connsiteX3" fmla="*/ 2497 w 10000"/>
              <a:gd name="connsiteY3" fmla="*/ 2775 h 10000"/>
              <a:gd name="connsiteX4" fmla="*/ 4817 w 10000"/>
              <a:gd name="connsiteY4" fmla="*/ 4762 h 10000"/>
              <a:gd name="connsiteX5" fmla="*/ 6995 w 10000"/>
              <a:gd name="connsiteY5" fmla="*/ 6990 h 10000"/>
              <a:gd name="connsiteX6" fmla="*/ 8516 w 10000"/>
              <a:gd name="connsiteY6" fmla="*/ 8504 h 10000"/>
              <a:gd name="connsiteX7" fmla="*/ 10000 w 10000"/>
              <a:gd name="connsiteY7" fmla="*/ 10000 h 10000"/>
              <a:gd name="connsiteX0" fmla="*/ 0 w 9709"/>
              <a:gd name="connsiteY0" fmla="*/ 0 h 9515"/>
              <a:gd name="connsiteX1" fmla="*/ 267 w 9709"/>
              <a:gd name="connsiteY1" fmla="*/ 583 h 9515"/>
              <a:gd name="connsiteX2" fmla="*/ 1238 w 9709"/>
              <a:gd name="connsiteY2" fmla="*/ 1645 h 9515"/>
              <a:gd name="connsiteX3" fmla="*/ 2497 w 9709"/>
              <a:gd name="connsiteY3" fmla="*/ 2775 h 9515"/>
              <a:gd name="connsiteX4" fmla="*/ 4817 w 9709"/>
              <a:gd name="connsiteY4" fmla="*/ 4762 h 9515"/>
              <a:gd name="connsiteX5" fmla="*/ 6995 w 9709"/>
              <a:gd name="connsiteY5" fmla="*/ 6990 h 9515"/>
              <a:gd name="connsiteX6" fmla="*/ 8516 w 9709"/>
              <a:gd name="connsiteY6" fmla="*/ 8504 h 9515"/>
              <a:gd name="connsiteX7" fmla="*/ 9709 w 9709"/>
              <a:gd name="connsiteY7" fmla="*/ 9515 h 9515"/>
              <a:gd name="connsiteX0" fmla="*/ 0 w 10000"/>
              <a:gd name="connsiteY0" fmla="*/ 0 h 10000"/>
              <a:gd name="connsiteX1" fmla="*/ 275 w 10000"/>
              <a:gd name="connsiteY1" fmla="*/ 613 h 10000"/>
              <a:gd name="connsiteX2" fmla="*/ 1275 w 10000"/>
              <a:gd name="connsiteY2" fmla="*/ 1729 h 10000"/>
              <a:gd name="connsiteX3" fmla="*/ 2572 w 10000"/>
              <a:gd name="connsiteY3" fmla="*/ 2916 h 10000"/>
              <a:gd name="connsiteX4" fmla="*/ 4961 w 10000"/>
              <a:gd name="connsiteY4" fmla="*/ 5005 h 10000"/>
              <a:gd name="connsiteX5" fmla="*/ 7205 w 10000"/>
              <a:gd name="connsiteY5" fmla="*/ 7346 h 10000"/>
              <a:gd name="connsiteX6" fmla="*/ 8771 w 10000"/>
              <a:gd name="connsiteY6" fmla="*/ 8937 h 10000"/>
              <a:gd name="connsiteX7" fmla="*/ 8516 w 10000"/>
              <a:gd name="connsiteY7" fmla="*/ 8593 h 10000"/>
              <a:gd name="connsiteX8" fmla="*/ 10000 w 10000"/>
              <a:gd name="connsiteY8" fmla="*/ 10000 h 10000"/>
              <a:gd name="connsiteX0" fmla="*/ 0 w 10000"/>
              <a:gd name="connsiteY0" fmla="*/ 0 h 10000"/>
              <a:gd name="connsiteX1" fmla="*/ 275 w 10000"/>
              <a:gd name="connsiteY1" fmla="*/ 613 h 10000"/>
              <a:gd name="connsiteX2" fmla="*/ 1275 w 10000"/>
              <a:gd name="connsiteY2" fmla="*/ 1729 h 10000"/>
              <a:gd name="connsiteX3" fmla="*/ 2572 w 10000"/>
              <a:gd name="connsiteY3" fmla="*/ 2916 h 10000"/>
              <a:gd name="connsiteX4" fmla="*/ 4961 w 10000"/>
              <a:gd name="connsiteY4" fmla="*/ 5005 h 10000"/>
              <a:gd name="connsiteX5" fmla="*/ 7205 w 10000"/>
              <a:gd name="connsiteY5" fmla="*/ 7346 h 10000"/>
              <a:gd name="connsiteX6" fmla="*/ 8516 w 10000"/>
              <a:gd name="connsiteY6" fmla="*/ 8593 h 10000"/>
              <a:gd name="connsiteX7" fmla="*/ 10000 w 10000"/>
              <a:gd name="connsiteY7" fmla="*/ 1000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000" h="10000">
                <a:moveTo>
                  <a:pt x="0" y="0"/>
                </a:moveTo>
                <a:cubicBezTo>
                  <a:pt x="34" y="145"/>
                  <a:pt x="69" y="324"/>
                  <a:pt x="275" y="613"/>
                </a:cubicBezTo>
                <a:cubicBezTo>
                  <a:pt x="483" y="901"/>
                  <a:pt x="895" y="1333"/>
                  <a:pt x="1275" y="1729"/>
                </a:cubicBezTo>
                <a:cubicBezTo>
                  <a:pt x="1653" y="2124"/>
                  <a:pt x="1963" y="2377"/>
                  <a:pt x="2572" y="2916"/>
                </a:cubicBezTo>
                <a:cubicBezTo>
                  <a:pt x="3182" y="3458"/>
                  <a:pt x="4189" y="4267"/>
                  <a:pt x="4961" y="5005"/>
                </a:cubicBezTo>
                <a:cubicBezTo>
                  <a:pt x="5734" y="5744"/>
                  <a:pt x="6613" y="6748"/>
                  <a:pt x="7205" y="7346"/>
                </a:cubicBezTo>
                <a:cubicBezTo>
                  <a:pt x="7797" y="7944"/>
                  <a:pt x="8050" y="8151"/>
                  <a:pt x="8516" y="8593"/>
                </a:cubicBezTo>
                <a:cubicBezTo>
                  <a:pt x="8721" y="8770"/>
                  <a:pt x="9801" y="9825"/>
                  <a:pt x="10000" y="10000"/>
                </a:cubicBezTo>
              </a:path>
            </a:pathLst>
          </a:custGeom>
          <a:noFill/>
          <a:ln w="12700" cap="flat" cmpd="sng">
            <a:solidFill>
              <a:schemeClr val="tx1"/>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6" name="Line 2433"/>
          <p:cNvSpPr>
            <a:spLocks noChangeShapeType="1"/>
          </p:cNvSpPr>
          <p:nvPr/>
        </p:nvSpPr>
        <p:spPr bwMode="auto">
          <a:xfrm>
            <a:off x="1666997" y="2071757"/>
            <a:ext cx="0" cy="1344533"/>
          </a:xfrm>
          <a:prstGeom prst="line">
            <a:avLst/>
          </a:prstGeom>
          <a:noFill/>
          <a:ln w="9525">
            <a:solidFill>
              <a:schemeClr val="tx1"/>
            </a:solidFill>
            <a:round/>
            <a:headEnd type="triangl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7" name="Line 2434"/>
          <p:cNvSpPr>
            <a:spLocks noChangeShapeType="1"/>
          </p:cNvSpPr>
          <p:nvPr/>
        </p:nvSpPr>
        <p:spPr bwMode="auto">
          <a:xfrm>
            <a:off x="8642529" y="3077332"/>
            <a:ext cx="0" cy="327659"/>
          </a:xfrm>
          <a:prstGeom prst="line">
            <a:avLst/>
          </a:prstGeom>
          <a:noFill/>
          <a:ln w="9525">
            <a:solidFill>
              <a:schemeClr val="tx1"/>
            </a:solidFill>
            <a:round/>
            <a:headEnd type="triangl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8" name="Text Box 2435"/>
          <p:cNvSpPr txBox="1">
            <a:spLocks noChangeArrowheads="1"/>
          </p:cNvSpPr>
          <p:nvPr/>
        </p:nvSpPr>
        <p:spPr bwMode="auto">
          <a:xfrm>
            <a:off x="1603033" y="2506754"/>
            <a:ext cx="462198" cy="3992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600">
                <a:latin typeface="Times New Roman" pitchFamily="18" charset="0"/>
              </a:rPr>
              <a:t>h</a:t>
            </a:r>
            <a:r>
              <a:rPr kumimoji="1" lang="en-US" altLang="zh-CN" sz="1600" baseline="-25000">
                <a:latin typeface="Times New Roman" pitchFamily="18" charset="0"/>
              </a:rPr>
              <a:t>1</a:t>
            </a:r>
            <a:endParaRPr kumimoji="1" lang="en-US" altLang="zh-CN" sz="1600">
              <a:latin typeface="Times New Roman" pitchFamily="18" charset="0"/>
            </a:endParaRPr>
          </a:p>
        </p:txBody>
      </p:sp>
      <p:sp>
        <p:nvSpPr>
          <p:cNvPr id="99" name="Oval 2436"/>
          <p:cNvSpPr>
            <a:spLocks noChangeArrowheads="1"/>
          </p:cNvSpPr>
          <p:nvPr/>
        </p:nvSpPr>
        <p:spPr bwMode="auto">
          <a:xfrm>
            <a:off x="6931251" y="2761991"/>
            <a:ext cx="54000" cy="54000"/>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01" name="Group 2438"/>
          <p:cNvGrpSpPr>
            <a:grpSpLocks/>
          </p:cNvGrpSpPr>
          <p:nvPr/>
        </p:nvGrpSpPr>
        <p:grpSpPr bwMode="auto">
          <a:xfrm>
            <a:off x="7828858" y="2937983"/>
            <a:ext cx="373472" cy="291881"/>
            <a:chOff x="355" y="513"/>
            <a:chExt cx="204" cy="175"/>
          </a:xfrm>
        </p:grpSpPr>
        <p:sp>
          <p:nvSpPr>
            <p:cNvPr id="102" name="AutoShape 2439"/>
            <p:cNvSpPr>
              <a:spLocks noChangeArrowheads="1"/>
            </p:cNvSpPr>
            <p:nvPr/>
          </p:nvSpPr>
          <p:spPr bwMode="auto">
            <a:xfrm flipV="1">
              <a:off x="420" y="513"/>
              <a:ext cx="94" cy="78"/>
            </a:xfrm>
            <a:prstGeom prst="triangle">
              <a:avLst>
                <a:gd name="adj" fmla="val 50000"/>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3" name="Line 2440"/>
            <p:cNvSpPr>
              <a:spLocks noChangeShapeType="1"/>
            </p:cNvSpPr>
            <p:nvPr/>
          </p:nvSpPr>
          <p:spPr bwMode="auto">
            <a:xfrm>
              <a:off x="355" y="626"/>
              <a:ext cx="9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4" name="Line 2441"/>
            <p:cNvSpPr>
              <a:spLocks noChangeShapeType="1"/>
            </p:cNvSpPr>
            <p:nvPr/>
          </p:nvSpPr>
          <p:spPr bwMode="auto">
            <a:xfrm>
              <a:off x="469" y="626"/>
              <a:ext cx="9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5" name="Line 2442"/>
            <p:cNvSpPr>
              <a:spLocks noChangeShapeType="1"/>
            </p:cNvSpPr>
            <p:nvPr/>
          </p:nvSpPr>
          <p:spPr bwMode="auto">
            <a:xfrm>
              <a:off x="409" y="657"/>
              <a:ext cx="11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6" name="Line 2443"/>
            <p:cNvSpPr>
              <a:spLocks noChangeShapeType="1"/>
            </p:cNvSpPr>
            <p:nvPr/>
          </p:nvSpPr>
          <p:spPr bwMode="auto">
            <a:xfrm>
              <a:off x="453" y="688"/>
              <a:ext cx="4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07" name="Text Box 2444"/>
          <p:cNvSpPr txBox="1">
            <a:spLocks noChangeArrowheads="1"/>
          </p:cNvSpPr>
          <p:nvPr/>
        </p:nvSpPr>
        <p:spPr bwMode="auto">
          <a:xfrm>
            <a:off x="8647295" y="3027189"/>
            <a:ext cx="462198" cy="3992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600" dirty="0">
                <a:latin typeface="Times New Roman" pitchFamily="18" charset="0"/>
              </a:rPr>
              <a:t>h</a:t>
            </a:r>
            <a:r>
              <a:rPr kumimoji="1" lang="en-US" altLang="zh-CN" sz="1600" baseline="-25000" dirty="0">
                <a:latin typeface="Times New Roman" pitchFamily="18" charset="0"/>
              </a:rPr>
              <a:t>2</a:t>
            </a:r>
            <a:endParaRPr kumimoji="1" lang="en-US" altLang="zh-CN" sz="1600" dirty="0">
              <a:latin typeface="Times New Roman" pitchFamily="18" charset="0"/>
            </a:endParaRPr>
          </a:p>
        </p:txBody>
      </p:sp>
      <p:sp>
        <p:nvSpPr>
          <p:cNvPr id="108" name="Text Box 2446"/>
          <p:cNvSpPr txBox="1">
            <a:spLocks noChangeArrowheads="1"/>
          </p:cNvSpPr>
          <p:nvPr/>
        </p:nvSpPr>
        <p:spPr bwMode="auto">
          <a:xfrm>
            <a:off x="8732466" y="3356601"/>
            <a:ext cx="371409" cy="3992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600" dirty="0">
                <a:latin typeface="Times New Roman" pitchFamily="18" charset="0"/>
              </a:rPr>
              <a:t>0</a:t>
            </a:r>
          </a:p>
        </p:txBody>
      </p:sp>
      <p:sp>
        <p:nvSpPr>
          <p:cNvPr id="109" name="Text Box 2447"/>
          <p:cNvSpPr txBox="1">
            <a:spLocks noChangeArrowheads="1"/>
          </p:cNvSpPr>
          <p:nvPr/>
        </p:nvSpPr>
        <p:spPr bwMode="auto">
          <a:xfrm>
            <a:off x="4700768" y="1700787"/>
            <a:ext cx="351378" cy="410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800" b="1" dirty="0">
                <a:latin typeface="Times New Roman" pitchFamily="18" charset="0"/>
              </a:rPr>
              <a:t>A</a:t>
            </a:r>
          </a:p>
        </p:txBody>
      </p:sp>
      <p:sp>
        <p:nvSpPr>
          <p:cNvPr id="110" name="Text Box 2448"/>
          <p:cNvSpPr txBox="1">
            <a:spLocks noChangeArrowheads="1"/>
          </p:cNvSpPr>
          <p:nvPr/>
        </p:nvSpPr>
        <p:spPr bwMode="auto">
          <a:xfrm>
            <a:off x="2284546" y="3363564"/>
            <a:ext cx="414741" cy="3992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600">
                <a:latin typeface="Times New Roman" pitchFamily="18" charset="0"/>
              </a:rPr>
              <a:t>B</a:t>
            </a:r>
          </a:p>
        </p:txBody>
      </p:sp>
      <p:sp>
        <p:nvSpPr>
          <p:cNvPr id="111" name="Text Box 2449"/>
          <p:cNvSpPr txBox="1">
            <a:spLocks noChangeArrowheads="1"/>
          </p:cNvSpPr>
          <p:nvPr/>
        </p:nvSpPr>
        <p:spPr bwMode="auto">
          <a:xfrm>
            <a:off x="7882506" y="3359797"/>
            <a:ext cx="351378" cy="410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800" b="1">
                <a:latin typeface="Times New Roman" pitchFamily="18" charset="0"/>
              </a:rPr>
              <a:t>C</a:t>
            </a:r>
          </a:p>
        </p:txBody>
      </p:sp>
      <p:sp>
        <p:nvSpPr>
          <p:cNvPr id="112" name="Text Box 2450"/>
          <p:cNvSpPr txBox="1">
            <a:spLocks noChangeArrowheads="1"/>
          </p:cNvSpPr>
          <p:nvPr/>
        </p:nvSpPr>
        <p:spPr bwMode="auto">
          <a:xfrm>
            <a:off x="7170068" y="2941823"/>
            <a:ext cx="351378" cy="410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800" b="1" dirty="0">
                <a:latin typeface="Times New Roman" pitchFamily="18" charset="0"/>
              </a:rPr>
              <a:t>D</a:t>
            </a:r>
          </a:p>
        </p:txBody>
      </p:sp>
      <p:sp>
        <p:nvSpPr>
          <p:cNvPr id="114" name="Line 2477"/>
          <p:cNvSpPr>
            <a:spLocks noChangeShapeType="1"/>
          </p:cNvSpPr>
          <p:nvPr/>
        </p:nvSpPr>
        <p:spPr bwMode="auto">
          <a:xfrm>
            <a:off x="8483589" y="3420057"/>
            <a:ext cx="294529"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5" name="Line 2480"/>
          <p:cNvSpPr>
            <a:spLocks noChangeShapeType="1"/>
          </p:cNvSpPr>
          <p:nvPr/>
        </p:nvSpPr>
        <p:spPr bwMode="auto">
          <a:xfrm>
            <a:off x="2067891" y="3420057"/>
            <a:ext cx="19808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118" name="Group 2507"/>
          <p:cNvGrpSpPr>
            <a:grpSpLocks/>
          </p:cNvGrpSpPr>
          <p:nvPr/>
        </p:nvGrpSpPr>
        <p:grpSpPr bwMode="auto">
          <a:xfrm>
            <a:off x="3134660" y="3416290"/>
            <a:ext cx="812973" cy="158180"/>
            <a:chOff x="2644" y="2807"/>
            <a:chExt cx="481" cy="83"/>
          </a:xfrm>
        </p:grpSpPr>
        <p:sp>
          <p:nvSpPr>
            <p:cNvPr id="119" name="Freeform 2508"/>
            <p:cNvSpPr>
              <a:spLocks/>
            </p:cNvSpPr>
            <p:nvPr/>
          </p:nvSpPr>
          <p:spPr bwMode="auto">
            <a:xfrm>
              <a:off x="2644" y="2810"/>
              <a:ext cx="97" cy="73"/>
            </a:xfrm>
            <a:custGeom>
              <a:avLst/>
              <a:gdLst>
                <a:gd name="T0" fmla="*/ 97 w 97"/>
                <a:gd name="T1" fmla="*/ 0 h 73"/>
                <a:gd name="T2" fmla="*/ 0 w 97"/>
                <a:gd name="T3" fmla="*/ 73 h 73"/>
              </a:gdLst>
              <a:ahLst/>
              <a:cxnLst>
                <a:cxn ang="0">
                  <a:pos x="T0" y="T1"/>
                </a:cxn>
                <a:cxn ang="0">
                  <a:pos x="T2" y="T3"/>
                </a:cxn>
              </a:cxnLst>
              <a:rect l="0" t="0" r="r" b="b"/>
              <a:pathLst>
                <a:path w="97" h="73">
                  <a:moveTo>
                    <a:pt x="97" y="0"/>
                  </a:moveTo>
                  <a:lnTo>
                    <a:pt x="0" y="73"/>
                  </a:ln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120" name="Freeform 2509"/>
            <p:cNvSpPr>
              <a:spLocks/>
            </p:cNvSpPr>
            <p:nvPr/>
          </p:nvSpPr>
          <p:spPr bwMode="auto">
            <a:xfrm>
              <a:off x="2729" y="2810"/>
              <a:ext cx="97" cy="73"/>
            </a:xfrm>
            <a:custGeom>
              <a:avLst/>
              <a:gdLst>
                <a:gd name="T0" fmla="*/ 97 w 97"/>
                <a:gd name="T1" fmla="*/ 0 h 73"/>
                <a:gd name="T2" fmla="*/ 0 w 97"/>
                <a:gd name="T3" fmla="*/ 73 h 73"/>
              </a:gdLst>
              <a:ahLst/>
              <a:cxnLst>
                <a:cxn ang="0">
                  <a:pos x="T0" y="T1"/>
                </a:cxn>
                <a:cxn ang="0">
                  <a:pos x="T2" y="T3"/>
                </a:cxn>
              </a:cxnLst>
              <a:rect l="0" t="0" r="r" b="b"/>
              <a:pathLst>
                <a:path w="97" h="73">
                  <a:moveTo>
                    <a:pt x="97" y="0"/>
                  </a:moveTo>
                  <a:lnTo>
                    <a:pt x="0" y="73"/>
                  </a:ln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121" name="Freeform 2510"/>
            <p:cNvSpPr>
              <a:spLocks/>
            </p:cNvSpPr>
            <p:nvPr/>
          </p:nvSpPr>
          <p:spPr bwMode="auto">
            <a:xfrm>
              <a:off x="2693" y="2807"/>
              <a:ext cx="97" cy="73"/>
            </a:xfrm>
            <a:custGeom>
              <a:avLst/>
              <a:gdLst>
                <a:gd name="T0" fmla="*/ 97 w 97"/>
                <a:gd name="T1" fmla="*/ 0 h 73"/>
                <a:gd name="T2" fmla="*/ 0 w 97"/>
                <a:gd name="T3" fmla="*/ 73 h 73"/>
              </a:gdLst>
              <a:ahLst/>
              <a:cxnLst>
                <a:cxn ang="0">
                  <a:pos x="T0" y="T1"/>
                </a:cxn>
                <a:cxn ang="0">
                  <a:pos x="T2" y="T3"/>
                </a:cxn>
              </a:cxnLst>
              <a:rect l="0" t="0" r="r" b="b"/>
              <a:pathLst>
                <a:path w="97" h="73">
                  <a:moveTo>
                    <a:pt x="97" y="0"/>
                  </a:moveTo>
                  <a:lnTo>
                    <a:pt x="0" y="73"/>
                  </a:ln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122" name="Freeform 2511"/>
            <p:cNvSpPr>
              <a:spLocks/>
            </p:cNvSpPr>
            <p:nvPr/>
          </p:nvSpPr>
          <p:spPr bwMode="auto">
            <a:xfrm>
              <a:off x="2792" y="2837"/>
              <a:ext cx="72" cy="40"/>
            </a:xfrm>
            <a:custGeom>
              <a:avLst/>
              <a:gdLst>
                <a:gd name="T0" fmla="*/ 0 w 72"/>
                <a:gd name="T1" fmla="*/ 0 h 40"/>
                <a:gd name="T2" fmla="*/ 72 w 72"/>
                <a:gd name="T3" fmla="*/ 40 h 40"/>
              </a:gdLst>
              <a:ahLst/>
              <a:cxnLst>
                <a:cxn ang="0">
                  <a:pos x="T0" y="T1"/>
                </a:cxn>
                <a:cxn ang="0">
                  <a:pos x="T2" y="T3"/>
                </a:cxn>
              </a:cxnLst>
              <a:rect l="0" t="0" r="r" b="b"/>
              <a:pathLst>
                <a:path w="72" h="40">
                  <a:moveTo>
                    <a:pt x="0" y="0"/>
                  </a:moveTo>
                  <a:lnTo>
                    <a:pt x="72" y="40"/>
                  </a:ln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123" name="Freeform 2512"/>
            <p:cNvSpPr>
              <a:spLocks/>
            </p:cNvSpPr>
            <p:nvPr/>
          </p:nvSpPr>
          <p:spPr bwMode="auto">
            <a:xfrm>
              <a:off x="2759" y="2859"/>
              <a:ext cx="54" cy="30"/>
            </a:xfrm>
            <a:custGeom>
              <a:avLst/>
              <a:gdLst>
                <a:gd name="T0" fmla="*/ 0 w 54"/>
                <a:gd name="T1" fmla="*/ 0 h 30"/>
                <a:gd name="T2" fmla="*/ 54 w 54"/>
                <a:gd name="T3" fmla="*/ 30 h 30"/>
              </a:gdLst>
              <a:ahLst/>
              <a:cxnLst>
                <a:cxn ang="0">
                  <a:pos x="T0" y="T1"/>
                </a:cxn>
                <a:cxn ang="0">
                  <a:pos x="T2" y="T3"/>
                </a:cxn>
              </a:cxnLst>
              <a:rect l="0" t="0" r="r" b="b"/>
              <a:pathLst>
                <a:path w="54" h="30">
                  <a:moveTo>
                    <a:pt x="0" y="0"/>
                  </a:moveTo>
                  <a:lnTo>
                    <a:pt x="54" y="30"/>
                  </a:ln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124" name="Freeform 2513"/>
            <p:cNvSpPr>
              <a:spLocks/>
            </p:cNvSpPr>
            <p:nvPr/>
          </p:nvSpPr>
          <p:spPr bwMode="auto">
            <a:xfrm>
              <a:off x="2829" y="2813"/>
              <a:ext cx="72" cy="40"/>
            </a:xfrm>
            <a:custGeom>
              <a:avLst/>
              <a:gdLst>
                <a:gd name="T0" fmla="*/ 0 w 72"/>
                <a:gd name="T1" fmla="*/ 0 h 40"/>
                <a:gd name="T2" fmla="*/ 72 w 72"/>
                <a:gd name="T3" fmla="*/ 40 h 40"/>
              </a:gdLst>
              <a:ahLst/>
              <a:cxnLst>
                <a:cxn ang="0">
                  <a:pos x="T0" y="T1"/>
                </a:cxn>
                <a:cxn ang="0">
                  <a:pos x="T2" y="T3"/>
                </a:cxn>
              </a:cxnLst>
              <a:rect l="0" t="0" r="r" b="b"/>
              <a:pathLst>
                <a:path w="72" h="40">
                  <a:moveTo>
                    <a:pt x="0" y="0"/>
                  </a:moveTo>
                  <a:lnTo>
                    <a:pt x="72" y="40"/>
                  </a:ln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125" name="Freeform 2514"/>
            <p:cNvSpPr>
              <a:spLocks/>
            </p:cNvSpPr>
            <p:nvPr/>
          </p:nvSpPr>
          <p:spPr bwMode="auto">
            <a:xfrm>
              <a:off x="2868" y="2811"/>
              <a:ext cx="97" cy="73"/>
            </a:xfrm>
            <a:custGeom>
              <a:avLst/>
              <a:gdLst>
                <a:gd name="T0" fmla="*/ 97 w 97"/>
                <a:gd name="T1" fmla="*/ 0 h 73"/>
                <a:gd name="T2" fmla="*/ 0 w 97"/>
                <a:gd name="T3" fmla="*/ 73 h 73"/>
              </a:gdLst>
              <a:ahLst/>
              <a:cxnLst>
                <a:cxn ang="0">
                  <a:pos x="T0" y="T1"/>
                </a:cxn>
                <a:cxn ang="0">
                  <a:pos x="T2" y="T3"/>
                </a:cxn>
              </a:cxnLst>
              <a:rect l="0" t="0" r="r" b="b"/>
              <a:pathLst>
                <a:path w="97" h="73">
                  <a:moveTo>
                    <a:pt x="97" y="0"/>
                  </a:moveTo>
                  <a:lnTo>
                    <a:pt x="0" y="73"/>
                  </a:ln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126" name="Freeform 2515"/>
            <p:cNvSpPr>
              <a:spLocks/>
            </p:cNvSpPr>
            <p:nvPr/>
          </p:nvSpPr>
          <p:spPr bwMode="auto">
            <a:xfrm>
              <a:off x="2953" y="2811"/>
              <a:ext cx="97" cy="73"/>
            </a:xfrm>
            <a:custGeom>
              <a:avLst/>
              <a:gdLst>
                <a:gd name="T0" fmla="*/ 97 w 97"/>
                <a:gd name="T1" fmla="*/ 0 h 73"/>
                <a:gd name="T2" fmla="*/ 0 w 97"/>
                <a:gd name="T3" fmla="*/ 73 h 73"/>
              </a:gdLst>
              <a:ahLst/>
              <a:cxnLst>
                <a:cxn ang="0">
                  <a:pos x="T0" y="T1"/>
                </a:cxn>
                <a:cxn ang="0">
                  <a:pos x="T2" y="T3"/>
                </a:cxn>
              </a:cxnLst>
              <a:rect l="0" t="0" r="r" b="b"/>
              <a:pathLst>
                <a:path w="97" h="73">
                  <a:moveTo>
                    <a:pt x="97" y="0"/>
                  </a:moveTo>
                  <a:lnTo>
                    <a:pt x="0" y="73"/>
                  </a:ln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127" name="Freeform 2516"/>
            <p:cNvSpPr>
              <a:spLocks/>
            </p:cNvSpPr>
            <p:nvPr/>
          </p:nvSpPr>
          <p:spPr bwMode="auto">
            <a:xfrm>
              <a:off x="2917" y="2808"/>
              <a:ext cx="97" cy="73"/>
            </a:xfrm>
            <a:custGeom>
              <a:avLst/>
              <a:gdLst>
                <a:gd name="T0" fmla="*/ 97 w 97"/>
                <a:gd name="T1" fmla="*/ 0 h 73"/>
                <a:gd name="T2" fmla="*/ 0 w 97"/>
                <a:gd name="T3" fmla="*/ 73 h 73"/>
              </a:gdLst>
              <a:ahLst/>
              <a:cxnLst>
                <a:cxn ang="0">
                  <a:pos x="T0" y="T1"/>
                </a:cxn>
                <a:cxn ang="0">
                  <a:pos x="T2" y="T3"/>
                </a:cxn>
              </a:cxnLst>
              <a:rect l="0" t="0" r="r" b="b"/>
              <a:pathLst>
                <a:path w="97" h="73">
                  <a:moveTo>
                    <a:pt x="97" y="0"/>
                  </a:moveTo>
                  <a:lnTo>
                    <a:pt x="0" y="73"/>
                  </a:ln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128" name="Freeform 2517"/>
            <p:cNvSpPr>
              <a:spLocks/>
            </p:cNvSpPr>
            <p:nvPr/>
          </p:nvSpPr>
          <p:spPr bwMode="auto">
            <a:xfrm>
              <a:off x="3016" y="2838"/>
              <a:ext cx="72" cy="40"/>
            </a:xfrm>
            <a:custGeom>
              <a:avLst/>
              <a:gdLst>
                <a:gd name="T0" fmla="*/ 0 w 72"/>
                <a:gd name="T1" fmla="*/ 0 h 40"/>
                <a:gd name="T2" fmla="*/ 72 w 72"/>
                <a:gd name="T3" fmla="*/ 40 h 40"/>
              </a:gdLst>
              <a:ahLst/>
              <a:cxnLst>
                <a:cxn ang="0">
                  <a:pos x="T0" y="T1"/>
                </a:cxn>
                <a:cxn ang="0">
                  <a:pos x="T2" y="T3"/>
                </a:cxn>
              </a:cxnLst>
              <a:rect l="0" t="0" r="r" b="b"/>
              <a:pathLst>
                <a:path w="72" h="40">
                  <a:moveTo>
                    <a:pt x="0" y="0"/>
                  </a:moveTo>
                  <a:lnTo>
                    <a:pt x="72" y="40"/>
                  </a:ln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129" name="Freeform 2518"/>
            <p:cNvSpPr>
              <a:spLocks/>
            </p:cNvSpPr>
            <p:nvPr/>
          </p:nvSpPr>
          <p:spPr bwMode="auto">
            <a:xfrm>
              <a:off x="2983" y="2860"/>
              <a:ext cx="54" cy="30"/>
            </a:xfrm>
            <a:custGeom>
              <a:avLst/>
              <a:gdLst>
                <a:gd name="T0" fmla="*/ 0 w 54"/>
                <a:gd name="T1" fmla="*/ 0 h 30"/>
                <a:gd name="T2" fmla="*/ 54 w 54"/>
                <a:gd name="T3" fmla="*/ 30 h 30"/>
              </a:gdLst>
              <a:ahLst/>
              <a:cxnLst>
                <a:cxn ang="0">
                  <a:pos x="T0" y="T1"/>
                </a:cxn>
                <a:cxn ang="0">
                  <a:pos x="T2" y="T3"/>
                </a:cxn>
              </a:cxnLst>
              <a:rect l="0" t="0" r="r" b="b"/>
              <a:pathLst>
                <a:path w="54" h="30">
                  <a:moveTo>
                    <a:pt x="0" y="0"/>
                  </a:moveTo>
                  <a:lnTo>
                    <a:pt x="54" y="30"/>
                  </a:ln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130" name="Freeform 2519"/>
            <p:cNvSpPr>
              <a:spLocks/>
            </p:cNvSpPr>
            <p:nvPr/>
          </p:nvSpPr>
          <p:spPr bwMode="auto">
            <a:xfrm>
              <a:off x="3053" y="2814"/>
              <a:ext cx="72" cy="40"/>
            </a:xfrm>
            <a:custGeom>
              <a:avLst/>
              <a:gdLst>
                <a:gd name="T0" fmla="*/ 0 w 72"/>
                <a:gd name="T1" fmla="*/ 0 h 40"/>
                <a:gd name="T2" fmla="*/ 72 w 72"/>
                <a:gd name="T3" fmla="*/ 40 h 40"/>
              </a:gdLst>
              <a:ahLst/>
              <a:cxnLst>
                <a:cxn ang="0">
                  <a:pos x="T0" y="T1"/>
                </a:cxn>
                <a:cxn ang="0">
                  <a:pos x="T2" y="T3"/>
                </a:cxn>
              </a:cxnLst>
              <a:rect l="0" t="0" r="r" b="b"/>
              <a:pathLst>
                <a:path w="72" h="40">
                  <a:moveTo>
                    <a:pt x="0" y="0"/>
                  </a:moveTo>
                  <a:lnTo>
                    <a:pt x="72" y="40"/>
                  </a:ln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grpSp>
      <p:grpSp>
        <p:nvGrpSpPr>
          <p:cNvPr id="131" name="Group 2520"/>
          <p:cNvGrpSpPr>
            <a:grpSpLocks/>
          </p:cNvGrpSpPr>
          <p:nvPr/>
        </p:nvGrpSpPr>
        <p:grpSpPr bwMode="auto">
          <a:xfrm>
            <a:off x="6035777" y="3414408"/>
            <a:ext cx="812973" cy="158180"/>
            <a:chOff x="2644" y="2807"/>
            <a:chExt cx="481" cy="83"/>
          </a:xfrm>
        </p:grpSpPr>
        <p:sp>
          <p:nvSpPr>
            <p:cNvPr id="132" name="Freeform 2521"/>
            <p:cNvSpPr>
              <a:spLocks/>
            </p:cNvSpPr>
            <p:nvPr/>
          </p:nvSpPr>
          <p:spPr bwMode="auto">
            <a:xfrm>
              <a:off x="2644" y="2810"/>
              <a:ext cx="97" cy="73"/>
            </a:xfrm>
            <a:custGeom>
              <a:avLst/>
              <a:gdLst>
                <a:gd name="T0" fmla="*/ 97 w 97"/>
                <a:gd name="T1" fmla="*/ 0 h 73"/>
                <a:gd name="T2" fmla="*/ 0 w 97"/>
                <a:gd name="T3" fmla="*/ 73 h 73"/>
              </a:gdLst>
              <a:ahLst/>
              <a:cxnLst>
                <a:cxn ang="0">
                  <a:pos x="T0" y="T1"/>
                </a:cxn>
                <a:cxn ang="0">
                  <a:pos x="T2" y="T3"/>
                </a:cxn>
              </a:cxnLst>
              <a:rect l="0" t="0" r="r" b="b"/>
              <a:pathLst>
                <a:path w="97" h="73">
                  <a:moveTo>
                    <a:pt x="97" y="0"/>
                  </a:moveTo>
                  <a:lnTo>
                    <a:pt x="0" y="73"/>
                  </a:ln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133" name="Freeform 2522"/>
            <p:cNvSpPr>
              <a:spLocks/>
            </p:cNvSpPr>
            <p:nvPr/>
          </p:nvSpPr>
          <p:spPr bwMode="auto">
            <a:xfrm>
              <a:off x="2729" y="2810"/>
              <a:ext cx="97" cy="73"/>
            </a:xfrm>
            <a:custGeom>
              <a:avLst/>
              <a:gdLst>
                <a:gd name="T0" fmla="*/ 97 w 97"/>
                <a:gd name="T1" fmla="*/ 0 h 73"/>
                <a:gd name="T2" fmla="*/ 0 w 97"/>
                <a:gd name="T3" fmla="*/ 73 h 73"/>
              </a:gdLst>
              <a:ahLst/>
              <a:cxnLst>
                <a:cxn ang="0">
                  <a:pos x="T0" y="T1"/>
                </a:cxn>
                <a:cxn ang="0">
                  <a:pos x="T2" y="T3"/>
                </a:cxn>
              </a:cxnLst>
              <a:rect l="0" t="0" r="r" b="b"/>
              <a:pathLst>
                <a:path w="97" h="73">
                  <a:moveTo>
                    <a:pt x="97" y="0"/>
                  </a:moveTo>
                  <a:lnTo>
                    <a:pt x="0" y="73"/>
                  </a:ln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134" name="Freeform 2523"/>
            <p:cNvSpPr>
              <a:spLocks/>
            </p:cNvSpPr>
            <p:nvPr/>
          </p:nvSpPr>
          <p:spPr bwMode="auto">
            <a:xfrm>
              <a:off x="2693" y="2807"/>
              <a:ext cx="97" cy="73"/>
            </a:xfrm>
            <a:custGeom>
              <a:avLst/>
              <a:gdLst>
                <a:gd name="T0" fmla="*/ 97 w 97"/>
                <a:gd name="T1" fmla="*/ 0 h 73"/>
                <a:gd name="T2" fmla="*/ 0 w 97"/>
                <a:gd name="T3" fmla="*/ 73 h 73"/>
              </a:gdLst>
              <a:ahLst/>
              <a:cxnLst>
                <a:cxn ang="0">
                  <a:pos x="T0" y="T1"/>
                </a:cxn>
                <a:cxn ang="0">
                  <a:pos x="T2" y="T3"/>
                </a:cxn>
              </a:cxnLst>
              <a:rect l="0" t="0" r="r" b="b"/>
              <a:pathLst>
                <a:path w="97" h="73">
                  <a:moveTo>
                    <a:pt x="97" y="0"/>
                  </a:moveTo>
                  <a:lnTo>
                    <a:pt x="0" y="73"/>
                  </a:ln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135" name="Freeform 2524"/>
            <p:cNvSpPr>
              <a:spLocks/>
            </p:cNvSpPr>
            <p:nvPr/>
          </p:nvSpPr>
          <p:spPr bwMode="auto">
            <a:xfrm>
              <a:off x="2792" y="2837"/>
              <a:ext cx="72" cy="40"/>
            </a:xfrm>
            <a:custGeom>
              <a:avLst/>
              <a:gdLst>
                <a:gd name="T0" fmla="*/ 0 w 72"/>
                <a:gd name="T1" fmla="*/ 0 h 40"/>
                <a:gd name="T2" fmla="*/ 72 w 72"/>
                <a:gd name="T3" fmla="*/ 40 h 40"/>
              </a:gdLst>
              <a:ahLst/>
              <a:cxnLst>
                <a:cxn ang="0">
                  <a:pos x="T0" y="T1"/>
                </a:cxn>
                <a:cxn ang="0">
                  <a:pos x="T2" y="T3"/>
                </a:cxn>
              </a:cxnLst>
              <a:rect l="0" t="0" r="r" b="b"/>
              <a:pathLst>
                <a:path w="72" h="40">
                  <a:moveTo>
                    <a:pt x="0" y="0"/>
                  </a:moveTo>
                  <a:lnTo>
                    <a:pt x="72" y="40"/>
                  </a:ln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136" name="Freeform 2525"/>
            <p:cNvSpPr>
              <a:spLocks/>
            </p:cNvSpPr>
            <p:nvPr/>
          </p:nvSpPr>
          <p:spPr bwMode="auto">
            <a:xfrm>
              <a:off x="2759" y="2859"/>
              <a:ext cx="54" cy="30"/>
            </a:xfrm>
            <a:custGeom>
              <a:avLst/>
              <a:gdLst>
                <a:gd name="T0" fmla="*/ 0 w 54"/>
                <a:gd name="T1" fmla="*/ 0 h 30"/>
                <a:gd name="T2" fmla="*/ 54 w 54"/>
                <a:gd name="T3" fmla="*/ 30 h 30"/>
              </a:gdLst>
              <a:ahLst/>
              <a:cxnLst>
                <a:cxn ang="0">
                  <a:pos x="T0" y="T1"/>
                </a:cxn>
                <a:cxn ang="0">
                  <a:pos x="T2" y="T3"/>
                </a:cxn>
              </a:cxnLst>
              <a:rect l="0" t="0" r="r" b="b"/>
              <a:pathLst>
                <a:path w="54" h="30">
                  <a:moveTo>
                    <a:pt x="0" y="0"/>
                  </a:moveTo>
                  <a:lnTo>
                    <a:pt x="54" y="30"/>
                  </a:ln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137" name="Freeform 2526"/>
            <p:cNvSpPr>
              <a:spLocks/>
            </p:cNvSpPr>
            <p:nvPr/>
          </p:nvSpPr>
          <p:spPr bwMode="auto">
            <a:xfrm>
              <a:off x="2829" y="2813"/>
              <a:ext cx="72" cy="40"/>
            </a:xfrm>
            <a:custGeom>
              <a:avLst/>
              <a:gdLst>
                <a:gd name="T0" fmla="*/ 0 w 72"/>
                <a:gd name="T1" fmla="*/ 0 h 40"/>
                <a:gd name="T2" fmla="*/ 72 w 72"/>
                <a:gd name="T3" fmla="*/ 40 h 40"/>
              </a:gdLst>
              <a:ahLst/>
              <a:cxnLst>
                <a:cxn ang="0">
                  <a:pos x="T0" y="T1"/>
                </a:cxn>
                <a:cxn ang="0">
                  <a:pos x="T2" y="T3"/>
                </a:cxn>
              </a:cxnLst>
              <a:rect l="0" t="0" r="r" b="b"/>
              <a:pathLst>
                <a:path w="72" h="40">
                  <a:moveTo>
                    <a:pt x="0" y="0"/>
                  </a:moveTo>
                  <a:lnTo>
                    <a:pt x="72" y="40"/>
                  </a:ln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138" name="Freeform 2527"/>
            <p:cNvSpPr>
              <a:spLocks/>
            </p:cNvSpPr>
            <p:nvPr/>
          </p:nvSpPr>
          <p:spPr bwMode="auto">
            <a:xfrm>
              <a:off x="2868" y="2811"/>
              <a:ext cx="97" cy="73"/>
            </a:xfrm>
            <a:custGeom>
              <a:avLst/>
              <a:gdLst>
                <a:gd name="T0" fmla="*/ 97 w 97"/>
                <a:gd name="T1" fmla="*/ 0 h 73"/>
                <a:gd name="T2" fmla="*/ 0 w 97"/>
                <a:gd name="T3" fmla="*/ 73 h 73"/>
              </a:gdLst>
              <a:ahLst/>
              <a:cxnLst>
                <a:cxn ang="0">
                  <a:pos x="T0" y="T1"/>
                </a:cxn>
                <a:cxn ang="0">
                  <a:pos x="T2" y="T3"/>
                </a:cxn>
              </a:cxnLst>
              <a:rect l="0" t="0" r="r" b="b"/>
              <a:pathLst>
                <a:path w="97" h="73">
                  <a:moveTo>
                    <a:pt x="97" y="0"/>
                  </a:moveTo>
                  <a:lnTo>
                    <a:pt x="0" y="73"/>
                  </a:ln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139" name="Freeform 2528"/>
            <p:cNvSpPr>
              <a:spLocks/>
            </p:cNvSpPr>
            <p:nvPr/>
          </p:nvSpPr>
          <p:spPr bwMode="auto">
            <a:xfrm>
              <a:off x="2953" y="2811"/>
              <a:ext cx="97" cy="73"/>
            </a:xfrm>
            <a:custGeom>
              <a:avLst/>
              <a:gdLst>
                <a:gd name="T0" fmla="*/ 97 w 97"/>
                <a:gd name="T1" fmla="*/ 0 h 73"/>
                <a:gd name="T2" fmla="*/ 0 w 97"/>
                <a:gd name="T3" fmla="*/ 73 h 73"/>
              </a:gdLst>
              <a:ahLst/>
              <a:cxnLst>
                <a:cxn ang="0">
                  <a:pos x="T0" y="T1"/>
                </a:cxn>
                <a:cxn ang="0">
                  <a:pos x="T2" y="T3"/>
                </a:cxn>
              </a:cxnLst>
              <a:rect l="0" t="0" r="r" b="b"/>
              <a:pathLst>
                <a:path w="97" h="73">
                  <a:moveTo>
                    <a:pt x="97" y="0"/>
                  </a:moveTo>
                  <a:lnTo>
                    <a:pt x="0" y="73"/>
                  </a:ln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140" name="Freeform 2529"/>
            <p:cNvSpPr>
              <a:spLocks/>
            </p:cNvSpPr>
            <p:nvPr/>
          </p:nvSpPr>
          <p:spPr bwMode="auto">
            <a:xfrm>
              <a:off x="2917" y="2808"/>
              <a:ext cx="97" cy="73"/>
            </a:xfrm>
            <a:custGeom>
              <a:avLst/>
              <a:gdLst>
                <a:gd name="T0" fmla="*/ 97 w 97"/>
                <a:gd name="T1" fmla="*/ 0 h 73"/>
                <a:gd name="T2" fmla="*/ 0 w 97"/>
                <a:gd name="T3" fmla="*/ 73 h 73"/>
              </a:gdLst>
              <a:ahLst/>
              <a:cxnLst>
                <a:cxn ang="0">
                  <a:pos x="T0" y="T1"/>
                </a:cxn>
                <a:cxn ang="0">
                  <a:pos x="T2" y="T3"/>
                </a:cxn>
              </a:cxnLst>
              <a:rect l="0" t="0" r="r" b="b"/>
              <a:pathLst>
                <a:path w="97" h="73">
                  <a:moveTo>
                    <a:pt x="97" y="0"/>
                  </a:moveTo>
                  <a:lnTo>
                    <a:pt x="0" y="73"/>
                  </a:ln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141" name="Freeform 2530"/>
            <p:cNvSpPr>
              <a:spLocks/>
            </p:cNvSpPr>
            <p:nvPr/>
          </p:nvSpPr>
          <p:spPr bwMode="auto">
            <a:xfrm>
              <a:off x="3016" y="2838"/>
              <a:ext cx="72" cy="40"/>
            </a:xfrm>
            <a:custGeom>
              <a:avLst/>
              <a:gdLst>
                <a:gd name="T0" fmla="*/ 0 w 72"/>
                <a:gd name="T1" fmla="*/ 0 h 40"/>
                <a:gd name="T2" fmla="*/ 72 w 72"/>
                <a:gd name="T3" fmla="*/ 40 h 40"/>
              </a:gdLst>
              <a:ahLst/>
              <a:cxnLst>
                <a:cxn ang="0">
                  <a:pos x="T0" y="T1"/>
                </a:cxn>
                <a:cxn ang="0">
                  <a:pos x="T2" y="T3"/>
                </a:cxn>
              </a:cxnLst>
              <a:rect l="0" t="0" r="r" b="b"/>
              <a:pathLst>
                <a:path w="72" h="40">
                  <a:moveTo>
                    <a:pt x="0" y="0"/>
                  </a:moveTo>
                  <a:lnTo>
                    <a:pt x="72" y="40"/>
                  </a:ln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142" name="Freeform 2531"/>
            <p:cNvSpPr>
              <a:spLocks/>
            </p:cNvSpPr>
            <p:nvPr/>
          </p:nvSpPr>
          <p:spPr bwMode="auto">
            <a:xfrm>
              <a:off x="2983" y="2860"/>
              <a:ext cx="54" cy="30"/>
            </a:xfrm>
            <a:custGeom>
              <a:avLst/>
              <a:gdLst>
                <a:gd name="T0" fmla="*/ 0 w 54"/>
                <a:gd name="T1" fmla="*/ 0 h 30"/>
                <a:gd name="T2" fmla="*/ 54 w 54"/>
                <a:gd name="T3" fmla="*/ 30 h 30"/>
              </a:gdLst>
              <a:ahLst/>
              <a:cxnLst>
                <a:cxn ang="0">
                  <a:pos x="T0" y="T1"/>
                </a:cxn>
                <a:cxn ang="0">
                  <a:pos x="T2" y="T3"/>
                </a:cxn>
              </a:cxnLst>
              <a:rect l="0" t="0" r="r" b="b"/>
              <a:pathLst>
                <a:path w="54" h="30">
                  <a:moveTo>
                    <a:pt x="0" y="0"/>
                  </a:moveTo>
                  <a:lnTo>
                    <a:pt x="54" y="30"/>
                  </a:ln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143" name="Freeform 2532"/>
            <p:cNvSpPr>
              <a:spLocks/>
            </p:cNvSpPr>
            <p:nvPr/>
          </p:nvSpPr>
          <p:spPr bwMode="auto">
            <a:xfrm>
              <a:off x="3053" y="2814"/>
              <a:ext cx="72" cy="40"/>
            </a:xfrm>
            <a:custGeom>
              <a:avLst/>
              <a:gdLst>
                <a:gd name="T0" fmla="*/ 0 w 72"/>
                <a:gd name="T1" fmla="*/ 0 h 40"/>
                <a:gd name="T2" fmla="*/ 72 w 72"/>
                <a:gd name="T3" fmla="*/ 40 h 40"/>
              </a:gdLst>
              <a:ahLst/>
              <a:cxnLst>
                <a:cxn ang="0">
                  <a:pos x="T0" y="T1"/>
                </a:cxn>
                <a:cxn ang="0">
                  <a:pos x="T2" y="T3"/>
                </a:cxn>
              </a:cxnLst>
              <a:rect l="0" t="0" r="r" b="b"/>
              <a:pathLst>
                <a:path w="72" h="40">
                  <a:moveTo>
                    <a:pt x="0" y="0"/>
                  </a:moveTo>
                  <a:lnTo>
                    <a:pt x="72" y="40"/>
                  </a:ln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grpSp>
      <p:sp>
        <p:nvSpPr>
          <p:cNvPr id="144" name="Text Box 2446"/>
          <p:cNvSpPr txBox="1">
            <a:spLocks noChangeArrowheads="1"/>
          </p:cNvSpPr>
          <p:nvPr/>
        </p:nvSpPr>
        <p:spPr bwMode="auto">
          <a:xfrm>
            <a:off x="1419892" y="3363108"/>
            <a:ext cx="371409" cy="3992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600" dirty="0">
                <a:latin typeface="Times New Roman" pitchFamily="18" charset="0"/>
              </a:rPr>
              <a:t>0</a:t>
            </a:r>
          </a:p>
        </p:txBody>
      </p:sp>
      <p:sp>
        <p:nvSpPr>
          <p:cNvPr id="145" name="Line 2477"/>
          <p:cNvSpPr>
            <a:spLocks noChangeShapeType="1"/>
          </p:cNvSpPr>
          <p:nvPr/>
        </p:nvSpPr>
        <p:spPr bwMode="auto">
          <a:xfrm>
            <a:off x="1557362" y="3421816"/>
            <a:ext cx="40126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146" name="组合 145"/>
          <p:cNvGrpSpPr/>
          <p:nvPr/>
        </p:nvGrpSpPr>
        <p:grpSpPr>
          <a:xfrm>
            <a:off x="6191291" y="2800086"/>
            <a:ext cx="937632" cy="461665"/>
            <a:chOff x="6418362" y="3104728"/>
            <a:chExt cx="937632" cy="461665"/>
          </a:xfrm>
        </p:grpSpPr>
        <p:grpSp>
          <p:nvGrpSpPr>
            <p:cNvPr id="147" name="组合 146"/>
            <p:cNvGrpSpPr/>
            <p:nvPr/>
          </p:nvGrpSpPr>
          <p:grpSpPr>
            <a:xfrm>
              <a:off x="6418362" y="3104728"/>
              <a:ext cx="379413" cy="461665"/>
              <a:chOff x="11636671" y="4488121"/>
              <a:chExt cx="379413" cy="461665"/>
            </a:xfrm>
          </p:grpSpPr>
          <p:sp>
            <p:nvSpPr>
              <p:cNvPr id="149" name="Oval 42"/>
              <p:cNvSpPr>
                <a:spLocks noChangeArrowheads="1"/>
              </p:cNvSpPr>
              <p:nvPr/>
            </p:nvSpPr>
            <p:spPr bwMode="auto">
              <a:xfrm>
                <a:off x="11636671" y="4543120"/>
                <a:ext cx="379413" cy="377825"/>
              </a:xfrm>
              <a:prstGeom prst="ellipse">
                <a:avLst/>
              </a:prstGeom>
              <a:solidFill>
                <a:srgbClr val="FF9900"/>
              </a:solidFill>
              <a:ln w="9525">
                <a:solidFill>
                  <a:schemeClr val="tx1"/>
                </a:solidFill>
                <a:round/>
                <a:headEnd/>
                <a:tailEnd/>
              </a:ln>
            </p:spPr>
            <p:txBody>
              <a:bodyPr wrap="none" anchor="ctr"/>
              <a:lstStyle/>
              <a:p>
                <a:endParaRPr lang="zh-CN" altLang="en-US"/>
              </a:p>
            </p:txBody>
          </p:sp>
          <p:sp>
            <p:nvSpPr>
              <p:cNvPr id="150" name="Text Box 43"/>
              <p:cNvSpPr txBox="1">
                <a:spLocks noChangeArrowheads="1"/>
              </p:cNvSpPr>
              <p:nvPr/>
            </p:nvSpPr>
            <p:spPr bwMode="auto">
              <a:xfrm>
                <a:off x="11660484" y="4488121"/>
                <a:ext cx="33855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en-US" altLang="zh-CN" sz="2400" dirty="0" smtClean="0">
                    <a:solidFill>
                      <a:srgbClr val="000066"/>
                    </a:solidFill>
                  </a:rPr>
                  <a:t>4</a:t>
                </a:r>
                <a:endParaRPr kumimoji="1" lang="zh-CN" altLang="en-US" sz="2400" dirty="0">
                  <a:solidFill>
                    <a:srgbClr val="000066"/>
                  </a:solidFill>
                </a:endParaRPr>
              </a:p>
            </p:txBody>
          </p:sp>
        </p:grpSp>
        <p:cxnSp>
          <p:nvCxnSpPr>
            <p:cNvPr id="148" name="直接连接符 147"/>
            <p:cNvCxnSpPr/>
            <p:nvPr/>
          </p:nvCxnSpPr>
          <p:spPr bwMode="auto">
            <a:xfrm flipH="1">
              <a:off x="6838257" y="3241258"/>
              <a:ext cx="517737" cy="111069"/>
            </a:xfrm>
            <a:prstGeom prst="line">
              <a:avLst/>
            </a:prstGeom>
            <a:noFill/>
            <a:ln w="12700" cap="flat" cmpd="sng" algn="ctr">
              <a:solidFill>
                <a:schemeClr val="tx1"/>
              </a:solidFill>
              <a:prstDash val="solid"/>
              <a:round/>
              <a:headEnd type="none" w="med" len="med"/>
              <a:tailEnd type="none" w="med" len="med"/>
            </a:ln>
            <a:effectLst/>
          </p:spPr>
        </p:cxnSp>
      </p:grpSp>
      <p:grpSp>
        <p:nvGrpSpPr>
          <p:cNvPr id="151" name="组合 150"/>
          <p:cNvGrpSpPr/>
          <p:nvPr/>
        </p:nvGrpSpPr>
        <p:grpSpPr>
          <a:xfrm>
            <a:off x="1686356" y="5134321"/>
            <a:ext cx="7261828" cy="461665"/>
            <a:chOff x="1309688" y="3809487"/>
            <a:chExt cx="7261828" cy="461665"/>
          </a:xfrm>
        </p:grpSpPr>
        <p:sp>
          <p:nvSpPr>
            <p:cNvPr id="152" name="Oval 5"/>
            <p:cNvSpPr>
              <a:spLocks noChangeArrowheads="1"/>
            </p:cNvSpPr>
            <p:nvPr/>
          </p:nvSpPr>
          <p:spPr bwMode="auto">
            <a:xfrm>
              <a:off x="1322388" y="3911087"/>
              <a:ext cx="314325" cy="314325"/>
            </a:xfrm>
            <a:prstGeom prst="ellipse">
              <a:avLst/>
            </a:prstGeom>
            <a:solidFill>
              <a:srgbClr val="FF9900"/>
            </a:solidFill>
            <a:ln w="9525">
              <a:solidFill>
                <a:schemeClr val="tx1"/>
              </a:solidFill>
              <a:round/>
              <a:headEnd/>
              <a:tailEnd/>
            </a:ln>
          </p:spPr>
          <p:txBody>
            <a:bodyPr wrap="none" anchor="ctr"/>
            <a:lstStyle/>
            <a:p>
              <a:endParaRPr lang="zh-CN" altLang="en-US"/>
            </a:p>
          </p:txBody>
        </p:sp>
        <p:sp>
          <p:nvSpPr>
            <p:cNvPr id="153" name="Text Box 61"/>
            <p:cNvSpPr txBox="1">
              <a:spLocks noChangeArrowheads="1"/>
            </p:cNvSpPr>
            <p:nvPr/>
          </p:nvSpPr>
          <p:spPr bwMode="auto">
            <a:xfrm>
              <a:off x="1309688" y="3809487"/>
              <a:ext cx="33855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en-US" altLang="zh-CN" sz="2400" dirty="0">
                  <a:solidFill>
                    <a:srgbClr val="000066"/>
                  </a:solidFill>
                  <a:latin typeface="幼圆" pitchFamily="49" charset="-122"/>
                  <a:ea typeface="幼圆" pitchFamily="49" charset="-122"/>
                </a:rPr>
                <a:t>4</a:t>
              </a:r>
              <a:endParaRPr kumimoji="1" lang="zh-CN" altLang="en-US" sz="2400" dirty="0">
                <a:solidFill>
                  <a:srgbClr val="000066"/>
                </a:solidFill>
                <a:latin typeface="幼圆" pitchFamily="49" charset="-122"/>
                <a:ea typeface="幼圆" pitchFamily="49" charset="-122"/>
              </a:endParaRPr>
            </a:p>
          </p:txBody>
        </p:sp>
        <p:sp>
          <p:nvSpPr>
            <p:cNvPr id="154" name="Text Box 62"/>
            <p:cNvSpPr txBox="1">
              <a:spLocks noChangeArrowheads="1"/>
            </p:cNvSpPr>
            <p:nvPr/>
          </p:nvSpPr>
          <p:spPr bwMode="auto">
            <a:xfrm>
              <a:off x="1648006" y="3844412"/>
              <a:ext cx="692351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zh-CN" altLang="en-US" sz="2000" b="1" dirty="0">
                  <a:solidFill>
                    <a:srgbClr val="000066"/>
                  </a:solidFill>
                  <a:ea typeface="幼圆" pitchFamily="49" charset="-122"/>
                  <a:cs typeface="Times New Roman" panose="02020603050405020304" pitchFamily="18" charset="0"/>
                </a:rPr>
                <a:t>渗出</a:t>
              </a:r>
              <a:r>
                <a:rPr kumimoji="1" lang="zh-CN" altLang="en-US" sz="2000" b="1" dirty="0" smtClean="0">
                  <a:solidFill>
                    <a:srgbClr val="000066"/>
                  </a:solidFill>
                  <a:ea typeface="幼圆" pitchFamily="49" charset="-122"/>
                  <a:cs typeface="Times New Roman" panose="02020603050405020304" pitchFamily="18" charset="0"/>
                </a:rPr>
                <a:t>面</a:t>
              </a:r>
              <a:r>
                <a:rPr kumimoji="1" lang="zh-CN" altLang="en-US" sz="2000" b="1" dirty="0">
                  <a:solidFill>
                    <a:srgbClr val="000066"/>
                  </a:solidFill>
                  <a:ea typeface="幼圆" pitchFamily="49" charset="-122"/>
                  <a:cs typeface="Times New Roman" panose="02020603050405020304" pitchFamily="18" charset="0"/>
                </a:rPr>
                <a:t>边界</a:t>
              </a:r>
              <a:r>
                <a:rPr kumimoji="1" lang="zh-CN" altLang="en-US" sz="2000" b="1" dirty="0" smtClean="0">
                  <a:solidFill>
                    <a:srgbClr val="000066"/>
                  </a:solidFill>
                  <a:ea typeface="幼圆" pitchFamily="49" charset="-122"/>
                  <a:cs typeface="Times New Roman" panose="02020603050405020304" pitchFamily="18" charset="0"/>
                </a:rPr>
                <a:t> ：非等势线，非流线，流速流出，具体方向变化</a:t>
              </a:r>
              <a:endParaRPr kumimoji="1" lang="en-US" altLang="zh-CN" sz="2000" b="1" dirty="0">
                <a:solidFill>
                  <a:srgbClr val="000066"/>
                </a:solidFill>
                <a:ea typeface="幼圆" pitchFamily="49" charset="-122"/>
                <a:cs typeface="Times New Roman" panose="02020603050405020304" pitchFamily="18" charset="0"/>
              </a:endParaRPr>
            </a:p>
          </p:txBody>
        </p:sp>
      </p:grpSp>
      <p:grpSp>
        <p:nvGrpSpPr>
          <p:cNvPr id="155" name="组合 154"/>
          <p:cNvGrpSpPr/>
          <p:nvPr/>
        </p:nvGrpSpPr>
        <p:grpSpPr>
          <a:xfrm>
            <a:off x="6988728" y="2801771"/>
            <a:ext cx="554858" cy="267905"/>
            <a:chOff x="6377517" y="2295378"/>
            <a:chExt cx="554858" cy="267905"/>
          </a:xfrm>
        </p:grpSpPr>
        <p:cxnSp>
          <p:nvCxnSpPr>
            <p:cNvPr id="156" name="直接箭头连接符 155"/>
            <p:cNvCxnSpPr/>
            <p:nvPr/>
          </p:nvCxnSpPr>
          <p:spPr bwMode="auto">
            <a:xfrm flipV="1">
              <a:off x="6839242" y="2404533"/>
              <a:ext cx="93133" cy="158750"/>
            </a:xfrm>
            <a:prstGeom prst="straightConnector1">
              <a:avLst/>
            </a:prstGeom>
            <a:noFill/>
            <a:ln w="9525" cap="flat" cmpd="sng" algn="ctr">
              <a:solidFill>
                <a:srgbClr val="C00000"/>
              </a:solidFill>
              <a:prstDash val="solid"/>
              <a:round/>
              <a:headEnd type="none" w="med" len="med"/>
              <a:tailEnd type="triangle" w="med" len="med"/>
            </a:ln>
            <a:effectLst/>
          </p:spPr>
        </p:cxnSp>
        <p:cxnSp>
          <p:nvCxnSpPr>
            <p:cNvPr id="157" name="直接箭头连接符 156"/>
            <p:cNvCxnSpPr/>
            <p:nvPr/>
          </p:nvCxnSpPr>
          <p:spPr bwMode="auto">
            <a:xfrm>
              <a:off x="6377517" y="2295378"/>
              <a:ext cx="232832" cy="76204"/>
            </a:xfrm>
            <a:prstGeom prst="straightConnector1">
              <a:avLst/>
            </a:prstGeom>
            <a:noFill/>
            <a:ln w="9525" cap="flat" cmpd="sng" algn="ctr">
              <a:solidFill>
                <a:srgbClr val="C00000"/>
              </a:solidFill>
              <a:prstDash val="solid"/>
              <a:round/>
              <a:headEnd type="none" w="med" len="med"/>
              <a:tailEnd type="triangle" w="med" len="med"/>
            </a:ln>
            <a:effectLst/>
          </p:spPr>
        </p:cxnSp>
        <p:cxnSp>
          <p:nvCxnSpPr>
            <p:cNvPr id="158" name="直接箭头连接符 157"/>
            <p:cNvCxnSpPr/>
            <p:nvPr/>
          </p:nvCxnSpPr>
          <p:spPr bwMode="auto">
            <a:xfrm flipV="1">
              <a:off x="6698328" y="2390625"/>
              <a:ext cx="133356" cy="88902"/>
            </a:xfrm>
            <a:prstGeom prst="straightConnector1">
              <a:avLst/>
            </a:prstGeom>
            <a:noFill/>
            <a:ln w="9525" cap="flat" cmpd="sng" algn="ctr">
              <a:solidFill>
                <a:srgbClr val="C00000"/>
              </a:solidFill>
              <a:prstDash val="solid"/>
              <a:round/>
              <a:headEnd type="none" w="med" len="med"/>
              <a:tailEnd type="triangle" w="med" len="med"/>
            </a:ln>
            <a:effectLst/>
          </p:spPr>
        </p:cxnSp>
        <p:cxnSp>
          <p:nvCxnSpPr>
            <p:cNvPr id="159" name="直接箭头连接符 158"/>
            <p:cNvCxnSpPr/>
            <p:nvPr/>
          </p:nvCxnSpPr>
          <p:spPr bwMode="auto">
            <a:xfrm flipV="1">
              <a:off x="6568002" y="2355845"/>
              <a:ext cx="186273" cy="48685"/>
            </a:xfrm>
            <a:prstGeom prst="straightConnector1">
              <a:avLst/>
            </a:prstGeom>
            <a:noFill/>
            <a:ln w="9525" cap="flat" cmpd="sng" algn="ctr">
              <a:solidFill>
                <a:srgbClr val="C00000"/>
              </a:solidFill>
              <a:prstDash val="solid"/>
              <a:round/>
              <a:headEnd type="none" w="med" len="med"/>
              <a:tailEnd type="triangle" w="med" len="med"/>
            </a:ln>
            <a:effectLst/>
          </p:spPr>
        </p:cxnSp>
      </p:grpSp>
      <p:grpSp>
        <p:nvGrpSpPr>
          <p:cNvPr id="160" name="组合 159"/>
          <p:cNvGrpSpPr/>
          <p:nvPr/>
        </p:nvGrpSpPr>
        <p:grpSpPr>
          <a:xfrm>
            <a:off x="2906972" y="2218270"/>
            <a:ext cx="1951152" cy="1122908"/>
            <a:chOff x="2339485" y="1741518"/>
            <a:chExt cx="1951152" cy="1122908"/>
          </a:xfrm>
        </p:grpSpPr>
        <p:cxnSp>
          <p:nvCxnSpPr>
            <p:cNvPr id="161" name="直接箭头连接符 160"/>
            <p:cNvCxnSpPr/>
            <p:nvPr/>
          </p:nvCxnSpPr>
          <p:spPr bwMode="auto">
            <a:xfrm rot="5400000" flipV="1">
              <a:off x="2304499" y="2753108"/>
              <a:ext cx="146304" cy="76332"/>
            </a:xfrm>
            <a:prstGeom prst="straightConnector1">
              <a:avLst/>
            </a:prstGeom>
            <a:noFill/>
            <a:ln w="9525" cap="flat" cmpd="sng" algn="ctr">
              <a:solidFill>
                <a:srgbClr val="C00000"/>
              </a:solidFill>
              <a:prstDash val="solid"/>
              <a:round/>
              <a:headEnd type="none" w="med" len="med"/>
              <a:tailEnd type="triangle" w="med" len="med"/>
            </a:ln>
            <a:effectLst/>
          </p:spPr>
        </p:cxnSp>
        <p:cxnSp>
          <p:nvCxnSpPr>
            <p:cNvPr id="162" name="直接箭头连接符 161"/>
            <p:cNvCxnSpPr/>
            <p:nvPr/>
          </p:nvCxnSpPr>
          <p:spPr bwMode="auto">
            <a:xfrm rot="5400000" flipV="1">
              <a:off x="2419576" y="2689038"/>
              <a:ext cx="146304" cy="76332"/>
            </a:xfrm>
            <a:prstGeom prst="straightConnector1">
              <a:avLst/>
            </a:prstGeom>
            <a:noFill/>
            <a:ln w="9525" cap="flat" cmpd="sng" algn="ctr">
              <a:solidFill>
                <a:srgbClr val="C00000"/>
              </a:solidFill>
              <a:prstDash val="solid"/>
              <a:round/>
              <a:headEnd type="none" w="med" len="med"/>
              <a:tailEnd type="triangle" w="med" len="med"/>
            </a:ln>
            <a:effectLst/>
          </p:spPr>
        </p:cxnSp>
        <p:cxnSp>
          <p:nvCxnSpPr>
            <p:cNvPr id="163" name="直接箭头连接符 162"/>
            <p:cNvCxnSpPr/>
            <p:nvPr/>
          </p:nvCxnSpPr>
          <p:spPr bwMode="auto">
            <a:xfrm rot="5400000" flipV="1">
              <a:off x="2542117" y="2632432"/>
              <a:ext cx="146304" cy="76332"/>
            </a:xfrm>
            <a:prstGeom prst="straightConnector1">
              <a:avLst/>
            </a:prstGeom>
            <a:noFill/>
            <a:ln w="9525" cap="flat" cmpd="sng" algn="ctr">
              <a:solidFill>
                <a:srgbClr val="C00000"/>
              </a:solidFill>
              <a:prstDash val="solid"/>
              <a:round/>
              <a:headEnd type="none" w="med" len="med"/>
              <a:tailEnd type="triangle" w="med" len="med"/>
            </a:ln>
            <a:effectLst/>
          </p:spPr>
        </p:cxnSp>
        <p:cxnSp>
          <p:nvCxnSpPr>
            <p:cNvPr id="164" name="直接箭头连接符 163"/>
            <p:cNvCxnSpPr/>
            <p:nvPr/>
          </p:nvCxnSpPr>
          <p:spPr bwMode="auto">
            <a:xfrm rot="5400000" flipV="1">
              <a:off x="2660926" y="2572094"/>
              <a:ext cx="146304" cy="76332"/>
            </a:xfrm>
            <a:prstGeom prst="straightConnector1">
              <a:avLst/>
            </a:prstGeom>
            <a:noFill/>
            <a:ln w="9525" cap="flat" cmpd="sng" algn="ctr">
              <a:solidFill>
                <a:srgbClr val="C00000"/>
              </a:solidFill>
              <a:prstDash val="solid"/>
              <a:round/>
              <a:headEnd type="none" w="med" len="med"/>
              <a:tailEnd type="triangle" w="med" len="med"/>
            </a:ln>
            <a:effectLst/>
          </p:spPr>
        </p:cxnSp>
        <p:cxnSp>
          <p:nvCxnSpPr>
            <p:cNvPr id="165" name="直接箭头连接符 164"/>
            <p:cNvCxnSpPr/>
            <p:nvPr/>
          </p:nvCxnSpPr>
          <p:spPr bwMode="auto">
            <a:xfrm rot="5400000" flipV="1">
              <a:off x="2779735" y="2511756"/>
              <a:ext cx="146304" cy="76332"/>
            </a:xfrm>
            <a:prstGeom prst="straightConnector1">
              <a:avLst/>
            </a:prstGeom>
            <a:noFill/>
            <a:ln w="9525" cap="flat" cmpd="sng" algn="ctr">
              <a:solidFill>
                <a:srgbClr val="C00000"/>
              </a:solidFill>
              <a:prstDash val="solid"/>
              <a:round/>
              <a:headEnd type="none" w="med" len="med"/>
              <a:tailEnd type="triangle" w="med" len="med"/>
            </a:ln>
            <a:effectLst/>
          </p:spPr>
        </p:cxnSp>
        <p:cxnSp>
          <p:nvCxnSpPr>
            <p:cNvPr id="166" name="直接箭头连接符 165"/>
            <p:cNvCxnSpPr/>
            <p:nvPr/>
          </p:nvCxnSpPr>
          <p:spPr bwMode="auto">
            <a:xfrm rot="5400000" flipV="1">
              <a:off x="2898544" y="2455150"/>
              <a:ext cx="146304" cy="76332"/>
            </a:xfrm>
            <a:prstGeom prst="straightConnector1">
              <a:avLst/>
            </a:prstGeom>
            <a:noFill/>
            <a:ln w="9525" cap="flat" cmpd="sng" algn="ctr">
              <a:solidFill>
                <a:srgbClr val="C00000"/>
              </a:solidFill>
              <a:prstDash val="solid"/>
              <a:round/>
              <a:headEnd type="none" w="med" len="med"/>
              <a:tailEnd type="triangle" w="med" len="med"/>
            </a:ln>
            <a:effectLst/>
          </p:spPr>
        </p:cxnSp>
        <p:cxnSp>
          <p:nvCxnSpPr>
            <p:cNvPr id="167" name="直接箭头连接符 166"/>
            <p:cNvCxnSpPr/>
            <p:nvPr/>
          </p:nvCxnSpPr>
          <p:spPr bwMode="auto">
            <a:xfrm rot="5400000" flipV="1">
              <a:off x="3013621" y="2394812"/>
              <a:ext cx="146304" cy="76332"/>
            </a:xfrm>
            <a:prstGeom prst="straightConnector1">
              <a:avLst/>
            </a:prstGeom>
            <a:noFill/>
            <a:ln w="9525" cap="flat" cmpd="sng" algn="ctr">
              <a:solidFill>
                <a:srgbClr val="C00000"/>
              </a:solidFill>
              <a:prstDash val="solid"/>
              <a:round/>
              <a:headEnd type="none" w="med" len="med"/>
              <a:tailEnd type="triangle" w="med" len="med"/>
            </a:ln>
            <a:effectLst/>
          </p:spPr>
        </p:cxnSp>
        <p:cxnSp>
          <p:nvCxnSpPr>
            <p:cNvPr id="168" name="直接箭头连接符 167"/>
            <p:cNvCxnSpPr/>
            <p:nvPr/>
          </p:nvCxnSpPr>
          <p:spPr bwMode="auto">
            <a:xfrm rot="5400000" flipV="1">
              <a:off x="3128698" y="2330742"/>
              <a:ext cx="146304" cy="76332"/>
            </a:xfrm>
            <a:prstGeom prst="straightConnector1">
              <a:avLst/>
            </a:prstGeom>
            <a:noFill/>
            <a:ln w="9525" cap="flat" cmpd="sng" algn="ctr">
              <a:solidFill>
                <a:srgbClr val="C00000"/>
              </a:solidFill>
              <a:prstDash val="solid"/>
              <a:round/>
              <a:headEnd type="none" w="med" len="med"/>
              <a:tailEnd type="triangle" w="med" len="med"/>
            </a:ln>
            <a:effectLst/>
          </p:spPr>
        </p:cxnSp>
        <p:cxnSp>
          <p:nvCxnSpPr>
            <p:cNvPr id="169" name="直接箭头连接符 168"/>
            <p:cNvCxnSpPr/>
            <p:nvPr/>
          </p:nvCxnSpPr>
          <p:spPr bwMode="auto">
            <a:xfrm rot="5400000" flipV="1">
              <a:off x="3243775" y="2262940"/>
              <a:ext cx="146304" cy="76332"/>
            </a:xfrm>
            <a:prstGeom prst="straightConnector1">
              <a:avLst/>
            </a:prstGeom>
            <a:noFill/>
            <a:ln w="9525" cap="flat" cmpd="sng" algn="ctr">
              <a:solidFill>
                <a:srgbClr val="C00000"/>
              </a:solidFill>
              <a:prstDash val="solid"/>
              <a:round/>
              <a:headEnd type="none" w="med" len="med"/>
              <a:tailEnd type="triangle" w="med" len="med"/>
            </a:ln>
            <a:effectLst/>
          </p:spPr>
        </p:cxnSp>
        <p:cxnSp>
          <p:nvCxnSpPr>
            <p:cNvPr id="170" name="直接箭头连接符 169"/>
            <p:cNvCxnSpPr/>
            <p:nvPr/>
          </p:nvCxnSpPr>
          <p:spPr bwMode="auto">
            <a:xfrm rot="5400000" flipV="1">
              <a:off x="3358852" y="2202602"/>
              <a:ext cx="146304" cy="76332"/>
            </a:xfrm>
            <a:prstGeom prst="straightConnector1">
              <a:avLst/>
            </a:prstGeom>
            <a:noFill/>
            <a:ln w="9525" cap="flat" cmpd="sng" algn="ctr">
              <a:solidFill>
                <a:srgbClr val="C00000"/>
              </a:solidFill>
              <a:prstDash val="solid"/>
              <a:round/>
              <a:headEnd type="none" w="med" len="med"/>
              <a:tailEnd type="triangle" w="med" len="med"/>
            </a:ln>
            <a:effectLst/>
          </p:spPr>
        </p:cxnSp>
        <p:cxnSp>
          <p:nvCxnSpPr>
            <p:cNvPr id="171" name="直接箭头连接符 170"/>
            <p:cNvCxnSpPr/>
            <p:nvPr/>
          </p:nvCxnSpPr>
          <p:spPr bwMode="auto">
            <a:xfrm rot="5400000" flipV="1">
              <a:off x="3473929" y="2145996"/>
              <a:ext cx="146304" cy="76332"/>
            </a:xfrm>
            <a:prstGeom prst="straightConnector1">
              <a:avLst/>
            </a:prstGeom>
            <a:noFill/>
            <a:ln w="9525" cap="flat" cmpd="sng" algn="ctr">
              <a:solidFill>
                <a:srgbClr val="C00000"/>
              </a:solidFill>
              <a:prstDash val="solid"/>
              <a:round/>
              <a:headEnd type="none" w="med" len="med"/>
              <a:tailEnd type="triangle" w="med" len="med"/>
            </a:ln>
            <a:effectLst/>
          </p:spPr>
        </p:cxnSp>
        <p:cxnSp>
          <p:nvCxnSpPr>
            <p:cNvPr id="172" name="直接箭头连接符 171"/>
            <p:cNvCxnSpPr/>
            <p:nvPr/>
          </p:nvCxnSpPr>
          <p:spPr bwMode="auto">
            <a:xfrm rot="5400000" flipV="1">
              <a:off x="3589006" y="2089390"/>
              <a:ext cx="146304" cy="76332"/>
            </a:xfrm>
            <a:prstGeom prst="straightConnector1">
              <a:avLst/>
            </a:prstGeom>
            <a:noFill/>
            <a:ln w="9525" cap="flat" cmpd="sng" algn="ctr">
              <a:solidFill>
                <a:srgbClr val="C00000"/>
              </a:solidFill>
              <a:prstDash val="solid"/>
              <a:round/>
              <a:headEnd type="none" w="med" len="med"/>
              <a:tailEnd type="triangle" w="med" len="med"/>
            </a:ln>
            <a:effectLst/>
          </p:spPr>
        </p:cxnSp>
        <p:cxnSp>
          <p:nvCxnSpPr>
            <p:cNvPr id="173" name="直接箭头连接符 172"/>
            <p:cNvCxnSpPr/>
            <p:nvPr/>
          </p:nvCxnSpPr>
          <p:spPr bwMode="auto">
            <a:xfrm rot="5400000" flipV="1">
              <a:off x="3704083" y="2029052"/>
              <a:ext cx="146304" cy="76332"/>
            </a:xfrm>
            <a:prstGeom prst="straightConnector1">
              <a:avLst/>
            </a:prstGeom>
            <a:noFill/>
            <a:ln w="9525" cap="flat" cmpd="sng" algn="ctr">
              <a:solidFill>
                <a:srgbClr val="C00000"/>
              </a:solidFill>
              <a:prstDash val="solid"/>
              <a:round/>
              <a:headEnd type="none" w="med" len="med"/>
              <a:tailEnd type="triangle" w="med" len="med"/>
            </a:ln>
            <a:effectLst/>
          </p:spPr>
        </p:cxnSp>
        <p:cxnSp>
          <p:nvCxnSpPr>
            <p:cNvPr id="174" name="直接箭头连接符 173"/>
            <p:cNvCxnSpPr/>
            <p:nvPr/>
          </p:nvCxnSpPr>
          <p:spPr bwMode="auto">
            <a:xfrm rot="5400000" flipV="1">
              <a:off x="3819160" y="1961250"/>
              <a:ext cx="146304" cy="76332"/>
            </a:xfrm>
            <a:prstGeom prst="straightConnector1">
              <a:avLst/>
            </a:prstGeom>
            <a:noFill/>
            <a:ln w="9525" cap="flat" cmpd="sng" algn="ctr">
              <a:solidFill>
                <a:srgbClr val="C00000"/>
              </a:solidFill>
              <a:prstDash val="solid"/>
              <a:round/>
              <a:headEnd type="none" w="med" len="med"/>
              <a:tailEnd type="triangle" w="med" len="med"/>
            </a:ln>
            <a:effectLst/>
          </p:spPr>
        </p:cxnSp>
        <p:cxnSp>
          <p:nvCxnSpPr>
            <p:cNvPr id="175" name="直接箭头连接符 174"/>
            <p:cNvCxnSpPr/>
            <p:nvPr/>
          </p:nvCxnSpPr>
          <p:spPr bwMode="auto">
            <a:xfrm rot="5400000" flipV="1">
              <a:off x="3934237" y="1893448"/>
              <a:ext cx="146304" cy="76332"/>
            </a:xfrm>
            <a:prstGeom prst="straightConnector1">
              <a:avLst/>
            </a:prstGeom>
            <a:noFill/>
            <a:ln w="9525" cap="flat" cmpd="sng" algn="ctr">
              <a:solidFill>
                <a:srgbClr val="C00000"/>
              </a:solidFill>
              <a:prstDash val="solid"/>
              <a:round/>
              <a:headEnd type="none" w="med" len="med"/>
              <a:tailEnd type="triangle" w="med" len="med"/>
            </a:ln>
            <a:effectLst/>
          </p:spPr>
        </p:cxnSp>
        <p:cxnSp>
          <p:nvCxnSpPr>
            <p:cNvPr id="176" name="直接箭头连接符 175"/>
            <p:cNvCxnSpPr/>
            <p:nvPr/>
          </p:nvCxnSpPr>
          <p:spPr bwMode="auto">
            <a:xfrm rot="5400000" flipV="1">
              <a:off x="4056778" y="1840574"/>
              <a:ext cx="146304" cy="76332"/>
            </a:xfrm>
            <a:prstGeom prst="straightConnector1">
              <a:avLst/>
            </a:prstGeom>
            <a:noFill/>
            <a:ln w="9525" cap="flat" cmpd="sng" algn="ctr">
              <a:solidFill>
                <a:srgbClr val="C00000"/>
              </a:solidFill>
              <a:prstDash val="solid"/>
              <a:round/>
              <a:headEnd type="none" w="med" len="med"/>
              <a:tailEnd type="triangle" w="med" len="med"/>
            </a:ln>
            <a:effectLst/>
          </p:spPr>
        </p:cxnSp>
        <p:cxnSp>
          <p:nvCxnSpPr>
            <p:cNvPr id="177" name="直接箭头连接符 176"/>
            <p:cNvCxnSpPr/>
            <p:nvPr/>
          </p:nvCxnSpPr>
          <p:spPr bwMode="auto">
            <a:xfrm rot="5400000" flipV="1">
              <a:off x="4179319" y="1776504"/>
              <a:ext cx="146304" cy="76332"/>
            </a:xfrm>
            <a:prstGeom prst="straightConnector1">
              <a:avLst/>
            </a:prstGeom>
            <a:noFill/>
            <a:ln w="9525" cap="flat" cmpd="sng" algn="ctr">
              <a:solidFill>
                <a:srgbClr val="C00000"/>
              </a:solidFill>
              <a:prstDash val="solid"/>
              <a:round/>
              <a:headEnd type="none" w="med" len="med"/>
              <a:tailEnd type="triangle" w="med" len="med"/>
            </a:ln>
            <a:effectLst/>
          </p:spPr>
        </p:cxnSp>
      </p:grpSp>
      <p:grpSp>
        <p:nvGrpSpPr>
          <p:cNvPr id="178" name="组合 177"/>
          <p:cNvGrpSpPr/>
          <p:nvPr/>
        </p:nvGrpSpPr>
        <p:grpSpPr>
          <a:xfrm>
            <a:off x="7434884" y="3132683"/>
            <a:ext cx="448152" cy="325847"/>
            <a:chOff x="6757505" y="2611443"/>
            <a:chExt cx="448152" cy="325847"/>
          </a:xfrm>
        </p:grpSpPr>
        <p:cxnSp>
          <p:nvCxnSpPr>
            <p:cNvPr id="179" name="直接箭头连接符 178"/>
            <p:cNvCxnSpPr/>
            <p:nvPr/>
          </p:nvCxnSpPr>
          <p:spPr bwMode="auto">
            <a:xfrm rot="10800000" flipH="1">
              <a:off x="6757505" y="2611443"/>
              <a:ext cx="73500" cy="128995"/>
            </a:xfrm>
            <a:prstGeom prst="straightConnector1">
              <a:avLst/>
            </a:prstGeom>
            <a:noFill/>
            <a:ln w="9525" cap="flat" cmpd="sng" algn="ctr">
              <a:solidFill>
                <a:srgbClr val="C00000"/>
              </a:solidFill>
              <a:prstDash val="solid"/>
              <a:round/>
              <a:headEnd type="none" w="med" len="med"/>
              <a:tailEnd type="triangle" w="med" len="med"/>
            </a:ln>
            <a:effectLst/>
          </p:spPr>
        </p:cxnSp>
        <p:cxnSp>
          <p:nvCxnSpPr>
            <p:cNvPr id="180" name="直接箭头连接符 179"/>
            <p:cNvCxnSpPr/>
            <p:nvPr/>
          </p:nvCxnSpPr>
          <p:spPr bwMode="auto">
            <a:xfrm rot="10800000" flipH="1">
              <a:off x="6851168" y="2660656"/>
              <a:ext cx="73500" cy="128995"/>
            </a:xfrm>
            <a:prstGeom prst="straightConnector1">
              <a:avLst/>
            </a:prstGeom>
            <a:noFill/>
            <a:ln w="9525" cap="flat" cmpd="sng" algn="ctr">
              <a:solidFill>
                <a:srgbClr val="C00000"/>
              </a:solidFill>
              <a:prstDash val="solid"/>
              <a:round/>
              <a:headEnd type="none" w="med" len="med"/>
              <a:tailEnd type="triangle" w="med" len="med"/>
            </a:ln>
            <a:effectLst/>
          </p:spPr>
        </p:cxnSp>
        <p:cxnSp>
          <p:nvCxnSpPr>
            <p:cNvPr id="181" name="直接箭头连接符 180"/>
            <p:cNvCxnSpPr/>
            <p:nvPr/>
          </p:nvCxnSpPr>
          <p:spPr bwMode="auto">
            <a:xfrm rot="10800000" flipH="1">
              <a:off x="6944831" y="2709869"/>
              <a:ext cx="73500" cy="128995"/>
            </a:xfrm>
            <a:prstGeom prst="straightConnector1">
              <a:avLst/>
            </a:prstGeom>
            <a:noFill/>
            <a:ln w="9525" cap="flat" cmpd="sng" algn="ctr">
              <a:solidFill>
                <a:srgbClr val="C00000"/>
              </a:solidFill>
              <a:prstDash val="solid"/>
              <a:round/>
              <a:headEnd type="none" w="med" len="med"/>
              <a:tailEnd type="triangle" w="med" len="med"/>
            </a:ln>
            <a:effectLst/>
          </p:spPr>
        </p:cxnSp>
        <p:cxnSp>
          <p:nvCxnSpPr>
            <p:cNvPr id="182" name="直接箭头连接符 181"/>
            <p:cNvCxnSpPr/>
            <p:nvPr/>
          </p:nvCxnSpPr>
          <p:spPr bwMode="auto">
            <a:xfrm rot="10800000" flipH="1">
              <a:off x="7038494" y="2759082"/>
              <a:ext cx="73500" cy="128995"/>
            </a:xfrm>
            <a:prstGeom prst="straightConnector1">
              <a:avLst/>
            </a:prstGeom>
            <a:noFill/>
            <a:ln w="9525" cap="flat" cmpd="sng" algn="ctr">
              <a:solidFill>
                <a:srgbClr val="C00000"/>
              </a:solidFill>
              <a:prstDash val="solid"/>
              <a:round/>
              <a:headEnd type="none" w="med" len="med"/>
              <a:tailEnd type="triangle" w="med" len="med"/>
            </a:ln>
            <a:effectLst/>
          </p:spPr>
        </p:cxnSp>
        <p:cxnSp>
          <p:nvCxnSpPr>
            <p:cNvPr id="183" name="直接箭头连接符 182"/>
            <p:cNvCxnSpPr/>
            <p:nvPr/>
          </p:nvCxnSpPr>
          <p:spPr bwMode="auto">
            <a:xfrm rot="10800000" flipH="1">
              <a:off x="7132157" y="2808295"/>
              <a:ext cx="73500" cy="128995"/>
            </a:xfrm>
            <a:prstGeom prst="straightConnector1">
              <a:avLst/>
            </a:prstGeom>
            <a:noFill/>
            <a:ln w="9525" cap="flat" cmpd="sng" algn="ctr">
              <a:solidFill>
                <a:srgbClr val="C00000"/>
              </a:solidFill>
              <a:prstDash val="solid"/>
              <a:round/>
              <a:headEnd type="none" w="med" len="med"/>
              <a:tailEnd type="triangle" w="med" len="med"/>
            </a:ln>
            <a:effectLst/>
          </p:spPr>
        </p:cxnSp>
      </p:grpSp>
      <p:grpSp>
        <p:nvGrpSpPr>
          <p:cNvPr id="197" name="Group 33"/>
          <p:cNvGrpSpPr>
            <a:grpSpLocks/>
          </p:cNvGrpSpPr>
          <p:nvPr/>
        </p:nvGrpSpPr>
        <p:grpSpPr bwMode="auto">
          <a:xfrm>
            <a:off x="3060683" y="2407749"/>
            <a:ext cx="615950" cy="461963"/>
            <a:chOff x="1434" y="765"/>
            <a:chExt cx="388" cy="291"/>
          </a:xfrm>
        </p:grpSpPr>
        <p:grpSp>
          <p:nvGrpSpPr>
            <p:cNvPr id="200" name="Group 34"/>
            <p:cNvGrpSpPr>
              <a:grpSpLocks/>
            </p:cNvGrpSpPr>
            <p:nvPr/>
          </p:nvGrpSpPr>
          <p:grpSpPr bwMode="auto">
            <a:xfrm>
              <a:off x="1434" y="765"/>
              <a:ext cx="238" cy="291"/>
              <a:chOff x="1434" y="765"/>
              <a:chExt cx="238" cy="291"/>
            </a:xfrm>
          </p:grpSpPr>
          <p:sp>
            <p:nvSpPr>
              <p:cNvPr id="202" name="Oval 35"/>
              <p:cNvSpPr>
                <a:spLocks noChangeArrowheads="1"/>
              </p:cNvSpPr>
              <p:nvPr/>
            </p:nvSpPr>
            <p:spPr bwMode="auto">
              <a:xfrm>
                <a:off x="1434" y="799"/>
                <a:ext cx="238" cy="238"/>
              </a:xfrm>
              <a:prstGeom prst="ellipse">
                <a:avLst/>
              </a:prstGeom>
              <a:solidFill>
                <a:srgbClr val="FF9900"/>
              </a:solidFill>
              <a:ln w="9525">
                <a:solidFill>
                  <a:schemeClr val="tx1"/>
                </a:solidFill>
                <a:round/>
                <a:headEnd/>
                <a:tailEnd/>
              </a:ln>
            </p:spPr>
            <p:txBody>
              <a:bodyPr wrap="none" anchor="ctr"/>
              <a:lstStyle/>
              <a:p>
                <a:endParaRPr lang="zh-CN" altLang="en-US"/>
              </a:p>
            </p:txBody>
          </p:sp>
          <p:sp>
            <p:nvSpPr>
              <p:cNvPr id="203" name="Text Box 36"/>
              <p:cNvSpPr txBox="1">
                <a:spLocks noChangeArrowheads="1"/>
              </p:cNvSpPr>
              <p:nvPr/>
            </p:nvSpPr>
            <p:spPr bwMode="auto">
              <a:xfrm>
                <a:off x="1451" y="765"/>
                <a:ext cx="213"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en-US" altLang="zh-CN" sz="2400" dirty="0">
                    <a:solidFill>
                      <a:srgbClr val="000066"/>
                    </a:solidFill>
                  </a:rPr>
                  <a:t>2</a:t>
                </a:r>
                <a:endParaRPr kumimoji="1" lang="zh-CN" altLang="en-US" sz="2400" dirty="0">
                  <a:solidFill>
                    <a:srgbClr val="000066"/>
                  </a:solidFill>
                </a:endParaRPr>
              </a:p>
            </p:txBody>
          </p:sp>
        </p:grpSp>
        <p:sp>
          <p:nvSpPr>
            <p:cNvPr id="201" name="Line 37"/>
            <p:cNvSpPr>
              <a:spLocks noChangeShapeType="1"/>
            </p:cNvSpPr>
            <p:nvPr/>
          </p:nvSpPr>
          <p:spPr bwMode="auto">
            <a:xfrm>
              <a:off x="1666" y="947"/>
              <a:ext cx="156" cy="5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204" name="组合 203"/>
          <p:cNvGrpSpPr/>
          <p:nvPr/>
        </p:nvGrpSpPr>
        <p:grpSpPr>
          <a:xfrm>
            <a:off x="1688442" y="4260770"/>
            <a:ext cx="6273728" cy="461963"/>
            <a:chOff x="1365377" y="3796751"/>
            <a:chExt cx="6273728" cy="461963"/>
          </a:xfrm>
        </p:grpSpPr>
        <p:sp>
          <p:nvSpPr>
            <p:cNvPr id="205" name="Text Box 54"/>
            <p:cNvSpPr txBox="1">
              <a:spLocks noChangeArrowheads="1"/>
            </p:cNvSpPr>
            <p:nvPr/>
          </p:nvSpPr>
          <p:spPr bwMode="auto">
            <a:xfrm>
              <a:off x="1676524" y="3833261"/>
              <a:ext cx="596258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zh-CN" altLang="en-US" sz="2000" b="1" dirty="0" smtClean="0">
                  <a:solidFill>
                    <a:srgbClr val="000066"/>
                  </a:solidFill>
                  <a:ea typeface="幼圆" pitchFamily="49" charset="-122"/>
                  <a:cs typeface="Times New Roman" panose="02020603050405020304" pitchFamily="18" charset="0"/>
                </a:rPr>
                <a:t>流入等水头边界：等势线，流速垂直坝坡流入</a:t>
              </a:r>
              <a:endParaRPr kumimoji="1" lang="zh-CN" altLang="en-US" sz="2000" b="1" dirty="0">
                <a:solidFill>
                  <a:srgbClr val="000066"/>
                </a:solidFill>
                <a:ea typeface="幼圆" pitchFamily="49" charset="-122"/>
                <a:cs typeface="Times New Roman" panose="02020603050405020304" pitchFamily="18" charset="0"/>
              </a:endParaRPr>
            </a:p>
          </p:txBody>
        </p:sp>
        <p:grpSp>
          <p:nvGrpSpPr>
            <p:cNvPr id="206" name="Group 55"/>
            <p:cNvGrpSpPr>
              <a:grpSpLocks/>
            </p:cNvGrpSpPr>
            <p:nvPr/>
          </p:nvGrpSpPr>
          <p:grpSpPr bwMode="auto">
            <a:xfrm>
              <a:off x="1365377" y="3796751"/>
              <a:ext cx="338138" cy="461963"/>
              <a:chOff x="787" y="1816"/>
              <a:chExt cx="213" cy="291"/>
            </a:xfrm>
          </p:grpSpPr>
          <p:sp>
            <p:nvSpPr>
              <p:cNvPr id="207" name="Oval 56"/>
              <p:cNvSpPr>
                <a:spLocks noChangeArrowheads="1"/>
              </p:cNvSpPr>
              <p:nvPr/>
            </p:nvSpPr>
            <p:spPr bwMode="auto">
              <a:xfrm>
                <a:off x="792" y="1877"/>
                <a:ext cx="198" cy="198"/>
              </a:xfrm>
              <a:prstGeom prst="ellipse">
                <a:avLst/>
              </a:prstGeom>
              <a:solidFill>
                <a:srgbClr val="FF9900"/>
              </a:solidFill>
              <a:ln w="9525">
                <a:solidFill>
                  <a:schemeClr val="tx1"/>
                </a:solidFill>
                <a:round/>
                <a:headEnd/>
                <a:tailEnd/>
              </a:ln>
            </p:spPr>
            <p:txBody>
              <a:bodyPr wrap="none" anchor="ctr"/>
              <a:lstStyle/>
              <a:p>
                <a:endParaRPr lang="zh-CN" altLang="en-US"/>
              </a:p>
            </p:txBody>
          </p:sp>
          <p:sp>
            <p:nvSpPr>
              <p:cNvPr id="209" name="Text Box 57"/>
              <p:cNvSpPr txBox="1">
                <a:spLocks noChangeArrowheads="1"/>
              </p:cNvSpPr>
              <p:nvPr/>
            </p:nvSpPr>
            <p:spPr bwMode="auto">
              <a:xfrm>
                <a:off x="787" y="1816"/>
                <a:ext cx="213"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en-US" altLang="zh-CN" sz="2400" dirty="0">
                    <a:solidFill>
                      <a:srgbClr val="000066"/>
                    </a:solidFill>
                    <a:latin typeface="幼圆" pitchFamily="49" charset="-122"/>
                    <a:ea typeface="幼圆" pitchFamily="49" charset="-122"/>
                  </a:rPr>
                  <a:t>2</a:t>
                </a:r>
                <a:endParaRPr kumimoji="1" lang="zh-CN" altLang="en-US" sz="2400" dirty="0">
                  <a:solidFill>
                    <a:srgbClr val="000066"/>
                  </a:solidFill>
                  <a:latin typeface="幼圆" pitchFamily="49" charset="-122"/>
                  <a:ea typeface="幼圆" pitchFamily="49" charset="-122"/>
                </a:endParaRPr>
              </a:p>
            </p:txBody>
          </p:sp>
        </p:grpSp>
      </p:grpSp>
      <p:grpSp>
        <p:nvGrpSpPr>
          <p:cNvPr id="210" name="组合 209"/>
          <p:cNvGrpSpPr/>
          <p:nvPr/>
        </p:nvGrpSpPr>
        <p:grpSpPr>
          <a:xfrm>
            <a:off x="1693127" y="4685467"/>
            <a:ext cx="6273728" cy="461963"/>
            <a:chOff x="1365377" y="3796751"/>
            <a:chExt cx="6273728" cy="461963"/>
          </a:xfrm>
        </p:grpSpPr>
        <p:sp>
          <p:nvSpPr>
            <p:cNvPr id="211" name="Text Box 54"/>
            <p:cNvSpPr txBox="1">
              <a:spLocks noChangeArrowheads="1"/>
            </p:cNvSpPr>
            <p:nvPr/>
          </p:nvSpPr>
          <p:spPr bwMode="auto">
            <a:xfrm>
              <a:off x="1676524" y="3833261"/>
              <a:ext cx="596258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zh-CN" altLang="en-US" sz="2000" b="1" dirty="0" smtClean="0">
                  <a:solidFill>
                    <a:srgbClr val="000066"/>
                  </a:solidFill>
                  <a:ea typeface="幼圆" pitchFamily="49" charset="-122"/>
                  <a:cs typeface="Times New Roman" panose="02020603050405020304" pitchFamily="18" charset="0"/>
                </a:rPr>
                <a:t>流出等水头边界：等势线，流速垂直坝坡流出</a:t>
              </a:r>
              <a:endParaRPr kumimoji="1" lang="zh-CN" altLang="en-US" sz="2000" b="1" dirty="0">
                <a:solidFill>
                  <a:srgbClr val="000066"/>
                </a:solidFill>
                <a:ea typeface="幼圆" pitchFamily="49" charset="-122"/>
                <a:cs typeface="Times New Roman" panose="02020603050405020304" pitchFamily="18" charset="0"/>
              </a:endParaRPr>
            </a:p>
          </p:txBody>
        </p:sp>
        <p:grpSp>
          <p:nvGrpSpPr>
            <p:cNvPr id="212" name="Group 55"/>
            <p:cNvGrpSpPr>
              <a:grpSpLocks/>
            </p:cNvGrpSpPr>
            <p:nvPr/>
          </p:nvGrpSpPr>
          <p:grpSpPr bwMode="auto">
            <a:xfrm>
              <a:off x="1365377" y="3796751"/>
              <a:ext cx="338138" cy="461963"/>
              <a:chOff x="787" y="1816"/>
              <a:chExt cx="213" cy="291"/>
            </a:xfrm>
          </p:grpSpPr>
          <p:sp>
            <p:nvSpPr>
              <p:cNvPr id="213" name="Oval 56"/>
              <p:cNvSpPr>
                <a:spLocks noChangeArrowheads="1"/>
              </p:cNvSpPr>
              <p:nvPr/>
            </p:nvSpPr>
            <p:spPr bwMode="auto">
              <a:xfrm>
                <a:off x="792" y="1877"/>
                <a:ext cx="198" cy="198"/>
              </a:xfrm>
              <a:prstGeom prst="ellipse">
                <a:avLst/>
              </a:prstGeom>
              <a:solidFill>
                <a:srgbClr val="FF9900"/>
              </a:solidFill>
              <a:ln w="9525">
                <a:solidFill>
                  <a:schemeClr val="tx1"/>
                </a:solidFill>
                <a:round/>
                <a:headEnd/>
                <a:tailEnd/>
              </a:ln>
            </p:spPr>
            <p:txBody>
              <a:bodyPr wrap="none" anchor="ctr"/>
              <a:lstStyle/>
              <a:p>
                <a:endParaRPr lang="zh-CN" altLang="en-US"/>
              </a:p>
            </p:txBody>
          </p:sp>
          <p:sp>
            <p:nvSpPr>
              <p:cNvPr id="214" name="Text Box 57"/>
              <p:cNvSpPr txBox="1">
                <a:spLocks noChangeArrowheads="1"/>
              </p:cNvSpPr>
              <p:nvPr/>
            </p:nvSpPr>
            <p:spPr bwMode="auto">
              <a:xfrm>
                <a:off x="787" y="1816"/>
                <a:ext cx="213"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en-US" altLang="zh-CN" sz="2400" dirty="0">
                    <a:solidFill>
                      <a:srgbClr val="000066"/>
                    </a:solidFill>
                    <a:latin typeface="幼圆" pitchFamily="49" charset="-122"/>
                    <a:ea typeface="幼圆" pitchFamily="49" charset="-122"/>
                  </a:rPr>
                  <a:t>3</a:t>
                </a:r>
                <a:endParaRPr kumimoji="1" lang="zh-CN" altLang="en-US" sz="2400" dirty="0">
                  <a:solidFill>
                    <a:srgbClr val="000066"/>
                  </a:solidFill>
                  <a:latin typeface="幼圆" pitchFamily="49" charset="-122"/>
                  <a:ea typeface="幼圆" pitchFamily="49" charset="-122"/>
                </a:endParaRPr>
              </a:p>
            </p:txBody>
          </p:sp>
        </p:grpSp>
      </p:grpSp>
      <p:grpSp>
        <p:nvGrpSpPr>
          <p:cNvPr id="215" name="Group 45"/>
          <p:cNvGrpSpPr>
            <a:grpSpLocks/>
          </p:cNvGrpSpPr>
          <p:nvPr/>
        </p:nvGrpSpPr>
        <p:grpSpPr bwMode="auto">
          <a:xfrm>
            <a:off x="5946958" y="1507700"/>
            <a:ext cx="379413" cy="758825"/>
            <a:chOff x="4193" y="1539"/>
            <a:chExt cx="239" cy="478"/>
          </a:xfrm>
        </p:grpSpPr>
        <p:grpSp>
          <p:nvGrpSpPr>
            <p:cNvPr id="216" name="Group 46"/>
            <p:cNvGrpSpPr>
              <a:grpSpLocks/>
            </p:cNvGrpSpPr>
            <p:nvPr/>
          </p:nvGrpSpPr>
          <p:grpSpPr bwMode="auto">
            <a:xfrm>
              <a:off x="4193" y="1539"/>
              <a:ext cx="239" cy="288"/>
              <a:chOff x="4193" y="1539"/>
              <a:chExt cx="239" cy="288"/>
            </a:xfrm>
          </p:grpSpPr>
          <p:sp>
            <p:nvSpPr>
              <p:cNvPr id="218" name="Oval 47"/>
              <p:cNvSpPr>
                <a:spLocks noChangeArrowheads="1"/>
              </p:cNvSpPr>
              <p:nvPr/>
            </p:nvSpPr>
            <p:spPr bwMode="auto">
              <a:xfrm>
                <a:off x="4193" y="1581"/>
                <a:ext cx="239" cy="238"/>
              </a:xfrm>
              <a:prstGeom prst="ellipse">
                <a:avLst/>
              </a:prstGeom>
              <a:solidFill>
                <a:srgbClr val="FF9900"/>
              </a:solidFill>
              <a:ln w="9525">
                <a:solidFill>
                  <a:schemeClr val="tx1"/>
                </a:solidFill>
                <a:round/>
                <a:headEnd/>
                <a:tailEnd/>
              </a:ln>
            </p:spPr>
            <p:txBody>
              <a:bodyPr wrap="none" anchor="ctr"/>
              <a:lstStyle/>
              <a:p>
                <a:endParaRPr lang="zh-CN" altLang="en-US"/>
              </a:p>
            </p:txBody>
          </p:sp>
          <p:sp>
            <p:nvSpPr>
              <p:cNvPr id="219" name="Text Box 48"/>
              <p:cNvSpPr txBox="1">
                <a:spLocks noChangeArrowheads="1"/>
              </p:cNvSpPr>
              <p:nvPr/>
            </p:nvSpPr>
            <p:spPr bwMode="auto">
              <a:xfrm>
                <a:off x="4209" y="1539"/>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zh-CN" altLang="en-US" sz="2400" dirty="0">
                    <a:solidFill>
                      <a:srgbClr val="000066"/>
                    </a:solidFill>
                  </a:rPr>
                  <a:t>1</a:t>
                </a:r>
              </a:p>
            </p:txBody>
          </p:sp>
        </p:grpSp>
        <p:sp>
          <p:nvSpPr>
            <p:cNvPr id="217" name="Line 49"/>
            <p:cNvSpPr>
              <a:spLocks noChangeShapeType="1"/>
            </p:cNvSpPr>
            <p:nvPr/>
          </p:nvSpPr>
          <p:spPr bwMode="auto">
            <a:xfrm flipH="1">
              <a:off x="4213" y="1850"/>
              <a:ext cx="70" cy="16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220" name="Group 45"/>
          <p:cNvGrpSpPr>
            <a:grpSpLocks/>
          </p:cNvGrpSpPr>
          <p:nvPr/>
        </p:nvGrpSpPr>
        <p:grpSpPr bwMode="auto">
          <a:xfrm>
            <a:off x="7629431" y="2416633"/>
            <a:ext cx="379413" cy="758825"/>
            <a:chOff x="4193" y="1539"/>
            <a:chExt cx="239" cy="478"/>
          </a:xfrm>
        </p:grpSpPr>
        <p:grpSp>
          <p:nvGrpSpPr>
            <p:cNvPr id="221" name="Group 46"/>
            <p:cNvGrpSpPr>
              <a:grpSpLocks/>
            </p:cNvGrpSpPr>
            <p:nvPr/>
          </p:nvGrpSpPr>
          <p:grpSpPr bwMode="auto">
            <a:xfrm>
              <a:off x="4193" y="1539"/>
              <a:ext cx="239" cy="291"/>
              <a:chOff x="4193" y="1539"/>
              <a:chExt cx="239" cy="291"/>
            </a:xfrm>
          </p:grpSpPr>
          <p:sp>
            <p:nvSpPr>
              <p:cNvPr id="224" name="Oval 47"/>
              <p:cNvSpPr>
                <a:spLocks noChangeArrowheads="1"/>
              </p:cNvSpPr>
              <p:nvPr/>
            </p:nvSpPr>
            <p:spPr bwMode="auto">
              <a:xfrm>
                <a:off x="4193" y="1581"/>
                <a:ext cx="239" cy="238"/>
              </a:xfrm>
              <a:prstGeom prst="ellipse">
                <a:avLst/>
              </a:prstGeom>
              <a:solidFill>
                <a:srgbClr val="FF9900"/>
              </a:solidFill>
              <a:ln w="9525">
                <a:solidFill>
                  <a:schemeClr val="tx1"/>
                </a:solidFill>
                <a:round/>
                <a:headEnd/>
                <a:tailEnd/>
              </a:ln>
            </p:spPr>
            <p:txBody>
              <a:bodyPr wrap="none" anchor="ctr"/>
              <a:lstStyle/>
              <a:p>
                <a:endParaRPr lang="zh-CN" altLang="en-US"/>
              </a:p>
            </p:txBody>
          </p:sp>
          <p:sp>
            <p:nvSpPr>
              <p:cNvPr id="225" name="Text Box 48"/>
              <p:cNvSpPr txBox="1">
                <a:spLocks noChangeArrowheads="1"/>
              </p:cNvSpPr>
              <p:nvPr/>
            </p:nvSpPr>
            <p:spPr bwMode="auto">
              <a:xfrm>
                <a:off x="4209" y="1539"/>
                <a:ext cx="213"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en-US" altLang="zh-CN" sz="2400" dirty="0">
                    <a:solidFill>
                      <a:srgbClr val="000066"/>
                    </a:solidFill>
                  </a:rPr>
                  <a:t>3</a:t>
                </a:r>
                <a:endParaRPr kumimoji="1" lang="zh-CN" altLang="en-US" sz="2400" dirty="0">
                  <a:solidFill>
                    <a:srgbClr val="000066"/>
                  </a:solidFill>
                </a:endParaRPr>
              </a:p>
            </p:txBody>
          </p:sp>
        </p:grpSp>
        <p:sp>
          <p:nvSpPr>
            <p:cNvPr id="223" name="Line 49"/>
            <p:cNvSpPr>
              <a:spLocks noChangeShapeType="1"/>
            </p:cNvSpPr>
            <p:nvPr/>
          </p:nvSpPr>
          <p:spPr bwMode="auto">
            <a:xfrm flipH="1">
              <a:off x="4213" y="1850"/>
              <a:ext cx="70" cy="16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226" name="组合 225"/>
          <p:cNvGrpSpPr/>
          <p:nvPr/>
        </p:nvGrpSpPr>
        <p:grpSpPr>
          <a:xfrm>
            <a:off x="1679891" y="3847776"/>
            <a:ext cx="1954212" cy="457200"/>
            <a:chOff x="1365375" y="3796748"/>
            <a:chExt cx="1954212" cy="457200"/>
          </a:xfrm>
        </p:grpSpPr>
        <p:sp>
          <p:nvSpPr>
            <p:cNvPr id="228" name="Text Box 54"/>
            <p:cNvSpPr txBox="1">
              <a:spLocks noChangeArrowheads="1"/>
            </p:cNvSpPr>
            <p:nvPr/>
          </p:nvSpPr>
          <p:spPr bwMode="auto">
            <a:xfrm>
              <a:off x="1676524" y="3833261"/>
              <a:ext cx="164306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zh-CN" altLang="en-US" sz="2000" b="1" dirty="0" smtClean="0">
                  <a:solidFill>
                    <a:srgbClr val="000066"/>
                  </a:solidFill>
                  <a:ea typeface="幼圆" pitchFamily="49" charset="-122"/>
                  <a:cs typeface="Times New Roman" panose="02020603050405020304" pitchFamily="18" charset="0"/>
                </a:rPr>
                <a:t>无渗流边界</a:t>
              </a:r>
              <a:endParaRPr kumimoji="1" lang="zh-CN" altLang="en-US" sz="2000" b="1" dirty="0">
                <a:solidFill>
                  <a:srgbClr val="000066"/>
                </a:solidFill>
                <a:ea typeface="幼圆" pitchFamily="49" charset="-122"/>
                <a:cs typeface="Times New Roman" panose="02020603050405020304" pitchFamily="18" charset="0"/>
              </a:endParaRPr>
            </a:p>
          </p:txBody>
        </p:sp>
        <p:grpSp>
          <p:nvGrpSpPr>
            <p:cNvPr id="229" name="Group 55"/>
            <p:cNvGrpSpPr>
              <a:grpSpLocks/>
            </p:cNvGrpSpPr>
            <p:nvPr/>
          </p:nvGrpSpPr>
          <p:grpSpPr bwMode="auto">
            <a:xfrm>
              <a:off x="1365375" y="3796748"/>
              <a:ext cx="336550" cy="457200"/>
              <a:chOff x="787" y="1816"/>
              <a:chExt cx="212" cy="288"/>
            </a:xfrm>
          </p:grpSpPr>
          <p:sp>
            <p:nvSpPr>
              <p:cNvPr id="230" name="Oval 56"/>
              <p:cNvSpPr>
                <a:spLocks noChangeArrowheads="1"/>
              </p:cNvSpPr>
              <p:nvPr/>
            </p:nvSpPr>
            <p:spPr bwMode="auto">
              <a:xfrm>
                <a:off x="792" y="1877"/>
                <a:ext cx="198" cy="198"/>
              </a:xfrm>
              <a:prstGeom prst="ellipse">
                <a:avLst/>
              </a:prstGeom>
              <a:solidFill>
                <a:srgbClr val="FF9900"/>
              </a:solidFill>
              <a:ln w="9525">
                <a:solidFill>
                  <a:schemeClr val="tx1"/>
                </a:solidFill>
                <a:round/>
                <a:headEnd/>
                <a:tailEnd/>
              </a:ln>
            </p:spPr>
            <p:txBody>
              <a:bodyPr wrap="none" anchor="ctr"/>
              <a:lstStyle/>
              <a:p>
                <a:endParaRPr lang="zh-CN" altLang="en-US"/>
              </a:p>
            </p:txBody>
          </p:sp>
          <p:sp>
            <p:nvSpPr>
              <p:cNvPr id="231" name="Text Box 57"/>
              <p:cNvSpPr txBox="1">
                <a:spLocks noChangeArrowheads="1"/>
              </p:cNvSpPr>
              <p:nvPr/>
            </p:nvSpPr>
            <p:spPr bwMode="auto">
              <a:xfrm>
                <a:off x="787" y="181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zh-CN" altLang="en-US" sz="2400" dirty="0">
                    <a:solidFill>
                      <a:srgbClr val="000066"/>
                    </a:solidFill>
                    <a:latin typeface="幼圆" pitchFamily="49" charset="-122"/>
                    <a:ea typeface="幼圆" pitchFamily="49" charset="-122"/>
                  </a:rPr>
                  <a:t>1</a:t>
                </a:r>
              </a:p>
            </p:txBody>
          </p:sp>
        </p:grpSp>
      </p:grpSp>
      <p:sp>
        <p:nvSpPr>
          <p:cNvPr id="184" name="Text Box 2"/>
          <p:cNvSpPr txBox="1">
            <a:spLocks noChangeArrowheads="1"/>
          </p:cNvSpPr>
          <p:nvPr/>
        </p:nvSpPr>
        <p:spPr bwMode="auto">
          <a:xfrm>
            <a:off x="1955800" y="5639299"/>
            <a:ext cx="603250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gn="ctr" eaLnBrk="1" hangingPunct="1">
              <a:lnSpc>
                <a:spcPct val="100000"/>
              </a:lnSpc>
              <a:spcBef>
                <a:spcPct val="0"/>
              </a:spcBef>
              <a:spcAft>
                <a:spcPct val="0"/>
              </a:spcAft>
            </a:pPr>
            <a:r>
              <a:rPr kumimoji="1" lang="zh-CN" altLang="en-US" sz="4000" b="1" dirty="0">
                <a:solidFill>
                  <a:srgbClr val="000066"/>
                </a:solidFill>
                <a:latin typeface="黑体" pitchFamily="2" charset="-122"/>
                <a:ea typeface="黑体" pitchFamily="2" charset="-122"/>
              </a:rPr>
              <a:t>有穿过坡面渗流的</a:t>
            </a:r>
            <a:r>
              <a:rPr kumimoji="1" lang="zh-CN" altLang="en-US" sz="4000" b="1" dirty="0" smtClean="0">
                <a:solidFill>
                  <a:srgbClr val="000066"/>
                </a:solidFill>
                <a:latin typeface="黑体" pitchFamily="2" charset="-122"/>
                <a:ea typeface="黑体" pitchFamily="2" charset="-122"/>
              </a:rPr>
              <a:t>分析</a:t>
            </a:r>
            <a:endParaRPr kumimoji="1" lang="zh-CN" altLang="en-US" sz="4000" b="1" dirty="0">
              <a:solidFill>
                <a:srgbClr val="000066"/>
              </a:solidFill>
              <a:latin typeface="黑体" pitchFamily="2" charset="-122"/>
              <a:ea typeface="黑体" pitchFamily="2" charset="-122"/>
            </a:endParaRPr>
          </a:p>
        </p:txBody>
      </p:sp>
      <p:sp>
        <p:nvSpPr>
          <p:cNvPr id="185" name="Text Box 7"/>
          <p:cNvSpPr txBox="1">
            <a:spLocks noChangeArrowheads="1"/>
          </p:cNvSpPr>
          <p:nvPr/>
        </p:nvSpPr>
        <p:spPr bwMode="auto">
          <a:xfrm>
            <a:off x="-1" y="0"/>
            <a:ext cx="6147304"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1800" b="1" kern="900" spc="130" dirty="0" smtClean="0">
                <a:solidFill>
                  <a:srgbClr val="000066"/>
                </a:solidFill>
                <a:ea typeface="黑体" panose="02010609060101010101" pitchFamily="49" charset="-122"/>
                <a:cs typeface="Times New Roman" panose="02020603050405020304" pitchFamily="18" charset="0"/>
              </a:rPr>
              <a:t>§7.2 </a:t>
            </a:r>
            <a:r>
              <a:rPr lang="zh-CN" altLang="en-US" sz="1800" b="1" kern="900" spc="130" dirty="0">
                <a:solidFill>
                  <a:srgbClr val="000066"/>
                </a:solidFill>
                <a:ea typeface="黑体" panose="02010609060101010101" pitchFamily="49" charset="-122"/>
                <a:cs typeface="Times New Roman" panose="02020603050405020304" pitchFamily="18" charset="0"/>
              </a:rPr>
              <a:t>无黏性土坡的稳定</a:t>
            </a:r>
            <a:r>
              <a:rPr lang="zh-CN" altLang="en-US" sz="1800" b="1" kern="900" spc="130" dirty="0" smtClean="0">
                <a:solidFill>
                  <a:srgbClr val="000066"/>
                </a:solidFill>
                <a:ea typeface="黑体" panose="02010609060101010101" pitchFamily="49" charset="-122"/>
                <a:cs typeface="Times New Roman" panose="02020603050405020304" pitchFamily="18" charset="0"/>
              </a:rPr>
              <a:t>分析 </a:t>
            </a:r>
            <a:r>
              <a:rPr lang="en-US" altLang="zh-CN" sz="1800" b="1" kern="900" spc="130" dirty="0" smtClean="0">
                <a:solidFill>
                  <a:srgbClr val="000066"/>
                </a:solidFill>
                <a:ea typeface="黑体" panose="02010609060101010101" pitchFamily="49" charset="-122"/>
                <a:cs typeface="Times New Roman" panose="02020603050405020304" pitchFamily="18" charset="0"/>
              </a:rPr>
              <a:t>– </a:t>
            </a:r>
            <a:r>
              <a:rPr lang="zh-CN" altLang="en-US" sz="1800" b="1" kern="900" spc="130" dirty="0" smtClean="0">
                <a:solidFill>
                  <a:srgbClr val="000066"/>
                </a:solidFill>
                <a:ea typeface="黑体" panose="02010609060101010101" pitchFamily="49" charset="-122"/>
                <a:cs typeface="Times New Roman" panose="02020603050405020304" pitchFamily="18" charset="0"/>
              </a:rPr>
              <a:t>有</a:t>
            </a:r>
            <a:r>
              <a:rPr lang="zh-CN" altLang="en-US" sz="1800" b="1" kern="900" spc="130" dirty="0">
                <a:solidFill>
                  <a:srgbClr val="000066"/>
                </a:solidFill>
                <a:ea typeface="黑体" panose="02010609060101010101" pitchFamily="49" charset="-122"/>
                <a:cs typeface="Times New Roman" panose="02020603050405020304" pitchFamily="18" charset="0"/>
              </a:rPr>
              <a:t>穿过坡面渗流</a:t>
            </a:r>
          </a:p>
        </p:txBody>
      </p:sp>
    </p:spTree>
    <p:extLst>
      <p:ext uri="{BB962C8B-B14F-4D97-AF65-F5344CB8AC3E}">
        <p14:creationId xmlns:p14="http://schemas.microsoft.com/office/powerpoint/2010/main" val="510806860"/>
      </p:ext>
    </p:extLst>
  </p:cSld>
  <p:clrMapOvr>
    <a:masterClrMapping/>
  </p:clrMapOvr>
  <p:transition spd="med">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afterEffect">
                                  <p:stCondLst>
                                    <p:cond delay="0"/>
                                  </p:stCondLst>
                                  <p:childTnLst>
                                    <p:set>
                                      <p:cBhvr>
                                        <p:cTn id="6" dur="1" fill="hold">
                                          <p:stCondLst>
                                            <p:cond delay="0"/>
                                          </p:stCondLst>
                                        </p:cTn>
                                        <p:tgtEl>
                                          <p:spTgt spid="189"/>
                                        </p:tgtEl>
                                        <p:attrNameLst>
                                          <p:attrName>style.visibility</p:attrName>
                                        </p:attrNameLst>
                                      </p:cBhvr>
                                      <p:to>
                                        <p:strVal val="visible"/>
                                      </p:to>
                                    </p:set>
                                    <p:anim calcmode="lin" valueType="num">
                                      <p:cBhvr>
                                        <p:cTn id="7" dur="500" fill="hold"/>
                                        <p:tgtEl>
                                          <p:spTgt spid="189"/>
                                        </p:tgtEl>
                                        <p:attrNameLst>
                                          <p:attrName>ppt_w</p:attrName>
                                        </p:attrNameLst>
                                      </p:cBhvr>
                                      <p:tavLst>
                                        <p:tav tm="0">
                                          <p:val>
                                            <p:fltVal val="0"/>
                                          </p:val>
                                        </p:tav>
                                        <p:tav tm="100000">
                                          <p:val>
                                            <p:strVal val="#ppt_w"/>
                                          </p:val>
                                        </p:tav>
                                      </p:tavLst>
                                    </p:anim>
                                    <p:anim calcmode="lin" valueType="num">
                                      <p:cBhvr>
                                        <p:cTn id="8" dur="500" fill="hold"/>
                                        <p:tgtEl>
                                          <p:spTgt spid="189"/>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4" fill="hold" nodeType="clickEffect">
                                  <p:stCondLst>
                                    <p:cond delay="0"/>
                                  </p:stCondLst>
                                  <p:childTnLst>
                                    <p:set>
                                      <p:cBhvr>
                                        <p:cTn id="12" dur="1" fill="hold">
                                          <p:stCondLst>
                                            <p:cond delay="0"/>
                                          </p:stCondLst>
                                        </p:cTn>
                                        <p:tgtEl>
                                          <p:spTgt spid="215"/>
                                        </p:tgtEl>
                                        <p:attrNameLst>
                                          <p:attrName>style.visibility</p:attrName>
                                        </p:attrNameLst>
                                      </p:cBhvr>
                                      <p:to>
                                        <p:strVal val="visible"/>
                                      </p:to>
                                    </p:set>
                                    <p:animEffect transition="in" filter="wipe(down)">
                                      <p:cBhvr>
                                        <p:cTn id="13" dur="1000"/>
                                        <p:tgtEl>
                                          <p:spTgt spid="215"/>
                                        </p:tgtEl>
                                      </p:cBhvr>
                                    </p:animEffect>
                                  </p:childTnLst>
                                </p:cTn>
                              </p:par>
                            </p:childTnLst>
                          </p:cTn>
                        </p:par>
                        <p:par>
                          <p:cTn id="14" fill="hold">
                            <p:stCondLst>
                              <p:cond delay="1000"/>
                            </p:stCondLst>
                            <p:childTnLst>
                              <p:par>
                                <p:cTn id="15" presetID="22" presetClass="entr" presetSubtype="8" fill="hold" nodeType="afterEffect">
                                  <p:stCondLst>
                                    <p:cond delay="0"/>
                                  </p:stCondLst>
                                  <p:childTnLst>
                                    <p:set>
                                      <p:cBhvr>
                                        <p:cTn id="16" dur="1" fill="hold">
                                          <p:stCondLst>
                                            <p:cond delay="0"/>
                                          </p:stCondLst>
                                        </p:cTn>
                                        <p:tgtEl>
                                          <p:spTgt spid="226"/>
                                        </p:tgtEl>
                                        <p:attrNameLst>
                                          <p:attrName>style.visibility</p:attrName>
                                        </p:attrNameLst>
                                      </p:cBhvr>
                                      <p:to>
                                        <p:strVal val="visible"/>
                                      </p:to>
                                    </p:set>
                                    <p:animEffect transition="in" filter="wipe(left)">
                                      <p:cBhvr>
                                        <p:cTn id="17" dur="500"/>
                                        <p:tgtEl>
                                          <p:spTgt spid="22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repeatCount="4000" fill="hold" nodeType="clickEffect">
                                  <p:stCondLst>
                                    <p:cond delay="0"/>
                                  </p:stCondLst>
                                  <p:childTnLst>
                                    <p:set>
                                      <p:cBhvr>
                                        <p:cTn id="21" dur="1" fill="hold">
                                          <p:stCondLst>
                                            <p:cond delay="0"/>
                                          </p:stCondLst>
                                        </p:cTn>
                                        <p:tgtEl>
                                          <p:spTgt spid="197"/>
                                        </p:tgtEl>
                                        <p:attrNameLst>
                                          <p:attrName>style.visibility</p:attrName>
                                        </p:attrNameLst>
                                      </p:cBhvr>
                                      <p:to>
                                        <p:strVal val="visible"/>
                                      </p:to>
                                    </p:set>
                                    <p:animEffect transition="in" filter="wipe(down)">
                                      <p:cBhvr>
                                        <p:cTn id="22" dur="1000"/>
                                        <p:tgtEl>
                                          <p:spTgt spid="19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204"/>
                                        </p:tgtEl>
                                        <p:attrNameLst>
                                          <p:attrName>style.visibility</p:attrName>
                                        </p:attrNameLst>
                                      </p:cBhvr>
                                      <p:to>
                                        <p:strVal val="visible"/>
                                      </p:to>
                                    </p:set>
                                    <p:animEffect transition="in" filter="wipe(left)">
                                      <p:cBhvr>
                                        <p:cTn id="27" dur="500"/>
                                        <p:tgtEl>
                                          <p:spTgt spid="204"/>
                                        </p:tgtEl>
                                      </p:cBhvr>
                                    </p:animEffect>
                                  </p:childTnLst>
                                </p:cTn>
                              </p:par>
                              <p:par>
                                <p:cTn id="28" presetID="22" presetClass="entr" presetSubtype="8" fill="hold" nodeType="withEffect">
                                  <p:stCondLst>
                                    <p:cond delay="0"/>
                                  </p:stCondLst>
                                  <p:childTnLst>
                                    <p:set>
                                      <p:cBhvr>
                                        <p:cTn id="29" dur="1" fill="hold">
                                          <p:stCondLst>
                                            <p:cond delay="0"/>
                                          </p:stCondLst>
                                        </p:cTn>
                                        <p:tgtEl>
                                          <p:spTgt spid="160"/>
                                        </p:tgtEl>
                                        <p:attrNameLst>
                                          <p:attrName>style.visibility</p:attrName>
                                        </p:attrNameLst>
                                      </p:cBhvr>
                                      <p:to>
                                        <p:strVal val="visible"/>
                                      </p:to>
                                    </p:set>
                                    <p:animEffect transition="in" filter="wipe(left)">
                                      <p:cBhvr>
                                        <p:cTn id="30" dur="1000"/>
                                        <p:tgtEl>
                                          <p:spTgt spid="160"/>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4" repeatCount="4000" fill="hold" nodeType="clickEffect">
                                  <p:stCondLst>
                                    <p:cond delay="0"/>
                                  </p:stCondLst>
                                  <p:childTnLst>
                                    <p:set>
                                      <p:cBhvr>
                                        <p:cTn id="34" dur="1" fill="hold">
                                          <p:stCondLst>
                                            <p:cond delay="0"/>
                                          </p:stCondLst>
                                        </p:cTn>
                                        <p:tgtEl>
                                          <p:spTgt spid="220"/>
                                        </p:tgtEl>
                                        <p:attrNameLst>
                                          <p:attrName>style.visibility</p:attrName>
                                        </p:attrNameLst>
                                      </p:cBhvr>
                                      <p:to>
                                        <p:strVal val="visible"/>
                                      </p:to>
                                    </p:set>
                                    <p:animEffect transition="in" filter="wipe(down)">
                                      <p:cBhvr>
                                        <p:cTn id="35" dur="1000"/>
                                        <p:tgtEl>
                                          <p:spTgt spid="220"/>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nodeType="clickEffect">
                                  <p:stCondLst>
                                    <p:cond delay="0"/>
                                  </p:stCondLst>
                                  <p:childTnLst>
                                    <p:set>
                                      <p:cBhvr>
                                        <p:cTn id="39" dur="1" fill="hold">
                                          <p:stCondLst>
                                            <p:cond delay="0"/>
                                          </p:stCondLst>
                                        </p:cTn>
                                        <p:tgtEl>
                                          <p:spTgt spid="210"/>
                                        </p:tgtEl>
                                        <p:attrNameLst>
                                          <p:attrName>style.visibility</p:attrName>
                                        </p:attrNameLst>
                                      </p:cBhvr>
                                      <p:to>
                                        <p:strVal val="visible"/>
                                      </p:to>
                                    </p:set>
                                    <p:animEffect transition="in" filter="wipe(left)">
                                      <p:cBhvr>
                                        <p:cTn id="40" dur="500"/>
                                        <p:tgtEl>
                                          <p:spTgt spid="210"/>
                                        </p:tgtEl>
                                      </p:cBhvr>
                                    </p:animEffect>
                                  </p:childTnLst>
                                </p:cTn>
                              </p:par>
                            </p:childTnLst>
                          </p:cTn>
                        </p:par>
                        <p:par>
                          <p:cTn id="41" fill="hold">
                            <p:stCondLst>
                              <p:cond delay="500"/>
                            </p:stCondLst>
                            <p:childTnLst>
                              <p:par>
                                <p:cTn id="42" presetID="22" presetClass="entr" presetSubtype="8" fill="hold" nodeType="afterEffect">
                                  <p:stCondLst>
                                    <p:cond delay="0"/>
                                  </p:stCondLst>
                                  <p:childTnLst>
                                    <p:set>
                                      <p:cBhvr>
                                        <p:cTn id="43" dur="1" fill="hold">
                                          <p:stCondLst>
                                            <p:cond delay="0"/>
                                          </p:stCondLst>
                                        </p:cTn>
                                        <p:tgtEl>
                                          <p:spTgt spid="178"/>
                                        </p:tgtEl>
                                        <p:attrNameLst>
                                          <p:attrName>style.visibility</p:attrName>
                                        </p:attrNameLst>
                                      </p:cBhvr>
                                      <p:to>
                                        <p:strVal val="visible"/>
                                      </p:to>
                                    </p:set>
                                    <p:animEffect transition="in" filter="wipe(left)">
                                      <p:cBhvr>
                                        <p:cTn id="44" dur="1000"/>
                                        <p:tgtEl>
                                          <p:spTgt spid="178"/>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1" repeatCount="4000" fill="hold" nodeType="clickEffect">
                                  <p:stCondLst>
                                    <p:cond delay="0"/>
                                  </p:stCondLst>
                                  <p:childTnLst>
                                    <p:set>
                                      <p:cBhvr>
                                        <p:cTn id="48" dur="1" fill="hold">
                                          <p:stCondLst>
                                            <p:cond delay="0"/>
                                          </p:stCondLst>
                                        </p:cTn>
                                        <p:tgtEl>
                                          <p:spTgt spid="146"/>
                                        </p:tgtEl>
                                        <p:attrNameLst>
                                          <p:attrName>style.visibility</p:attrName>
                                        </p:attrNameLst>
                                      </p:cBhvr>
                                      <p:to>
                                        <p:strVal val="visible"/>
                                      </p:to>
                                    </p:set>
                                    <p:animEffect transition="in" filter="wipe(up)">
                                      <p:cBhvr>
                                        <p:cTn id="49" dur="1000"/>
                                        <p:tgtEl>
                                          <p:spTgt spid="146"/>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8" fill="hold" nodeType="clickEffect">
                                  <p:stCondLst>
                                    <p:cond delay="0"/>
                                  </p:stCondLst>
                                  <p:childTnLst>
                                    <p:set>
                                      <p:cBhvr>
                                        <p:cTn id="53" dur="1" fill="hold">
                                          <p:stCondLst>
                                            <p:cond delay="0"/>
                                          </p:stCondLst>
                                        </p:cTn>
                                        <p:tgtEl>
                                          <p:spTgt spid="151"/>
                                        </p:tgtEl>
                                        <p:attrNameLst>
                                          <p:attrName>style.visibility</p:attrName>
                                        </p:attrNameLst>
                                      </p:cBhvr>
                                      <p:to>
                                        <p:strVal val="visible"/>
                                      </p:to>
                                    </p:set>
                                    <p:animEffect transition="in" filter="wipe(left)">
                                      <p:cBhvr>
                                        <p:cTn id="54" dur="1000"/>
                                        <p:tgtEl>
                                          <p:spTgt spid="151"/>
                                        </p:tgtEl>
                                      </p:cBhvr>
                                    </p:animEffect>
                                  </p:childTnLst>
                                </p:cTn>
                              </p:par>
                            </p:childTnLst>
                          </p:cTn>
                        </p:par>
                        <p:par>
                          <p:cTn id="55" fill="hold">
                            <p:stCondLst>
                              <p:cond delay="1000"/>
                            </p:stCondLst>
                            <p:childTnLst>
                              <p:par>
                                <p:cTn id="56" presetID="22" presetClass="entr" presetSubtype="1" fill="hold" nodeType="afterEffect">
                                  <p:stCondLst>
                                    <p:cond delay="0"/>
                                  </p:stCondLst>
                                  <p:childTnLst>
                                    <p:set>
                                      <p:cBhvr>
                                        <p:cTn id="57" dur="1" fill="hold">
                                          <p:stCondLst>
                                            <p:cond delay="0"/>
                                          </p:stCondLst>
                                        </p:cTn>
                                        <p:tgtEl>
                                          <p:spTgt spid="155"/>
                                        </p:tgtEl>
                                        <p:attrNameLst>
                                          <p:attrName>style.visibility</p:attrName>
                                        </p:attrNameLst>
                                      </p:cBhvr>
                                      <p:to>
                                        <p:strVal val="visible"/>
                                      </p:to>
                                    </p:set>
                                    <p:animEffect transition="in" filter="wipe(up)">
                                      <p:cBhvr>
                                        <p:cTn id="58" dur="1000"/>
                                        <p:tgtEl>
                                          <p:spTgt spid="1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 name="Freeform 8"/>
          <p:cNvSpPr>
            <a:spLocks/>
          </p:cNvSpPr>
          <p:nvPr/>
        </p:nvSpPr>
        <p:spPr bwMode="auto">
          <a:xfrm>
            <a:off x="813563" y="1984290"/>
            <a:ext cx="3595998" cy="1828355"/>
          </a:xfrm>
          <a:custGeom>
            <a:avLst/>
            <a:gdLst>
              <a:gd name="T0" fmla="*/ 0 w 3288"/>
              <a:gd name="T1" fmla="*/ 677 h 682"/>
              <a:gd name="T2" fmla="*/ 1517 w 3288"/>
              <a:gd name="T3" fmla="*/ 0 h 682"/>
              <a:gd name="T4" fmla="*/ 1551 w 3288"/>
              <a:gd name="T5" fmla="*/ 29 h 682"/>
              <a:gd name="T6" fmla="*/ 1719 w 3288"/>
              <a:gd name="T7" fmla="*/ 92 h 682"/>
              <a:gd name="T8" fmla="*/ 2012 w 3288"/>
              <a:gd name="T9" fmla="*/ 178 h 682"/>
              <a:gd name="T10" fmla="*/ 2266 w 3288"/>
              <a:gd name="T11" fmla="*/ 245 h 682"/>
              <a:gd name="T12" fmla="*/ 2588 w 3288"/>
              <a:gd name="T13" fmla="*/ 360 h 682"/>
              <a:gd name="T14" fmla="*/ 2751 w 3288"/>
              <a:gd name="T15" fmla="*/ 423 h 682"/>
              <a:gd name="T16" fmla="*/ 3288 w 3288"/>
              <a:gd name="T17" fmla="*/ 682 h 682"/>
              <a:gd name="T18" fmla="*/ 0 w 3288"/>
              <a:gd name="T19" fmla="*/ 677 h 68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288"/>
              <a:gd name="T31" fmla="*/ 0 h 682"/>
              <a:gd name="T32" fmla="*/ 3288 w 3288"/>
              <a:gd name="T33" fmla="*/ 682 h 682"/>
              <a:gd name="connsiteX0" fmla="*/ 0 w 10000"/>
              <a:gd name="connsiteY0" fmla="*/ 9943 h 10016"/>
              <a:gd name="connsiteX1" fmla="*/ 4534 w 10000"/>
              <a:gd name="connsiteY1" fmla="*/ 0 h 10016"/>
              <a:gd name="connsiteX2" fmla="*/ 4717 w 10000"/>
              <a:gd name="connsiteY2" fmla="*/ 441 h 10016"/>
              <a:gd name="connsiteX3" fmla="*/ 5228 w 10000"/>
              <a:gd name="connsiteY3" fmla="*/ 1365 h 10016"/>
              <a:gd name="connsiteX4" fmla="*/ 6119 w 10000"/>
              <a:gd name="connsiteY4" fmla="*/ 2626 h 10016"/>
              <a:gd name="connsiteX5" fmla="*/ 6892 w 10000"/>
              <a:gd name="connsiteY5" fmla="*/ 3608 h 10016"/>
              <a:gd name="connsiteX6" fmla="*/ 7871 w 10000"/>
              <a:gd name="connsiteY6" fmla="*/ 5295 h 10016"/>
              <a:gd name="connsiteX7" fmla="*/ 8367 w 10000"/>
              <a:gd name="connsiteY7" fmla="*/ 6218 h 10016"/>
              <a:gd name="connsiteX8" fmla="*/ 10000 w 10000"/>
              <a:gd name="connsiteY8" fmla="*/ 10016 h 10016"/>
              <a:gd name="connsiteX9" fmla="*/ 0 w 10000"/>
              <a:gd name="connsiteY9" fmla="*/ 9943 h 10016"/>
              <a:gd name="connsiteX0" fmla="*/ 0 w 10000"/>
              <a:gd name="connsiteY0" fmla="*/ 9943 h 10016"/>
              <a:gd name="connsiteX1" fmla="*/ 4534 w 10000"/>
              <a:gd name="connsiteY1" fmla="*/ 0 h 10016"/>
              <a:gd name="connsiteX2" fmla="*/ 4648 w 10000"/>
              <a:gd name="connsiteY2" fmla="*/ 409 h 10016"/>
              <a:gd name="connsiteX3" fmla="*/ 5228 w 10000"/>
              <a:gd name="connsiteY3" fmla="*/ 1365 h 10016"/>
              <a:gd name="connsiteX4" fmla="*/ 6119 w 10000"/>
              <a:gd name="connsiteY4" fmla="*/ 2626 h 10016"/>
              <a:gd name="connsiteX5" fmla="*/ 6892 w 10000"/>
              <a:gd name="connsiteY5" fmla="*/ 3608 h 10016"/>
              <a:gd name="connsiteX6" fmla="*/ 7871 w 10000"/>
              <a:gd name="connsiteY6" fmla="*/ 5295 h 10016"/>
              <a:gd name="connsiteX7" fmla="*/ 8367 w 10000"/>
              <a:gd name="connsiteY7" fmla="*/ 6218 h 10016"/>
              <a:gd name="connsiteX8" fmla="*/ 10000 w 10000"/>
              <a:gd name="connsiteY8" fmla="*/ 10016 h 10016"/>
              <a:gd name="connsiteX9" fmla="*/ 0 w 10000"/>
              <a:gd name="connsiteY9" fmla="*/ 9943 h 10016"/>
              <a:gd name="connsiteX0" fmla="*/ 0 w 10000"/>
              <a:gd name="connsiteY0" fmla="*/ 9943 h 10016"/>
              <a:gd name="connsiteX1" fmla="*/ 4534 w 10000"/>
              <a:gd name="connsiteY1" fmla="*/ 0 h 10016"/>
              <a:gd name="connsiteX2" fmla="*/ 4648 w 10000"/>
              <a:gd name="connsiteY2" fmla="*/ 409 h 10016"/>
              <a:gd name="connsiteX3" fmla="*/ 5228 w 10000"/>
              <a:gd name="connsiteY3" fmla="*/ 1365 h 10016"/>
              <a:gd name="connsiteX4" fmla="*/ 6138 w 10000"/>
              <a:gd name="connsiteY4" fmla="*/ 2578 h 10016"/>
              <a:gd name="connsiteX5" fmla="*/ 6892 w 10000"/>
              <a:gd name="connsiteY5" fmla="*/ 3608 h 10016"/>
              <a:gd name="connsiteX6" fmla="*/ 7871 w 10000"/>
              <a:gd name="connsiteY6" fmla="*/ 5295 h 10016"/>
              <a:gd name="connsiteX7" fmla="*/ 8367 w 10000"/>
              <a:gd name="connsiteY7" fmla="*/ 6218 h 10016"/>
              <a:gd name="connsiteX8" fmla="*/ 10000 w 10000"/>
              <a:gd name="connsiteY8" fmla="*/ 10016 h 10016"/>
              <a:gd name="connsiteX9" fmla="*/ 0 w 10000"/>
              <a:gd name="connsiteY9" fmla="*/ 9943 h 10016"/>
              <a:gd name="connsiteX0" fmla="*/ 0 w 10000"/>
              <a:gd name="connsiteY0" fmla="*/ 9943 h 10016"/>
              <a:gd name="connsiteX1" fmla="*/ 4534 w 10000"/>
              <a:gd name="connsiteY1" fmla="*/ 0 h 10016"/>
              <a:gd name="connsiteX2" fmla="*/ 4648 w 10000"/>
              <a:gd name="connsiteY2" fmla="*/ 409 h 10016"/>
              <a:gd name="connsiteX3" fmla="*/ 5228 w 10000"/>
              <a:gd name="connsiteY3" fmla="*/ 1365 h 10016"/>
              <a:gd name="connsiteX4" fmla="*/ 6138 w 10000"/>
              <a:gd name="connsiteY4" fmla="*/ 2578 h 10016"/>
              <a:gd name="connsiteX5" fmla="*/ 6892 w 10000"/>
              <a:gd name="connsiteY5" fmla="*/ 3608 h 10016"/>
              <a:gd name="connsiteX6" fmla="*/ 7871 w 10000"/>
              <a:gd name="connsiteY6" fmla="*/ 5295 h 10016"/>
              <a:gd name="connsiteX7" fmla="*/ 8095 w 10000"/>
              <a:gd name="connsiteY7" fmla="*/ 5551 h 10016"/>
              <a:gd name="connsiteX8" fmla="*/ 10000 w 10000"/>
              <a:gd name="connsiteY8" fmla="*/ 10016 h 10016"/>
              <a:gd name="connsiteX9" fmla="*/ 0 w 10000"/>
              <a:gd name="connsiteY9" fmla="*/ 9943 h 10016"/>
              <a:gd name="connsiteX0" fmla="*/ 0 w 10000"/>
              <a:gd name="connsiteY0" fmla="*/ 9943 h 10016"/>
              <a:gd name="connsiteX1" fmla="*/ 4534 w 10000"/>
              <a:gd name="connsiteY1" fmla="*/ 0 h 10016"/>
              <a:gd name="connsiteX2" fmla="*/ 4648 w 10000"/>
              <a:gd name="connsiteY2" fmla="*/ 409 h 10016"/>
              <a:gd name="connsiteX3" fmla="*/ 5228 w 10000"/>
              <a:gd name="connsiteY3" fmla="*/ 1365 h 10016"/>
              <a:gd name="connsiteX4" fmla="*/ 6138 w 10000"/>
              <a:gd name="connsiteY4" fmla="*/ 2578 h 10016"/>
              <a:gd name="connsiteX5" fmla="*/ 6892 w 10000"/>
              <a:gd name="connsiteY5" fmla="*/ 3608 h 10016"/>
              <a:gd name="connsiteX6" fmla="*/ 7476 w 10000"/>
              <a:gd name="connsiteY6" fmla="*/ 4612 h 10016"/>
              <a:gd name="connsiteX7" fmla="*/ 8095 w 10000"/>
              <a:gd name="connsiteY7" fmla="*/ 5551 h 10016"/>
              <a:gd name="connsiteX8" fmla="*/ 10000 w 10000"/>
              <a:gd name="connsiteY8" fmla="*/ 10016 h 10016"/>
              <a:gd name="connsiteX9" fmla="*/ 0 w 10000"/>
              <a:gd name="connsiteY9" fmla="*/ 9943 h 10016"/>
              <a:gd name="connsiteX0" fmla="*/ 0 w 10000"/>
              <a:gd name="connsiteY0" fmla="*/ 9943 h 10016"/>
              <a:gd name="connsiteX1" fmla="*/ 4534 w 10000"/>
              <a:gd name="connsiteY1" fmla="*/ 0 h 10016"/>
              <a:gd name="connsiteX2" fmla="*/ 4648 w 10000"/>
              <a:gd name="connsiteY2" fmla="*/ 409 h 10016"/>
              <a:gd name="connsiteX3" fmla="*/ 5228 w 10000"/>
              <a:gd name="connsiteY3" fmla="*/ 1365 h 10016"/>
              <a:gd name="connsiteX4" fmla="*/ 6138 w 10000"/>
              <a:gd name="connsiteY4" fmla="*/ 2578 h 10016"/>
              <a:gd name="connsiteX5" fmla="*/ 6926 w 10000"/>
              <a:gd name="connsiteY5" fmla="*/ 3735 h 10016"/>
              <a:gd name="connsiteX6" fmla="*/ 7476 w 10000"/>
              <a:gd name="connsiteY6" fmla="*/ 4612 h 10016"/>
              <a:gd name="connsiteX7" fmla="*/ 8095 w 10000"/>
              <a:gd name="connsiteY7" fmla="*/ 5551 h 10016"/>
              <a:gd name="connsiteX8" fmla="*/ 10000 w 10000"/>
              <a:gd name="connsiteY8" fmla="*/ 10016 h 10016"/>
              <a:gd name="connsiteX9" fmla="*/ 0 w 10000"/>
              <a:gd name="connsiteY9" fmla="*/ 9943 h 10016"/>
              <a:gd name="connsiteX0" fmla="*/ 0 w 10000"/>
              <a:gd name="connsiteY0" fmla="*/ 9943 h 10016"/>
              <a:gd name="connsiteX1" fmla="*/ 4534 w 10000"/>
              <a:gd name="connsiteY1" fmla="*/ 0 h 10016"/>
              <a:gd name="connsiteX2" fmla="*/ 4648 w 10000"/>
              <a:gd name="connsiteY2" fmla="*/ 409 h 10016"/>
              <a:gd name="connsiteX3" fmla="*/ 5228 w 10000"/>
              <a:gd name="connsiteY3" fmla="*/ 1365 h 10016"/>
              <a:gd name="connsiteX4" fmla="*/ 6138 w 10000"/>
              <a:gd name="connsiteY4" fmla="*/ 2578 h 10016"/>
              <a:gd name="connsiteX5" fmla="*/ 6926 w 10000"/>
              <a:gd name="connsiteY5" fmla="*/ 3735 h 10016"/>
              <a:gd name="connsiteX6" fmla="*/ 7476 w 10000"/>
              <a:gd name="connsiteY6" fmla="*/ 4612 h 10016"/>
              <a:gd name="connsiteX7" fmla="*/ 8058 w 10000"/>
              <a:gd name="connsiteY7" fmla="*/ 5472 h 10016"/>
              <a:gd name="connsiteX8" fmla="*/ 8095 w 10000"/>
              <a:gd name="connsiteY8" fmla="*/ 5551 h 10016"/>
              <a:gd name="connsiteX9" fmla="*/ 10000 w 10000"/>
              <a:gd name="connsiteY9" fmla="*/ 10016 h 10016"/>
              <a:gd name="connsiteX10" fmla="*/ 0 w 10000"/>
              <a:gd name="connsiteY10" fmla="*/ 9943 h 10016"/>
              <a:gd name="connsiteX0" fmla="*/ 0 w 10000"/>
              <a:gd name="connsiteY0" fmla="*/ 9943 h 10016"/>
              <a:gd name="connsiteX1" fmla="*/ 2993 w 10000"/>
              <a:gd name="connsiteY1" fmla="*/ 3349 h 10016"/>
              <a:gd name="connsiteX2" fmla="*/ 4534 w 10000"/>
              <a:gd name="connsiteY2" fmla="*/ 0 h 10016"/>
              <a:gd name="connsiteX3" fmla="*/ 4648 w 10000"/>
              <a:gd name="connsiteY3" fmla="*/ 409 h 10016"/>
              <a:gd name="connsiteX4" fmla="*/ 5228 w 10000"/>
              <a:gd name="connsiteY4" fmla="*/ 1365 h 10016"/>
              <a:gd name="connsiteX5" fmla="*/ 6138 w 10000"/>
              <a:gd name="connsiteY5" fmla="*/ 2578 h 10016"/>
              <a:gd name="connsiteX6" fmla="*/ 6926 w 10000"/>
              <a:gd name="connsiteY6" fmla="*/ 3735 h 10016"/>
              <a:gd name="connsiteX7" fmla="*/ 7476 w 10000"/>
              <a:gd name="connsiteY7" fmla="*/ 4612 h 10016"/>
              <a:gd name="connsiteX8" fmla="*/ 8058 w 10000"/>
              <a:gd name="connsiteY8" fmla="*/ 5472 h 10016"/>
              <a:gd name="connsiteX9" fmla="*/ 8095 w 10000"/>
              <a:gd name="connsiteY9" fmla="*/ 5551 h 10016"/>
              <a:gd name="connsiteX10" fmla="*/ 10000 w 10000"/>
              <a:gd name="connsiteY10" fmla="*/ 10016 h 10016"/>
              <a:gd name="connsiteX11" fmla="*/ 0 w 10000"/>
              <a:gd name="connsiteY11" fmla="*/ 9943 h 10016"/>
              <a:gd name="connsiteX0" fmla="*/ 0 w 10000"/>
              <a:gd name="connsiteY0" fmla="*/ 9943 h 10066"/>
              <a:gd name="connsiteX1" fmla="*/ 2993 w 10000"/>
              <a:gd name="connsiteY1" fmla="*/ 3349 h 10066"/>
              <a:gd name="connsiteX2" fmla="*/ 4534 w 10000"/>
              <a:gd name="connsiteY2" fmla="*/ 0 h 10066"/>
              <a:gd name="connsiteX3" fmla="*/ 4648 w 10000"/>
              <a:gd name="connsiteY3" fmla="*/ 409 h 10066"/>
              <a:gd name="connsiteX4" fmla="*/ 5228 w 10000"/>
              <a:gd name="connsiteY4" fmla="*/ 1365 h 10066"/>
              <a:gd name="connsiteX5" fmla="*/ 6138 w 10000"/>
              <a:gd name="connsiteY5" fmla="*/ 2578 h 10066"/>
              <a:gd name="connsiteX6" fmla="*/ 6926 w 10000"/>
              <a:gd name="connsiteY6" fmla="*/ 3735 h 10066"/>
              <a:gd name="connsiteX7" fmla="*/ 7476 w 10000"/>
              <a:gd name="connsiteY7" fmla="*/ 4612 h 10066"/>
              <a:gd name="connsiteX8" fmla="*/ 8058 w 10000"/>
              <a:gd name="connsiteY8" fmla="*/ 5472 h 10066"/>
              <a:gd name="connsiteX9" fmla="*/ 8095 w 10000"/>
              <a:gd name="connsiteY9" fmla="*/ 5551 h 10066"/>
              <a:gd name="connsiteX10" fmla="*/ 10000 w 10000"/>
              <a:gd name="connsiteY10" fmla="*/ 10016 h 10066"/>
              <a:gd name="connsiteX11" fmla="*/ 2966 w 10000"/>
              <a:gd name="connsiteY11" fmla="*/ 10060 h 10066"/>
              <a:gd name="connsiteX12" fmla="*/ 0 w 10000"/>
              <a:gd name="connsiteY12" fmla="*/ 9943 h 10066"/>
              <a:gd name="connsiteX0" fmla="*/ 0 w 7034"/>
              <a:gd name="connsiteY0" fmla="*/ 10060 h 10066"/>
              <a:gd name="connsiteX1" fmla="*/ 27 w 7034"/>
              <a:gd name="connsiteY1" fmla="*/ 3349 h 10066"/>
              <a:gd name="connsiteX2" fmla="*/ 1568 w 7034"/>
              <a:gd name="connsiteY2" fmla="*/ 0 h 10066"/>
              <a:gd name="connsiteX3" fmla="*/ 1682 w 7034"/>
              <a:gd name="connsiteY3" fmla="*/ 409 h 10066"/>
              <a:gd name="connsiteX4" fmla="*/ 2262 w 7034"/>
              <a:gd name="connsiteY4" fmla="*/ 1365 h 10066"/>
              <a:gd name="connsiteX5" fmla="*/ 3172 w 7034"/>
              <a:gd name="connsiteY5" fmla="*/ 2578 h 10066"/>
              <a:gd name="connsiteX6" fmla="*/ 3960 w 7034"/>
              <a:gd name="connsiteY6" fmla="*/ 3735 h 10066"/>
              <a:gd name="connsiteX7" fmla="*/ 4510 w 7034"/>
              <a:gd name="connsiteY7" fmla="*/ 4612 h 10066"/>
              <a:gd name="connsiteX8" fmla="*/ 5092 w 7034"/>
              <a:gd name="connsiteY8" fmla="*/ 5472 h 10066"/>
              <a:gd name="connsiteX9" fmla="*/ 5129 w 7034"/>
              <a:gd name="connsiteY9" fmla="*/ 5551 h 10066"/>
              <a:gd name="connsiteX10" fmla="*/ 7034 w 7034"/>
              <a:gd name="connsiteY10" fmla="*/ 10016 h 10066"/>
              <a:gd name="connsiteX11" fmla="*/ 0 w 7034"/>
              <a:gd name="connsiteY11" fmla="*/ 10060 h 10066"/>
              <a:gd name="connsiteX0" fmla="*/ 0 w 10000"/>
              <a:gd name="connsiteY0" fmla="*/ 9994 h 9994"/>
              <a:gd name="connsiteX1" fmla="*/ 17 w 10000"/>
              <a:gd name="connsiteY1" fmla="*/ 3342 h 9994"/>
              <a:gd name="connsiteX2" fmla="*/ 2229 w 10000"/>
              <a:gd name="connsiteY2" fmla="*/ 0 h 9994"/>
              <a:gd name="connsiteX3" fmla="*/ 2391 w 10000"/>
              <a:gd name="connsiteY3" fmla="*/ 406 h 9994"/>
              <a:gd name="connsiteX4" fmla="*/ 3216 w 10000"/>
              <a:gd name="connsiteY4" fmla="*/ 1356 h 9994"/>
              <a:gd name="connsiteX5" fmla="*/ 4510 w 10000"/>
              <a:gd name="connsiteY5" fmla="*/ 2561 h 9994"/>
              <a:gd name="connsiteX6" fmla="*/ 5630 w 10000"/>
              <a:gd name="connsiteY6" fmla="*/ 3711 h 9994"/>
              <a:gd name="connsiteX7" fmla="*/ 6412 w 10000"/>
              <a:gd name="connsiteY7" fmla="*/ 4582 h 9994"/>
              <a:gd name="connsiteX8" fmla="*/ 7239 w 10000"/>
              <a:gd name="connsiteY8" fmla="*/ 5436 h 9994"/>
              <a:gd name="connsiteX9" fmla="*/ 7292 w 10000"/>
              <a:gd name="connsiteY9" fmla="*/ 5515 h 9994"/>
              <a:gd name="connsiteX10" fmla="*/ 10000 w 10000"/>
              <a:gd name="connsiteY10" fmla="*/ 9950 h 9994"/>
              <a:gd name="connsiteX11" fmla="*/ 0 w 10000"/>
              <a:gd name="connsiteY11" fmla="*/ 9994 h 9994"/>
              <a:gd name="connsiteX0" fmla="*/ 0 w 10000"/>
              <a:gd name="connsiteY0" fmla="*/ 10000 h 10000"/>
              <a:gd name="connsiteX1" fmla="*/ 1 w 10000"/>
              <a:gd name="connsiteY1" fmla="*/ 3344 h 10000"/>
              <a:gd name="connsiteX2" fmla="*/ 2229 w 10000"/>
              <a:gd name="connsiteY2" fmla="*/ 0 h 10000"/>
              <a:gd name="connsiteX3" fmla="*/ 2391 w 10000"/>
              <a:gd name="connsiteY3" fmla="*/ 406 h 10000"/>
              <a:gd name="connsiteX4" fmla="*/ 3216 w 10000"/>
              <a:gd name="connsiteY4" fmla="*/ 1357 h 10000"/>
              <a:gd name="connsiteX5" fmla="*/ 4510 w 10000"/>
              <a:gd name="connsiteY5" fmla="*/ 2563 h 10000"/>
              <a:gd name="connsiteX6" fmla="*/ 5630 w 10000"/>
              <a:gd name="connsiteY6" fmla="*/ 3713 h 10000"/>
              <a:gd name="connsiteX7" fmla="*/ 6412 w 10000"/>
              <a:gd name="connsiteY7" fmla="*/ 4585 h 10000"/>
              <a:gd name="connsiteX8" fmla="*/ 7239 w 10000"/>
              <a:gd name="connsiteY8" fmla="*/ 5439 h 10000"/>
              <a:gd name="connsiteX9" fmla="*/ 7292 w 10000"/>
              <a:gd name="connsiteY9" fmla="*/ 5518 h 10000"/>
              <a:gd name="connsiteX10" fmla="*/ 10000 w 10000"/>
              <a:gd name="connsiteY10" fmla="*/ 9956 h 10000"/>
              <a:gd name="connsiteX11" fmla="*/ 0 w 10000"/>
              <a:gd name="connsiteY11" fmla="*/ 10000 h 10000"/>
              <a:gd name="connsiteX0" fmla="*/ 0 w 10000"/>
              <a:gd name="connsiteY0" fmla="*/ 10000 h 10000"/>
              <a:gd name="connsiteX1" fmla="*/ 1 w 10000"/>
              <a:gd name="connsiteY1" fmla="*/ 3344 h 10000"/>
              <a:gd name="connsiteX2" fmla="*/ 2229 w 10000"/>
              <a:gd name="connsiteY2" fmla="*/ 0 h 10000"/>
              <a:gd name="connsiteX3" fmla="*/ 2391 w 10000"/>
              <a:gd name="connsiteY3" fmla="*/ 406 h 10000"/>
              <a:gd name="connsiteX4" fmla="*/ 2440 w 10000"/>
              <a:gd name="connsiteY4" fmla="*/ 535 h 10000"/>
              <a:gd name="connsiteX5" fmla="*/ 3216 w 10000"/>
              <a:gd name="connsiteY5" fmla="*/ 1357 h 10000"/>
              <a:gd name="connsiteX6" fmla="*/ 4510 w 10000"/>
              <a:gd name="connsiteY6" fmla="*/ 2563 h 10000"/>
              <a:gd name="connsiteX7" fmla="*/ 5630 w 10000"/>
              <a:gd name="connsiteY7" fmla="*/ 3713 h 10000"/>
              <a:gd name="connsiteX8" fmla="*/ 6412 w 10000"/>
              <a:gd name="connsiteY8" fmla="*/ 4585 h 10000"/>
              <a:gd name="connsiteX9" fmla="*/ 7239 w 10000"/>
              <a:gd name="connsiteY9" fmla="*/ 5439 h 10000"/>
              <a:gd name="connsiteX10" fmla="*/ 7292 w 10000"/>
              <a:gd name="connsiteY10" fmla="*/ 5518 h 10000"/>
              <a:gd name="connsiteX11" fmla="*/ 10000 w 10000"/>
              <a:gd name="connsiteY11" fmla="*/ 9956 h 10000"/>
              <a:gd name="connsiteX12" fmla="*/ 0 w 10000"/>
              <a:gd name="connsiteY12" fmla="*/ 10000 h 10000"/>
              <a:gd name="connsiteX0" fmla="*/ 0 w 10000"/>
              <a:gd name="connsiteY0" fmla="*/ 9985 h 9985"/>
              <a:gd name="connsiteX1" fmla="*/ 1 w 10000"/>
              <a:gd name="connsiteY1" fmla="*/ 3329 h 9985"/>
              <a:gd name="connsiteX2" fmla="*/ 2155 w 10000"/>
              <a:gd name="connsiteY2" fmla="*/ 0 h 9985"/>
              <a:gd name="connsiteX3" fmla="*/ 2391 w 10000"/>
              <a:gd name="connsiteY3" fmla="*/ 391 h 9985"/>
              <a:gd name="connsiteX4" fmla="*/ 2440 w 10000"/>
              <a:gd name="connsiteY4" fmla="*/ 520 h 9985"/>
              <a:gd name="connsiteX5" fmla="*/ 3216 w 10000"/>
              <a:gd name="connsiteY5" fmla="*/ 1342 h 9985"/>
              <a:gd name="connsiteX6" fmla="*/ 4510 w 10000"/>
              <a:gd name="connsiteY6" fmla="*/ 2548 h 9985"/>
              <a:gd name="connsiteX7" fmla="*/ 5630 w 10000"/>
              <a:gd name="connsiteY7" fmla="*/ 3698 h 9985"/>
              <a:gd name="connsiteX8" fmla="*/ 6412 w 10000"/>
              <a:gd name="connsiteY8" fmla="*/ 4570 h 9985"/>
              <a:gd name="connsiteX9" fmla="*/ 7239 w 10000"/>
              <a:gd name="connsiteY9" fmla="*/ 5424 h 9985"/>
              <a:gd name="connsiteX10" fmla="*/ 7292 w 10000"/>
              <a:gd name="connsiteY10" fmla="*/ 5503 h 9985"/>
              <a:gd name="connsiteX11" fmla="*/ 10000 w 10000"/>
              <a:gd name="connsiteY11" fmla="*/ 9941 h 9985"/>
              <a:gd name="connsiteX12" fmla="*/ 0 w 10000"/>
              <a:gd name="connsiteY12" fmla="*/ 9985 h 9985"/>
              <a:gd name="connsiteX0" fmla="*/ 0 w 10000"/>
              <a:gd name="connsiteY0" fmla="*/ 10000 h 10000"/>
              <a:gd name="connsiteX1" fmla="*/ 1 w 10000"/>
              <a:gd name="connsiteY1" fmla="*/ 3334 h 10000"/>
              <a:gd name="connsiteX2" fmla="*/ 2155 w 10000"/>
              <a:gd name="connsiteY2" fmla="*/ 0 h 10000"/>
              <a:gd name="connsiteX3" fmla="*/ 2312 w 10000"/>
              <a:gd name="connsiteY3" fmla="*/ 361 h 10000"/>
              <a:gd name="connsiteX4" fmla="*/ 2440 w 10000"/>
              <a:gd name="connsiteY4" fmla="*/ 521 h 10000"/>
              <a:gd name="connsiteX5" fmla="*/ 3216 w 10000"/>
              <a:gd name="connsiteY5" fmla="*/ 1344 h 10000"/>
              <a:gd name="connsiteX6" fmla="*/ 4510 w 10000"/>
              <a:gd name="connsiteY6" fmla="*/ 2552 h 10000"/>
              <a:gd name="connsiteX7" fmla="*/ 5630 w 10000"/>
              <a:gd name="connsiteY7" fmla="*/ 3704 h 10000"/>
              <a:gd name="connsiteX8" fmla="*/ 6412 w 10000"/>
              <a:gd name="connsiteY8" fmla="*/ 4577 h 10000"/>
              <a:gd name="connsiteX9" fmla="*/ 7239 w 10000"/>
              <a:gd name="connsiteY9" fmla="*/ 5432 h 10000"/>
              <a:gd name="connsiteX10" fmla="*/ 7292 w 10000"/>
              <a:gd name="connsiteY10" fmla="*/ 5511 h 10000"/>
              <a:gd name="connsiteX11" fmla="*/ 10000 w 10000"/>
              <a:gd name="connsiteY11" fmla="*/ 9956 h 10000"/>
              <a:gd name="connsiteX12" fmla="*/ 0 w 10000"/>
              <a:gd name="connsiteY12" fmla="*/ 10000 h 10000"/>
              <a:gd name="connsiteX0" fmla="*/ 0 w 10000"/>
              <a:gd name="connsiteY0" fmla="*/ 10000 h 10000"/>
              <a:gd name="connsiteX1" fmla="*/ 1 w 10000"/>
              <a:gd name="connsiteY1" fmla="*/ 3334 h 10000"/>
              <a:gd name="connsiteX2" fmla="*/ 2155 w 10000"/>
              <a:gd name="connsiteY2" fmla="*/ 0 h 10000"/>
              <a:gd name="connsiteX3" fmla="*/ 2312 w 10000"/>
              <a:gd name="connsiteY3" fmla="*/ 361 h 10000"/>
              <a:gd name="connsiteX4" fmla="*/ 2440 w 10000"/>
              <a:gd name="connsiteY4" fmla="*/ 521 h 10000"/>
              <a:gd name="connsiteX5" fmla="*/ 3216 w 10000"/>
              <a:gd name="connsiteY5" fmla="*/ 1344 h 10000"/>
              <a:gd name="connsiteX6" fmla="*/ 4510 w 10000"/>
              <a:gd name="connsiteY6" fmla="*/ 2552 h 10000"/>
              <a:gd name="connsiteX7" fmla="*/ 5630 w 10000"/>
              <a:gd name="connsiteY7" fmla="*/ 3704 h 10000"/>
              <a:gd name="connsiteX8" fmla="*/ 6412 w 10000"/>
              <a:gd name="connsiteY8" fmla="*/ 4577 h 10000"/>
              <a:gd name="connsiteX9" fmla="*/ 7091 w 10000"/>
              <a:gd name="connsiteY9" fmla="*/ 5371 h 10000"/>
              <a:gd name="connsiteX10" fmla="*/ 7292 w 10000"/>
              <a:gd name="connsiteY10" fmla="*/ 5511 h 10000"/>
              <a:gd name="connsiteX11" fmla="*/ 10000 w 10000"/>
              <a:gd name="connsiteY11" fmla="*/ 9956 h 10000"/>
              <a:gd name="connsiteX12" fmla="*/ 0 w 10000"/>
              <a:gd name="connsiteY12" fmla="*/ 10000 h 10000"/>
              <a:gd name="connsiteX0" fmla="*/ 0 w 10000"/>
              <a:gd name="connsiteY0" fmla="*/ 10000 h 10000"/>
              <a:gd name="connsiteX1" fmla="*/ 1 w 10000"/>
              <a:gd name="connsiteY1" fmla="*/ 3334 h 10000"/>
              <a:gd name="connsiteX2" fmla="*/ 2155 w 10000"/>
              <a:gd name="connsiteY2" fmla="*/ 0 h 10000"/>
              <a:gd name="connsiteX3" fmla="*/ 2312 w 10000"/>
              <a:gd name="connsiteY3" fmla="*/ 361 h 10000"/>
              <a:gd name="connsiteX4" fmla="*/ 2440 w 10000"/>
              <a:gd name="connsiteY4" fmla="*/ 521 h 10000"/>
              <a:gd name="connsiteX5" fmla="*/ 3216 w 10000"/>
              <a:gd name="connsiteY5" fmla="*/ 1344 h 10000"/>
              <a:gd name="connsiteX6" fmla="*/ 4510 w 10000"/>
              <a:gd name="connsiteY6" fmla="*/ 2552 h 10000"/>
              <a:gd name="connsiteX7" fmla="*/ 5630 w 10000"/>
              <a:gd name="connsiteY7" fmla="*/ 3704 h 10000"/>
              <a:gd name="connsiteX8" fmla="*/ 6412 w 10000"/>
              <a:gd name="connsiteY8" fmla="*/ 4577 h 10000"/>
              <a:gd name="connsiteX9" fmla="*/ 7091 w 10000"/>
              <a:gd name="connsiteY9" fmla="*/ 5371 h 10000"/>
              <a:gd name="connsiteX10" fmla="*/ 7181 w 10000"/>
              <a:gd name="connsiteY10" fmla="*/ 5542 h 10000"/>
              <a:gd name="connsiteX11" fmla="*/ 10000 w 10000"/>
              <a:gd name="connsiteY11" fmla="*/ 9956 h 10000"/>
              <a:gd name="connsiteX12" fmla="*/ 0 w 10000"/>
              <a:gd name="connsiteY12" fmla="*/ 10000 h 10000"/>
              <a:gd name="connsiteX0" fmla="*/ 0 w 10000"/>
              <a:gd name="connsiteY0" fmla="*/ 10000 h 10000"/>
              <a:gd name="connsiteX1" fmla="*/ 1 w 10000"/>
              <a:gd name="connsiteY1" fmla="*/ 3334 h 10000"/>
              <a:gd name="connsiteX2" fmla="*/ 2155 w 10000"/>
              <a:gd name="connsiteY2" fmla="*/ 0 h 10000"/>
              <a:gd name="connsiteX3" fmla="*/ 2312 w 10000"/>
              <a:gd name="connsiteY3" fmla="*/ 361 h 10000"/>
              <a:gd name="connsiteX4" fmla="*/ 2440 w 10000"/>
              <a:gd name="connsiteY4" fmla="*/ 521 h 10000"/>
              <a:gd name="connsiteX5" fmla="*/ 3452 w 10000"/>
              <a:gd name="connsiteY5" fmla="*/ 1581 h 10000"/>
              <a:gd name="connsiteX6" fmla="*/ 4510 w 10000"/>
              <a:gd name="connsiteY6" fmla="*/ 2552 h 10000"/>
              <a:gd name="connsiteX7" fmla="*/ 5630 w 10000"/>
              <a:gd name="connsiteY7" fmla="*/ 3704 h 10000"/>
              <a:gd name="connsiteX8" fmla="*/ 6412 w 10000"/>
              <a:gd name="connsiteY8" fmla="*/ 4577 h 10000"/>
              <a:gd name="connsiteX9" fmla="*/ 7091 w 10000"/>
              <a:gd name="connsiteY9" fmla="*/ 5371 h 10000"/>
              <a:gd name="connsiteX10" fmla="*/ 7181 w 10000"/>
              <a:gd name="connsiteY10" fmla="*/ 5542 h 10000"/>
              <a:gd name="connsiteX11" fmla="*/ 10000 w 10000"/>
              <a:gd name="connsiteY11" fmla="*/ 9956 h 10000"/>
              <a:gd name="connsiteX12" fmla="*/ 0 w 10000"/>
              <a:gd name="connsiteY12" fmla="*/ 10000 h 10000"/>
              <a:gd name="connsiteX0" fmla="*/ 0 w 10000"/>
              <a:gd name="connsiteY0" fmla="*/ 9639 h 9639"/>
              <a:gd name="connsiteX1" fmla="*/ 1 w 10000"/>
              <a:gd name="connsiteY1" fmla="*/ 2973 h 9639"/>
              <a:gd name="connsiteX2" fmla="*/ 2312 w 10000"/>
              <a:gd name="connsiteY2" fmla="*/ 0 h 9639"/>
              <a:gd name="connsiteX3" fmla="*/ 2440 w 10000"/>
              <a:gd name="connsiteY3" fmla="*/ 160 h 9639"/>
              <a:gd name="connsiteX4" fmla="*/ 3452 w 10000"/>
              <a:gd name="connsiteY4" fmla="*/ 1220 h 9639"/>
              <a:gd name="connsiteX5" fmla="*/ 4510 w 10000"/>
              <a:gd name="connsiteY5" fmla="*/ 2191 h 9639"/>
              <a:gd name="connsiteX6" fmla="*/ 5630 w 10000"/>
              <a:gd name="connsiteY6" fmla="*/ 3343 h 9639"/>
              <a:gd name="connsiteX7" fmla="*/ 6412 w 10000"/>
              <a:gd name="connsiteY7" fmla="*/ 4216 h 9639"/>
              <a:gd name="connsiteX8" fmla="*/ 7091 w 10000"/>
              <a:gd name="connsiteY8" fmla="*/ 5010 h 9639"/>
              <a:gd name="connsiteX9" fmla="*/ 7181 w 10000"/>
              <a:gd name="connsiteY9" fmla="*/ 5181 h 9639"/>
              <a:gd name="connsiteX10" fmla="*/ 10000 w 10000"/>
              <a:gd name="connsiteY10" fmla="*/ 9595 h 9639"/>
              <a:gd name="connsiteX11" fmla="*/ 0 w 10000"/>
              <a:gd name="connsiteY11" fmla="*/ 9639 h 9639"/>
              <a:gd name="connsiteX0" fmla="*/ 0 w 10000"/>
              <a:gd name="connsiteY0" fmla="*/ 10000 h 10019"/>
              <a:gd name="connsiteX1" fmla="*/ 1 w 10000"/>
              <a:gd name="connsiteY1" fmla="*/ 3084 h 10019"/>
              <a:gd name="connsiteX2" fmla="*/ 2312 w 10000"/>
              <a:gd name="connsiteY2" fmla="*/ 0 h 10019"/>
              <a:gd name="connsiteX3" fmla="*/ 2440 w 10000"/>
              <a:gd name="connsiteY3" fmla="*/ 166 h 10019"/>
              <a:gd name="connsiteX4" fmla="*/ 3452 w 10000"/>
              <a:gd name="connsiteY4" fmla="*/ 1266 h 10019"/>
              <a:gd name="connsiteX5" fmla="*/ 4510 w 10000"/>
              <a:gd name="connsiteY5" fmla="*/ 2273 h 10019"/>
              <a:gd name="connsiteX6" fmla="*/ 5630 w 10000"/>
              <a:gd name="connsiteY6" fmla="*/ 3468 h 10019"/>
              <a:gd name="connsiteX7" fmla="*/ 6412 w 10000"/>
              <a:gd name="connsiteY7" fmla="*/ 4374 h 10019"/>
              <a:gd name="connsiteX8" fmla="*/ 7091 w 10000"/>
              <a:gd name="connsiteY8" fmla="*/ 5198 h 10019"/>
              <a:gd name="connsiteX9" fmla="*/ 7181 w 10000"/>
              <a:gd name="connsiteY9" fmla="*/ 5375 h 10019"/>
              <a:gd name="connsiteX10" fmla="*/ 10000 w 10000"/>
              <a:gd name="connsiteY10" fmla="*/ 9954 h 10019"/>
              <a:gd name="connsiteX11" fmla="*/ 3430 w 10000"/>
              <a:gd name="connsiteY11" fmla="*/ 10019 h 10019"/>
              <a:gd name="connsiteX12" fmla="*/ 0 w 10000"/>
              <a:gd name="connsiteY12" fmla="*/ 10000 h 10019"/>
              <a:gd name="connsiteX0" fmla="*/ 3429 w 9999"/>
              <a:gd name="connsiteY0" fmla="*/ 10019 h 10019"/>
              <a:gd name="connsiteX1" fmla="*/ 0 w 9999"/>
              <a:gd name="connsiteY1" fmla="*/ 3084 h 10019"/>
              <a:gd name="connsiteX2" fmla="*/ 2311 w 9999"/>
              <a:gd name="connsiteY2" fmla="*/ 0 h 10019"/>
              <a:gd name="connsiteX3" fmla="*/ 2439 w 9999"/>
              <a:gd name="connsiteY3" fmla="*/ 166 h 10019"/>
              <a:gd name="connsiteX4" fmla="*/ 3451 w 9999"/>
              <a:gd name="connsiteY4" fmla="*/ 1266 h 10019"/>
              <a:gd name="connsiteX5" fmla="*/ 4509 w 9999"/>
              <a:gd name="connsiteY5" fmla="*/ 2273 h 10019"/>
              <a:gd name="connsiteX6" fmla="*/ 5629 w 9999"/>
              <a:gd name="connsiteY6" fmla="*/ 3468 h 10019"/>
              <a:gd name="connsiteX7" fmla="*/ 6411 w 9999"/>
              <a:gd name="connsiteY7" fmla="*/ 4374 h 10019"/>
              <a:gd name="connsiteX8" fmla="*/ 7090 w 9999"/>
              <a:gd name="connsiteY8" fmla="*/ 5198 h 10019"/>
              <a:gd name="connsiteX9" fmla="*/ 7180 w 9999"/>
              <a:gd name="connsiteY9" fmla="*/ 5375 h 10019"/>
              <a:gd name="connsiteX10" fmla="*/ 9999 w 9999"/>
              <a:gd name="connsiteY10" fmla="*/ 9954 h 10019"/>
              <a:gd name="connsiteX11" fmla="*/ 3429 w 9999"/>
              <a:gd name="connsiteY11" fmla="*/ 10019 h 10019"/>
              <a:gd name="connsiteX0" fmla="*/ 1118 w 7689"/>
              <a:gd name="connsiteY0" fmla="*/ 10000 h 10000"/>
              <a:gd name="connsiteX1" fmla="*/ 0 w 7689"/>
              <a:gd name="connsiteY1" fmla="*/ 0 h 10000"/>
              <a:gd name="connsiteX2" fmla="*/ 128 w 7689"/>
              <a:gd name="connsiteY2" fmla="*/ 166 h 10000"/>
              <a:gd name="connsiteX3" fmla="*/ 1140 w 7689"/>
              <a:gd name="connsiteY3" fmla="*/ 1264 h 10000"/>
              <a:gd name="connsiteX4" fmla="*/ 2198 w 7689"/>
              <a:gd name="connsiteY4" fmla="*/ 2269 h 10000"/>
              <a:gd name="connsiteX5" fmla="*/ 3319 w 7689"/>
              <a:gd name="connsiteY5" fmla="*/ 3461 h 10000"/>
              <a:gd name="connsiteX6" fmla="*/ 4101 w 7689"/>
              <a:gd name="connsiteY6" fmla="*/ 4366 h 10000"/>
              <a:gd name="connsiteX7" fmla="*/ 4780 w 7689"/>
              <a:gd name="connsiteY7" fmla="*/ 5188 h 10000"/>
              <a:gd name="connsiteX8" fmla="*/ 4870 w 7689"/>
              <a:gd name="connsiteY8" fmla="*/ 5365 h 10000"/>
              <a:gd name="connsiteX9" fmla="*/ 7689 w 7689"/>
              <a:gd name="connsiteY9" fmla="*/ 9935 h 10000"/>
              <a:gd name="connsiteX10" fmla="*/ 1118 w 7689"/>
              <a:gd name="connsiteY10" fmla="*/ 10000 h 10000"/>
              <a:gd name="connsiteX0" fmla="*/ 1288 w 9834"/>
              <a:gd name="connsiteY0" fmla="*/ 9834 h 9834"/>
              <a:gd name="connsiteX1" fmla="*/ 0 w 9834"/>
              <a:gd name="connsiteY1" fmla="*/ 0 h 9834"/>
              <a:gd name="connsiteX2" fmla="*/ 1317 w 9834"/>
              <a:gd name="connsiteY2" fmla="*/ 1098 h 9834"/>
              <a:gd name="connsiteX3" fmla="*/ 2693 w 9834"/>
              <a:gd name="connsiteY3" fmla="*/ 2103 h 9834"/>
              <a:gd name="connsiteX4" fmla="*/ 4151 w 9834"/>
              <a:gd name="connsiteY4" fmla="*/ 3295 h 9834"/>
              <a:gd name="connsiteX5" fmla="*/ 5168 w 9834"/>
              <a:gd name="connsiteY5" fmla="*/ 4200 h 9834"/>
              <a:gd name="connsiteX6" fmla="*/ 6051 w 9834"/>
              <a:gd name="connsiteY6" fmla="*/ 5022 h 9834"/>
              <a:gd name="connsiteX7" fmla="*/ 6168 w 9834"/>
              <a:gd name="connsiteY7" fmla="*/ 5199 h 9834"/>
              <a:gd name="connsiteX8" fmla="*/ 9834 w 9834"/>
              <a:gd name="connsiteY8" fmla="*/ 9769 h 9834"/>
              <a:gd name="connsiteX9" fmla="*/ 1288 w 9834"/>
              <a:gd name="connsiteY9" fmla="*/ 9834 h 9834"/>
              <a:gd name="connsiteX0" fmla="*/ 0 w 8690"/>
              <a:gd name="connsiteY0" fmla="*/ 8883 h 8883"/>
              <a:gd name="connsiteX1" fmla="*/ 29 w 8690"/>
              <a:gd name="connsiteY1" fmla="*/ 0 h 8883"/>
              <a:gd name="connsiteX2" fmla="*/ 1428 w 8690"/>
              <a:gd name="connsiteY2" fmla="*/ 1021 h 8883"/>
              <a:gd name="connsiteX3" fmla="*/ 2911 w 8690"/>
              <a:gd name="connsiteY3" fmla="*/ 2234 h 8883"/>
              <a:gd name="connsiteX4" fmla="*/ 3945 w 8690"/>
              <a:gd name="connsiteY4" fmla="*/ 3154 h 8883"/>
              <a:gd name="connsiteX5" fmla="*/ 4843 w 8690"/>
              <a:gd name="connsiteY5" fmla="*/ 3990 h 8883"/>
              <a:gd name="connsiteX6" fmla="*/ 4962 w 8690"/>
              <a:gd name="connsiteY6" fmla="*/ 4170 h 8883"/>
              <a:gd name="connsiteX7" fmla="*/ 8690 w 8690"/>
              <a:gd name="connsiteY7" fmla="*/ 8817 h 8883"/>
              <a:gd name="connsiteX8" fmla="*/ 0 w 8690"/>
              <a:gd name="connsiteY8" fmla="*/ 8883 h 88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690" h="8883">
                <a:moveTo>
                  <a:pt x="0" y="8883"/>
                </a:moveTo>
                <a:cubicBezTo>
                  <a:pt x="10" y="5922"/>
                  <a:pt x="19" y="2961"/>
                  <a:pt x="29" y="0"/>
                </a:cubicBezTo>
                <a:lnTo>
                  <a:pt x="1428" y="1021"/>
                </a:lnTo>
                <a:lnTo>
                  <a:pt x="2911" y="2234"/>
                </a:lnTo>
                <a:lnTo>
                  <a:pt x="3945" y="3154"/>
                </a:lnTo>
                <a:cubicBezTo>
                  <a:pt x="4320" y="3469"/>
                  <a:pt x="4467" y="3674"/>
                  <a:pt x="4843" y="3990"/>
                </a:cubicBezTo>
                <a:cubicBezTo>
                  <a:pt x="4866" y="4017"/>
                  <a:pt x="4940" y="4142"/>
                  <a:pt x="4962" y="4170"/>
                </a:cubicBezTo>
                <a:lnTo>
                  <a:pt x="8690" y="8817"/>
                </a:lnTo>
                <a:lnTo>
                  <a:pt x="0" y="8883"/>
                </a:lnTo>
                <a:close/>
              </a:path>
            </a:pathLst>
          </a:custGeom>
          <a:solidFill>
            <a:srgbClr val="CCE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9" name="矩形 58"/>
          <p:cNvSpPr/>
          <p:nvPr/>
        </p:nvSpPr>
        <p:spPr bwMode="auto">
          <a:xfrm rot="18208493" flipH="1">
            <a:off x="3059605" y="3010759"/>
            <a:ext cx="190063" cy="190063"/>
          </a:xfrm>
          <a:prstGeom prst="rect">
            <a:avLst/>
          </a:prstGeom>
          <a:solidFill>
            <a:schemeClr val="accent2"/>
          </a:solidFill>
          <a:ln w="12700" cap="flat" cmpd="sng" algn="ctr">
            <a:solidFill>
              <a:schemeClr val="tx1"/>
            </a:solid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6" name="灯片编号占位符 1"/>
          <p:cNvSpPr txBox="1">
            <a:spLocks/>
          </p:cNvSpPr>
          <p:nvPr/>
        </p:nvSpPr>
        <p:spPr>
          <a:xfrm>
            <a:off x="66355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30</a:t>
            </a:fld>
            <a:endParaRPr lang="zh-CN" altLang="en-US" dirty="0">
              <a:solidFill>
                <a:srgbClr val="C00000"/>
              </a:solidFill>
            </a:endParaRPr>
          </a:p>
        </p:txBody>
      </p:sp>
      <p:sp>
        <p:nvSpPr>
          <p:cNvPr id="57" name="Text Box 2"/>
          <p:cNvSpPr txBox="1">
            <a:spLocks noChangeArrowheads="1"/>
          </p:cNvSpPr>
          <p:nvPr/>
        </p:nvSpPr>
        <p:spPr bwMode="auto">
          <a:xfrm>
            <a:off x="1955800" y="5639299"/>
            <a:ext cx="603250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gn="ctr" eaLnBrk="1" hangingPunct="1">
              <a:lnSpc>
                <a:spcPct val="100000"/>
              </a:lnSpc>
              <a:spcBef>
                <a:spcPct val="0"/>
              </a:spcBef>
              <a:spcAft>
                <a:spcPct val="0"/>
              </a:spcAft>
            </a:pPr>
            <a:r>
              <a:rPr kumimoji="1" lang="zh-CN" altLang="en-US" sz="4000" b="1" dirty="0">
                <a:solidFill>
                  <a:srgbClr val="000066"/>
                </a:solidFill>
                <a:latin typeface="黑体" pitchFamily="2" charset="-122"/>
                <a:ea typeface="黑体" pitchFamily="2" charset="-122"/>
              </a:rPr>
              <a:t>有穿过坡面渗流的</a:t>
            </a:r>
            <a:r>
              <a:rPr kumimoji="1" lang="zh-CN" altLang="en-US" sz="4000" b="1" dirty="0" smtClean="0">
                <a:solidFill>
                  <a:srgbClr val="000066"/>
                </a:solidFill>
                <a:latin typeface="黑体" pitchFamily="2" charset="-122"/>
                <a:ea typeface="黑体" pitchFamily="2" charset="-122"/>
              </a:rPr>
              <a:t>分析</a:t>
            </a:r>
            <a:endParaRPr kumimoji="1" lang="zh-CN" altLang="en-US" sz="4000" b="1" dirty="0">
              <a:solidFill>
                <a:srgbClr val="000066"/>
              </a:solidFill>
              <a:latin typeface="黑体" pitchFamily="2" charset="-122"/>
              <a:ea typeface="黑体" pitchFamily="2" charset="-122"/>
            </a:endParaRPr>
          </a:p>
        </p:txBody>
      </p:sp>
      <p:sp>
        <p:nvSpPr>
          <p:cNvPr id="79" name="Freeform 2422"/>
          <p:cNvSpPr>
            <a:spLocks/>
          </p:cNvSpPr>
          <p:nvPr/>
        </p:nvSpPr>
        <p:spPr bwMode="auto">
          <a:xfrm>
            <a:off x="782352" y="1493727"/>
            <a:ext cx="3611532" cy="2312549"/>
          </a:xfrm>
          <a:custGeom>
            <a:avLst/>
            <a:gdLst>
              <a:gd name="T0" fmla="*/ 0 w 2975"/>
              <a:gd name="T1" fmla="*/ 756 h 759"/>
              <a:gd name="T2" fmla="*/ 1444 w 2975"/>
              <a:gd name="T3" fmla="*/ 0 h 759"/>
              <a:gd name="T4" fmla="*/ 1608 w 2975"/>
              <a:gd name="T5" fmla="*/ 0 h 759"/>
              <a:gd name="T6" fmla="*/ 2975 w 2975"/>
              <a:gd name="T7" fmla="*/ 759 h 759"/>
              <a:gd name="connsiteX0" fmla="*/ 0 w 10000"/>
              <a:gd name="connsiteY0" fmla="*/ 9960 h 10000"/>
              <a:gd name="connsiteX1" fmla="*/ 3066 w 10000"/>
              <a:gd name="connsiteY1" fmla="*/ 3736 h 10000"/>
              <a:gd name="connsiteX2" fmla="*/ 4854 w 10000"/>
              <a:gd name="connsiteY2" fmla="*/ 0 h 10000"/>
              <a:gd name="connsiteX3" fmla="*/ 5405 w 10000"/>
              <a:gd name="connsiteY3" fmla="*/ 0 h 10000"/>
              <a:gd name="connsiteX4" fmla="*/ 10000 w 10000"/>
              <a:gd name="connsiteY4" fmla="*/ 10000 h 10000"/>
              <a:gd name="connsiteX0" fmla="*/ 0 w 6934"/>
              <a:gd name="connsiteY0" fmla="*/ 3736 h 10000"/>
              <a:gd name="connsiteX1" fmla="*/ 1788 w 6934"/>
              <a:gd name="connsiteY1" fmla="*/ 0 h 10000"/>
              <a:gd name="connsiteX2" fmla="*/ 2339 w 6934"/>
              <a:gd name="connsiteY2" fmla="*/ 0 h 10000"/>
              <a:gd name="connsiteX3" fmla="*/ 6934 w 6934"/>
              <a:gd name="connsiteY3" fmla="*/ 10000 h 10000"/>
              <a:gd name="connsiteX0" fmla="*/ 0 w 7421"/>
              <a:gd name="connsiteY0" fmla="*/ 0 h 10000"/>
              <a:gd name="connsiteX1" fmla="*/ 794 w 7421"/>
              <a:gd name="connsiteY1" fmla="*/ 0 h 10000"/>
              <a:gd name="connsiteX2" fmla="*/ 7421 w 7421"/>
              <a:gd name="connsiteY2" fmla="*/ 10000 h 10000"/>
              <a:gd name="connsiteX0" fmla="*/ 0 w 8930"/>
              <a:gd name="connsiteY0" fmla="*/ 0 h 10000"/>
              <a:gd name="connsiteX1" fmla="*/ 8930 w 8930"/>
              <a:gd name="connsiteY1" fmla="*/ 10000 h 10000"/>
            </a:gdLst>
            <a:ahLst/>
            <a:cxnLst>
              <a:cxn ang="0">
                <a:pos x="connsiteX0" y="connsiteY0"/>
              </a:cxn>
              <a:cxn ang="0">
                <a:pos x="connsiteX1" y="connsiteY1"/>
              </a:cxn>
            </a:cxnLst>
            <a:rect l="l" t="t" r="r" b="b"/>
            <a:pathLst>
              <a:path w="8930" h="10000">
                <a:moveTo>
                  <a:pt x="0" y="0"/>
                </a:moveTo>
                <a:lnTo>
                  <a:pt x="8930" y="10000"/>
                </a:lnTo>
              </a:path>
            </a:pathLst>
          </a:custGeom>
          <a:noFill/>
          <a:ln w="19050" cmpd="sng">
            <a:solidFill>
              <a:schemeClr val="tx1"/>
            </a:solidFill>
            <a:round/>
            <a:headEnd/>
            <a:tailEnd/>
          </a:ln>
          <a:effectLst/>
        </p:spPr>
        <p:txBody>
          <a:bodyPr/>
          <a:lstStyle/>
          <a:p>
            <a:endParaRPr lang="zh-CN" altLang="en-US"/>
          </a:p>
        </p:txBody>
      </p:sp>
      <p:sp>
        <p:nvSpPr>
          <p:cNvPr id="86" name="Line 2423"/>
          <p:cNvSpPr>
            <a:spLocks noChangeShapeType="1"/>
          </p:cNvSpPr>
          <p:nvPr/>
        </p:nvSpPr>
        <p:spPr bwMode="auto">
          <a:xfrm>
            <a:off x="778816" y="3806276"/>
            <a:ext cx="4139772"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5" name="Freeform 2432"/>
          <p:cNvSpPr>
            <a:spLocks/>
          </p:cNvSpPr>
          <p:nvPr/>
        </p:nvSpPr>
        <p:spPr bwMode="auto">
          <a:xfrm>
            <a:off x="818247" y="1984949"/>
            <a:ext cx="1991663" cy="808459"/>
          </a:xfrm>
          <a:custGeom>
            <a:avLst/>
            <a:gdLst>
              <a:gd name="T0" fmla="*/ 0 w 953"/>
              <a:gd name="T1" fmla="*/ 0 h 321"/>
              <a:gd name="T2" fmla="*/ 24 w 953"/>
              <a:gd name="T3" fmla="*/ 17 h 321"/>
              <a:gd name="T4" fmla="*/ 111 w 953"/>
              <a:gd name="T5" fmla="*/ 48 h 321"/>
              <a:gd name="T6" fmla="*/ 224 w 953"/>
              <a:gd name="T7" fmla="*/ 81 h 321"/>
              <a:gd name="T8" fmla="*/ 432 w 953"/>
              <a:gd name="T9" fmla="*/ 139 h 321"/>
              <a:gd name="T10" fmla="*/ 639 w 953"/>
              <a:gd name="T11" fmla="*/ 204 h 321"/>
              <a:gd name="T12" fmla="*/ 819 w 953"/>
              <a:gd name="T13" fmla="*/ 269 h 321"/>
              <a:gd name="T14" fmla="*/ 953 w 953"/>
              <a:gd name="T15" fmla="*/ 321 h 321"/>
              <a:gd name="connsiteX0" fmla="*/ 0 w 9716"/>
              <a:gd name="connsiteY0" fmla="*/ 0 h 9429"/>
              <a:gd name="connsiteX1" fmla="*/ 252 w 9716"/>
              <a:gd name="connsiteY1" fmla="*/ 530 h 9429"/>
              <a:gd name="connsiteX2" fmla="*/ 1165 w 9716"/>
              <a:gd name="connsiteY2" fmla="*/ 1495 h 9429"/>
              <a:gd name="connsiteX3" fmla="*/ 2350 w 9716"/>
              <a:gd name="connsiteY3" fmla="*/ 2523 h 9429"/>
              <a:gd name="connsiteX4" fmla="*/ 4533 w 9716"/>
              <a:gd name="connsiteY4" fmla="*/ 4330 h 9429"/>
              <a:gd name="connsiteX5" fmla="*/ 6705 w 9716"/>
              <a:gd name="connsiteY5" fmla="*/ 6355 h 9429"/>
              <a:gd name="connsiteX6" fmla="*/ 8594 w 9716"/>
              <a:gd name="connsiteY6" fmla="*/ 8380 h 9429"/>
              <a:gd name="connsiteX7" fmla="*/ 9716 w 9716"/>
              <a:gd name="connsiteY7" fmla="*/ 9429 h 9429"/>
              <a:gd name="connsiteX0" fmla="*/ 0 w 10000"/>
              <a:gd name="connsiteY0" fmla="*/ 0 h 10000"/>
              <a:gd name="connsiteX1" fmla="*/ 259 w 10000"/>
              <a:gd name="connsiteY1" fmla="*/ 562 h 10000"/>
              <a:gd name="connsiteX2" fmla="*/ 1199 w 10000"/>
              <a:gd name="connsiteY2" fmla="*/ 1586 h 10000"/>
              <a:gd name="connsiteX3" fmla="*/ 2419 w 10000"/>
              <a:gd name="connsiteY3" fmla="*/ 2676 h 10000"/>
              <a:gd name="connsiteX4" fmla="*/ 4666 w 10000"/>
              <a:gd name="connsiteY4" fmla="*/ 4592 h 10000"/>
              <a:gd name="connsiteX5" fmla="*/ 6901 w 10000"/>
              <a:gd name="connsiteY5" fmla="*/ 6740 h 10000"/>
              <a:gd name="connsiteX6" fmla="*/ 8709 w 10000"/>
              <a:gd name="connsiteY6" fmla="*/ 8612 h 10000"/>
              <a:gd name="connsiteX7" fmla="*/ 10000 w 10000"/>
              <a:gd name="connsiteY7" fmla="*/ 10000 h 10000"/>
              <a:gd name="connsiteX0" fmla="*/ 0 w 9686"/>
              <a:gd name="connsiteY0" fmla="*/ 0 h 9642"/>
              <a:gd name="connsiteX1" fmla="*/ 259 w 9686"/>
              <a:gd name="connsiteY1" fmla="*/ 562 h 9642"/>
              <a:gd name="connsiteX2" fmla="*/ 1199 w 9686"/>
              <a:gd name="connsiteY2" fmla="*/ 1586 h 9642"/>
              <a:gd name="connsiteX3" fmla="*/ 2419 w 9686"/>
              <a:gd name="connsiteY3" fmla="*/ 2676 h 9642"/>
              <a:gd name="connsiteX4" fmla="*/ 4666 w 9686"/>
              <a:gd name="connsiteY4" fmla="*/ 4592 h 9642"/>
              <a:gd name="connsiteX5" fmla="*/ 6901 w 9686"/>
              <a:gd name="connsiteY5" fmla="*/ 6740 h 9642"/>
              <a:gd name="connsiteX6" fmla="*/ 8709 w 9686"/>
              <a:gd name="connsiteY6" fmla="*/ 8612 h 9642"/>
              <a:gd name="connsiteX7" fmla="*/ 9686 w 9686"/>
              <a:gd name="connsiteY7" fmla="*/ 9642 h 9642"/>
              <a:gd name="connsiteX0" fmla="*/ 0 w 10000"/>
              <a:gd name="connsiteY0" fmla="*/ 0 h 10000"/>
              <a:gd name="connsiteX1" fmla="*/ 267 w 10000"/>
              <a:gd name="connsiteY1" fmla="*/ 583 h 10000"/>
              <a:gd name="connsiteX2" fmla="*/ 1238 w 10000"/>
              <a:gd name="connsiteY2" fmla="*/ 1645 h 10000"/>
              <a:gd name="connsiteX3" fmla="*/ 2497 w 10000"/>
              <a:gd name="connsiteY3" fmla="*/ 2775 h 10000"/>
              <a:gd name="connsiteX4" fmla="*/ 4817 w 10000"/>
              <a:gd name="connsiteY4" fmla="*/ 4762 h 10000"/>
              <a:gd name="connsiteX5" fmla="*/ 7125 w 10000"/>
              <a:gd name="connsiteY5" fmla="*/ 6990 h 10000"/>
              <a:gd name="connsiteX6" fmla="*/ 8516 w 10000"/>
              <a:gd name="connsiteY6" fmla="*/ 8504 h 10000"/>
              <a:gd name="connsiteX7" fmla="*/ 10000 w 10000"/>
              <a:gd name="connsiteY7" fmla="*/ 10000 h 10000"/>
              <a:gd name="connsiteX0" fmla="*/ 0 w 10000"/>
              <a:gd name="connsiteY0" fmla="*/ 0 h 10000"/>
              <a:gd name="connsiteX1" fmla="*/ 267 w 10000"/>
              <a:gd name="connsiteY1" fmla="*/ 583 h 10000"/>
              <a:gd name="connsiteX2" fmla="*/ 1238 w 10000"/>
              <a:gd name="connsiteY2" fmla="*/ 1645 h 10000"/>
              <a:gd name="connsiteX3" fmla="*/ 2497 w 10000"/>
              <a:gd name="connsiteY3" fmla="*/ 2775 h 10000"/>
              <a:gd name="connsiteX4" fmla="*/ 4817 w 10000"/>
              <a:gd name="connsiteY4" fmla="*/ 4762 h 10000"/>
              <a:gd name="connsiteX5" fmla="*/ 6995 w 10000"/>
              <a:gd name="connsiteY5" fmla="*/ 6990 h 10000"/>
              <a:gd name="connsiteX6" fmla="*/ 8516 w 10000"/>
              <a:gd name="connsiteY6" fmla="*/ 8504 h 10000"/>
              <a:gd name="connsiteX7" fmla="*/ 10000 w 10000"/>
              <a:gd name="connsiteY7" fmla="*/ 10000 h 10000"/>
              <a:gd name="connsiteX0" fmla="*/ 0 w 9709"/>
              <a:gd name="connsiteY0" fmla="*/ 0 h 9515"/>
              <a:gd name="connsiteX1" fmla="*/ 267 w 9709"/>
              <a:gd name="connsiteY1" fmla="*/ 583 h 9515"/>
              <a:gd name="connsiteX2" fmla="*/ 1238 w 9709"/>
              <a:gd name="connsiteY2" fmla="*/ 1645 h 9515"/>
              <a:gd name="connsiteX3" fmla="*/ 2497 w 9709"/>
              <a:gd name="connsiteY3" fmla="*/ 2775 h 9515"/>
              <a:gd name="connsiteX4" fmla="*/ 4817 w 9709"/>
              <a:gd name="connsiteY4" fmla="*/ 4762 h 9515"/>
              <a:gd name="connsiteX5" fmla="*/ 6995 w 9709"/>
              <a:gd name="connsiteY5" fmla="*/ 6990 h 9515"/>
              <a:gd name="connsiteX6" fmla="*/ 8516 w 9709"/>
              <a:gd name="connsiteY6" fmla="*/ 8504 h 9515"/>
              <a:gd name="connsiteX7" fmla="*/ 9709 w 9709"/>
              <a:gd name="connsiteY7" fmla="*/ 9515 h 9515"/>
              <a:gd name="connsiteX0" fmla="*/ 0 w 10000"/>
              <a:gd name="connsiteY0" fmla="*/ 0 h 10000"/>
              <a:gd name="connsiteX1" fmla="*/ 275 w 10000"/>
              <a:gd name="connsiteY1" fmla="*/ 613 h 10000"/>
              <a:gd name="connsiteX2" fmla="*/ 1275 w 10000"/>
              <a:gd name="connsiteY2" fmla="*/ 1729 h 10000"/>
              <a:gd name="connsiteX3" fmla="*/ 2572 w 10000"/>
              <a:gd name="connsiteY3" fmla="*/ 2916 h 10000"/>
              <a:gd name="connsiteX4" fmla="*/ 4961 w 10000"/>
              <a:gd name="connsiteY4" fmla="*/ 5005 h 10000"/>
              <a:gd name="connsiteX5" fmla="*/ 7205 w 10000"/>
              <a:gd name="connsiteY5" fmla="*/ 7346 h 10000"/>
              <a:gd name="connsiteX6" fmla="*/ 8771 w 10000"/>
              <a:gd name="connsiteY6" fmla="*/ 8937 h 10000"/>
              <a:gd name="connsiteX7" fmla="*/ 8516 w 10000"/>
              <a:gd name="connsiteY7" fmla="*/ 8593 h 10000"/>
              <a:gd name="connsiteX8" fmla="*/ 10000 w 10000"/>
              <a:gd name="connsiteY8" fmla="*/ 10000 h 10000"/>
              <a:gd name="connsiteX0" fmla="*/ 0 w 10000"/>
              <a:gd name="connsiteY0" fmla="*/ 0 h 10000"/>
              <a:gd name="connsiteX1" fmla="*/ 275 w 10000"/>
              <a:gd name="connsiteY1" fmla="*/ 613 h 10000"/>
              <a:gd name="connsiteX2" fmla="*/ 1275 w 10000"/>
              <a:gd name="connsiteY2" fmla="*/ 1729 h 10000"/>
              <a:gd name="connsiteX3" fmla="*/ 2572 w 10000"/>
              <a:gd name="connsiteY3" fmla="*/ 2916 h 10000"/>
              <a:gd name="connsiteX4" fmla="*/ 4961 w 10000"/>
              <a:gd name="connsiteY4" fmla="*/ 5005 h 10000"/>
              <a:gd name="connsiteX5" fmla="*/ 7205 w 10000"/>
              <a:gd name="connsiteY5" fmla="*/ 7346 h 10000"/>
              <a:gd name="connsiteX6" fmla="*/ 8516 w 10000"/>
              <a:gd name="connsiteY6" fmla="*/ 8593 h 10000"/>
              <a:gd name="connsiteX7" fmla="*/ 10000 w 10000"/>
              <a:gd name="connsiteY7" fmla="*/ 10000 h 10000"/>
              <a:gd name="connsiteX0" fmla="*/ 0 w 9725"/>
              <a:gd name="connsiteY0" fmla="*/ 0 h 9387"/>
              <a:gd name="connsiteX1" fmla="*/ 1000 w 9725"/>
              <a:gd name="connsiteY1" fmla="*/ 1116 h 9387"/>
              <a:gd name="connsiteX2" fmla="*/ 2297 w 9725"/>
              <a:gd name="connsiteY2" fmla="*/ 2303 h 9387"/>
              <a:gd name="connsiteX3" fmla="*/ 4686 w 9725"/>
              <a:gd name="connsiteY3" fmla="*/ 4392 h 9387"/>
              <a:gd name="connsiteX4" fmla="*/ 6930 w 9725"/>
              <a:gd name="connsiteY4" fmla="*/ 6733 h 9387"/>
              <a:gd name="connsiteX5" fmla="*/ 8241 w 9725"/>
              <a:gd name="connsiteY5" fmla="*/ 7980 h 9387"/>
              <a:gd name="connsiteX6" fmla="*/ 9725 w 9725"/>
              <a:gd name="connsiteY6" fmla="*/ 9387 h 9387"/>
              <a:gd name="connsiteX0" fmla="*/ 0 w 8972"/>
              <a:gd name="connsiteY0" fmla="*/ 0 h 8811"/>
              <a:gd name="connsiteX1" fmla="*/ 1334 w 8972"/>
              <a:gd name="connsiteY1" fmla="*/ 1264 h 8811"/>
              <a:gd name="connsiteX2" fmla="*/ 3791 w 8972"/>
              <a:gd name="connsiteY2" fmla="*/ 3490 h 8811"/>
              <a:gd name="connsiteX3" fmla="*/ 6098 w 8972"/>
              <a:gd name="connsiteY3" fmla="*/ 5984 h 8811"/>
              <a:gd name="connsiteX4" fmla="*/ 7446 w 8972"/>
              <a:gd name="connsiteY4" fmla="*/ 7312 h 8811"/>
              <a:gd name="connsiteX5" fmla="*/ 8972 w 8972"/>
              <a:gd name="connsiteY5" fmla="*/ 8811 h 8811"/>
              <a:gd name="connsiteX0" fmla="*/ 0 w 8513"/>
              <a:gd name="connsiteY0" fmla="*/ 0 h 8565"/>
              <a:gd name="connsiteX1" fmla="*/ 2738 w 8513"/>
              <a:gd name="connsiteY1" fmla="*/ 2526 h 8565"/>
              <a:gd name="connsiteX2" fmla="*/ 5310 w 8513"/>
              <a:gd name="connsiteY2" fmla="*/ 5357 h 8565"/>
              <a:gd name="connsiteX3" fmla="*/ 6812 w 8513"/>
              <a:gd name="connsiteY3" fmla="*/ 6864 h 8565"/>
              <a:gd name="connsiteX4" fmla="*/ 8513 w 8513"/>
              <a:gd name="connsiteY4" fmla="*/ 8565 h 8565"/>
              <a:gd name="connsiteX0" fmla="*/ 0 w 10000"/>
              <a:gd name="connsiteY0" fmla="*/ 0 h 10000"/>
              <a:gd name="connsiteX1" fmla="*/ 3216 w 10000"/>
              <a:gd name="connsiteY1" fmla="*/ 2949 h 10000"/>
              <a:gd name="connsiteX2" fmla="*/ 6265 w 10000"/>
              <a:gd name="connsiteY2" fmla="*/ 6092 h 10000"/>
              <a:gd name="connsiteX3" fmla="*/ 8002 w 10000"/>
              <a:gd name="connsiteY3" fmla="*/ 8014 h 10000"/>
              <a:gd name="connsiteX4" fmla="*/ 10000 w 10000"/>
              <a:gd name="connsiteY4" fmla="*/ 10000 h 10000"/>
              <a:gd name="connsiteX0" fmla="*/ 0 w 10000"/>
              <a:gd name="connsiteY0" fmla="*/ 0 h 10000"/>
              <a:gd name="connsiteX1" fmla="*/ 3216 w 10000"/>
              <a:gd name="connsiteY1" fmla="*/ 2949 h 10000"/>
              <a:gd name="connsiteX2" fmla="*/ 6265 w 10000"/>
              <a:gd name="connsiteY2" fmla="*/ 6092 h 10000"/>
              <a:gd name="connsiteX3" fmla="*/ 7962 w 10000"/>
              <a:gd name="connsiteY3" fmla="*/ 8014 h 10000"/>
              <a:gd name="connsiteX4" fmla="*/ 10000 w 10000"/>
              <a:gd name="connsiteY4" fmla="*/ 1000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000">
                <a:moveTo>
                  <a:pt x="0" y="0"/>
                </a:moveTo>
                <a:cubicBezTo>
                  <a:pt x="821" y="766"/>
                  <a:pt x="2172" y="1934"/>
                  <a:pt x="3216" y="2949"/>
                </a:cubicBezTo>
                <a:cubicBezTo>
                  <a:pt x="4260" y="3964"/>
                  <a:pt x="5474" y="5248"/>
                  <a:pt x="6265" y="6092"/>
                </a:cubicBezTo>
                <a:cubicBezTo>
                  <a:pt x="7056" y="6936"/>
                  <a:pt x="7335" y="7389"/>
                  <a:pt x="7962" y="8014"/>
                </a:cubicBezTo>
                <a:cubicBezTo>
                  <a:pt x="8238" y="8264"/>
                  <a:pt x="9732" y="9754"/>
                  <a:pt x="10000" y="10000"/>
                </a:cubicBezTo>
              </a:path>
            </a:pathLst>
          </a:custGeom>
          <a:noFill/>
          <a:ln w="19050" cap="flat" cmpd="sng">
            <a:solidFill>
              <a:schemeClr val="tx1"/>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131" name="Group 2520"/>
          <p:cNvGrpSpPr>
            <a:grpSpLocks/>
          </p:cNvGrpSpPr>
          <p:nvPr/>
        </p:nvGrpSpPr>
        <p:grpSpPr bwMode="auto">
          <a:xfrm>
            <a:off x="1976108" y="3800183"/>
            <a:ext cx="1144781" cy="255934"/>
            <a:chOff x="2644" y="2807"/>
            <a:chExt cx="481" cy="83"/>
          </a:xfrm>
        </p:grpSpPr>
        <p:sp>
          <p:nvSpPr>
            <p:cNvPr id="132" name="Freeform 2521"/>
            <p:cNvSpPr>
              <a:spLocks/>
            </p:cNvSpPr>
            <p:nvPr/>
          </p:nvSpPr>
          <p:spPr bwMode="auto">
            <a:xfrm>
              <a:off x="2644" y="2810"/>
              <a:ext cx="97" cy="73"/>
            </a:xfrm>
            <a:custGeom>
              <a:avLst/>
              <a:gdLst>
                <a:gd name="T0" fmla="*/ 97 w 97"/>
                <a:gd name="T1" fmla="*/ 0 h 73"/>
                <a:gd name="T2" fmla="*/ 0 w 97"/>
                <a:gd name="T3" fmla="*/ 73 h 73"/>
              </a:gdLst>
              <a:ahLst/>
              <a:cxnLst>
                <a:cxn ang="0">
                  <a:pos x="T0" y="T1"/>
                </a:cxn>
                <a:cxn ang="0">
                  <a:pos x="T2" y="T3"/>
                </a:cxn>
              </a:cxnLst>
              <a:rect l="0" t="0" r="r" b="b"/>
              <a:pathLst>
                <a:path w="97" h="73">
                  <a:moveTo>
                    <a:pt x="97" y="0"/>
                  </a:moveTo>
                  <a:lnTo>
                    <a:pt x="0" y="73"/>
                  </a:ln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133" name="Freeform 2522"/>
            <p:cNvSpPr>
              <a:spLocks/>
            </p:cNvSpPr>
            <p:nvPr/>
          </p:nvSpPr>
          <p:spPr bwMode="auto">
            <a:xfrm>
              <a:off x="2729" y="2810"/>
              <a:ext cx="97" cy="73"/>
            </a:xfrm>
            <a:custGeom>
              <a:avLst/>
              <a:gdLst>
                <a:gd name="T0" fmla="*/ 97 w 97"/>
                <a:gd name="T1" fmla="*/ 0 h 73"/>
                <a:gd name="T2" fmla="*/ 0 w 97"/>
                <a:gd name="T3" fmla="*/ 73 h 73"/>
              </a:gdLst>
              <a:ahLst/>
              <a:cxnLst>
                <a:cxn ang="0">
                  <a:pos x="T0" y="T1"/>
                </a:cxn>
                <a:cxn ang="0">
                  <a:pos x="T2" y="T3"/>
                </a:cxn>
              </a:cxnLst>
              <a:rect l="0" t="0" r="r" b="b"/>
              <a:pathLst>
                <a:path w="97" h="73">
                  <a:moveTo>
                    <a:pt x="97" y="0"/>
                  </a:moveTo>
                  <a:lnTo>
                    <a:pt x="0" y="73"/>
                  </a:ln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134" name="Freeform 2523"/>
            <p:cNvSpPr>
              <a:spLocks/>
            </p:cNvSpPr>
            <p:nvPr/>
          </p:nvSpPr>
          <p:spPr bwMode="auto">
            <a:xfrm>
              <a:off x="2693" y="2807"/>
              <a:ext cx="97" cy="73"/>
            </a:xfrm>
            <a:custGeom>
              <a:avLst/>
              <a:gdLst>
                <a:gd name="T0" fmla="*/ 97 w 97"/>
                <a:gd name="T1" fmla="*/ 0 h 73"/>
                <a:gd name="T2" fmla="*/ 0 w 97"/>
                <a:gd name="T3" fmla="*/ 73 h 73"/>
              </a:gdLst>
              <a:ahLst/>
              <a:cxnLst>
                <a:cxn ang="0">
                  <a:pos x="T0" y="T1"/>
                </a:cxn>
                <a:cxn ang="0">
                  <a:pos x="T2" y="T3"/>
                </a:cxn>
              </a:cxnLst>
              <a:rect l="0" t="0" r="r" b="b"/>
              <a:pathLst>
                <a:path w="97" h="73">
                  <a:moveTo>
                    <a:pt x="97" y="0"/>
                  </a:moveTo>
                  <a:lnTo>
                    <a:pt x="0" y="73"/>
                  </a:ln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135" name="Freeform 2524"/>
            <p:cNvSpPr>
              <a:spLocks/>
            </p:cNvSpPr>
            <p:nvPr/>
          </p:nvSpPr>
          <p:spPr bwMode="auto">
            <a:xfrm>
              <a:off x="2792" y="2837"/>
              <a:ext cx="72" cy="40"/>
            </a:xfrm>
            <a:custGeom>
              <a:avLst/>
              <a:gdLst>
                <a:gd name="T0" fmla="*/ 0 w 72"/>
                <a:gd name="T1" fmla="*/ 0 h 40"/>
                <a:gd name="T2" fmla="*/ 72 w 72"/>
                <a:gd name="T3" fmla="*/ 40 h 40"/>
              </a:gdLst>
              <a:ahLst/>
              <a:cxnLst>
                <a:cxn ang="0">
                  <a:pos x="T0" y="T1"/>
                </a:cxn>
                <a:cxn ang="0">
                  <a:pos x="T2" y="T3"/>
                </a:cxn>
              </a:cxnLst>
              <a:rect l="0" t="0" r="r" b="b"/>
              <a:pathLst>
                <a:path w="72" h="40">
                  <a:moveTo>
                    <a:pt x="0" y="0"/>
                  </a:moveTo>
                  <a:lnTo>
                    <a:pt x="72" y="40"/>
                  </a:ln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136" name="Freeform 2525"/>
            <p:cNvSpPr>
              <a:spLocks/>
            </p:cNvSpPr>
            <p:nvPr/>
          </p:nvSpPr>
          <p:spPr bwMode="auto">
            <a:xfrm>
              <a:off x="2759" y="2859"/>
              <a:ext cx="54" cy="30"/>
            </a:xfrm>
            <a:custGeom>
              <a:avLst/>
              <a:gdLst>
                <a:gd name="T0" fmla="*/ 0 w 54"/>
                <a:gd name="T1" fmla="*/ 0 h 30"/>
                <a:gd name="T2" fmla="*/ 54 w 54"/>
                <a:gd name="T3" fmla="*/ 30 h 30"/>
              </a:gdLst>
              <a:ahLst/>
              <a:cxnLst>
                <a:cxn ang="0">
                  <a:pos x="T0" y="T1"/>
                </a:cxn>
                <a:cxn ang="0">
                  <a:pos x="T2" y="T3"/>
                </a:cxn>
              </a:cxnLst>
              <a:rect l="0" t="0" r="r" b="b"/>
              <a:pathLst>
                <a:path w="54" h="30">
                  <a:moveTo>
                    <a:pt x="0" y="0"/>
                  </a:moveTo>
                  <a:lnTo>
                    <a:pt x="54" y="30"/>
                  </a:ln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137" name="Freeform 2526"/>
            <p:cNvSpPr>
              <a:spLocks/>
            </p:cNvSpPr>
            <p:nvPr/>
          </p:nvSpPr>
          <p:spPr bwMode="auto">
            <a:xfrm>
              <a:off x="2829" y="2813"/>
              <a:ext cx="72" cy="40"/>
            </a:xfrm>
            <a:custGeom>
              <a:avLst/>
              <a:gdLst>
                <a:gd name="T0" fmla="*/ 0 w 72"/>
                <a:gd name="T1" fmla="*/ 0 h 40"/>
                <a:gd name="T2" fmla="*/ 72 w 72"/>
                <a:gd name="T3" fmla="*/ 40 h 40"/>
              </a:gdLst>
              <a:ahLst/>
              <a:cxnLst>
                <a:cxn ang="0">
                  <a:pos x="T0" y="T1"/>
                </a:cxn>
                <a:cxn ang="0">
                  <a:pos x="T2" y="T3"/>
                </a:cxn>
              </a:cxnLst>
              <a:rect l="0" t="0" r="r" b="b"/>
              <a:pathLst>
                <a:path w="72" h="40">
                  <a:moveTo>
                    <a:pt x="0" y="0"/>
                  </a:moveTo>
                  <a:lnTo>
                    <a:pt x="72" y="40"/>
                  </a:ln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138" name="Freeform 2527"/>
            <p:cNvSpPr>
              <a:spLocks/>
            </p:cNvSpPr>
            <p:nvPr/>
          </p:nvSpPr>
          <p:spPr bwMode="auto">
            <a:xfrm>
              <a:off x="2868" y="2811"/>
              <a:ext cx="97" cy="73"/>
            </a:xfrm>
            <a:custGeom>
              <a:avLst/>
              <a:gdLst>
                <a:gd name="T0" fmla="*/ 97 w 97"/>
                <a:gd name="T1" fmla="*/ 0 h 73"/>
                <a:gd name="T2" fmla="*/ 0 w 97"/>
                <a:gd name="T3" fmla="*/ 73 h 73"/>
              </a:gdLst>
              <a:ahLst/>
              <a:cxnLst>
                <a:cxn ang="0">
                  <a:pos x="T0" y="T1"/>
                </a:cxn>
                <a:cxn ang="0">
                  <a:pos x="T2" y="T3"/>
                </a:cxn>
              </a:cxnLst>
              <a:rect l="0" t="0" r="r" b="b"/>
              <a:pathLst>
                <a:path w="97" h="73">
                  <a:moveTo>
                    <a:pt x="97" y="0"/>
                  </a:moveTo>
                  <a:lnTo>
                    <a:pt x="0" y="73"/>
                  </a:ln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139" name="Freeform 2528"/>
            <p:cNvSpPr>
              <a:spLocks/>
            </p:cNvSpPr>
            <p:nvPr/>
          </p:nvSpPr>
          <p:spPr bwMode="auto">
            <a:xfrm>
              <a:off x="2953" y="2811"/>
              <a:ext cx="97" cy="73"/>
            </a:xfrm>
            <a:custGeom>
              <a:avLst/>
              <a:gdLst>
                <a:gd name="T0" fmla="*/ 97 w 97"/>
                <a:gd name="T1" fmla="*/ 0 h 73"/>
                <a:gd name="T2" fmla="*/ 0 w 97"/>
                <a:gd name="T3" fmla="*/ 73 h 73"/>
              </a:gdLst>
              <a:ahLst/>
              <a:cxnLst>
                <a:cxn ang="0">
                  <a:pos x="T0" y="T1"/>
                </a:cxn>
                <a:cxn ang="0">
                  <a:pos x="T2" y="T3"/>
                </a:cxn>
              </a:cxnLst>
              <a:rect l="0" t="0" r="r" b="b"/>
              <a:pathLst>
                <a:path w="97" h="73">
                  <a:moveTo>
                    <a:pt x="97" y="0"/>
                  </a:moveTo>
                  <a:lnTo>
                    <a:pt x="0" y="73"/>
                  </a:ln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140" name="Freeform 2529"/>
            <p:cNvSpPr>
              <a:spLocks/>
            </p:cNvSpPr>
            <p:nvPr/>
          </p:nvSpPr>
          <p:spPr bwMode="auto">
            <a:xfrm>
              <a:off x="2917" y="2808"/>
              <a:ext cx="97" cy="73"/>
            </a:xfrm>
            <a:custGeom>
              <a:avLst/>
              <a:gdLst>
                <a:gd name="T0" fmla="*/ 97 w 97"/>
                <a:gd name="T1" fmla="*/ 0 h 73"/>
                <a:gd name="T2" fmla="*/ 0 w 97"/>
                <a:gd name="T3" fmla="*/ 73 h 73"/>
              </a:gdLst>
              <a:ahLst/>
              <a:cxnLst>
                <a:cxn ang="0">
                  <a:pos x="T0" y="T1"/>
                </a:cxn>
                <a:cxn ang="0">
                  <a:pos x="T2" y="T3"/>
                </a:cxn>
              </a:cxnLst>
              <a:rect l="0" t="0" r="r" b="b"/>
              <a:pathLst>
                <a:path w="97" h="73">
                  <a:moveTo>
                    <a:pt x="97" y="0"/>
                  </a:moveTo>
                  <a:lnTo>
                    <a:pt x="0" y="73"/>
                  </a:ln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141" name="Freeform 2530"/>
            <p:cNvSpPr>
              <a:spLocks/>
            </p:cNvSpPr>
            <p:nvPr/>
          </p:nvSpPr>
          <p:spPr bwMode="auto">
            <a:xfrm>
              <a:off x="3016" y="2838"/>
              <a:ext cx="72" cy="40"/>
            </a:xfrm>
            <a:custGeom>
              <a:avLst/>
              <a:gdLst>
                <a:gd name="T0" fmla="*/ 0 w 72"/>
                <a:gd name="T1" fmla="*/ 0 h 40"/>
                <a:gd name="T2" fmla="*/ 72 w 72"/>
                <a:gd name="T3" fmla="*/ 40 h 40"/>
              </a:gdLst>
              <a:ahLst/>
              <a:cxnLst>
                <a:cxn ang="0">
                  <a:pos x="T0" y="T1"/>
                </a:cxn>
                <a:cxn ang="0">
                  <a:pos x="T2" y="T3"/>
                </a:cxn>
              </a:cxnLst>
              <a:rect l="0" t="0" r="r" b="b"/>
              <a:pathLst>
                <a:path w="72" h="40">
                  <a:moveTo>
                    <a:pt x="0" y="0"/>
                  </a:moveTo>
                  <a:lnTo>
                    <a:pt x="72" y="40"/>
                  </a:ln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142" name="Freeform 2531"/>
            <p:cNvSpPr>
              <a:spLocks/>
            </p:cNvSpPr>
            <p:nvPr/>
          </p:nvSpPr>
          <p:spPr bwMode="auto">
            <a:xfrm>
              <a:off x="2983" y="2860"/>
              <a:ext cx="54" cy="30"/>
            </a:xfrm>
            <a:custGeom>
              <a:avLst/>
              <a:gdLst>
                <a:gd name="T0" fmla="*/ 0 w 54"/>
                <a:gd name="T1" fmla="*/ 0 h 30"/>
                <a:gd name="T2" fmla="*/ 54 w 54"/>
                <a:gd name="T3" fmla="*/ 30 h 30"/>
              </a:gdLst>
              <a:ahLst/>
              <a:cxnLst>
                <a:cxn ang="0">
                  <a:pos x="T0" y="T1"/>
                </a:cxn>
                <a:cxn ang="0">
                  <a:pos x="T2" y="T3"/>
                </a:cxn>
              </a:cxnLst>
              <a:rect l="0" t="0" r="r" b="b"/>
              <a:pathLst>
                <a:path w="54" h="30">
                  <a:moveTo>
                    <a:pt x="0" y="0"/>
                  </a:moveTo>
                  <a:lnTo>
                    <a:pt x="54" y="30"/>
                  </a:ln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143" name="Freeform 2532"/>
            <p:cNvSpPr>
              <a:spLocks/>
            </p:cNvSpPr>
            <p:nvPr/>
          </p:nvSpPr>
          <p:spPr bwMode="auto">
            <a:xfrm>
              <a:off x="3053" y="2814"/>
              <a:ext cx="72" cy="40"/>
            </a:xfrm>
            <a:custGeom>
              <a:avLst/>
              <a:gdLst>
                <a:gd name="T0" fmla="*/ 0 w 72"/>
                <a:gd name="T1" fmla="*/ 0 h 40"/>
                <a:gd name="T2" fmla="*/ 72 w 72"/>
                <a:gd name="T3" fmla="*/ 40 h 40"/>
              </a:gdLst>
              <a:ahLst/>
              <a:cxnLst>
                <a:cxn ang="0">
                  <a:pos x="T0" y="T1"/>
                </a:cxn>
                <a:cxn ang="0">
                  <a:pos x="T2" y="T3"/>
                </a:cxn>
              </a:cxnLst>
              <a:rect l="0" t="0" r="r" b="b"/>
              <a:pathLst>
                <a:path w="72" h="40">
                  <a:moveTo>
                    <a:pt x="0" y="0"/>
                  </a:moveTo>
                  <a:lnTo>
                    <a:pt x="72" y="40"/>
                  </a:ln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grpSp>
      <p:sp>
        <p:nvSpPr>
          <p:cNvPr id="12" name="右箭头 11"/>
          <p:cNvSpPr/>
          <p:nvPr/>
        </p:nvSpPr>
        <p:spPr bwMode="auto">
          <a:xfrm rot="272996">
            <a:off x="1248288" y="2757377"/>
            <a:ext cx="444500" cy="406400"/>
          </a:xfrm>
          <a:prstGeom prst="rightArrow">
            <a:avLst/>
          </a:prstGeom>
          <a:solidFill>
            <a:srgbClr val="00B0F0"/>
          </a:solid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grpSp>
        <p:nvGrpSpPr>
          <p:cNvPr id="187" name="Group 2426"/>
          <p:cNvGrpSpPr>
            <a:grpSpLocks/>
          </p:cNvGrpSpPr>
          <p:nvPr/>
        </p:nvGrpSpPr>
        <p:grpSpPr bwMode="auto">
          <a:xfrm rot="1238033">
            <a:off x="1123864" y="2026472"/>
            <a:ext cx="373473" cy="291880"/>
            <a:chOff x="355" y="513"/>
            <a:chExt cx="204" cy="175"/>
          </a:xfrm>
        </p:grpSpPr>
        <p:sp>
          <p:nvSpPr>
            <p:cNvPr id="188" name="AutoShape 2427"/>
            <p:cNvSpPr>
              <a:spLocks noChangeArrowheads="1"/>
            </p:cNvSpPr>
            <p:nvPr/>
          </p:nvSpPr>
          <p:spPr bwMode="auto">
            <a:xfrm flipV="1">
              <a:off x="420" y="513"/>
              <a:ext cx="94" cy="78"/>
            </a:xfrm>
            <a:prstGeom prst="triangle">
              <a:avLst>
                <a:gd name="adj" fmla="val 50000"/>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9" name="Line 2428"/>
            <p:cNvSpPr>
              <a:spLocks noChangeShapeType="1"/>
            </p:cNvSpPr>
            <p:nvPr/>
          </p:nvSpPr>
          <p:spPr bwMode="auto">
            <a:xfrm>
              <a:off x="355" y="626"/>
              <a:ext cx="9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0" name="Line 2429"/>
            <p:cNvSpPr>
              <a:spLocks noChangeShapeType="1"/>
            </p:cNvSpPr>
            <p:nvPr/>
          </p:nvSpPr>
          <p:spPr bwMode="auto">
            <a:xfrm>
              <a:off x="469" y="626"/>
              <a:ext cx="9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1" name="Line 2430"/>
            <p:cNvSpPr>
              <a:spLocks noChangeShapeType="1"/>
            </p:cNvSpPr>
            <p:nvPr/>
          </p:nvSpPr>
          <p:spPr bwMode="auto">
            <a:xfrm>
              <a:off x="409" y="657"/>
              <a:ext cx="11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2" name="Line 2431"/>
            <p:cNvSpPr>
              <a:spLocks noChangeShapeType="1"/>
            </p:cNvSpPr>
            <p:nvPr/>
          </p:nvSpPr>
          <p:spPr bwMode="auto">
            <a:xfrm>
              <a:off x="453" y="688"/>
              <a:ext cx="4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93" name="Arc 52"/>
          <p:cNvSpPr>
            <a:spLocks/>
          </p:cNvSpPr>
          <p:nvPr/>
        </p:nvSpPr>
        <p:spPr bwMode="auto">
          <a:xfrm rot="20603713" flipH="1">
            <a:off x="3961774" y="3616303"/>
            <a:ext cx="136271" cy="167926"/>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9525">
            <a:solidFill>
              <a:schemeClr val="tx1"/>
            </a:solidFill>
            <a:round/>
            <a:headEnd type="triangle" w="med" len="me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94" name="Text Box 60"/>
          <p:cNvSpPr txBox="1">
            <a:spLocks noChangeArrowheads="1"/>
          </p:cNvSpPr>
          <p:nvPr/>
        </p:nvSpPr>
        <p:spPr bwMode="auto">
          <a:xfrm>
            <a:off x="3645047" y="3392877"/>
            <a:ext cx="385763" cy="4169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2000" b="1" dirty="0">
                <a:solidFill>
                  <a:srgbClr val="0000FF"/>
                </a:solidFill>
                <a:latin typeface="Symbol" panose="05050102010706020507" pitchFamily="18" charset="2"/>
              </a:rPr>
              <a:t>a</a:t>
            </a:r>
            <a:endParaRPr kumimoji="1" lang="en-US" altLang="zh-CN" sz="2000" b="1" dirty="0">
              <a:solidFill>
                <a:srgbClr val="0000FF"/>
              </a:solidFill>
              <a:latin typeface="Times New Roman" panose="02020603050405020304" pitchFamily="18" charset="0"/>
            </a:endParaRPr>
          </a:p>
        </p:txBody>
      </p:sp>
      <p:grpSp>
        <p:nvGrpSpPr>
          <p:cNvPr id="3" name="组合 2"/>
          <p:cNvGrpSpPr/>
          <p:nvPr/>
        </p:nvGrpSpPr>
        <p:grpSpPr>
          <a:xfrm>
            <a:off x="3122646" y="2747786"/>
            <a:ext cx="1389598" cy="835325"/>
            <a:chOff x="3162401" y="2692129"/>
            <a:chExt cx="1389598" cy="835325"/>
          </a:xfrm>
        </p:grpSpPr>
        <p:sp>
          <p:nvSpPr>
            <p:cNvPr id="99" name="Oval 2436"/>
            <p:cNvSpPr>
              <a:spLocks noChangeArrowheads="1"/>
            </p:cNvSpPr>
            <p:nvPr/>
          </p:nvSpPr>
          <p:spPr bwMode="auto">
            <a:xfrm>
              <a:off x="3162401" y="2990054"/>
              <a:ext cx="76040" cy="87371"/>
            </a:xfrm>
            <a:prstGeom prst="ellipse">
              <a:avLst/>
            </a:prstGeom>
            <a:solidFill>
              <a:srgbClr val="C00000"/>
            </a:solidFill>
            <a:ln w="9525">
              <a:solidFill>
                <a:srgbClr val="C00000"/>
              </a:solidFill>
              <a:round/>
              <a:headEnd/>
              <a:tailEnd/>
            </a:ln>
            <a:effectLst/>
            <a:extLst/>
          </p:spPr>
          <p:txBody>
            <a:bodyPr wrap="none" anchor="ctr"/>
            <a:lstStyle/>
            <a:p>
              <a:endParaRPr lang="zh-CN" altLang="en-US"/>
            </a:p>
          </p:txBody>
        </p:sp>
        <p:cxnSp>
          <p:nvCxnSpPr>
            <p:cNvPr id="157" name="直接箭头连接符 156"/>
            <p:cNvCxnSpPr/>
            <p:nvPr/>
          </p:nvCxnSpPr>
          <p:spPr bwMode="auto">
            <a:xfrm>
              <a:off x="3203233" y="3039066"/>
              <a:ext cx="958672" cy="198254"/>
            </a:xfrm>
            <a:prstGeom prst="straightConnector1">
              <a:avLst/>
            </a:prstGeom>
            <a:noFill/>
            <a:ln w="28575" cap="flat" cmpd="sng" algn="ctr">
              <a:solidFill>
                <a:srgbClr val="C00000"/>
              </a:solidFill>
              <a:prstDash val="solid"/>
              <a:round/>
              <a:headEnd type="none" w="med" len="med"/>
              <a:tailEnd type="triangle" w="med" len="med"/>
            </a:ln>
            <a:effectLst/>
          </p:spPr>
        </p:cxnSp>
        <p:cxnSp>
          <p:nvCxnSpPr>
            <p:cNvPr id="10" name="直接连接符 9"/>
            <p:cNvCxnSpPr/>
            <p:nvPr/>
          </p:nvCxnSpPr>
          <p:spPr bwMode="auto">
            <a:xfrm>
              <a:off x="3214890" y="3029836"/>
              <a:ext cx="765056" cy="0"/>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96" name="Arc 52"/>
            <p:cNvSpPr>
              <a:spLocks/>
            </p:cNvSpPr>
            <p:nvPr/>
          </p:nvSpPr>
          <p:spPr bwMode="auto">
            <a:xfrm rot="1972165">
              <a:off x="3833000" y="3035933"/>
              <a:ext cx="89044" cy="137801"/>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9525">
              <a:solidFill>
                <a:schemeClr val="tx1"/>
              </a:solidFill>
              <a:round/>
              <a:headEnd type="triangle" w="sm" len="sm"/>
              <a:tailEnd type="triangl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98" name="Text Box 60"/>
            <p:cNvSpPr txBox="1">
              <a:spLocks noChangeArrowheads="1"/>
            </p:cNvSpPr>
            <p:nvPr/>
          </p:nvSpPr>
          <p:spPr bwMode="auto">
            <a:xfrm>
              <a:off x="3661819" y="2692129"/>
              <a:ext cx="385763" cy="4169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2000" b="1" dirty="0" smtClean="0">
                  <a:solidFill>
                    <a:srgbClr val="0000FF"/>
                  </a:solidFill>
                  <a:latin typeface="Symbol" panose="05050102010706020507" pitchFamily="18" charset="2"/>
                  <a:sym typeface="Symbol"/>
                </a:rPr>
                <a:t></a:t>
              </a:r>
              <a:endParaRPr kumimoji="1" lang="en-US" altLang="zh-CN" sz="2000" b="1" dirty="0">
                <a:solidFill>
                  <a:srgbClr val="0000FF"/>
                </a:solidFill>
                <a:latin typeface="Times New Roman" panose="02020603050405020304" pitchFamily="18" charset="0"/>
              </a:endParaRPr>
            </a:p>
          </p:txBody>
        </p:sp>
        <p:sp>
          <p:nvSpPr>
            <p:cNvPr id="199" name="Text Box 44"/>
            <p:cNvSpPr txBox="1">
              <a:spLocks noChangeArrowheads="1"/>
            </p:cNvSpPr>
            <p:nvPr/>
          </p:nvSpPr>
          <p:spPr bwMode="auto">
            <a:xfrm>
              <a:off x="4164649" y="3010389"/>
              <a:ext cx="387350" cy="5170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2400" b="1" dirty="0">
                  <a:solidFill>
                    <a:srgbClr val="C00000"/>
                  </a:solidFill>
                  <a:latin typeface="Times New Roman" panose="02020603050405020304" pitchFamily="18" charset="0"/>
                </a:rPr>
                <a:t>J</a:t>
              </a:r>
            </a:p>
          </p:txBody>
        </p:sp>
      </p:grpSp>
      <p:graphicFrame>
        <p:nvGraphicFramePr>
          <p:cNvPr id="56" name="Object 33"/>
          <p:cNvGraphicFramePr>
            <a:graphicFrameLocks noChangeAspect="1"/>
          </p:cNvGraphicFramePr>
          <p:nvPr>
            <p:extLst>
              <p:ext uri="{D42A27DB-BD31-4B8C-83A1-F6EECF244321}">
                <p14:modId xmlns:p14="http://schemas.microsoft.com/office/powerpoint/2010/main" val="4291691336"/>
              </p:ext>
            </p:extLst>
          </p:nvPr>
        </p:nvGraphicFramePr>
        <p:xfrm>
          <a:off x="2038240" y="4501376"/>
          <a:ext cx="5672137" cy="874712"/>
        </p:xfrm>
        <a:graphic>
          <a:graphicData uri="http://schemas.openxmlformats.org/presentationml/2006/ole">
            <mc:AlternateContent xmlns:mc="http://schemas.openxmlformats.org/markup-compatibility/2006">
              <mc:Choice xmlns:v="urn:schemas-microsoft-com:vml" Requires="v">
                <p:oleObj spid="_x0000_s1756785" name="Equation" r:id="rId4" imgW="2882880" imgH="444240" progId="Equation.DSMT4">
                  <p:embed/>
                </p:oleObj>
              </mc:Choice>
              <mc:Fallback>
                <p:oleObj name="Equation" r:id="rId4" imgW="2882880" imgH="444240" progId="Equation.DSMT4">
                  <p:embed/>
                  <p:pic>
                    <p:nvPicPr>
                      <p:cNvPr id="80" name="Object 33"/>
                      <p:cNvPicPr>
                        <a:picLocks noChangeAspect="1" noChangeArrowheads="1"/>
                      </p:cNvPicPr>
                      <p:nvPr/>
                    </p:nvPicPr>
                    <p:blipFill>
                      <a:blip r:embed="rId5"/>
                      <a:srcRect/>
                      <a:stretch>
                        <a:fillRect/>
                      </a:stretch>
                    </p:blipFill>
                    <p:spPr bwMode="auto">
                      <a:xfrm>
                        <a:off x="2038240" y="4501376"/>
                        <a:ext cx="5672137" cy="874712"/>
                      </a:xfrm>
                      <a:prstGeom prst="rect">
                        <a:avLst/>
                      </a:prstGeom>
                      <a:noFill/>
                      <a:ln>
                        <a:noFill/>
                      </a:ln>
                      <a:effectLst/>
                      <a:extLst/>
                    </p:spPr>
                  </p:pic>
                </p:oleObj>
              </mc:Fallback>
            </mc:AlternateContent>
          </a:graphicData>
        </a:graphic>
      </p:graphicFrame>
      <p:grpSp>
        <p:nvGrpSpPr>
          <p:cNvPr id="2" name="组合 1"/>
          <p:cNvGrpSpPr/>
          <p:nvPr/>
        </p:nvGrpSpPr>
        <p:grpSpPr>
          <a:xfrm>
            <a:off x="5053073" y="679303"/>
            <a:ext cx="2191354" cy="1842590"/>
            <a:chOff x="5053073" y="679303"/>
            <a:chExt cx="2191354" cy="1842590"/>
          </a:xfrm>
        </p:grpSpPr>
        <p:sp>
          <p:nvSpPr>
            <p:cNvPr id="14" name="矩形 13"/>
            <p:cNvSpPr/>
            <p:nvPr/>
          </p:nvSpPr>
          <p:spPr bwMode="auto">
            <a:xfrm rot="18208493">
              <a:off x="5645232" y="1132094"/>
              <a:ext cx="444512" cy="444512"/>
            </a:xfrm>
            <a:prstGeom prst="rect">
              <a:avLst/>
            </a:prstGeom>
            <a:solidFill>
              <a:schemeClr val="accent2"/>
            </a:solidFill>
            <a:ln w="12700" cap="flat" cmpd="sng" algn="ctr">
              <a:solidFill>
                <a:schemeClr val="tx1"/>
              </a:solid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227" name="Text Box 57"/>
            <p:cNvSpPr txBox="1">
              <a:spLocks noChangeArrowheads="1"/>
            </p:cNvSpPr>
            <p:nvPr/>
          </p:nvSpPr>
          <p:spPr bwMode="auto">
            <a:xfrm>
              <a:off x="5890000" y="2004828"/>
              <a:ext cx="606215" cy="5170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2400" b="1" i="1" dirty="0" smtClean="0">
                  <a:solidFill>
                    <a:srgbClr val="0000FF"/>
                  </a:solidFill>
                  <a:latin typeface="Times New Roman" panose="02020603050405020304" pitchFamily="18" charset="0"/>
                </a:rPr>
                <a:t>W</a:t>
              </a:r>
              <a:r>
                <a:rPr kumimoji="1" lang="en-US" altLang="zh-CN" sz="2400" b="1" i="1" dirty="0" smtClean="0">
                  <a:solidFill>
                    <a:srgbClr val="0000FF"/>
                  </a:solidFill>
                  <a:latin typeface="Times New Roman" panose="02020603050405020304" pitchFamily="18" charset="0"/>
                  <a:sym typeface="Symbol"/>
                </a:rPr>
                <a:t></a:t>
              </a:r>
              <a:endParaRPr kumimoji="1" lang="en-US" altLang="zh-CN" sz="2400" b="1" i="1" dirty="0">
                <a:solidFill>
                  <a:srgbClr val="0000FF"/>
                </a:solidFill>
                <a:latin typeface="Times New Roman" panose="02020603050405020304" pitchFamily="18" charset="0"/>
              </a:endParaRPr>
            </a:p>
          </p:txBody>
        </p:sp>
        <p:sp>
          <p:nvSpPr>
            <p:cNvPr id="232" name="Text Box 58"/>
            <p:cNvSpPr txBox="1">
              <a:spLocks noChangeArrowheads="1"/>
            </p:cNvSpPr>
            <p:nvPr/>
          </p:nvSpPr>
          <p:spPr bwMode="auto">
            <a:xfrm>
              <a:off x="5053073" y="1264397"/>
              <a:ext cx="387350" cy="5170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2400" b="1" i="1" dirty="0" smtClean="0">
                  <a:solidFill>
                    <a:srgbClr val="660066"/>
                  </a:solidFill>
                  <a:latin typeface="Times New Roman" panose="02020603050405020304" pitchFamily="18" charset="0"/>
                </a:rPr>
                <a:t>R</a:t>
              </a:r>
              <a:endParaRPr kumimoji="1" lang="en-US" altLang="zh-CN" sz="2400" b="1" i="1" dirty="0">
                <a:solidFill>
                  <a:srgbClr val="660066"/>
                </a:solidFill>
                <a:latin typeface="Times New Roman" panose="02020603050405020304" pitchFamily="18" charset="0"/>
              </a:endParaRPr>
            </a:p>
          </p:txBody>
        </p:sp>
        <p:sp>
          <p:nvSpPr>
            <p:cNvPr id="233" name="Text Box 59"/>
            <p:cNvSpPr txBox="1">
              <a:spLocks noChangeArrowheads="1"/>
            </p:cNvSpPr>
            <p:nvPr/>
          </p:nvSpPr>
          <p:spPr bwMode="auto">
            <a:xfrm>
              <a:off x="5153399" y="1839809"/>
              <a:ext cx="385763" cy="4830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2400" b="1" i="1" dirty="0">
                  <a:solidFill>
                    <a:srgbClr val="000066"/>
                  </a:solidFill>
                  <a:latin typeface="Times New Roman" panose="02020603050405020304" pitchFamily="18" charset="0"/>
                </a:rPr>
                <a:t>N</a:t>
              </a:r>
            </a:p>
          </p:txBody>
        </p:sp>
        <p:sp>
          <p:nvSpPr>
            <p:cNvPr id="234" name="Line 53"/>
            <p:cNvSpPr>
              <a:spLocks noChangeShapeType="1"/>
            </p:cNvSpPr>
            <p:nvPr/>
          </p:nvSpPr>
          <p:spPr bwMode="auto">
            <a:xfrm flipH="1">
              <a:off x="5880064" y="1333184"/>
              <a:ext cx="0" cy="826845"/>
            </a:xfrm>
            <a:prstGeom prst="line">
              <a:avLst/>
            </a:prstGeom>
            <a:noFill/>
            <a:ln w="28575">
              <a:solidFill>
                <a:srgbClr val="0000FF"/>
              </a:solidFill>
              <a:round/>
              <a:headEnd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 name="Line 54"/>
            <p:cNvSpPr>
              <a:spLocks noChangeShapeType="1"/>
            </p:cNvSpPr>
            <p:nvPr/>
          </p:nvSpPr>
          <p:spPr bwMode="auto">
            <a:xfrm flipV="1">
              <a:off x="5456825" y="1543290"/>
              <a:ext cx="265711" cy="395341"/>
            </a:xfrm>
            <a:prstGeom prst="line">
              <a:avLst/>
            </a:prstGeom>
            <a:noFill/>
            <a:ln w="28575">
              <a:solidFill>
                <a:schemeClr val="tx1"/>
              </a:solidFill>
              <a:round/>
              <a:headEnd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7" name="Line 55"/>
            <p:cNvSpPr>
              <a:spLocks noChangeShapeType="1"/>
            </p:cNvSpPr>
            <p:nvPr/>
          </p:nvSpPr>
          <p:spPr bwMode="auto">
            <a:xfrm flipH="1" flipV="1">
              <a:off x="5403477" y="1486093"/>
              <a:ext cx="435083" cy="291454"/>
            </a:xfrm>
            <a:prstGeom prst="line">
              <a:avLst/>
            </a:prstGeom>
            <a:noFill/>
            <a:ln w="28575">
              <a:solidFill>
                <a:srgbClr val="660066"/>
              </a:solidFill>
              <a:round/>
              <a:headEnd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cxnSp>
          <p:nvCxnSpPr>
            <p:cNvPr id="16" name="直接连接符 15"/>
            <p:cNvCxnSpPr/>
            <p:nvPr/>
          </p:nvCxnSpPr>
          <p:spPr bwMode="auto">
            <a:xfrm>
              <a:off x="5495519" y="1073618"/>
              <a:ext cx="1077548" cy="733331"/>
            </a:xfrm>
            <a:prstGeom prst="line">
              <a:avLst/>
            </a:prstGeom>
            <a:noFill/>
            <a:ln w="19050" cap="flat" cmpd="sng" algn="ctr">
              <a:solidFill>
                <a:schemeClr val="tx1"/>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8" name="直接箭头连接符 237"/>
            <p:cNvCxnSpPr/>
            <p:nvPr/>
          </p:nvCxnSpPr>
          <p:spPr bwMode="auto">
            <a:xfrm>
              <a:off x="5868500" y="1343233"/>
              <a:ext cx="958672" cy="198254"/>
            </a:xfrm>
            <a:prstGeom prst="straightConnector1">
              <a:avLst/>
            </a:prstGeom>
            <a:noFill/>
            <a:ln w="28575" cap="flat" cmpd="sng" algn="ctr">
              <a:solidFill>
                <a:srgbClr val="C00000"/>
              </a:solidFill>
              <a:prstDash val="solid"/>
              <a:round/>
              <a:headEnd type="none" w="med" len="med"/>
              <a:tailEnd type="triangle" w="med" len="med"/>
            </a:ln>
            <a:effectLst/>
          </p:spPr>
        </p:cxnSp>
        <p:sp>
          <p:nvSpPr>
            <p:cNvPr id="239" name="Text Box 44"/>
            <p:cNvSpPr txBox="1">
              <a:spLocks noChangeArrowheads="1"/>
            </p:cNvSpPr>
            <p:nvPr/>
          </p:nvSpPr>
          <p:spPr bwMode="auto">
            <a:xfrm>
              <a:off x="6857077" y="1278341"/>
              <a:ext cx="387350" cy="4830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2400" b="1" i="1" dirty="0">
                  <a:solidFill>
                    <a:srgbClr val="C00000"/>
                  </a:solidFill>
                  <a:latin typeface="Times New Roman" panose="02020603050405020304" pitchFamily="18" charset="0"/>
                </a:rPr>
                <a:t>J</a:t>
              </a:r>
            </a:p>
          </p:txBody>
        </p:sp>
        <p:sp>
          <p:nvSpPr>
            <p:cNvPr id="240" name="Arc 52"/>
            <p:cNvSpPr>
              <a:spLocks/>
            </p:cNvSpPr>
            <p:nvPr/>
          </p:nvSpPr>
          <p:spPr bwMode="auto">
            <a:xfrm rot="2979944">
              <a:off x="6248997" y="1445522"/>
              <a:ext cx="95581" cy="158697"/>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9525">
              <a:solidFill>
                <a:schemeClr val="tx1"/>
              </a:solidFill>
              <a:round/>
              <a:headEnd type="triangle" w="sm" len="sm"/>
              <a:tailEnd type="triangl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41" name="Text Box 60"/>
            <p:cNvSpPr txBox="1">
              <a:spLocks noChangeArrowheads="1"/>
            </p:cNvSpPr>
            <p:nvPr/>
          </p:nvSpPr>
          <p:spPr bwMode="auto">
            <a:xfrm rot="1612308">
              <a:off x="6330087" y="1446277"/>
              <a:ext cx="718246" cy="4169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spcBef>
                  <a:spcPct val="50000"/>
                </a:spcBef>
              </a:pPr>
              <a:r>
                <a:rPr kumimoji="1" lang="en-US" altLang="zh-CN" sz="2000" b="1" i="1" dirty="0" smtClean="0">
                  <a:solidFill>
                    <a:srgbClr val="0000FF"/>
                  </a:solidFill>
                  <a:latin typeface="Symbol" panose="05050102010706020507" pitchFamily="18" charset="2"/>
                </a:rPr>
                <a:t>a</a:t>
              </a:r>
              <a:r>
                <a:rPr kumimoji="1" lang="en-US" altLang="zh-CN" sz="2000" b="1" dirty="0" smtClean="0">
                  <a:solidFill>
                    <a:srgbClr val="0000FF"/>
                  </a:solidFill>
                  <a:latin typeface="Symbol" panose="05050102010706020507" pitchFamily="18" charset="2"/>
                </a:rPr>
                <a:t>-</a:t>
              </a:r>
              <a:r>
                <a:rPr kumimoji="1" lang="en-US" altLang="zh-CN" sz="2000" b="1" i="1" dirty="0" smtClean="0">
                  <a:solidFill>
                    <a:srgbClr val="0000FF"/>
                  </a:solidFill>
                  <a:latin typeface="Symbol" panose="05050102010706020507" pitchFamily="18" charset="2"/>
                  <a:sym typeface="Symbol"/>
                </a:rPr>
                <a:t></a:t>
              </a:r>
              <a:endParaRPr kumimoji="1" lang="en-US" altLang="zh-CN" sz="2000" b="1" i="1" dirty="0">
                <a:solidFill>
                  <a:srgbClr val="0000FF"/>
                </a:solidFill>
                <a:latin typeface="Times New Roman" panose="02020603050405020304" pitchFamily="18" charset="0"/>
              </a:endParaRPr>
            </a:p>
          </p:txBody>
        </p:sp>
        <p:sp>
          <p:nvSpPr>
            <p:cNvPr id="58" name="Text Box 57"/>
            <p:cNvSpPr txBox="1">
              <a:spLocks noChangeArrowheads="1"/>
            </p:cNvSpPr>
            <p:nvPr/>
          </p:nvSpPr>
          <p:spPr bwMode="auto">
            <a:xfrm>
              <a:off x="5872280" y="679303"/>
              <a:ext cx="911291" cy="5170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2400" b="1" i="1" dirty="0" smtClean="0">
                  <a:solidFill>
                    <a:srgbClr val="0000FF"/>
                  </a:solidFill>
                  <a:latin typeface="Times New Roman" panose="02020603050405020304" pitchFamily="18" charset="0"/>
                </a:rPr>
                <a:t>V</a:t>
              </a:r>
              <a:r>
                <a:rPr kumimoji="1" lang="en-US" altLang="zh-CN" sz="2400" b="1" dirty="0" smtClean="0">
                  <a:solidFill>
                    <a:srgbClr val="0000FF"/>
                  </a:solidFill>
                  <a:latin typeface="Times New Roman" panose="02020603050405020304" pitchFamily="18" charset="0"/>
                </a:rPr>
                <a:t>=1</a:t>
              </a:r>
              <a:endParaRPr kumimoji="1" lang="en-US" altLang="zh-CN" sz="2400" b="1" dirty="0">
                <a:solidFill>
                  <a:srgbClr val="0000FF"/>
                </a:solidFill>
                <a:latin typeface="Times New Roman" panose="02020603050405020304" pitchFamily="18" charset="0"/>
              </a:endParaRPr>
            </a:p>
          </p:txBody>
        </p:sp>
      </p:grpSp>
      <p:graphicFrame>
        <p:nvGraphicFramePr>
          <p:cNvPr id="60" name="Object 33"/>
          <p:cNvGraphicFramePr>
            <a:graphicFrameLocks noChangeAspect="1"/>
          </p:cNvGraphicFramePr>
          <p:nvPr>
            <p:extLst>
              <p:ext uri="{D42A27DB-BD31-4B8C-83A1-F6EECF244321}">
                <p14:modId xmlns:p14="http://schemas.microsoft.com/office/powerpoint/2010/main" val="248773113"/>
              </p:ext>
            </p:extLst>
          </p:nvPr>
        </p:nvGraphicFramePr>
        <p:xfrm>
          <a:off x="5170488" y="2752725"/>
          <a:ext cx="3497262" cy="1000125"/>
        </p:xfrm>
        <a:graphic>
          <a:graphicData uri="http://schemas.openxmlformats.org/presentationml/2006/ole">
            <mc:AlternateContent xmlns:mc="http://schemas.openxmlformats.org/markup-compatibility/2006">
              <mc:Choice xmlns:v="urn:schemas-microsoft-com:vml" Requires="v">
                <p:oleObj spid="_x0000_s1756786" name="Equation" r:id="rId6" imgW="1777680" imgH="507960" progId="Equation.DSMT4">
                  <p:embed/>
                </p:oleObj>
              </mc:Choice>
              <mc:Fallback>
                <p:oleObj name="Equation" r:id="rId6" imgW="1777680" imgH="507960" progId="Equation.DSMT4">
                  <p:embed/>
                  <p:pic>
                    <p:nvPicPr>
                      <p:cNvPr id="56" name="Object 33"/>
                      <p:cNvPicPr>
                        <a:picLocks noChangeAspect="1" noChangeArrowheads="1"/>
                      </p:cNvPicPr>
                      <p:nvPr/>
                    </p:nvPicPr>
                    <p:blipFill>
                      <a:blip r:embed="rId7"/>
                      <a:srcRect/>
                      <a:stretch>
                        <a:fillRect/>
                      </a:stretch>
                    </p:blipFill>
                    <p:spPr bwMode="auto">
                      <a:xfrm>
                        <a:off x="5170488" y="2752725"/>
                        <a:ext cx="3497262" cy="1000125"/>
                      </a:xfrm>
                      <a:prstGeom prst="rect">
                        <a:avLst/>
                      </a:prstGeom>
                      <a:noFill/>
                      <a:ln>
                        <a:noFill/>
                      </a:ln>
                      <a:effectLst/>
                      <a:extLst/>
                    </p:spPr>
                  </p:pic>
                </p:oleObj>
              </mc:Fallback>
            </mc:AlternateContent>
          </a:graphicData>
        </a:graphic>
      </p:graphicFrame>
      <p:sp>
        <p:nvSpPr>
          <p:cNvPr id="61" name="AutoShape 5"/>
          <p:cNvSpPr>
            <a:spLocks noChangeArrowheads="1"/>
          </p:cNvSpPr>
          <p:nvPr/>
        </p:nvSpPr>
        <p:spPr bwMode="auto">
          <a:xfrm>
            <a:off x="1298276" y="4689657"/>
            <a:ext cx="466960" cy="457665"/>
          </a:xfrm>
          <a:prstGeom prst="homePlate">
            <a:avLst>
              <a:gd name="adj" fmla="val 33632"/>
            </a:avLst>
          </a:prstGeom>
          <a:solidFill>
            <a:schemeClr val="accent2"/>
          </a:solidFill>
          <a:ln w="9525">
            <a:solidFill>
              <a:schemeClr val="tx1"/>
            </a:solidFill>
            <a:miter lim="800000"/>
            <a:headEnd/>
            <a:tailEnd/>
          </a:ln>
        </p:spPr>
        <p:txBody>
          <a:bodyPr anchor="ctr"/>
          <a:lstStyle/>
          <a:p>
            <a:endParaRPr lang="zh-CN" altLang="en-US"/>
          </a:p>
        </p:txBody>
      </p:sp>
      <p:sp>
        <p:nvSpPr>
          <p:cNvPr id="62" name="Text Box 46"/>
          <p:cNvSpPr txBox="1">
            <a:spLocks noChangeArrowheads="1"/>
          </p:cNvSpPr>
          <p:nvPr/>
        </p:nvSpPr>
        <p:spPr bwMode="auto">
          <a:xfrm>
            <a:off x="363383" y="755130"/>
            <a:ext cx="370888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buFont typeface="Wingdings" pitchFamily="2" charset="2"/>
              <a:buChar char="n"/>
            </a:pPr>
            <a:r>
              <a:rPr lang="zh-CN" altLang="en-US" sz="2800" b="1" dirty="0">
                <a:solidFill>
                  <a:srgbClr val="A50021"/>
                </a:solidFill>
                <a:latin typeface="微软雅黑" panose="020B0503020204020204" pitchFamily="34" charset="-122"/>
                <a:ea typeface="微软雅黑" panose="020B0503020204020204" pitchFamily="34" charset="-122"/>
              </a:rPr>
              <a:t> </a:t>
            </a:r>
            <a:r>
              <a:rPr lang="zh-CN" altLang="en-US" sz="2800" b="1" dirty="0" smtClean="0">
                <a:solidFill>
                  <a:srgbClr val="A50021"/>
                </a:solidFill>
                <a:latin typeface="微软雅黑" panose="020B0503020204020204" pitchFamily="34" charset="-122"/>
                <a:ea typeface="微软雅黑" panose="020B0503020204020204" pitchFamily="34" charset="-122"/>
              </a:rPr>
              <a:t>稳定分析</a:t>
            </a:r>
            <a:endParaRPr lang="zh-CN" altLang="en-US" sz="2800" b="1" dirty="0">
              <a:solidFill>
                <a:srgbClr val="A50021"/>
              </a:solidFill>
              <a:latin typeface="微软雅黑" panose="020B0503020204020204" pitchFamily="34" charset="-122"/>
              <a:ea typeface="微软雅黑" panose="020B0503020204020204" pitchFamily="34" charset="-122"/>
            </a:endParaRPr>
          </a:p>
        </p:txBody>
      </p:sp>
      <p:sp>
        <p:nvSpPr>
          <p:cNvPr id="55" name="Text Box 7"/>
          <p:cNvSpPr txBox="1">
            <a:spLocks noChangeArrowheads="1"/>
          </p:cNvSpPr>
          <p:nvPr/>
        </p:nvSpPr>
        <p:spPr bwMode="auto">
          <a:xfrm>
            <a:off x="-1" y="0"/>
            <a:ext cx="6147304"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1800" b="1" kern="900" spc="130" dirty="0" smtClean="0">
                <a:solidFill>
                  <a:srgbClr val="000066"/>
                </a:solidFill>
                <a:ea typeface="黑体" panose="02010609060101010101" pitchFamily="49" charset="-122"/>
                <a:cs typeface="Times New Roman" panose="02020603050405020304" pitchFamily="18" charset="0"/>
              </a:rPr>
              <a:t>§7.2 </a:t>
            </a:r>
            <a:r>
              <a:rPr lang="zh-CN" altLang="en-US" sz="1800" b="1" kern="900" spc="130" dirty="0">
                <a:solidFill>
                  <a:srgbClr val="000066"/>
                </a:solidFill>
                <a:ea typeface="黑体" panose="02010609060101010101" pitchFamily="49" charset="-122"/>
                <a:cs typeface="Times New Roman" panose="02020603050405020304" pitchFamily="18" charset="0"/>
              </a:rPr>
              <a:t>无黏性土坡的稳定</a:t>
            </a:r>
            <a:r>
              <a:rPr lang="zh-CN" altLang="en-US" sz="1800" b="1" kern="900" spc="130" dirty="0" smtClean="0">
                <a:solidFill>
                  <a:srgbClr val="000066"/>
                </a:solidFill>
                <a:ea typeface="黑体" panose="02010609060101010101" pitchFamily="49" charset="-122"/>
                <a:cs typeface="Times New Roman" panose="02020603050405020304" pitchFamily="18" charset="0"/>
              </a:rPr>
              <a:t>分析 </a:t>
            </a:r>
            <a:r>
              <a:rPr lang="en-US" altLang="zh-CN" sz="1800" b="1" kern="900" spc="130" dirty="0" smtClean="0">
                <a:solidFill>
                  <a:srgbClr val="000066"/>
                </a:solidFill>
                <a:ea typeface="黑体" panose="02010609060101010101" pitchFamily="49" charset="-122"/>
                <a:cs typeface="Times New Roman" panose="02020603050405020304" pitchFamily="18" charset="0"/>
              </a:rPr>
              <a:t>– </a:t>
            </a:r>
            <a:r>
              <a:rPr lang="zh-CN" altLang="en-US" sz="1800" b="1" kern="900" spc="130" dirty="0" smtClean="0">
                <a:solidFill>
                  <a:srgbClr val="000066"/>
                </a:solidFill>
                <a:ea typeface="黑体" panose="02010609060101010101" pitchFamily="49" charset="-122"/>
                <a:cs typeface="Times New Roman" panose="02020603050405020304" pitchFamily="18" charset="0"/>
              </a:rPr>
              <a:t>有</a:t>
            </a:r>
            <a:r>
              <a:rPr lang="zh-CN" altLang="en-US" sz="1800" b="1" kern="900" spc="130" dirty="0">
                <a:solidFill>
                  <a:srgbClr val="000066"/>
                </a:solidFill>
                <a:ea typeface="黑体" panose="02010609060101010101" pitchFamily="49" charset="-122"/>
                <a:cs typeface="Times New Roman" panose="02020603050405020304" pitchFamily="18" charset="0"/>
              </a:rPr>
              <a:t>穿过坡面渗流</a:t>
            </a:r>
          </a:p>
        </p:txBody>
      </p:sp>
    </p:spTree>
    <p:extLst>
      <p:ext uri="{BB962C8B-B14F-4D97-AF65-F5344CB8AC3E}">
        <p14:creationId xmlns:p14="http://schemas.microsoft.com/office/powerpoint/2010/main" val="2194646072"/>
      </p:ext>
    </p:extLst>
  </p:cSld>
  <p:clrMapOvr>
    <a:masterClrMapping/>
  </p:clrMapOvr>
  <p:transition spd="med">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59"/>
                                        </p:tgtEl>
                                        <p:attrNameLst>
                                          <p:attrName>style.visibility</p:attrName>
                                        </p:attrNameLst>
                                      </p:cBhvr>
                                      <p:to>
                                        <p:strVal val="visible"/>
                                      </p:to>
                                    </p:set>
                                    <p:animEffect transition="in" filter="wipe(down)">
                                      <p:cBhvr>
                                        <p:cTn id="7" dur="500"/>
                                        <p:tgtEl>
                                          <p:spTgt spid="59"/>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wipe(left)">
                                      <p:cBhvr>
                                        <p:cTn id="11" dur="1000"/>
                                        <p:tgtEl>
                                          <p:spTgt spid="3"/>
                                        </p:tgtEl>
                                      </p:cBhvr>
                                    </p:animEffect>
                                  </p:childTnLst>
                                </p:cTn>
                              </p:par>
                            </p:childTnLst>
                          </p:cTn>
                        </p:par>
                        <p:par>
                          <p:cTn id="12" fill="hold">
                            <p:stCondLst>
                              <p:cond delay="1500"/>
                            </p:stCondLst>
                            <p:childTnLst>
                              <p:par>
                                <p:cTn id="13" presetID="21" presetClass="entr" presetSubtype="1" fill="hold" nodeType="after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wheel(1)">
                                      <p:cBhvr>
                                        <p:cTn id="15" dur="2000"/>
                                        <p:tgtEl>
                                          <p:spTgt spid="2"/>
                                        </p:tgtEl>
                                      </p:cBhvr>
                                    </p:animEffec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nodeType="clickEffect">
                                  <p:stCondLst>
                                    <p:cond delay="0"/>
                                  </p:stCondLst>
                                  <p:childTnLst>
                                    <p:set>
                                      <p:cBhvr>
                                        <p:cTn id="19" dur="1" fill="hold">
                                          <p:stCondLst>
                                            <p:cond delay="0"/>
                                          </p:stCondLst>
                                        </p:cTn>
                                        <p:tgtEl>
                                          <p:spTgt spid="60"/>
                                        </p:tgtEl>
                                        <p:attrNameLst>
                                          <p:attrName>style.visibility</p:attrName>
                                        </p:attrNameLst>
                                      </p:cBhvr>
                                      <p:to>
                                        <p:strVal val="visible"/>
                                      </p:to>
                                    </p:set>
                                    <p:animEffect transition="in" filter="dissolve">
                                      <p:cBhvr>
                                        <p:cTn id="20" dur="500"/>
                                        <p:tgtEl>
                                          <p:spTgt spid="60"/>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61"/>
                                        </p:tgtEl>
                                        <p:attrNameLst>
                                          <p:attrName>style.visibility</p:attrName>
                                        </p:attrNameLst>
                                      </p:cBhvr>
                                      <p:to>
                                        <p:strVal val="visible"/>
                                      </p:to>
                                    </p:set>
                                    <p:animEffect transition="in" filter="wipe(left)">
                                      <p:cBhvr>
                                        <p:cTn id="25" dur="1000"/>
                                        <p:tgtEl>
                                          <p:spTgt spid="61"/>
                                        </p:tgtEl>
                                      </p:cBhvr>
                                    </p:animEffect>
                                  </p:childTnLst>
                                </p:cTn>
                              </p:par>
                            </p:childTnLst>
                          </p:cTn>
                        </p:par>
                        <p:par>
                          <p:cTn id="26" fill="hold">
                            <p:stCondLst>
                              <p:cond delay="1000"/>
                            </p:stCondLst>
                            <p:childTnLst>
                              <p:par>
                                <p:cTn id="27" presetID="9" presetClass="entr" presetSubtype="0" fill="hold" nodeType="afterEffect">
                                  <p:stCondLst>
                                    <p:cond delay="0"/>
                                  </p:stCondLst>
                                  <p:childTnLst>
                                    <p:set>
                                      <p:cBhvr>
                                        <p:cTn id="28" dur="1" fill="hold">
                                          <p:stCondLst>
                                            <p:cond delay="0"/>
                                          </p:stCondLst>
                                        </p:cTn>
                                        <p:tgtEl>
                                          <p:spTgt spid="56"/>
                                        </p:tgtEl>
                                        <p:attrNameLst>
                                          <p:attrName>style.visibility</p:attrName>
                                        </p:attrNameLst>
                                      </p:cBhvr>
                                      <p:to>
                                        <p:strVal val="visible"/>
                                      </p:to>
                                    </p:set>
                                    <p:animEffect transition="in" filter="dissolve">
                                      <p:cBhvr>
                                        <p:cTn id="29" dur="50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 grpId="0" animBg="1"/>
      <p:bldP spid="61"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任意多边形 28"/>
          <p:cNvSpPr/>
          <p:nvPr/>
        </p:nvSpPr>
        <p:spPr bwMode="auto">
          <a:xfrm>
            <a:off x="1843204" y="1893108"/>
            <a:ext cx="4722726" cy="1431890"/>
          </a:xfrm>
          <a:custGeom>
            <a:avLst/>
            <a:gdLst>
              <a:gd name="connsiteX0" fmla="*/ 0 w 4722726"/>
              <a:gd name="connsiteY0" fmla="*/ 1431890 h 1431890"/>
              <a:gd name="connsiteX1" fmla="*/ 4471517 w 4722726"/>
              <a:gd name="connsiteY1" fmla="*/ 1431890 h 1431890"/>
              <a:gd name="connsiteX2" fmla="*/ 4722726 w 4722726"/>
              <a:gd name="connsiteY2" fmla="*/ 944545 h 1431890"/>
              <a:gd name="connsiteX3" fmla="*/ 3034603 w 4722726"/>
              <a:gd name="connsiteY3" fmla="*/ 0 h 1431890"/>
              <a:gd name="connsiteX4" fmla="*/ 2703007 w 4722726"/>
              <a:gd name="connsiteY4" fmla="*/ 0 h 1431890"/>
              <a:gd name="connsiteX5" fmla="*/ 0 w 4722726"/>
              <a:gd name="connsiteY5" fmla="*/ 1431890 h 14318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22726" h="1431890">
                <a:moveTo>
                  <a:pt x="0" y="1431890"/>
                </a:moveTo>
                <a:lnTo>
                  <a:pt x="4471517" y="1431890"/>
                </a:lnTo>
                <a:lnTo>
                  <a:pt x="4722726" y="944545"/>
                </a:lnTo>
                <a:lnTo>
                  <a:pt x="3034603" y="0"/>
                </a:lnTo>
                <a:lnTo>
                  <a:pt x="2703007" y="0"/>
                </a:lnTo>
                <a:lnTo>
                  <a:pt x="0" y="1431890"/>
                </a:lnTo>
                <a:close/>
              </a:path>
            </a:pathLst>
          </a:custGeom>
          <a:solidFill>
            <a:srgbClr val="CCECFF"/>
          </a:solidFill>
          <a:ln w="12700" cap="flat" cmpd="sng" algn="ctr">
            <a:no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grpSp>
        <p:nvGrpSpPr>
          <p:cNvPr id="5" name="组合 4"/>
          <p:cNvGrpSpPr/>
          <p:nvPr/>
        </p:nvGrpSpPr>
        <p:grpSpPr>
          <a:xfrm>
            <a:off x="4776109" y="2187483"/>
            <a:ext cx="1771650" cy="898351"/>
            <a:chOff x="4776109" y="2187483"/>
            <a:chExt cx="1771650" cy="898351"/>
          </a:xfrm>
        </p:grpSpPr>
        <p:sp>
          <p:nvSpPr>
            <p:cNvPr id="13" name="任意多边形 12"/>
            <p:cNvSpPr/>
            <p:nvPr/>
          </p:nvSpPr>
          <p:spPr bwMode="auto">
            <a:xfrm>
              <a:off x="4776109" y="2187483"/>
              <a:ext cx="1771650" cy="868680"/>
            </a:xfrm>
            <a:custGeom>
              <a:avLst/>
              <a:gdLst>
                <a:gd name="connsiteX0" fmla="*/ 0 w 1771650"/>
                <a:gd name="connsiteY0" fmla="*/ 0 h 868680"/>
                <a:gd name="connsiteX1" fmla="*/ 350520 w 1771650"/>
                <a:gd name="connsiteY1" fmla="*/ 121920 h 868680"/>
                <a:gd name="connsiteX2" fmla="*/ 541020 w 1771650"/>
                <a:gd name="connsiteY2" fmla="*/ 190500 h 868680"/>
                <a:gd name="connsiteX3" fmla="*/ 826770 w 1771650"/>
                <a:gd name="connsiteY3" fmla="*/ 293370 h 868680"/>
                <a:gd name="connsiteX4" fmla="*/ 1097280 w 1771650"/>
                <a:gd name="connsiteY4" fmla="*/ 422910 h 868680"/>
                <a:gd name="connsiteX5" fmla="*/ 1443990 w 1771650"/>
                <a:gd name="connsiteY5" fmla="*/ 575310 h 868680"/>
                <a:gd name="connsiteX6" fmla="*/ 1710690 w 1771650"/>
                <a:gd name="connsiteY6" fmla="*/ 704850 h 868680"/>
                <a:gd name="connsiteX7" fmla="*/ 1771650 w 1771650"/>
                <a:gd name="connsiteY7" fmla="*/ 727710 h 868680"/>
                <a:gd name="connsiteX8" fmla="*/ 1668780 w 1771650"/>
                <a:gd name="connsiteY8" fmla="*/ 868680 h 868680"/>
                <a:gd name="connsiteX9" fmla="*/ 1470660 w 1771650"/>
                <a:gd name="connsiteY9" fmla="*/ 861060 h 868680"/>
                <a:gd name="connsiteX10" fmla="*/ 1139190 w 1771650"/>
                <a:gd name="connsiteY10" fmla="*/ 788670 h 868680"/>
                <a:gd name="connsiteX11" fmla="*/ 891540 w 1771650"/>
                <a:gd name="connsiteY11" fmla="*/ 716280 h 868680"/>
                <a:gd name="connsiteX12" fmla="*/ 617220 w 1771650"/>
                <a:gd name="connsiteY12" fmla="*/ 579120 h 868680"/>
                <a:gd name="connsiteX13" fmla="*/ 419100 w 1771650"/>
                <a:gd name="connsiteY13" fmla="*/ 453390 h 868680"/>
                <a:gd name="connsiteX14" fmla="*/ 228600 w 1771650"/>
                <a:gd name="connsiteY14" fmla="*/ 274320 h 868680"/>
                <a:gd name="connsiteX15" fmla="*/ 64770 w 1771650"/>
                <a:gd name="connsiteY15" fmla="*/ 95250 h 868680"/>
                <a:gd name="connsiteX16" fmla="*/ 0 w 1771650"/>
                <a:gd name="connsiteY16" fmla="*/ 0 h 868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71650" h="868680">
                  <a:moveTo>
                    <a:pt x="0" y="0"/>
                  </a:moveTo>
                  <a:lnTo>
                    <a:pt x="350520" y="121920"/>
                  </a:lnTo>
                  <a:lnTo>
                    <a:pt x="541020" y="190500"/>
                  </a:lnTo>
                  <a:lnTo>
                    <a:pt x="826770" y="293370"/>
                  </a:lnTo>
                  <a:lnTo>
                    <a:pt x="1097280" y="422910"/>
                  </a:lnTo>
                  <a:lnTo>
                    <a:pt x="1443990" y="575310"/>
                  </a:lnTo>
                  <a:lnTo>
                    <a:pt x="1710690" y="704850"/>
                  </a:lnTo>
                  <a:lnTo>
                    <a:pt x="1771650" y="727710"/>
                  </a:lnTo>
                  <a:lnTo>
                    <a:pt x="1668780" y="868680"/>
                  </a:lnTo>
                  <a:lnTo>
                    <a:pt x="1470660" y="861060"/>
                  </a:lnTo>
                  <a:lnTo>
                    <a:pt x="1139190" y="788670"/>
                  </a:lnTo>
                  <a:lnTo>
                    <a:pt x="891540" y="716280"/>
                  </a:lnTo>
                  <a:lnTo>
                    <a:pt x="617220" y="579120"/>
                  </a:lnTo>
                  <a:lnTo>
                    <a:pt x="419100" y="453390"/>
                  </a:lnTo>
                  <a:lnTo>
                    <a:pt x="228600" y="274320"/>
                  </a:lnTo>
                  <a:lnTo>
                    <a:pt x="64770" y="95250"/>
                  </a:lnTo>
                  <a:lnTo>
                    <a:pt x="0" y="0"/>
                  </a:lnTo>
                  <a:close/>
                </a:path>
              </a:pathLst>
            </a:custGeom>
            <a:solidFill>
              <a:srgbClr val="FFC000"/>
            </a:solidFill>
            <a:ln w="12700" cap="flat" cmpd="sng" algn="ctr">
              <a:no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cxnSp>
          <p:nvCxnSpPr>
            <p:cNvPr id="118" name="直接箭头连接符 117"/>
            <p:cNvCxnSpPr/>
            <p:nvPr/>
          </p:nvCxnSpPr>
          <p:spPr bwMode="auto">
            <a:xfrm>
              <a:off x="5375379" y="2570596"/>
              <a:ext cx="536110" cy="196007"/>
            </a:xfrm>
            <a:prstGeom prst="straightConnector1">
              <a:avLst/>
            </a:prstGeom>
            <a:noFill/>
            <a:ln w="28575" cap="flat" cmpd="sng" algn="ctr">
              <a:solidFill>
                <a:srgbClr val="C00000"/>
              </a:solidFill>
              <a:prstDash val="solid"/>
              <a:round/>
              <a:headEnd type="none" w="med" len="med"/>
              <a:tailEnd type="triangle" w="med" len="med"/>
            </a:ln>
            <a:effectLst/>
          </p:spPr>
        </p:cxnSp>
        <p:sp>
          <p:nvSpPr>
            <p:cNvPr id="144" name="Text Box 44"/>
            <p:cNvSpPr txBox="1">
              <a:spLocks noChangeArrowheads="1"/>
            </p:cNvSpPr>
            <p:nvPr/>
          </p:nvSpPr>
          <p:spPr bwMode="auto">
            <a:xfrm>
              <a:off x="5870131" y="2568769"/>
              <a:ext cx="387350" cy="5170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2400" b="1" dirty="0">
                  <a:solidFill>
                    <a:srgbClr val="C00000"/>
                  </a:solidFill>
                  <a:latin typeface="Times New Roman" panose="02020603050405020304" pitchFamily="18" charset="0"/>
                </a:rPr>
                <a:t>J</a:t>
              </a:r>
            </a:p>
          </p:txBody>
        </p:sp>
      </p:grpSp>
      <p:sp>
        <p:nvSpPr>
          <p:cNvPr id="30" name="任意多边形 29"/>
          <p:cNvSpPr/>
          <p:nvPr/>
        </p:nvSpPr>
        <p:spPr bwMode="auto">
          <a:xfrm>
            <a:off x="4390462" y="1888084"/>
            <a:ext cx="2180492" cy="1014884"/>
          </a:xfrm>
          <a:custGeom>
            <a:avLst/>
            <a:gdLst>
              <a:gd name="connsiteX0" fmla="*/ 0 w 2180492"/>
              <a:gd name="connsiteY0" fmla="*/ 95459 h 1014884"/>
              <a:gd name="connsiteX1" fmla="*/ 175846 w 2180492"/>
              <a:gd name="connsiteY1" fmla="*/ 0 h 1014884"/>
              <a:gd name="connsiteX2" fmla="*/ 462224 w 2180492"/>
              <a:gd name="connsiteY2" fmla="*/ 5024 h 1014884"/>
              <a:gd name="connsiteX3" fmla="*/ 2180492 w 2180492"/>
              <a:gd name="connsiteY3" fmla="*/ 944545 h 1014884"/>
              <a:gd name="connsiteX4" fmla="*/ 2120202 w 2180492"/>
              <a:gd name="connsiteY4" fmla="*/ 1014884 h 1014884"/>
              <a:gd name="connsiteX5" fmla="*/ 1818751 w 2180492"/>
              <a:gd name="connsiteY5" fmla="*/ 869182 h 1014884"/>
              <a:gd name="connsiteX6" fmla="*/ 1482132 w 2180492"/>
              <a:gd name="connsiteY6" fmla="*/ 718457 h 1014884"/>
              <a:gd name="connsiteX7" fmla="*/ 1170633 w 2180492"/>
              <a:gd name="connsiteY7" fmla="*/ 562708 h 1014884"/>
              <a:gd name="connsiteX8" fmla="*/ 854110 w 2180492"/>
              <a:gd name="connsiteY8" fmla="*/ 447152 h 1014884"/>
              <a:gd name="connsiteX9" fmla="*/ 567732 w 2180492"/>
              <a:gd name="connsiteY9" fmla="*/ 351692 h 1014884"/>
              <a:gd name="connsiteX10" fmla="*/ 296426 w 2180492"/>
              <a:gd name="connsiteY10" fmla="*/ 256233 h 1014884"/>
              <a:gd name="connsiteX11" fmla="*/ 105507 w 2180492"/>
              <a:gd name="connsiteY11" fmla="*/ 185894 h 1014884"/>
              <a:gd name="connsiteX12" fmla="*/ 45217 w 2180492"/>
              <a:gd name="connsiteY12" fmla="*/ 135653 h 1014884"/>
              <a:gd name="connsiteX13" fmla="*/ 0 w 2180492"/>
              <a:gd name="connsiteY13" fmla="*/ 95459 h 10148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180492" h="1014884">
                <a:moveTo>
                  <a:pt x="0" y="95459"/>
                </a:moveTo>
                <a:lnTo>
                  <a:pt x="175846" y="0"/>
                </a:lnTo>
                <a:lnTo>
                  <a:pt x="462224" y="5024"/>
                </a:lnTo>
                <a:lnTo>
                  <a:pt x="2180492" y="944545"/>
                </a:lnTo>
                <a:lnTo>
                  <a:pt x="2120202" y="1014884"/>
                </a:lnTo>
                <a:lnTo>
                  <a:pt x="1818751" y="869182"/>
                </a:lnTo>
                <a:lnTo>
                  <a:pt x="1482132" y="718457"/>
                </a:lnTo>
                <a:lnTo>
                  <a:pt x="1170633" y="562708"/>
                </a:lnTo>
                <a:lnTo>
                  <a:pt x="854110" y="447152"/>
                </a:lnTo>
                <a:lnTo>
                  <a:pt x="567732" y="351692"/>
                </a:lnTo>
                <a:lnTo>
                  <a:pt x="296426" y="256233"/>
                </a:lnTo>
                <a:lnTo>
                  <a:pt x="105507" y="185894"/>
                </a:lnTo>
                <a:lnTo>
                  <a:pt x="45217" y="135653"/>
                </a:lnTo>
                <a:lnTo>
                  <a:pt x="0" y="95459"/>
                </a:lnTo>
                <a:close/>
              </a:path>
            </a:pathLst>
          </a:custGeom>
          <a:solidFill>
            <a:schemeClr val="bg1"/>
          </a:solidFill>
          <a:ln w="12700" cap="flat" cmpd="sng" algn="ctr">
            <a:no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59" name="Freeform 2422"/>
          <p:cNvSpPr>
            <a:spLocks/>
          </p:cNvSpPr>
          <p:nvPr/>
        </p:nvSpPr>
        <p:spPr bwMode="auto">
          <a:xfrm>
            <a:off x="1850365" y="1893994"/>
            <a:ext cx="4730923" cy="1423623"/>
          </a:xfrm>
          <a:custGeom>
            <a:avLst/>
            <a:gdLst>
              <a:gd name="T0" fmla="*/ 0 w 2975"/>
              <a:gd name="T1" fmla="*/ 756 h 759"/>
              <a:gd name="T2" fmla="*/ 1444 w 2975"/>
              <a:gd name="T3" fmla="*/ 0 h 759"/>
              <a:gd name="T4" fmla="*/ 1608 w 2975"/>
              <a:gd name="T5" fmla="*/ 0 h 759"/>
              <a:gd name="T6" fmla="*/ 2975 w 2975"/>
              <a:gd name="T7" fmla="*/ 759 h 759"/>
              <a:gd name="connsiteX0" fmla="*/ 0 w 8013"/>
              <a:gd name="connsiteY0" fmla="*/ 9960 h 10056"/>
              <a:gd name="connsiteX1" fmla="*/ 4854 w 8013"/>
              <a:gd name="connsiteY1" fmla="*/ 0 h 10056"/>
              <a:gd name="connsiteX2" fmla="*/ 5405 w 8013"/>
              <a:gd name="connsiteY2" fmla="*/ 0 h 10056"/>
              <a:gd name="connsiteX3" fmla="*/ 8013 w 8013"/>
              <a:gd name="connsiteY3" fmla="*/ 10056 h 10056"/>
              <a:gd name="connsiteX0" fmla="*/ 0 w 10000"/>
              <a:gd name="connsiteY0" fmla="*/ 9905 h 10000"/>
              <a:gd name="connsiteX1" fmla="*/ 6058 w 10000"/>
              <a:gd name="connsiteY1" fmla="*/ 0 h 10000"/>
              <a:gd name="connsiteX2" fmla="*/ 6745 w 10000"/>
              <a:gd name="connsiteY2" fmla="*/ 0 h 10000"/>
              <a:gd name="connsiteX3" fmla="*/ 10000 w 10000"/>
              <a:gd name="connsiteY3" fmla="*/ 10000 h 10000"/>
              <a:gd name="connsiteX0" fmla="*/ 0 w 10578"/>
              <a:gd name="connsiteY0" fmla="*/ 9905 h 10000"/>
              <a:gd name="connsiteX1" fmla="*/ 6058 w 10578"/>
              <a:gd name="connsiteY1" fmla="*/ 0 h 10000"/>
              <a:gd name="connsiteX2" fmla="*/ 6745 w 10578"/>
              <a:gd name="connsiteY2" fmla="*/ 0 h 10000"/>
              <a:gd name="connsiteX3" fmla="*/ 10578 w 10578"/>
              <a:gd name="connsiteY3" fmla="*/ 6667 h 10000"/>
              <a:gd name="connsiteX4" fmla="*/ 10000 w 10578"/>
              <a:gd name="connsiteY4" fmla="*/ 10000 h 10000"/>
              <a:gd name="connsiteX0" fmla="*/ 0 w 10578"/>
              <a:gd name="connsiteY0" fmla="*/ 9905 h 10000"/>
              <a:gd name="connsiteX1" fmla="*/ 6058 w 10578"/>
              <a:gd name="connsiteY1" fmla="*/ 0 h 10000"/>
              <a:gd name="connsiteX2" fmla="*/ 6745 w 10578"/>
              <a:gd name="connsiteY2" fmla="*/ 0 h 10000"/>
              <a:gd name="connsiteX3" fmla="*/ 10578 w 10578"/>
              <a:gd name="connsiteY3" fmla="*/ 6667 h 10000"/>
              <a:gd name="connsiteX4" fmla="*/ 10000 w 10578"/>
              <a:gd name="connsiteY4" fmla="*/ 10000 h 10000"/>
              <a:gd name="connsiteX0" fmla="*/ 0 w 10578"/>
              <a:gd name="connsiteY0" fmla="*/ 9905 h 9905"/>
              <a:gd name="connsiteX1" fmla="*/ 6058 w 10578"/>
              <a:gd name="connsiteY1" fmla="*/ 0 h 9905"/>
              <a:gd name="connsiteX2" fmla="*/ 6745 w 10578"/>
              <a:gd name="connsiteY2" fmla="*/ 0 h 9905"/>
              <a:gd name="connsiteX3" fmla="*/ 10578 w 10578"/>
              <a:gd name="connsiteY3" fmla="*/ 6667 h 9905"/>
            </a:gdLst>
            <a:ahLst/>
            <a:cxnLst>
              <a:cxn ang="0">
                <a:pos x="connsiteX0" y="connsiteY0"/>
              </a:cxn>
              <a:cxn ang="0">
                <a:pos x="connsiteX1" y="connsiteY1"/>
              </a:cxn>
              <a:cxn ang="0">
                <a:pos x="connsiteX2" y="connsiteY2"/>
              </a:cxn>
              <a:cxn ang="0">
                <a:pos x="connsiteX3" y="connsiteY3"/>
              </a:cxn>
            </a:cxnLst>
            <a:rect l="l" t="t" r="r" b="b"/>
            <a:pathLst>
              <a:path w="10578" h="9905">
                <a:moveTo>
                  <a:pt x="0" y="9905"/>
                </a:moveTo>
                <a:lnTo>
                  <a:pt x="6058" y="0"/>
                </a:lnTo>
                <a:lnTo>
                  <a:pt x="6745" y="0"/>
                </a:lnTo>
                <a:lnTo>
                  <a:pt x="10578" y="6667"/>
                </a:lnTo>
              </a:path>
            </a:pathLst>
          </a:custGeom>
          <a:noFill/>
          <a:ln w="19050" cmpd="sng">
            <a:solidFill>
              <a:schemeClr val="tx1"/>
            </a:solidFill>
            <a:round/>
            <a:headEnd/>
            <a:tailEnd/>
          </a:ln>
          <a:effectLst/>
        </p:spPr>
        <p:txBody>
          <a:bodyPr/>
          <a:lstStyle/>
          <a:p>
            <a:endParaRPr lang="zh-CN" altLang="en-US"/>
          </a:p>
        </p:txBody>
      </p:sp>
      <p:sp>
        <p:nvSpPr>
          <p:cNvPr id="62" name="Freeform 9"/>
          <p:cNvSpPr>
            <a:spLocks/>
          </p:cNvSpPr>
          <p:nvPr/>
        </p:nvSpPr>
        <p:spPr bwMode="auto">
          <a:xfrm>
            <a:off x="6976560" y="2907904"/>
            <a:ext cx="875196" cy="417246"/>
          </a:xfrm>
          <a:custGeom>
            <a:avLst/>
            <a:gdLst>
              <a:gd name="T0" fmla="*/ 0 w 845"/>
              <a:gd name="T1" fmla="*/ 0 h 149"/>
              <a:gd name="T2" fmla="*/ 845 w 845"/>
              <a:gd name="T3" fmla="*/ 0 h 149"/>
              <a:gd name="T4" fmla="*/ 845 w 845"/>
              <a:gd name="T5" fmla="*/ 149 h 149"/>
              <a:gd name="T6" fmla="*/ 312 w 845"/>
              <a:gd name="T7" fmla="*/ 149 h 149"/>
              <a:gd name="T8" fmla="*/ 0 w 845"/>
              <a:gd name="T9" fmla="*/ 0 h 149"/>
              <a:gd name="T10" fmla="*/ 0 60000 65536"/>
              <a:gd name="T11" fmla="*/ 0 60000 65536"/>
              <a:gd name="T12" fmla="*/ 0 60000 65536"/>
              <a:gd name="T13" fmla="*/ 0 60000 65536"/>
              <a:gd name="T14" fmla="*/ 0 60000 65536"/>
              <a:gd name="T15" fmla="*/ 0 w 845"/>
              <a:gd name="T16" fmla="*/ 0 h 149"/>
              <a:gd name="T17" fmla="*/ 845 w 845"/>
              <a:gd name="T18" fmla="*/ 149 h 149"/>
              <a:gd name="connsiteX0" fmla="*/ 0 w 10000"/>
              <a:gd name="connsiteY0" fmla="*/ 0 h 10000"/>
              <a:gd name="connsiteX1" fmla="*/ 10000 w 10000"/>
              <a:gd name="connsiteY1" fmla="*/ 0 h 10000"/>
              <a:gd name="connsiteX2" fmla="*/ 10000 w 10000"/>
              <a:gd name="connsiteY2" fmla="*/ 10000 h 10000"/>
              <a:gd name="connsiteX3" fmla="*/ 4888 w 10000"/>
              <a:gd name="connsiteY3" fmla="*/ 9939 h 10000"/>
              <a:gd name="connsiteX4" fmla="*/ 0 w 10000"/>
              <a:gd name="connsiteY4" fmla="*/ 0 h 10000"/>
              <a:gd name="connsiteX0" fmla="*/ 0 w 10000"/>
              <a:gd name="connsiteY0" fmla="*/ 0 h 10000"/>
              <a:gd name="connsiteX1" fmla="*/ 10000 w 10000"/>
              <a:gd name="connsiteY1" fmla="*/ 0 h 10000"/>
              <a:gd name="connsiteX2" fmla="*/ 10000 w 10000"/>
              <a:gd name="connsiteY2" fmla="*/ 10000 h 10000"/>
              <a:gd name="connsiteX3" fmla="*/ 5329 w 10000"/>
              <a:gd name="connsiteY3" fmla="*/ 9939 h 10000"/>
              <a:gd name="connsiteX4" fmla="*/ 0 w 10000"/>
              <a:gd name="connsiteY4" fmla="*/ 0 h 10000"/>
              <a:gd name="connsiteX0" fmla="*/ 0 w 10000"/>
              <a:gd name="connsiteY0" fmla="*/ 0 h 10000"/>
              <a:gd name="connsiteX1" fmla="*/ 10000 w 10000"/>
              <a:gd name="connsiteY1" fmla="*/ 0 h 10000"/>
              <a:gd name="connsiteX2" fmla="*/ 10000 w 10000"/>
              <a:gd name="connsiteY2" fmla="*/ 10000 h 10000"/>
              <a:gd name="connsiteX3" fmla="*/ 5728 w 10000"/>
              <a:gd name="connsiteY3" fmla="*/ 9939 h 10000"/>
              <a:gd name="connsiteX4" fmla="*/ 0 w 10000"/>
              <a:gd name="connsiteY4" fmla="*/ 0 h 10000"/>
              <a:gd name="connsiteX0" fmla="*/ 0 w 10000"/>
              <a:gd name="connsiteY0" fmla="*/ 0 h 10000"/>
              <a:gd name="connsiteX1" fmla="*/ 10000 w 10000"/>
              <a:gd name="connsiteY1" fmla="*/ 0 h 10000"/>
              <a:gd name="connsiteX2" fmla="*/ 10000 w 10000"/>
              <a:gd name="connsiteY2" fmla="*/ 10000 h 10000"/>
              <a:gd name="connsiteX3" fmla="*/ 6085 w 10000"/>
              <a:gd name="connsiteY3" fmla="*/ 10000 h 10000"/>
              <a:gd name="connsiteX4" fmla="*/ 0 w 10000"/>
              <a:gd name="connsiteY4" fmla="*/ 0 h 10000"/>
              <a:gd name="connsiteX0" fmla="*/ 0 w 8283"/>
              <a:gd name="connsiteY0" fmla="*/ 476 h 10000"/>
              <a:gd name="connsiteX1" fmla="*/ 8283 w 8283"/>
              <a:gd name="connsiteY1" fmla="*/ 0 h 10000"/>
              <a:gd name="connsiteX2" fmla="*/ 8283 w 8283"/>
              <a:gd name="connsiteY2" fmla="*/ 10000 h 10000"/>
              <a:gd name="connsiteX3" fmla="*/ 4368 w 8283"/>
              <a:gd name="connsiteY3" fmla="*/ 10000 h 10000"/>
              <a:gd name="connsiteX4" fmla="*/ 0 w 8283"/>
              <a:gd name="connsiteY4" fmla="*/ 476 h 10000"/>
              <a:gd name="connsiteX0" fmla="*/ 0 w 10138"/>
              <a:gd name="connsiteY0" fmla="*/ 190 h 10000"/>
              <a:gd name="connsiteX1" fmla="*/ 10138 w 10138"/>
              <a:gd name="connsiteY1" fmla="*/ 0 h 10000"/>
              <a:gd name="connsiteX2" fmla="*/ 10138 w 10138"/>
              <a:gd name="connsiteY2" fmla="*/ 10000 h 10000"/>
              <a:gd name="connsiteX3" fmla="*/ 5411 w 10138"/>
              <a:gd name="connsiteY3" fmla="*/ 10000 h 10000"/>
              <a:gd name="connsiteX4" fmla="*/ 0 w 10138"/>
              <a:gd name="connsiteY4" fmla="*/ 190 h 10000"/>
              <a:gd name="connsiteX0" fmla="*/ 0 w 10138"/>
              <a:gd name="connsiteY0" fmla="*/ 190 h 10000"/>
              <a:gd name="connsiteX1" fmla="*/ 10138 w 10138"/>
              <a:gd name="connsiteY1" fmla="*/ 0 h 10000"/>
              <a:gd name="connsiteX2" fmla="*/ 10138 w 10138"/>
              <a:gd name="connsiteY2" fmla="*/ 10000 h 10000"/>
              <a:gd name="connsiteX3" fmla="*/ 5089 w 10138"/>
              <a:gd name="connsiteY3" fmla="*/ 10000 h 10000"/>
              <a:gd name="connsiteX4" fmla="*/ 0 w 10138"/>
              <a:gd name="connsiteY4" fmla="*/ 19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138" h="10000">
                <a:moveTo>
                  <a:pt x="0" y="190"/>
                </a:moveTo>
                <a:lnTo>
                  <a:pt x="10138" y="0"/>
                </a:lnTo>
                <a:lnTo>
                  <a:pt x="10138" y="10000"/>
                </a:lnTo>
                <a:lnTo>
                  <a:pt x="5089" y="10000"/>
                </a:lnTo>
                <a:lnTo>
                  <a:pt x="0" y="190"/>
                </a:lnTo>
                <a:close/>
              </a:path>
            </a:pathLst>
          </a:custGeom>
          <a:solidFill>
            <a:srgbClr val="0066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 name="灯片编号占位符 1"/>
          <p:cNvSpPr txBox="1">
            <a:spLocks/>
          </p:cNvSpPr>
          <p:nvPr/>
        </p:nvSpPr>
        <p:spPr>
          <a:xfrm>
            <a:off x="66355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31</a:t>
            </a:fld>
            <a:endParaRPr lang="zh-CN" altLang="en-US" dirty="0">
              <a:solidFill>
                <a:srgbClr val="C00000"/>
              </a:solidFill>
            </a:endParaRPr>
          </a:p>
        </p:txBody>
      </p:sp>
      <p:sp>
        <p:nvSpPr>
          <p:cNvPr id="208" name="Text Box 7"/>
          <p:cNvSpPr txBox="1">
            <a:spLocks noChangeArrowheads="1"/>
          </p:cNvSpPr>
          <p:nvPr/>
        </p:nvSpPr>
        <p:spPr bwMode="auto">
          <a:xfrm>
            <a:off x="-1" y="0"/>
            <a:ext cx="5848540"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1800" b="1" kern="900" spc="130" dirty="0" smtClean="0">
                <a:solidFill>
                  <a:srgbClr val="000066"/>
                </a:solidFill>
                <a:ea typeface="黑体" panose="02010609060101010101" pitchFamily="49" charset="-122"/>
                <a:cs typeface="Times New Roman" panose="02020603050405020304" pitchFamily="18" charset="0"/>
              </a:rPr>
              <a:t>§7.2 </a:t>
            </a:r>
            <a:r>
              <a:rPr lang="zh-CN" altLang="en-US" sz="1800" b="1" kern="900" spc="130" dirty="0">
                <a:solidFill>
                  <a:srgbClr val="000066"/>
                </a:solidFill>
                <a:ea typeface="黑体" panose="02010609060101010101" pitchFamily="49" charset="-122"/>
                <a:cs typeface="Times New Roman" panose="02020603050405020304" pitchFamily="18" charset="0"/>
              </a:rPr>
              <a:t>无黏性土坡的稳定</a:t>
            </a:r>
            <a:r>
              <a:rPr lang="zh-CN" altLang="en-US" sz="1800" b="1" kern="900" spc="130" dirty="0" smtClean="0">
                <a:solidFill>
                  <a:srgbClr val="000066"/>
                </a:solidFill>
                <a:ea typeface="黑体" panose="02010609060101010101" pitchFamily="49" charset="-122"/>
                <a:cs typeface="Times New Roman" panose="02020603050405020304" pitchFamily="18" charset="0"/>
              </a:rPr>
              <a:t>分析 </a:t>
            </a:r>
            <a:r>
              <a:rPr lang="en-US" altLang="zh-CN" sz="1800" b="1" kern="900" spc="130" dirty="0" smtClean="0">
                <a:solidFill>
                  <a:srgbClr val="000066"/>
                </a:solidFill>
                <a:ea typeface="黑体" panose="02010609060101010101" pitchFamily="49" charset="-122"/>
                <a:cs typeface="Times New Roman" panose="02020603050405020304" pitchFamily="18" charset="0"/>
              </a:rPr>
              <a:t>–</a:t>
            </a:r>
            <a:r>
              <a:rPr lang="zh-CN" altLang="en-US" sz="1800" b="1" kern="900" spc="130" dirty="0" smtClean="0">
                <a:solidFill>
                  <a:srgbClr val="000066"/>
                </a:solidFill>
                <a:ea typeface="黑体" panose="02010609060101010101" pitchFamily="49" charset="-122"/>
                <a:cs typeface="Times New Roman" panose="02020603050405020304" pitchFamily="18" charset="0"/>
              </a:rPr>
              <a:t>几种深层滑动情况</a:t>
            </a:r>
            <a:endParaRPr lang="zh-CN" altLang="en-US" sz="1800" b="1" kern="900" spc="130" dirty="0">
              <a:solidFill>
                <a:srgbClr val="000066"/>
              </a:solidFill>
              <a:ea typeface="黑体" panose="02010609060101010101" pitchFamily="49" charset="-122"/>
              <a:cs typeface="Times New Roman" panose="02020603050405020304" pitchFamily="18" charset="0"/>
            </a:endParaRPr>
          </a:p>
          <a:p>
            <a:pPr eaLnBrk="1" fontAlgn="ctr" hangingPunct="1">
              <a:lnSpc>
                <a:spcPct val="100000"/>
              </a:lnSpc>
              <a:spcBef>
                <a:spcPct val="0"/>
              </a:spcBef>
              <a:spcAft>
                <a:spcPct val="0"/>
              </a:spcAft>
            </a:pPr>
            <a:endParaRPr lang="zh-CN" altLang="en-US" sz="1800" b="1" kern="900" spc="130" dirty="0">
              <a:solidFill>
                <a:srgbClr val="000066"/>
              </a:solidFill>
              <a:ea typeface="黑体" panose="02010609060101010101" pitchFamily="49" charset="-122"/>
              <a:cs typeface="Times New Roman" panose="02020603050405020304" pitchFamily="18" charset="0"/>
            </a:endParaRPr>
          </a:p>
        </p:txBody>
      </p:sp>
      <p:sp>
        <p:nvSpPr>
          <p:cNvPr id="222" name="Text Box 46"/>
          <p:cNvSpPr txBox="1">
            <a:spLocks noChangeArrowheads="1"/>
          </p:cNvSpPr>
          <p:nvPr/>
        </p:nvSpPr>
        <p:spPr bwMode="auto">
          <a:xfrm>
            <a:off x="363382" y="755130"/>
            <a:ext cx="419798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357188" indent="-357188" eaLnBrk="1" hangingPunct="1">
              <a:lnSpc>
                <a:spcPct val="100000"/>
              </a:lnSpc>
              <a:spcBef>
                <a:spcPct val="0"/>
              </a:spcBef>
              <a:spcAft>
                <a:spcPct val="0"/>
              </a:spcAft>
              <a:buFont typeface="+mj-lt"/>
              <a:buAutoNum type="arabicPeriod"/>
            </a:pPr>
            <a:r>
              <a:rPr lang="zh-CN" altLang="en-US" sz="2800" b="1" dirty="0">
                <a:solidFill>
                  <a:srgbClr val="A50021"/>
                </a:solidFill>
                <a:latin typeface="微软雅黑" panose="020B0503020204020204" pitchFamily="34" charset="-122"/>
                <a:ea typeface="微软雅黑" panose="020B0503020204020204" pitchFamily="34" charset="-122"/>
              </a:rPr>
              <a:t> </a:t>
            </a:r>
            <a:r>
              <a:rPr lang="zh-CN" altLang="en-US" sz="2800" b="1" dirty="0" smtClean="0">
                <a:solidFill>
                  <a:srgbClr val="A50021"/>
                </a:solidFill>
                <a:latin typeface="微软雅黑" panose="020B0503020204020204" pitchFamily="34" charset="-122"/>
                <a:ea typeface="微软雅黑" panose="020B0503020204020204" pitchFamily="34" charset="-122"/>
              </a:rPr>
              <a:t>渗透水流未逸出土坡</a:t>
            </a:r>
            <a:endParaRPr lang="zh-CN" altLang="en-US" sz="2800" b="1" dirty="0">
              <a:solidFill>
                <a:srgbClr val="A50021"/>
              </a:solidFill>
              <a:latin typeface="微软雅黑" panose="020B0503020204020204" pitchFamily="34" charset="-122"/>
              <a:ea typeface="微软雅黑" panose="020B0503020204020204" pitchFamily="34" charset="-122"/>
            </a:endParaRPr>
          </a:p>
        </p:txBody>
      </p:sp>
      <p:sp>
        <p:nvSpPr>
          <p:cNvPr id="57" name="Text Box 2"/>
          <p:cNvSpPr txBox="1">
            <a:spLocks noChangeArrowheads="1"/>
          </p:cNvSpPr>
          <p:nvPr/>
        </p:nvSpPr>
        <p:spPr bwMode="auto">
          <a:xfrm>
            <a:off x="1645919" y="5656716"/>
            <a:ext cx="6844937"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gn="ctr" eaLnBrk="1" hangingPunct="1">
              <a:lnSpc>
                <a:spcPct val="100000"/>
              </a:lnSpc>
              <a:spcBef>
                <a:spcPct val="0"/>
              </a:spcBef>
              <a:spcAft>
                <a:spcPct val="0"/>
              </a:spcAft>
            </a:pPr>
            <a:r>
              <a:rPr kumimoji="1" lang="zh-CN" altLang="en-US" sz="4000" b="1" dirty="0" smtClean="0">
                <a:solidFill>
                  <a:srgbClr val="000066"/>
                </a:solidFill>
                <a:latin typeface="黑体" pitchFamily="2" charset="-122"/>
                <a:ea typeface="黑体" pitchFamily="2" charset="-122"/>
              </a:rPr>
              <a:t>几种可能发生深层滑动的情况</a:t>
            </a:r>
            <a:endParaRPr kumimoji="1" lang="zh-CN" altLang="en-US" sz="4000" b="1" dirty="0">
              <a:solidFill>
                <a:srgbClr val="000066"/>
              </a:solidFill>
              <a:latin typeface="黑体" pitchFamily="2" charset="-122"/>
              <a:ea typeface="黑体" pitchFamily="2" charset="-122"/>
            </a:endParaRPr>
          </a:p>
        </p:txBody>
      </p:sp>
      <p:sp>
        <p:nvSpPr>
          <p:cNvPr id="55" name="Freeform 10"/>
          <p:cNvSpPr>
            <a:spLocks/>
          </p:cNvSpPr>
          <p:nvPr/>
        </p:nvSpPr>
        <p:spPr bwMode="auto">
          <a:xfrm>
            <a:off x="1265216" y="1983272"/>
            <a:ext cx="3124570" cy="1340506"/>
          </a:xfrm>
          <a:custGeom>
            <a:avLst/>
            <a:gdLst>
              <a:gd name="T0" fmla="*/ 10 w 1848"/>
              <a:gd name="T1" fmla="*/ 0 h 682"/>
              <a:gd name="T2" fmla="*/ 1848 w 1848"/>
              <a:gd name="T3" fmla="*/ 0 h 682"/>
              <a:gd name="T4" fmla="*/ 341 w 1848"/>
              <a:gd name="T5" fmla="*/ 682 h 682"/>
              <a:gd name="T6" fmla="*/ 0 w 1848"/>
              <a:gd name="T7" fmla="*/ 677 h 682"/>
              <a:gd name="T8" fmla="*/ 10 w 1848"/>
              <a:gd name="T9" fmla="*/ 0 h 682"/>
              <a:gd name="T10" fmla="*/ 0 60000 65536"/>
              <a:gd name="T11" fmla="*/ 0 60000 65536"/>
              <a:gd name="T12" fmla="*/ 0 60000 65536"/>
              <a:gd name="T13" fmla="*/ 0 60000 65536"/>
              <a:gd name="T14" fmla="*/ 0 60000 65536"/>
              <a:gd name="T15" fmla="*/ 0 w 1848"/>
              <a:gd name="T16" fmla="*/ 0 h 682"/>
              <a:gd name="T17" fmla="*/ 1848 w 1848"/>
              <a:gd name="T18" fmla="*/ 682 h 682"/>
              <a:gd name="connsiteX0" fmla="*/ 54 w 10156"/>
              <a:gd name="connsiteY0" fmla="*/ 49 h 10049"/>
              <a:gd name="connsiteX1" fmla="*/ 10156 w 10156"/>
              <a:gd name="connsiteY1" fmla="*/ 0 h 10049"/>
              <a:gd name="connsiteX2" fmla="*/ 1845 w 10156"/>
              <a:gd name="connsiteY2" fmla="*/ 10049 h 10049"/>
              <a:gd name="connsiteX3" fmla="*/ 0 w 10156"/>
              <a:gd name="connsiteY3" fmla="*/ 9976 h 10049"/>
              <a:gd name="connsiteX4" fmla="*/ 54 w 10156"/>
              <a:gd name="connsiteY4" fmla="*/ 49 h 100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156" h="10049">
                <a:moveTo>
                  <a:pt x="54" y="49"/>
                </a:moveTo>
                <a:lnTo>
                  <a:pt x="10156" y="0"/>
                </a:lnTo>
                <a:lnTo>
                  <a:pt x="1845" y="10049"/>
                </a:lnTo>
                <a:lnTo>
                  <a:pt x="0" y="9976"/>
                </a:lnTo>
                <a:lnTo>
                  <a:pt x="54" y="49"/>
                </a:lnTo>
                <a:close/>
              </a:path>
            </a:pathLst>
          </a:custGeom>
          <a:solidFill>
            <a:srgbClr val="0066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3" name="Text Box 2421"/>
          <p:cNvSpPr txBox="1">
            <a:spLocks noChangeArrowheads="1"/>
          </p:cNvSpPr>
          <p:nvPr/>
        </p:nvSpPr>
        <p:spPr bwMode="auto">
          <a:xfrm>
            <a:off x="3687202" y="3363994"/>
            <a:ext cx="1452622" cy="340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40817" rIns="0" bIns="40817">
            <a:spAutoFit/>
          </a:bodyPr>
          <a:lstStyle>
            <a:lvl1pPr defTabSz="817563">
              <a:defRPr>
                <a:solidFill>
                  <a:schemeClr val="tx1"/>
                </a:solidFill>
                <a:latin typeface="Arial" charset="0"/>
                <a:ea typeface="宋体" charset="-122"/>
              </a:defRPr>
            </a:lvl1pPr>
            <a:lvl2pPr marL="407988" defTabSz="817563">
              <a:defRPr>
                <a:solidFill>
                  <a:schemeClr val="tx1"/>
                </a:solidFill>
                <a:latin typeface="Arial" charset="0"/>
                <a:ea typeface="宋体" charset="-122"/>
              </a:defRPr>
            </a:lvl2pPr>
            <a:lvl3pPr marL="817563" defTabSz="817563">
              <a:defRPr>
                <a:solidFill>
                  <a:schemeClr val="tx1"/>
                </a:solidFill>
                <a:latin typeface="Arial" charset="0"/>
                <a:ea typeface="宋体" charset="-122"/>
              </a:defRPr>
            </a:lvl3pPr>
            <a:lvl4pPr marL="1223963" defTabSz="817563">
              <a:defRPr>
                <a:solidFill>
                  <a:schemeClr val="tx1"/>
                </a:solidFill>
                <a:latin typeface="Arial" charset="0"/>
                <a:ea typeface="宋体" charset="-122"/>
              </a:defRPr>
            </a:lvl4pPr>
            <a:lvl5pPr marL="1631950" defTabSz="817563">
              <a:defRPr>
                <a:solidFill>
                  <a:schemeClr val="tx1"/>
                </a:solidFill>
                <a:latin typeface="Arial" charset="0"/>
                <a:ea typeface="宋体" charset="-122"/>
              </a:defRPr>
            </a:lvl5pPr>
            <a:lvl6pPr marL="2089150" defTabSz="817563" fontAlgn="base">
              <a:spcBef>
                <a:spcPct val="0"/>
              </a:spcBef>
              <a:spcAft>
                <a:spcPct val="0"/>
              </a:spcAft>
              <a:defRPr>
                <a:solidFill>
                  <a:schemeClr val="tx1"/>
                </a:solidFill>
                <a:latin typeface="Arial" charset="0"/>
                <a:ea typeface="宋体" charset="-122"/>
              </a:defRPr>
            </a:lvl6pPr>
            <a:lvl7pPr marL="2546350" defTabSz="817563" fontAlgn="base">
              <a:spcBef>
                <a:spcPct val="0"/>
              </a:spcBef>
              <a:spcAft>
                <a:spcPct val="0"/>
              </a:spcAft>
              <a:defRPr>
                <a:solidFill>
                  <a:schemeClr val="tx1"/>
                </a:solidFill>
                <a:latin typeface="Arial" charset="0"/>
                <a:ea typeface="宋体" charset="-122"/>
              </a:defRPr>
            </a:lvl7pPr>
            <a:lvl8pPr marL="3003550" defTabSz="817563" fontAlgn="base">
              <a:spcBef>
                <a:spcPct val="0"/>
              </a:spcBef>
              <a:spcAft>
                <a:spcPct val="0"/>
              </a:spcAft>
              <a:defRPr>
                <a:solidFill>
                  <a:schemeClr val="tx1"/>
                </a:solidFill>
                <a:latin typeface="Arial" charset="0"/>
                <a:ea typeface="宋体" charset="-122"/>
              </a:defRPr>
            </a:lvl8pPr>
            <a:lvl9pPr marL="3460750" defTabSz="817563" fontAlgn="base">
              <a:spcBef>
                <a:spcPct val="0"/>
              </a:spcBef>
              <a:spcAft>
                <a:spcPct val="0"/>
              </a:spcAft>
              <a:defRPr>
                <a:solidFill>
                  <a:schemeClr val="tx1"/>
                </a:solidFill>
                <a:latin typeface="Arial" charset="0"/>
                <a:ea typeface="宋体" charset="-122"/>
              </a:defRPr>
            </a:lvl9pPr>
          </a:lstStyle>
          <a:p>
            <a:pPr algn="ctr"/>
            <a:r>
              <a:rPr lang="zh-CN" altLang="en-US" sz="1600" b="1" dirty="0">
                <a:latin typeface="Times New Roman" pitchFamily="18" charset="0"/>
                <a:ea typeface="幼圆" pitchFamily="49" charset="-122"/>
              </a:rPr>
              <a:t>不透水层</a:t>
            </a:r>
          </a:p>
        </p:txBody>
      </p:sp>
      <p:sp>
        <p:nvSpPr>
          <p:cNvPr id="64" name="Line 2423"/>
          <p:cNvSpPr>
            <a:spLocks noChangeShapeType="1"/>
          </p:cNvSpPr>
          <p:nvPr/>
        </p:nvSpPr>
        <p:spPr bwMode="auto">
          <a:xfrm>
            <a:off x="1242291" y="3323267"/>
            <a:ext cx="6596016"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 name="Line 2424"/>
          <p:cNvSpPr>
            <a:spLocks noChangeShapeType="1"/>
          </p:cNvSpPr>
          <p:nvPr/>
        </p:nvSpPr>
        <p:spPr bwMode="auto">
          <a:xfrm flipH="1">
            <a:off x="1252922" y="1982500"/>
            <a:ext cx="3129213"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6" name="Line 2425"/>
          <p:cNvSpPr>
            <a:spLocks noChangeShapeType="1"/>
          </p:cNvSpPr>
          <p:nvPr/>
        </p:nvSpPr>
        <p:spPr bwMode="auto">
          <a:xfrm>
            <a:off x="6982762" y="2911281"/>
            <a:ext cx="862347"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67" name="Group 2426"/>
          <p:cNvGrpSpPr>
            <a:grpSpLocks/>
          </p:cNvGrpSpPr>
          <p:nvPr/>
        </p:nvGrpSpPr>
        <p:grpSpPr bwMode="auto">
          <a:xfrm>
            <a:off x="2017500" y="1846917"/>
            <a:ext cx="373473" cy="291880"/>
            <a:chOff x="355" y="513"/>
            <a:chExt cx="204" cy="175"/>
          </a:xfrm>
        </p:grpSpPr>
        <p:sp>
          <p:nvSpPr>
            <p:cNvPr id="68" name="AutoShape 2427"/>
            <p:cNvSpPr>
              <a:spLocks noChangeArrowheads="1"/>
            </p:cNvSpPr>
            <p:nvPr/>
          </p:nvSpPr>
          <p:spPr bwMode="auto">
            <a:xfrm flipV="1">
              <a:off x="420" y="513"/>
              <a:ext cx="94" cy="78"/>
            </a:xfrm>
            <a:prstGeom prst="triangle">
              <a:avLst>
                <a:gd name="adj" fmla="val 50000"/>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9" name="Line 2428"/>
            <p:cNvSpPr>
              <a:spLocks noChangeShapeType="1"/>
            </p:cNvSpPr>
            <p:nvPr/>
          </p:nvSpPr>
          <p:spPr bwMode="auto">
            <a:xfrm>
              <a:off x="355" y="626"/>
              <a:ext cx="9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0" name="Line 2429"/>
            <p:cNvSpPr>
              <a:spLocks noChangeShapeType="1"/>
            </p:cNvSpPr>
            <p:nvPr/>
          </p:nvSpPr>
          <p:spPr bwMode="auto">
            <a:xfrm>
              <a:off x="469" y="626"/>
              <a:ext cx="9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1" name="Line 2430"/>
            <p:cNvSpPr>
              <a:spLocks noChangeShapeType="1"/>
            </p:cNvSpPr>
            <p:nvPr/>
          </p:nvSpPr>
          <p:spPr bwMode="auto">
            <a:xfrm>
              <a:off x="409" y="657"/>
              <a:ext cx="11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2" name="Line 2431"/>
            <p:cNvSpPr>
              <a:spLocks noChangeShapeType="1"/>
            </p:cNvSpPr>
            <p:nvPr/>
          </p:nvSpPr>
          <p:spPr bwMode="auto">
            <a:xfrm>
              <a:off x="453" y="688"/>
              <a:ext cx="4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73" name="Freeform 2432"/>
          <p:cNvSpPr>
            <a:spLocks/>
          </p:cNvSpPr>
          <p:nvPr/>
        </p:nvSpPr>
        <p:spPr bwMode="auto">
          <a:xfrm>
            <a:off x="4402772" y="1985554"/>
            <a:ext cx="2146652" cy="930316"/>
          </a:xfrm>
          <a:custGeom>
            <a:avLst/>
            <a:gdLst>
              <a:gd name="T0" fmla="*/ 0 w 953"/>
              <a:gd name="T1" fmla="*/ 0 h 321"/>
              <a:gd name="T2" fmla="*/ 24 w 953"/>
              <a:gd name="T3" fmla="*/ 17 h 321"/>
              <a:gd name="T4" fmla="*/ 111 w 953"/>
              <a:gd name="T5" fmla="*/ 48 h 321"/>
              <a:gd name="T6" fmla="*/ 224 w 953"/>
              <a:gd name="T7" fmla="*/ 81 h 321"/>
              <a:gd name="T8" fmla="*/ 432 w 953"/>
              <a:gd name="T9" fmla="*/ 139 h 321"/>
              <a:gd name="T10" fmla="*/ 639 w 953"/>
              <a:gd name="T11" fmla="*/ 204 h 321"/>
              <a:gd name="T12" fmla="*/ 819 w 953"/>
              <a:gd name="T13" fmla="*/ 269 h 321"/>
              <a:gd name="T14" fmla="*/ 953 w 953"/>
              <a:gd name="T15" fmla="*/ 321 h 321"/>
              <a:gd name="connsiteX0" fmla="*/ 0 w 9716"/>
              <a:gd name="connsiteY0" fmla="*/ 0 h 9429"/>
              <a:gd name="connsiteX1" fmla="*/ 252 w 9716"/>
              <a:gd name="connsiteY1" fmla="*/ 530 h 9429"/>
              <a:gd name="connsiteX2" fmla="*/ 1165 w 9716"/>
              <a:gd name="connsiteY2" fmla="*/ 1495 h 9429"/>
              <a:gd name="connsiteX3" fmla="*/ 2350 w 9716"/>
              <a:gd name="connsiteY3" fmla="*/ 2523 h 9429"/>
              <a:gd name="connsiteX4" fmla="*/ 4533 w 9716"/>
              <a:gd name="connsiteY4" fmla="*/ 4330 h 9429"/>
              <a:gd name="connsiteX5" fmla="*/ 6705 w 9716"/>
              <a:gd name="connsiteY5" fmla="*/ 6355 h 9429"/>
              <a:gd name="connsiteX6" fmla="*/ 8594 w 9716"/>
              <a:gd name="connsiteY6" fmla="*/ 8380 h 9429"/>
              <a:gd name="connsiteX7" fmla="*/ 9716 w 9716"/>
              <a:gd name="connsiteY7" fmla="*/ 9429 h 9429"/>
              <a:gd name="connsiteX0" fmla="*/ 0 w 10000"/>
              <a:gd name="connsiteY0" fmla="*/ 0 h 10000"/>
              <a:gd name="connsiteX1" fmla="*/ 259 w 10000"/>
              <a:gd name="connsiteY1" fmla="*/ 562 h 10000"/>
              <a:gd name="connsiteX2" fmla="*/ 1199 w 10000"/>
              <a:gd name="connsiteY2" fmla="*/ 1586 h 10000"/>
              <a:gd name="connsiteX3" fmla="*/ 2419 w 10000"/>
              <a:gd name="connsiteY3" fmla="*/ 2676 h 10000"/>
              <a:gd name="connsiteX4" fmla="*/ 4666 w 10000"/>
              <a:gd name="connsiteY4" fmla="*/ 4592 h 10000"/>
              <a:gd name="connsiteX5" fmla="*/ 6901 w 10000"/>
              <a:gd name="connsiteY5" fmla="*/ 6740 h 10000"/>
              <a:gd name="connsiteX6" fmla="*/ 8709 w 10000"/>
              <a:gd name="connsiteY6" fmla="*/ 8612 h 10000"/>
              <a:gd name="connsiteX7" fmla="*/ 10000 w 10000"/>
              <a:gd name="connsiteY7" fmla="*/ 10000 h 10000"/>
              <a:gd name="connsiteX0" fmla="*/ 0 w 9686"/>
              <a:gd name="connsiteY0" fmla="*/ 0 h 9642"/>
              <a:gd name="connsiteX1" fmla="*/ 259 w 9686"/>
              <a:gd name="connsiteY1" fmla="*/ 562 h 9642"/>
              <a:gd name="connsiteX2" fmla="*/ 1199 w 9686"/>
              <a:gd name="connsiteY2" fmla="*/ 1586 h 9642"/>
              <a:gd name="connsiteX3" fmla="*/ 2419 w 9686"/>
              <a:gd name="connsiteY3" fmla="*/ 2676 h 9642"/>
              <a:gd name="connsiteX4" fmla="*/ 4666 w 9686"/>
              <a:gd name="connsiteY4" fmla="*/ 4592 h 9642"/>
              <a:gd name="connsiteX5" fmla="*/ 6901 w 9686"/>
              <a:gd name="connsiteY5" fmla="*/ 6740 h 9642"/>
              <a:gd name="connsiteX6" fmla="*/ 8709 w 9686"/>
              <a:gd name="connsiteY6" fmla="*/ 8612 h 9642"/>
              <a:gd name="connsiteX7" fmla="*/ 9686 w 9686"/>
              <a:gd name="connsiteY7" fmla="*/ 9642 h 9642"/>
              <a:gd name="connsiteX0" fmla="*/ 0 w 10000"/>
              <a:gd name="connsiteY0" fmla="*/ 0 h 10000"/>
              <a:gd name="connsiteX1" fmla="*/ 267 w 10000"/>
              <a:gd name="connsiteY1" fmla="*/ 583 h 10000"/>
              <a:gd name="connsiteX2" fmla="*/ 1238 w 10000"/>
              <a:gd name="connsiteY2" fmla="*/ 1645 h 10000"/>
              <a:gd name="connsiteX3" fmla="*/ 2497 w 10000"/>
              <a:gd name="connsiteY3" fmla="*/ 2775 h 10000"/>
              <a:gd name="connsiteX4" fmla="*/ 4817 w 10000"/>
              <a:gd name="connsiteY4" fmla="*/ 4762 h 10000"/>
              <a:gd name="connsiteX5" fmla="*/ 7125 w 10000"/>
              <a:gd name="connsiteY5" fmla="*/ 6990 h 10000"/>
              <a:gd name="connsiteX6" fmla="*/ 8516 w 10000"/>
              <a:gd name="connsiteY6" fmla="*/ 8504 h 10000"/>
              <a:gd name="connsiteX7" fmla="*/ 10000 w 10000"/>
              <a:gd name="connsiteY7" fmla="*/ 10000 h 10000"/>
              <a:gd name="connsiteX0" fmla="*/ 0 w 10000"/>
              <a:gd name="connsiteY0" fmla="*/ 0 h 10000"/>
              <a:gd name="connsiteX1" fmla="*/ 267 w 10000"/>
              <a:gd name="connsiteY1" fmla="*/ 583 h 10000"/>
              <a:gd name="connsiteX2" fmla="*/ 1238 w 10000"/>
              <a:gd name="connsiteY2" fmla="*/ 1645 h 10000"/>
              <a:gd name="connsiteX3" fmla="*/ 2497 w 10000"/>
              <a:gd name="connsiteY3" fmla="*/ 2775 h 10000"/>
              <a:gd name="connsiteX4" fmla="*/ 4817 w 10000"/>
              <a:gd name="connsiteY4" fmla="*/ 4762 h 10000"/>
              <a:gd name="connsiteX5" fmla="*/ 6995 w 10000"/>
              <a:gd name="connsiteY5" fmla="*/ 6990 h 10000"/>
              <a:gd name="connsiteX6" fmla="*/ 8516 w 10000"/>
              <a:gd name="connsiteY6" fmla="*/ 8504 h 10000"/>
              <a:gd name="connsiteX7" fmla="*/ 10000 w 10000"/>
              <a:gd name="connsiteY7" fmla="*/ 10000 h 10000"/>
              <a:gd name="connsiteX0" fmla="*/ 0 w 9709"/>
              <a:gd name="connsiteY0" fmla="*/ 0 h 9515"/>
              <a:gd name="connsiteX1" fmla="*/ 267 w 9709"/>
              <a:gd name="connsiteY1" fmla="*/ 583 h 9515"/>
              <a:gd name="connsiteX2" fmla="*/ 1238 w 9709"/>
              <a:gd name="connsiteY2" fmla="*/ 1645 h 9515"/>
              <a:gd name="connsiteX3" fmla="*/ 2497 w 9709"/>
              <a:gd name="connsiteY3" fmla="*/ 2775 h 9515"/>
              <a:gd name="connsiteX4" fmla="*/ 4817 w 9709"/>
              <a:gd name="connsiteY4" fmla="*/ 4762 h 9515"/>
              <a:gd name="connsiteX5" fmla="*/ 6995 w 9709"/>
              <a:gd name="connsiteY5" fmla="*/ 6990 h 9515"/>
              <a:gd name="connsiteX6" fmla="*/ 8516 w 9709"/>
              <a:gd name="connsiteY6" fmla="*/ 8504 h 9515"/>
              <a:gd name="connsiteX7" fmla="*/ 9709 w 9709"/>
              <a:gd name="connsiteY7" fmla="*/ 9515 h 9515"/>
              <a:gd name="connsiteX0" fmla="*/ 0 w 10000"/>
              <a:gd name="connsiteY0" fmla="*/ 0 h 10000"/>
              <a:gd name="connsiteX1" fmla="*/ 275 w 10000"/>
              <a:gd name="connsiteY1" fmla="*/ 613 h 10000"/>
              <a:gd name="connsiteX2" fmla="*/ 1275 w 10000"/>
              <a:gd name="connsiteY2" fmla="*/ 1729 h 10000"/>
              <a:gd name="connsiteX3" fmla="*/ 2572 w 10000"/>
              <a:gd name="connsiteY3" fmla="*/ 2916 h 10000"/>
              <a:gd name="connsiteX4" fmla="*/ 4961 w 10000"/>
              <a:gd name="connsiteY4" fmla="*/ 5005 h 10000"/>
              <a:gd name="connsiteX5" fmla="*/ 7205 w 10000"/>
              <a:gd name="connsiteY5" fmla="*/ 7346 h 10000"/>
              <a:gd name="connsiteX6" fmla="*/ 8771 w 10000"/>
              <a:gd name="connsiteY6" fmla="*/ 8937 h 10000"/>
              <a:gd name="connsiteX7" fmla="*/ 8516 w 10000"/>
              <a:gd name="connsiteY7" fmla="*/ 8593 h 10000"/>
              <a:gd name="connsiteX8" fmla="*/ 10000 w 10000"/>
              <a:gd name="connsiteY8" fmla="*/ 10000 h 10000"/>
              <a:gd name="connsiteX0" fmla="*/ 0 w 10000"/>
              <a:gd name="connsiteY0" fmla="*/ 0 h 10000"/>
              <a:gd name="connsiteX1" fmla="*/ 275 w 10000"/>
              <a:gd name="connsiteY1" fmla="*/ 613 h 10000"/>
              <a:gd name="connsiteX2" fmla="*/ 1275 w 10000"/>
              <a:gd name="connsiteY2" fmla="*/ 1729 h 10000"/>
              <a:gd name="connsiteX3" fmla="*/ 2572 w 10000"/>
              <a:gd name="connsiteY3" fmla="*/ 2916 h 10000"/>
              <a:gd name="connsiteX4" fmla="*/ 4961 w 10000"/>
              <a:gd name="connsiteY4" fmla="*/ 5005 h 10000"/>
              <a:gd name="connsiteX5" fmla="*/ 7205 w 10000"/>
              <a:gd name="connsiteY5" fmla="*/ 7346 h 10000"/>
              <a:gd name="connsiteX6" fmla="*/ 8516 w 10000"/>
              <a:gd name="connsiteY6" fmla="*/ 8593 h 10000"/>
              <a:gd name="connsiteX7" fmla="*/ 10000 w 10000"/>
              <a:gd name="connsiteY7" fmla="*/ 10000 h 10000"/>
              <a:gd name="connsiteX0" fmla="*/ 0 w 10000"/>
              <a:gd name="connsiteY0" fmla="*/ 0 h 10000"/>
              <a:gd name="connsiteX1" fmla="*/ 275 w 10000"/>
              <a:gd name="connsiteY1" fmla="*/ 613 h 10000"/>
              <a:gd name="connsiteX2" fmla="*/ 1275 w 10000"/>
              <a:gd name="connsiteY2" fmla="*/ 1729 h 10000"/>
              <a:gd name="connsiteX3" fmla="*/ 2704 w 10000"/>
              <a:gd name="connsiteY3" fmla="*/ 2916 h 10000"/>
              <a:gd name="connsiteX4" fmla="*/ 4961 w 10000"/>
              <a:gd name="connsiteY4" fmla="*/ 5005 h 10000"/>
              <a:gd name="connsiteX5" fmla="*/ 7205 w 10000"/>
              <a:gd name="connsiteY5" fmla="*/ 7346 h 10000"/>
              <a:gd name="connsiteX6" fmla="*/ 8516 w 10000"/>
              <a:gd name="connsiteY6" fmla="*/ 8593 h 10000"/>
              <a:gd name="connsiteX7" fmla="*/ 10000 w 10000"/>
              <a:gd name="connsiteY7" fmla="*/ 10000 h 10000"/>
              <a:gd name="connsiteX0" fmla="*/ 0 w 10000"/>
              <a:gd name="connsiteY0" fmla="*/ 0 h 10000"/>
              <a:gd name="connsiteX1" fmla="*/ 275 w 10000"/>
              <a:gd name="connsiteY1" fmla="*/ 613 h 10000"/>
              <a:gd name="connsiteX2" fmla="*/ 1275 w 10000"/>
              <a:gd name="connsiteY2" fmla="*/ 1729 h 10000"/>
              <a:gd name="connsiteX3" fmla="*/ 2704 w 10000"/>
              <a:gd name="connsiteY3" fmla="*/ 2916 h 10000"/>
              <a:gd name="connsiteX4" fmla="*/ 5111 w 10000"/>
              <a:gd name="connsiteY4" fmla="*/ 4922 h 10000"/>
              <a:gd name="connsiteX5" fmla="*/ 7205 w 10000"/>
              <a:gd name="connsiteY5" fmla="*/ 7346 h 10000"/>
              <a:gd name="connsiteX6" fmla="*/ 8516 w 10000"/>
              <a:gd name="connsiteY6" fmla="*/ 8593 h 10000"/>
              <a:gd name="connsiteX7" fmla="*/ 10000 w 10000"/>
              <a:gd name="connsiteY7" fmla="*/ 10000 h 10000"/>
              <a:gd name="connsiteX0" fmla="*/ 0 w 10000"/>
              <a:gd name="connsiteY0" fmla="*/ 0 h 10000"/>
              <a:gd name="connsiteX1" fmla="*/ 275 w 10000"/>
              <a:gd name="connsiteY1" fmla="*/ 613 h 10000"/>
              <a:gd name="connsiteX2" fmla="*/ 1275 w 10000"/>
              <a:gd name="connsiteY2" fmla="*/ 1729 h 10000"/>
              <a:gd name="connsiteX3" fmla="*/ 2704 w 10000"/>
              <a:gd name="connsiteY3" fmla="*/ 2916 h 10000"/>
              <a:gd name="connsiteX4" fmla="*/ 5111 w 10000"/>
              <a:gd name="connsiteY4" fmla="*/ 4922 h 10000"/>
              <a:gd name="connsiteX5" fmla="*/ 7318 w 10000"/>
              <a:gd name="connsiteY5" fmla="*/ 7138 h 10000"/>
              <a:gd name="connsiteX6" fmla="*/ 8516 w 10000"/>
              <a:gd name="connsiteY6" fmla="*/ 8593 h 10000"/>
              <a:gd name="connsiteX7" fmla="*/ 10000 w 10000"/>
              <a:gd name="connsiteY7" fmla="*/ 10000 h 10000"/>
              <a:gd name="connsiteX0" fmla="*/ 0 w 10000"/>
              <a:gd name="connsiteY0" fmla="*/ 0 h 10000"/>
              <a:gd name="connsiteX1" fmla="*/ 275 w 10000"/>
              <a:gd name="connsiteY1" fmla="*/ 613 h 10000"/>
              <a:gd name="connsiteX2" fmla="*/ 1275 w 10000"/>
              <a:gd name="connsiteY2" fmla="*/ 1729 h 10000"/>
              <a:gd name="connsiteX3" fmla="*/ 2704 w 10000"/>
              <a:gd name="connsiteY3" fmla="*/ 2916 h 10000"/>
              <a:gd name="connsiteX4" fmla="*/ 5111 w 10000"/>
              <a:gd name="connsiteY4" fmla="*/ 4922 h 10000"/>
              <a:gd name="connsiteX5" fmla="*/ 7318 w 10000"/>
              <a:gd name="connsiteY5" fmla="*/ 7138 h 10000"/>
              <a:gd name="connsiteX6" fmla="*/ 8516 w 10000"/>
              <a:gd name="connsiteY6" fmla="*/ 8427 h 10000"/>
              <a:gd name="connsiteX7" fmla="*/ 10000 w 10000"/>
              <a:gd name="connsiteY7" fmla="*/ 10000 h 10000"/>
              <a:gd name="connsiteX0" fmla="*/ 0 w 10038"/>
              <a:gd name="connsiteY0" fmla="*/ 0 h 10166"/>
              <a:gd name="connsiteX1" fmla="*/ 275 w 10038"/>
              <a:gd name="connsiteY1" fmla="*/ 613 h 10166"/>
              <a:gd name="connsiteX2" fmla="*/ 1275 w 10038"/>
              <a:gd name="connsiteY2" fmla="*/ 1729 h 10166"/>
              <a:gd name="connsiteX3" fmla="*/ 2704 w 10038"/>
              <a:gd name="connsiteY3" fmla="*/ 2916 h 10166"/>
              <a:gd name="connsiteX4" fmla="*/ 5111 w 10038"/>
              <a:gd name="connsiteY4" fmla="*/ 4922 h 10166"/>
              <a:gd name="connsiteX5" fmla="*/ 7318 w 10038"/>
              <a:gd name="connsiteY5" fmla="*/ 7138 h 10166"/>
              <a:gd name="connsiteX6" fmla="*/ 8516 w 10038"/>
              <a:gd name="connsiteY6" fmla="*/ 8427 h 10166"/>
              <a:gd name="connsiteX7" fmla="*/ 10038 w 10038"/>
              <a:gd name="connsiteY7" fmla="*/ 10166 h 10166"/>
              <a:gd name="connsiteX0" fmla="*/ 0 w 10132"/>
              <a:gd name="connsiteY0" fmla="*/ 0 h 10046"/>
              <a:gd name="connsiteX1" fmla="*/ 275 w 10132"/>
              <a:gd name="connsiteY1" fmla="*/ 613 h 10046"/>
              <a:gd name="connsiteX2" fmla="*/ 1275 w 10132"/>
              <a:gd name="connsiteY2" fmla="*/ 1729 h 10046"/>
              <a:gd name="connsiteX3" fmla="*/ 2704 w 10132"/>
              <a:gd name="connsiteY3" fmla="*/ 2916 h 10046"/>
              <a:gd name="connsiteX4" fmla="*/ 5111 w 10132"/>
              <a:gd name="connsiteY4" fmla="*/ 4922 h 10046"/>
              <a:gd name="connsiteX5" fmla="*/ 7318 w 10132"/>
              <a:gd name="connsiteY5" fmla="*/ 7138 h 10046"/>
              <a:gd name="connsiteX6" fmla="*/ 8516 w 10132"/>
              <a:gd name="connsiteY6" fmla="*/ 8427 h 10046"/>
              <a:gd name="connsiteX7" fmla="*/ 10132 w 10132"/>
              <a:gd name="connsiteY7" fmla="*/ 10046 h 10046"/>
              <a:gd name="connsiteX0" fmla="*/ 0 w 10132"/>
              <a:gd name="connsiteY0" fmla="*/ 0 h 10046"/>
              <a:gd name="connsiteX1" fmla="*/ 275 w 10132"/>
              <a:gd name="connsiteY1" fmla="*/ 613 h 10046"/>
              <a:gd name="connsiteX2" fmla="*/ 1275 w 10132"/>
              <a:gd name="connsiteY2" fmla="*/ 1729 h 10046"/>
              <a:gd name="connsiteX3" fmla="*/ 2704 w 10132"/>
              <a:gd name="connsiteY3" fmla="*/ 2916 h 10046"/>
              <a:gd name="connsiteX4" fmla="*/ 5111 w 10132"/>
              <a:gd name="connsiteY4" fmla="*/ 4922 h 10046"/>
              <a:gd name="connsiteX5" fmla="*/ 7318 w 10132"/>
              <a:gd name="connsiteY5" fmla="*/ 7138 h 10046"/>
              <a:gd name="connsiteX6" fmla="*/ 8497 w 10132"/>
              <a:gd name="connsiteY6" fmla="*/ 7667 h 10046"/>
              <a:gd name="connsiteX7" fmla="*/ 10132 w 10132"/>
              <a:gd name="connsiteY7" fmla="*/ 10046 h 10046"/>
              <a:gd name="connsiteX0" fmla="*/ 0 w 10189"/>
              <a:gd name="connsiteY0" fmla="*/ 0 h 9366"/>
              <a:gd name="connsiteX1" fmla="*/ 275 w 10189"/>
              <a:gd name="connsiteY1" fmla="*/ 613 h 9366"/>
              <a:gd name="connsiteX2" fmla="*/ 1275 w 10189"/>
              <a:gd name="connsiteY2" fmla="*/ 1729 h 9366"/>
              <a:gd name="connsiteX3" fmla="*/ 2704 w 10189"/>
              <a:gd name="connsiteY3" fmla="*/ 2916 h 9366"/>
              <a:gd name="connsiteX4" fmla="*/ 5111 w 10189"/>
              <a:gd name="connsiteY4" fmla="*/ 4922 h 9366"/>
              <a:gd name="connsiteX5" fmla="*/ 7318 w 10189"/>
              <a:gd name="connsiteY5" fmla="*/ 7138 h 9366"/>
              <a:gd name="connsiteX6" fmla="*/ 8497 w 10189"/>
              <a:gd name="connsiteY6" fmla="*/ 7667 h 9366"/>
              <a:gd name="connsiteX7" fmla="*/ 10189 w 10189"/>
              <a:gd name="connsiteY7" fmla="*/ 9366 h 9366"/>
              <a:gd name="connsiteX0" fmla="*/ 0 w 10000"/>
              <a:gd name="connsiteY0" fmla="*/ 0 h 10000"/>
              <a:gd name="connsiteX1" fmla="*/ 270 w 10000"/>
              <a:gd name="connsiteY1" fmla="*/ 654 h 10000"/>
              <a:gd name="connsiteX2" fmla="*/ 1251 w 10000"/>
              <a:gd name="connsiteY2" fmla="*/ 1846 h 10000"/>
              <a:gd name="connsiteX3" fmla="*/ 2654 w 10000"/>
              <a:gd name="connsiteY3" fmla="*/ 3113 h 10000"/>
              <a:gd name="connsiteX4" fmla="*/ 5016 w 10000"/>
              <a:gd name="connsiteY4" fmla="*/ 5255 h 10000"/>
              <a:gd name="connsiteX5" fmla="*/ 7256 w 10000"/>
              <a:gd name="connsiteY5" fmla="*/ 6724 h 10000"/>
              <a:gd name="connsiteX6" fmla="*/ 8339 w 10000"/>
              <a:gd name="connsiteY6" fmla="*/ 8186 h 10000"/>
              <a:gd name="connsiteX7" fmla="*/ 10000 w 10000"/>
              <a:gd name="connsiteY7" fmla="*/ 10000 h 10000"/>
              <a:gd name="connsiteX0" fmla="*/ 0 w 10000"/>
              <a:gd name="connsiteY0" fmla="*/ 0 h 10000"/>
              <a:gd name="connsiteX1" fmla="*/ 270 w 10000"/>
              <a:gd name="connsiteY1" fmla="*/ 654 h 10000"/>
              <a:gd name="connsiteX2" fmla="*/ 1251 w 10000"/>
              <a:gd name="connsiteY2" fmla="*/ 1846 h 10000"/>
              <a:gd name="connsiteX3" fmla="*/ 2654 w 10000"/>
              <a:gd name="connsiteY3" fmla="*/ 3113 h 10000"/>
              <a:gd name="connsiteX4" fmla="*/ 4942 w 10000"/>
              <a:gd name="connsiteY4" fmla="*/ 4529 h 10000"/>
              <a:gd name="connsiteX5" fmla="*/ 7256 w 10000"/>
              <a:gd name="connsiteY5" fmla="*/ 6724 h 10000"/>
              <a:gd name="connsiteX6" fmla="*/ 8339 w 10000"/>
              <a:gd name="connsiteY6" fmla="*/ 8186 h 10000"/>
              <a:gd name="connsiteX7" fmla="*/ 10000 w 10000"/>
              <a:gd name="connsiteY7" fmla="*/ 10000 h 10000"/>
              <a:gd name="connsiteX0" fmla="*/ 0 w 10000"/>
              <a:gd name="connsiteY0" fmla="*/ 0 h 10000"/>
              <a:gd name="connsiteX1" fmla="*/ 270 w 10000"/>
              <a:gd name="connsiteY1" fmla="*/ 654 h 10000"/>
              <a:gd name="connsiteX2" fmla="*/ 1251 w 10000"/>
              <a:gd name="connsiteY2" fmla="*/ 1846 h 10000"/>
              <a:gd name="connsiteX3" fmla="*/ 2654 w 10000"/>
              <a:gd name="connsiteY3" fmla="*/ 2814 h 10000"/>
              <a:gd name="connsiteX4" fmla="*/ 4942 w 10000"/>
              <a:gd name="connsiteY4" fmla="*/ 4529 h 10000"/>
              <a:gd name="connsiteX5" fmla="*/ 7256 w 10000"/>
              <a:gd name="connsiteY5" fmla="*/ 6724 h 10000"/>
              <a:gd name="connsiteX6" fmla="*/ 8339 w 10000"/>
              <a:gd name="connsiteY6" fmla="*/ 8186 h 10000"/>
              <a:gd name="connsiteX7" fmla="*/ 10000 w 10000"/>
              <a:gd name="connsiteY7" fmla="*/ 10000 h 10000"/>
              <a:gd name="connsiteX0" fmla="*/ 0 w 10000"/>
              <a:gd name="connsiteY0" fmla="*/ 0 h 10000"/>
              <a:gd name="connsiteX1" fmla="*/ 270 w 10000"/>
              <a:gd name="connsiteY1" fmla="*/ 654 h 10000"/>
              <a:gd name="connsiteX2" fmla="*/ 1251 w 10000"/>
              <a:gd name="connsiteY2" fmla="*/ 1846 h 10000"/>
              <a:gd name="connsiteX3" fmla="*/ 2654 w 10000"/>
              <a:gd name="connsiteY3" fmla="*/ 2814 h 10000"/>
              <a:gd name="connsiteX4" fmla="*/ 4942 w 10000"/>
              <a:gd name="connsiteY4" fmla="*/ 4529 h 10000"/>
              <a:gd name="connsiteX5" fmla="*/ 7256 w 10000"/>
              <a:gd name="connsiteY5" fmla="*/ 6724 h 10000"/>
              <a:gd name="connsiteX6" fmla="*/ 8543 w 10000"/>
              <a:gd name="connsiteY6" fmla="*/ 8229 h 10000"/>
              <a:gd name="connsiteX7" fmla="*/ 10000 w 10000"/>
              <a:gd name="connsiteY7" fmla="*/ 10000 h 10000"/>
              <a:gd name="connsiteX0" fmla="*/ 0 w 10000"/>
              <a:gd name="connsiteY0" fmla="*/ 0 h 10000"/>
              <a:gd name="connsiteX1" fmla="*/ 270 w 10000"/>
              <a:gd name="connsiteY1" fmla="*/ 654 h 10000"/>
              <a:gd name="connsiteX2" fmla="*/ 1251 w 10000"/>
              <a:gd name="connsiteY2" fmla="*/ 1846 h 10000"/>
              <a:gd name="connsiteX3" fmla="*/ 2654 w 10000"/>
              <a:gd name="connsiteY3" fmla="*/ 2814 h 10000"/>
              <a:gd name="connsiteX4" fmla="*/ 4942 w 10000"/>
              <a:gd name="connsiteY4" fmla="*/ 4529 h 10000"/>
              <a:gd name="connsiteX5" fmla="*/ 7367 w 10000"/>
              <a:gd name="connsiteY5" fmla="*/ 7066 h 10000"/>
              <a:gd name="connsiteX6" fmla="*/ 8543 w 10000"/>
              <a:gd name="connsiteY6" fmla="*/ 8229 h 10000"/>
              <a:gd name="connsiteX7" fmla="*/ 10000 w 10000"/>
              <a:gd name="connsiteY7" fmla="*/ 10000 h 10000"/>
              <a:gd name="connsiteX0" fmla="*/ 0 w 10000"/>
              <a:gd name="connsiteY0" fmla="*/ 0 h 10000"/>
              <a:gd name="connsiteX1" fmla="*/ 270 w 10000"/>
              <a:gd name="connsiteY1" fmla="*/ 654 h 10000"/>
              <a:gd name="connsiteX2" fmla="*/ 1251 w 10000"/>
              <a:gd name="connsiteY2" fmla="*/ 1846 h 10000"/>
              <a:gd name="connsiteX3" fmla="*/ 2654 w 10000"/>
              <a:gd name="connsiteY3" fmla="*/ 2814 h 10000"/>
              <a:gd name="connsiteX4" fmla="*/ 4942 w 10000"/>
              <a:gd name="connsiteY4" fmla="*/ 4529 h 10000"/>
              <a:gd name="connsiteX5" fmla="*/ 7367 w 10000"/>
              <a:gd name="connsiteY5" fmla="*/ 7066 h 10000"/>
              <a:gd name="connsiteX6" fmla="*/ 8728 w 10000"/>
              <a:gd name="connsiteY6" fmla="*/ 8656 h 10000"/>
              <a:gd name="connsiteX7" fmla="*/ 10000 w 10000"/>
              <a:gd name="connsiteY7" fmla="*/ 10000 h 10000"/>
              <a:gd name="connsiteX0" fmla="*/ 0 w 10000"/>
              <a:gd name="connsiteY0" fmla="*/ 0 h 10000"/>
              <a:gd name="connsiteX1" fmla="*/ 270 w 10000"/>
              <a:gd name="connsiteY1" fmla="*/ 654 h 10000"/>
              <a:gd name="connsiteX2" fmla="*/ 1251 w 10000"/>
              <a:gd name="connsiteY2" fmla="*/ 1846 h 10000"/>
              <a:gd name="connsiteX3" fmla="*/ 2654 w 10000"/>
              <a:gd name="connsiteY3" fmla="*/ 2814 h 10000"/>
              <a:gd name="connsiteX4" fmla="*/ 4942 w 10000"/>
              <a:gd name="connsiteY4" fmla="*/ 4529 h 10000"/>
              <a:gd name="connsiteX5" fmla="*/ 7367 w 10000"/>
              <a:gd name="connsiteY5" fmla="*/ 7066 h 10000"/>
              <a:gd name="connsiteX6" fmla="*/ 8580 w 10000"/>
              <a:gd name="connsiteY6" fmla="*/ 8485 h 10000"/>
              <a:gd name="connsiteX7" fmla="*/ 10000 w 10000"/>
              <a:gd name="connsiteY7" fmla="*/ 10000 h 10000"/>
              <a:gd name="connsiteX0" fmla="*/ 0 w 10000"/>
              <a:gd name="connsiteY0" fmla="*/ 0 h 10000"/>
              <a:gd name="connsiteX1" fmla="*/ 270 w 10000"/>
              <a:gd name="connsiteY1" fmla="*/ 654 h 10000"/>
              <a:gd name="connsiteX2" fmla="*/ 1251 w 10000"/>
              <a:gd name="connsiteY2" fmla="*/ 1846 h 10000"/>
              <a:gd name="connsiteX3" fmla="*/ 2654 w 10000"/>
              <a:gd name="connsiteY3" fmla="*/ 2814 h 10000"/>
              <a:gd name="connsiteX4" fmla="*/ 4868 w 10000"/>
              <a:gd name="connsiteY4" fmla="*/ 4614 h 10000"/>
              <a:gd name="connsiteX5" fmla="*/ 7367 w 10000"/>
              <a:gd name="connsiteY5" fmla="*/ 7066 h 10000"/>
              <a:gd name="connsiteX6" fmla="*/ 8580 w 10000"/>
              <a:gd name="connsiteY6" fmla="*/ 8485 h 10000"/>
              <a:gd name="connsiteX7" fmla="*/ 10000 w 10000"/>
              <a:gd name="connsiteY7" fmla="*/ 10000 h 10000"/>
              <a:gd name="connsiteX0" fmla="*/ 0 w 10000"/>
              <a:gd name="connsiteY0" fmla="*/ 0 h 10000"/>
              <a:gd name="connsiteX1" fmla="*/ 270 w 10000"/>
              <a:gd name="connsiteY1" fmla="*/ 654 h 10000"/>
              <a:gd name="connsiteX2" fmla="*/ 1251 w 10000"/>
              <a:gd name="connsiteY2" fmla="*/ 1846 h 10000"/>
              <a:gd name="connsiteX3" fmla="*/ 2654 w 10000"/>
              <a:gd name="connsiteY3" fmla="*/ 2814 h 10000"/>
              <a:gd name="connsiteX4" fmla="*/ 4868 w 10000"/>
              <a:gd name="connsiteY4" fmla="*/ 4614 h 10000"/>
              <a:gd name="connsiteX5" fmla="*/ 7311 w 10000"/>
              <a:gd name="connsiteY5" fmla="*/ 7109 h 10000"/>
              <a:gd name="connsiteX6" fmla="*/ 8580 w 10000"/>
              <a:gd name="connsiteY6" fmla="*/ 8485 h 10000"/>
              <a:gd name="connsiteX7" fmla="*/ 10000 w 10000"/>
              <a:gd name="connsiteY7" fmla="*/ 10000 h 10000"/>
              <a:gd name="connsiteX0" fmla="*/ 0 w 10000"/>
              <a:gd name="connsiteY0" fmla="*/ 0 h 10000"/>
              <a:gd name="connsiteX1" fmla="*/ 270 w 10000"/>
              <a:gd name="connsiteY1" fmla="*/ 654 h 10000"/>
              <a:gd name="connsiteX2" fmla="*/ 1344 w 10000"/>
              <a:gd name="connsiteY2" fmla="*/ 1761 h 10000"/>
              <a:gd name="connsiteX3" fmla="*/ 2654 w 10000"/>
              <a:gd name="connsiteY3" fmla="*/ 2814 h 10000"/>
              <a:gd name="connsiteX4" fmla="*/ 4868 w 10000"/>
              <a:gd name="connsiteY4" fmla="*/ 4614 h 10000"/>
              <a:gd name="connsiteX5" fmla="*/ 7311 w 10000"/>
              <a:gd name="connsiteY5" fmla="*/ 7109 h 10000"/>
              <a:gd name="connsiteX6" fmla="*/ 8580 w 10000"/>
              <a:gd name="connsiteY6" fmla="*/ 8485 h 10000"/>
              <a:gd name="connsiteX7" fmla="*/ 10000 w 10000"/>
              <a:gd name="connsiteY7" fmla="*/ 1000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000" h="10000">
                <a:moveTo>
                  <a:pt x="0" y="0"/>
                </a:moveTo>
                <a:cubicBezTo>
                  <a:pt x="33" y="155"/>
                  <a:pt x="46" y="361"/>
                  <a:pt x="270" y="654"/>
                </a:cubicBezTo>
                <a:cubicBezTo>
                  <a:pt x="494" y="947"/>
                  <a:pt x="947" y="1401"/>
                  <a:pt x="1344" y="1761"/>
                </a:cubicBezTo>
                <a:cubicBezTo>
                  <a:pt x="1741" y="2121"/>
                  <a:pt x="2067" y="2339"/>
                  <a:pt x="2654" y="2814"/>
                </a:cubicBezTo>
                <a:cubicBezTo>
                  <a:pt x="3241" y="3290"/>
                  <a:pt x="4092" y="3898"/>
                  <a:pt x="4868" y="4614"/>
                </a:cubicBezTo>
                <a:cubicBezTo>
                  <a:pt x="5644" y="5330"/>
                  <a:pt x="6692" y="6464"/>
                  <a:pt x="7311" y="7109"/>
                </a:cubicBezTo>
                <a:cubicBezTo>
                  <a:pt x="7930" y="7754"/>
                  <a:pt x="8123" y="8013"/>
                  <a:pt x="8580" y="8485"/>
                </a:cubicBezTo>
                <a:cubicBezTo>
                  <a:pt x="8782" y="8674"/>
                  <a:pt x="9805" y="9813"/>
                  <a:pt x="10000" y="10000"/>
                </a:cubicBezTo>
              </a:path>
            </a:pathLst>
          </a:custGeom>
          <a:noFill/>
          <a:ln w="19050" cap="flat" cmpd="sng">
            <a:solidFill>
              <a:srgbClr val="000066"/>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75" name="Group 2438"/>
          <p:cNvGrpSpPr>
            <a:grpSpLocks/>
          </p:cNvGrpSpPr>
          <p:nvPr/>
        </p:nvGrpSpPr>
        <p:grpSpPr bwMode="auto">
          <a:xfrm>
            <a:off x="7190403" y="2779464"/>
            <a:ext cx="373472" cy="291881"/>
            <a:chOff x="355" y="513"/>
            <a:chExt cx="204" cy="175"/>
          </a:xfrm>
        </p:grpSpPr>
        <p:sp>
          <p:nvSpPr>
            <p:cNvPr id="76" name="AutoShape 2439"/>
            <p:cNvSpPr>
              <a:spLocks noChangeArrowheads="1"/>
            </p:cNvSpPr>
            <p:nvPr/>
          </p:nvSpPr>
          <p:spPr bwMode="auto">
            <a:xfrm flipV="1">
              <a:off x="420" y="513"/>
              <a:ext cx="94" cy="78"/>
            </a:xfrm>
            <a:prstGeom prst="triangle">
              <a:avLst>
                <a:gd name="adj" fmla="val 50000"/>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7" name="Line 2440"/>
            <p:cNvSpPr>
              <a:spLocks noChangeShapeType="1"/>
            </p:cNvSpPr>
            <p:nvPr/>
          </p:nvSpPr>
          <p:spPr bwMode="auto">
            <a:xfrm>
              <a:off x="355" y="626"/>
              <a:ext cx="9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8" name="Line 2441"/>
            <p:cNvSpPr>
              <a:spLocks noChangeShapeType="1"/>
            </p:cNvSpPr>
            <p:nvPr/>
          </p:nvSpPr>
          <p:spPr bwMode="auto">
            <a:xfrm>
              <a:off x="469" y="626"/>
              <a:ext cx="9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0" name="Line 2442"/>
            <p:cNvSpPr>
              <a:spLocks noChangeShapeType="1"/>
            </p:cNvSpPr>
            <p:nvPr/>
          </p:nvSpPr>
          <p:spPr bwMode="auto">
            <a:xfrm>
              <a:off x="409" y="657"/>
              <a:ext cx="11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 name="Line 2443"/>
            <p:cNvSpPr>
              <a:spLocks noChangeShapeType="1"/>
            </p:cNvSpPr>
            <p:nvPr/>
          </p:nvSpPr>
          <p:spPr bwMode="auto">
            <a:xfrm>
              <a:off x="453" y="688"/>
              <a:ext cx="4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88" name="Group 2507"/>
          <p:cNvGrpSpPr>
            <a:grpSpLocks/>
          </p:cNvGrpSpPr>
          <p:nvPr/>
        </p:nvGrpSpPr>
        <p:grpSpPr bwMode="auto">
          <a:xfrm>
            <a:off x="2496205" y="3321383"/>
            <a:ext cx="812973" cy="158180"/>
            <a:chOff x="2644" y="2807"/>
            <a:chExt cx="481" cy="83"/>
          </a:xfrm>
        </p:grpSpPr>
        <p:sp>
          <p:nvSpPr>
            <p:cNvPr id="89" name="Freeform 2508"/>
            <p:cNvSpPr>
              <a:spLocks/>
            </p:cNvSpPr>
            <p:nvPr/>
          </p:nvSpPr>
          <p:spPr bwMode="auto">
            <a:xfrm>
              <a:off x="2644" y="2810"/>
              <a:ext cx="97" cy="73"/>
            </a:xfrm>
            <a:custGeom>
              <a:avLst/>
              <a:gdLst>
                <a:gd name="T0" fmla="*/ 97 w 97"/>
                <a:gd name="T1" fmla="*/ 0 h 73"/>
                <a:gd name="T2" fmla="*/ 0 w 97"/>
                <a:gd name="T3" fmla="*/ 73 h 73"/>
              </a:gdLst>
              <a:ahLst/>
              <a:cxnLst>
                <a:cxn ang="0">
                  <a:pos x="T0" y="T1"/>
                </a:cxn>
                <a:cxn ang="0">
                  <a:pos x="T2" y="T3"/>
                </a:cxn>
              </a:cxnLst>
              <a:rect l="0" t="0" r="r" b="b"/>
              <a:pathLst>
                <a:path w="97" h="73">
                  <a:moveTo>
                    <a:pt x="97" y="0"/>
                  </a:moveTo>
                  <a:lnTo>
                    <a:pt x="0" y="73"/>
                  </a:ln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90" name="Freeform 2509"/>
            <p:cNvSpPr>
              <a:spLocks/>
            </p:cNvSpPr>
            <p:nvPr/>
          </p:nvSpPr>
          <p:spPr bwMode="auto">
            <a:xfrm>
              <a:off x="2729" y="2810"/>
              <a:ext cx="97" cy="73"/>
            </a:xfrm>
            <a:custGeom>
              <a:avLst/>
              <a:gdLst>
                <a:gd name="T0" fmla="*/ 97 w 97"/>
                <a:gd name="T1" fmla="*/ 0 h 73"/>
                <a:gd name="T2" fmla="*/ 0 w 97"/>
                <a:gd name="T3" fmla="*/ 73 h 73"/>
              </a:gdLst>
              <a:ahLst/>
              <a:cxnLst>
                <a:cxn ang="0">
                  <a:pos x="T0" y="T1"/>
                </a:cxn>
                <a:cxn ang="0">
                  <a:pos x="T2" y="T3"/>
                </a:cxn>
              </a:cxnLst>
              <a:rect l="0" t="0" r="r" b="b"/>
              <a:pathLst>
                <a:path w="97" h="73">
                  <a:moveTo>
                    <a:pt x="97" y="0"/>
                  </a:moveTo>
                  <a:lnTo>
                    <a:pt x="0" y="73"/>
                  </a:ln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91" name="Freeform 2510"/>
            <p:cNvSpPr>
              <a:spLocks/>
            </p:cNvSpPr>
            <p:nvPr/>
          </p:nvSpPr>
          <p:spPr bwMode="auto">
            <a:xfrm>
              <a:off x="2693" y="2807"/>
              <a:ext cx="97" cy="73"/>
            </a:xfrm>
            <a:custGeom>
              <a:avLst/>
              <a:gdLst>
                <a:gd name="T0" fmla="*/ 97 w 97"/>
                <a:gd name="T1" fmla="*/ 0 h 73"/>
                <a:gd name="T2" fmla="*/ 0 w 97"/>
                <a:gd name="T3" fmla="*/ 73 h 73"/>
              </a:gdLst>
              <a:ahLst/>
              <a:cxnLst>
                <a:cxn ang="0">
                  <a:pos x="T0" y="T1"/>
                </a:cxn>
                <a:cxn ang="0">
                  <a:pos x="T2" y="T3"/>
                </a:cxn>
              </a:cxnLst>
              <a:rect l="0" t="0" r="r" b="b"/>
              <a:pathLst>
                <a:path w="97" h="73">
                  <a:moveTo>
                    <a:pt x="97" y="0"/>
                  </a:moveTo>
                  <a:lnTo>
                    <a:pt x="0" y="73"/>
                  </a:ln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92" name="Freeform 2511"/>
            <p:cNvSpPr>
              <a:spLocks/>
            </p:cNvSpPr>
            <p:nvPr/>
          </p:nvSpPr>
          <p:spPr bwMode="auto">
            <a:xfrm>
              <a:off x="2792" y="2837"/>
              <a:ext cx="72" cy="40"/>
            </a:xfrm>
            <a:custGeom>
              <a:avLst/>
              <a:gdLst>
                <a:gd name="T0" fmla="*/ 0 w 72"/>
                <a:gd name="T1" fmla="*/ 0 h 40"/>
                <a:gd name="T2" fmla="*/ 72 w 72"/>
                <a:gd name="T3" fmla="*/ 40 h 40"/>
              </a:gdLst>
              <a:ahLst/>
              <a:cxnLst>
                <a:cxn ang="0">
                  <a:pos x="T0" y="T1"/>
                </a:cxn>
                <a:cxn ang="0">
                  <a:pos x="T2" y="T3"/>
                </a:cxn>
              </a:cxnLst>
              <a:rect l="0" t="0" r="r" b="b"/>
              <a:pathLst>
                <a:path w="72" h="40">
                  <a:moveTo>
                    <a:pt x="0" y="0"/>
                  </a:moveTo>
                  <a:lnTo>
                    <a:pt x="72" y="40"/>
                  </a:ln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93" name="Freeform 2512"/>
            <p:cNvSpPr>
              <a:spLocks/>
            </p:cNvSpPr>
            <p:nvPr/>
          </p:nvSpPr>
          <p:spPr bwMode="auto">
            <a:xfrm>
              <a:off x="2759" y="2859"/>
              <a:ext cx="54" cy="30"/>
            </a:xfrm>
            <a:custGeom>
              <a:avLst/>
              <a:gdLst>
                <a:gd name="T0" fmla="*/ 0 w 54"/>
                <a:gd name="T1" fmla="*/ 0 h 30"/>
                <a:gd name="T2" fmla="*/ 54 w 54"/>
                <a:gd name="T3" fmla="*/ 30 h 30"/>
              </a:gdLst>
              <a:ahLst/>
              <a:cxnLst>
                <a:cxn ang="0">
                  <a:pos x="T0" y="T1"/>
                </a:cxn>
                <a:cxn ang="0">
                  <a:pos x="T2" y="T3"/>
                </a:cxn>
              </a:cxnLst>
              <a:rect l="0" t="0" r="r" b="b"/>
              <a:pathLst>
                <a:path w="54" h="30">
                  <a:moveTo>
                    <a:pt x="0" y="0"/>
                  </a:moveTo>
                  <a:lnTo>
                    <a:pt x="54" y="30"/>
                  </a:ln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94" name="Freeform 2513"/>
            <p:cNvSpPr>
              <a:spLocks/>
            </p:cNvSpPr>
            <p:nvPr/>
          </p:nvSpPr>
          <p:spPr bwMode="auto">
            <a:xfrm>
              <a:off x="2829" y="2813"/>
              <a:ext cx="72" cy="40"/>
            </a:xfrm>
            <a:custGeom>
              <a:avLst/>
              <a:gdLst>
                <a:gd name="T0" fmla="*/ 0 w 72"/>
                <a:gd name="T1" fmla="*/ 0 h 40"/>
                <a:gd name="T2" fmla="*/ 72 w 72"/>
                <a:gd name="T3" fmla="*/ 40 h 40"/>
              </a:gdLst>
              <a:ahLst/>
              <a:cxnLst>
                <a:cxn ang="0">
                  <a:pos x="T0" y="T1"/>
                </a:cxn>
                <a:cxn ang="0">
                  <a:pos x="T2" y="T3"/>
                </a:cxn>
              </a:cxnLst>
              <a:rect l="0" t="0" r="r" b="b"/>
              <a:pathLst>
                <a:path w="72" h="40">
                  <a:moveTo>
                    <a:pt x="0" y="0"/>
                  </a:moveTo>
                  <a:lnTo>
                    <a:pt x="72" y="40"/>
                  </a:ln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96" name="Freeform 2514"/>
            <p:cNvSpPr>
              <a:spLocks/>
            </p:cNvSpPr>
            <p:nvPr/>
          </p:nvSpPr>
          <p:spPr bwMode="auto">
            <a:xfrm>
              <a:off x="2868" y="2811"/>
              <a:ext cx="97" cy="73"/>
            </a:xfrm>
            <a:custGeom>
              <a:avLst/>
              <a:gdLst>
                <a:gd name="T0" fmla="*/ 97 w 97"/>
                <a:gd name="T1" fmla="*/ 0 h 73"/>
                <a:gd name="T2" fmla="*/ 0 w 97"/>
                <a:gd name="T3" fmla="*/ 73 h 73"/>
              </a:gdLst>
              <a:ahLst/>
              <a:cxnLst>
                <a:cxn ang="0">
                  <a:pos x="T0" y="T1"/>
                </a:cxn>
                <a:cxn ang="0">
                  <a:pos x="T2" y="T3"/>
                </a:cxn>
              </a:cxnLst>
              <a:rect l="0" t="0" r="r" b="b"/>
              <a:pathLst>
                <a:path w="97" h="73">
                  <a:moveTo>
                    <a:pt x="97" y="0"/>
                  </a:moveTo>
                  <a:lnTo>
                    <a:pt x="0" y="73"/>
                  </a:ln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97" name="Freeform 2515"/>
            <p:cNvSpPr>
              <a:spLocks/>
            </p:cNvSpPr>
            <p:nvPr/>
          </p:nvSpPr>
          <p:spPr bwMode="auto">
            <a:xfrm>
              <a:off x="2953" y="2811"/>
              <a:ext cx="97" cy="73"/>
            </a:xfrm>
            <a:custGeom>
              <a:avLst/>
              <a:gdLst>
                <a:gd name="T0" fmla="*/ 97 w 97"/>
                <a:gd name="T1" fmla="*/ 0 h 73"/>
                <a:gd name="T2" fmla="*/ 0 w 97"/>
                <a:gd name="T3" fmla="*/ 73 h 73"/>
              </a:gdLst>
              <a:ahLst/>
              <a:cxnLst>
                <a:cxn ang="0">
                  <a:pos x="T0" y="T1"/>
                </a:cxn>
                <a:cxn ang="0">
                  <a:pos x="T2" y="T3"/>
                </a:cxn>
              </a:cxnLst>
              <a:rect l="0" t="0" r="r" b="b"/>
              <a:pathLst>
                <a:path w="97" h="73">
                  <a:moveTo>
                    <a:pt x="97" y="0"/>
                  </a:moveTo>
                  <a:lnTo>
                    <a:pt x="0" y="73"/>
                  </a:ln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98" name="Freeform 2516"/>
            <p:cNvSpPr>
              <a:spLocks/>
            </p:cNvSpPr>
            <p:nvPr/>
          </p:nvSpPr>
          <p:spPr bwMode="auto">
            <a:xfrm>
              <a:off x="2917" y="2808"/>
              <a:ext cx="97" cy="73"/>
            </a:xfrm>
            <a:custGeom>
              <a:avLst/>
              <a:gdLst>
                <a:gd name="T0" fmla="*/ 97 w 97"/>
                <a:gd name="T1" fmla="*/ 0 h 73"/>
                <a:gd name="T2" fmla="*/ 0 w 97"/>
                <a:gd name="T3" fmla="*/ 73 h 73"/>
              </a:gdLst>
              <a:ahLst/>
              <a:cxnLst>
                <a:cxn ang="0">
                  <a:pos x="T0" y="T1"/>
                </a:cxn>
                <a:cxn ang="0">
                  <a:pos x="T2" y="T3"/>
                </a:cxn>
              </a:cxnLst>
              <a:rect l="0" t="0" r="r" b="b"/>
              <a:pathLst>
                <a:path w="97" h="73">
                  <a:moveTo>
                    <a:pt x="97" y="0"/>
                  </a:moveTo>
                  <a:lnTo>
                    <a:pt x="0" y="73"/>
                  </a:ln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100" name="Freeform 2517"/>
            <p:cNvSpPr>
              <a:spLocks/>
            </p:cNvSpPr>
            <p:nvPr/>
          </p:nvSpPr>
          <p:spPr bwMode="auto">
            <a:xfrm>
              <a:off x="3016" y="2838"/>
              <a:ext cx="72" cy="40"/>
            </a:xfrm>
            <a:custGeom>
              <a:avLst/>
              <a:gdLst>
                <a:gd name="T0" fmla="*/ 0 w 72"/>
                <a:gd name="T1" fmla="*/ 0 h 40"/>
                <a:gd name="T2" fmla="*/ 72 w 72"/>
                <a:gd name="T3" fmla="*/ 40 h 40"/>
              </a:gdLst>
              <a:ahLst/>
              <a:cxnLst>
                <a:cxn ang="0">
                  <a:pos x="T0" y="T1"/>
                </a:cxn>
                <a:cxn ang="0">
                  <a:pos x="T2" y="T3"/>
                </a:cxn>
              </a:cxnLst>
              <a:rect l="0" t="0" r="r" b="b"/>
              <a:pathLst>
                <a:path w="72" h="40">
                  <a:moveTo>
                    <a:pt x="0" y="0"/>
                  </a:moveTo>
                  <a:lnTo>
                    <a:pt x="72" y="40"/>
                  </a:ln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101" name="Freeform 2518"/>
            <p:cNvSpPr>
              <a:spLocks/>
            </p:cNvSpPr>
            <p:nvPr/>
          </p:nvSpPr>
          <p:spPr bwMode="auto">
            <a:xfrm>
              <a:off x="2983" y="2860"/>
              <a:ext cx="54" cy="30"/>
            </a:xfrm>
            <a:custGeom>
              <a:avLst/>
              <a:gdLst>
                <a:gd name="T0" fmla="*/ 0 w 54"/>
                <a:gd name="T1" fmla="*/ 0 h 30"/>
                <a:gd name="T2" fmla="*/ 54 w 54"/>
                <a:gd name="T3" fmla="*/ 30 h 30"/>
              </a:gdLst>
              <a:ahLst/>
              <a:cxnLst>
                <a:cxn ang="0">
                  <a:pos x="T0" y="T1"/>
                </a:cxn>
                <a:cxn ang="0">
                  <a:pos x="T2" y="T3"/>
                </a:cxn>
              </a:cxnLst>
              <a:rect l="0" t="0" r="r" b="b"/>
              <a:pathLst>
                <a:path w="54" h="30">
                  <a:moveTo>
                    <a:pt x="0" y="0"/>
                  </a:moveTo>
                  <a:lnTo>
                    <a:pt x="54" y="30"/>
                  </a:ln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102" name="Freeform 2519"/>
            <p:cNvSpPr>
              <a:spLocks/>
            </p:cNvSpPr>
            <p:nvPr/>
          </p:nvSpPr>
          <p:spPr bwMode="auto">
            <a:xfrm>
              <a:off x="3053" y="2814"/>
              <a:ext cx="72" cy="40"/>
            </a:xfrm>
            <a:custGeom>
              <a:avLst/>
              <a:gdLst>
                <a:gd name="T0" fmla="*/ 0 w 72"/>
                <a:gd name="T1" fmla="*/ 0 h 40"/>
                <a:gd name="T2" fmla="*/ 72 w 72"/>
                <a:gd name="T3" fmla="*/ 40 h 40"/>
              </a:gdLst>
              <a:ahLst/>
              <a:cxnLst>
                <a:cxn ang="0">
                  <a:pos x="T0" y="T1"/>
                </a:cxn>
                <a:cxn ang="0">
                  <a:pos x="T2" y="T3"/>
                </a:cxn>
              </a:cxnLst>
              <a:rect l="0" t="0" r="r" b="b"/>
              <a:pathLst>
                <a:path w="72" h="40">
                  <a:moveTo>
                    <a:pt x="0" y="0"/>
                  </a:moveTo>
                  <a:lnTo>
                    <a:pt x="72" y="40"/>
                  </a:ln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grpSp>
      <p:grpSp>
        <p:nvGrpSpPr>
          <p:cNvPr id="103" name="Group 2520"/>
          <p:cNvGrpSpPr>
            <a:grpSpLocks/>
          </p:cNvGrpSpPr>
          <p:nvPr/>
        </p:nvGrpSpPr>
        <p:grpSpPr bwMode="auto">
          <a:xfrm>
            <a:off x="5397322" y="3319501"/>
            <a:ext cx="812973" cy="158180"/>
            <a:chOff x="2644" y="2807"/>
            <a:chExt cx="481" cy="83"/>
          </a:xfrm>
        </p:grpSpPr>
        <p:sp>
          <p:nvSpPr>
            <p:cNvPr id="104" name="Freeform 2521"/>
            <p:cNvSpPr>
              <a:spLocks/>
            </p:cNvSpPr>
            <p:nvPr/>
          </p:nvSpPr>
          <p:spPr bwMode="auto">
            <a:xfrm>
              <a:off x="2644" y="2810"/>
              <a:ext cx="97" cy="73"/>
            </a:xfrm>
            <a:custGeom>
              <a:avLst/>
              <a:gdLst>
                <a:gd name="T0" fmla="*/ 97 w 97"/>
                <a:gd name="T1" fmla="*/ 0 h 73"/>
                <a:gd name="T2" fmla="*/ 0 w 97"/>
                <a:gd name="T3" fmla="*/ 73 h 73"/>
              </a:gdLst>
              <a:ahLst/>
              <a:cxnLst>
                <a:cxn ang="0">
                  <a:pos x="T0" y="T1"/>
                </a:cxn>
                <a:cxn ang="0">
                  <a:pos x="T2" y="T3"/>
                </a:cxn>
              </a:cxnLst>
              <a:rect l="0" t="0" r="r" b="b"/>
              <a:pathLst>
                <a:path w="97" h="73">
                  <a:moveTo>
                    <a:pt x="97" y="0"/>
                  </a:moveTo>
                  <a:lnTo>
                    <a:pt x="0" y="73"/>
                  </a:ln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105" name="Freeform 2522"/>
            <p:cNvSpPr>
              <a:spLocks/>
            </p:cNvSpPr>
            <p:nvPr/>
          </p:nvSpPr>
          <p:spPr bwMode="auto">
            <a:xfrm>
              <a:off x="2729" y="2810"/>
              <a:ext cx="97" cy="73"/>
            </a:xfrm>
            <a:custGeom>
              <a:avLst/>
              <a:gdLst>
                <a:gd name="T0" fmla="*/ 97 w 97"/>
                <a:gd name="T1" fmla="*/ 0 h 73"/>
                <a:gd name="T2" fmla="*/ 0 w 97"/>
                <a:gd name="T3" fmla="*/ 73 h 73"/>
              </a:gdLst>
              <a:ahLst/>
              <a:cxnLst>
                <a:cxn ang="0">
                  <a:pos x="T0" y="T1"/>
                </a:cxn>
                <a:cxn ang="0">
                  <a:pos x="T2" y="T3"/>
                </a:cxn>
              </a:cxnLst>
              <a:rect l="0" t="0" r="r" b="b"/>
              <a:pathLst>
                <a:path w="97" h="73">
                  <a:moveTo>
                    <a:pt x="97" y="0"/>
                  </a:moveTo>
                  <a:lnTo>
                    <a:pt x="0" y="73"/>
                  </a:ln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106" name="Freeform 2523"/>
            <p:cNvSpPr>
              <a:spLocks/>
            </p:cNvSpPr>
            <p:nvPr/>
          </p:nvSpPr>
          <p:spPr bwMode="auto">
            <a:xfrm>
              <a:off x="2693" y="2807"/>
              <a:ext cx="97" cy="73"/>
            </a:xfrm>
            <a:custGeom>
              <a:avLst/>
              <a:gdLst>
                <a:gd name="T0" fmla="*/ 97 w 97"/>
                <a:gd name="T1" fmla="*/ 0 h 73"/>
                <a:gd name="T2" fmla="*/ 0 w 97"/>
                <a:gd name="T3" fmla="*/ 73 h 73"/>
              </a:gdLst>
              <a:ahLst/>
              <a:cxnLst>
                <a:cxn ang="0">
                  <a:pos x="T0" y="T1"/>
                </a:cxn>
                <a:cxn ang="0">
                  <a:pos x="T2" y="T3"/>
                </a:cxn>
              </a:cxnLst>
              <a:rect l="0" t="0" r="r" b="b"/>
              <a:pathLst>
                <a:path w="97" h="73">
                  <a:moveTo>
                    <a:pt x="97" y="0"/>
                  </a:moveTo>
                  <a:lnTo>
                    <a:pt x="0" y="73"/>
                  </a:ln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107" name="Freeform 2524"/>
            <p:cNvSpPr>
              <a:spLocks/>
            </p:cNvSpPr>
            <p:nvPr/>
          </p:nvSpPr>
          <p:spPr bwMode="auto">
            <a:xfrm>
              <a:off x="2792" y="2837"/>
              <a:ext cx="72" cy="40"/>
            </a:xfrm>
            <a:custGeom>
              <a:avLst/>
              <a:gdLst>
                <a:gd name="T0" fmla="*/ 0 w 72"/>
                <a:gd name="T1" fmla="*/ 0 h 40"/>
                <a:gd name="T2" fmla="*/ 72 w 72"/>
                <a:gd name="T3" fmla="*/ 40 h 40"/>
              </a:gdLst>
              <a:ahLst/>
              <a:cxnLst>
                <a:cxn ang="0">
                  <a:pos x="T0" y="T1"/>
                </a:cxn>
                <a:cxn ang="0">
                  <a:pos x="T2" y="T3"/>
                </a:cxn>
              </a:cxnLst>
              <a:rect l="0" t="0" r="r" b="b"/>
              <a:pathLst>
                <a:path w="72" h="40">
                  <a:moveTo>
                    <a:pt x="0" y="0"/>
                  </a:moveTo>
                  <a:lnTo>
                    <a:pt x="72" y="40"/>
                  </a:ln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108" name="Freeform 2525"/>
            <p:cNvSpPr>
              <a:spLocks/>
            </p:cNvSpPr>
            <p:nvPr/>
          </p:nvSpPr>
          <p:spPr bwMode="auto">
            <a:xfrm>
              <a:off x="2759" y="2859"/>
              <a:ext cx="54" cy="30"/>
            </a:xfrm>
            <a:custGeom>
              <a:avLst/>
              <a:gdLst>
                <a:gd name="T0" fmla="*/ 0 w 54"/>
                <a:gd name="T1" fmla="*/ 0 h 30"/>
                <a:gd name="T2" fmla="*/ 54 w 54"/>
                <a:gd name="T3" fmla="*/ 30 h 30"/>
              </a:gdLst>
              <a:ahLst/>
              <a:cxnLst>
                <a:cxn ang="0">
                  <a:pos x="T0" y="T1"/>
                </a:cxn>
                <a:cxn ang="0">
                  <a:pos x="T2" y="T3"/>
                </a:cxn>
              </a:cxnLst>
              <a:rect l="0" t="0" r="r" b="b"/>
              <a:pathLst>
                <a:path w="54" h="30">
                  <a:moveTo>
                    <a:pt x="0" y="0"/>
                  </a:moveTo>
                  <a:lnTo>
                    <a:pt x="54" y="30"/>
                  </a:ln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109" name="Freeform 2526"/>
            <p:cNvSpPr>
              <a:spLocks/>
            </p:cNvSpPr>
            <p:nvPr/>
          </p:nvSpPr>
          <p:spPr bwMode="auto">
            <a:xfrm>
              <a:off x="2829" y="2813"/>
              <a:ext cx="72" cy="40"/>
            </a:xfrm>
            <a:custGeom>
              <a:avLst/>
              <a:gdLst>
                <a:gd name="T0" fmla="*/ 0 w 72"/>
                <a:gd name="T1" fmla="*/ 0 h 40"/>
                <a:gd name="T2" fmla="*/ 72 w 72"/>
                <a:gd name="T3" fmla="*/ 40 h 40"/>
              </a:gdLst>
              <a:ahLst/>
              <a:cxnLst>
                <a:cxn ang="0">
                  <a:pos x="T0" y="T1"/>
                </a:cxn>
                <a:cxn ang="0">
                  <a:pos x="T2" y="T3"/>
                </a:cxn>
              </a:cxnLst>
              <a:rect l="0" t="0" r="r" b="b"/>
              <a:pathLst>
                <a:path w="72" h="40">
                  <a:moveTo>
                    <a:pt x="0" y="0"/>
                  </a:moveTo>
                  <a:lnTo>
                    <a:pt x="72" y="40"/>
                  </a:ln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110" name="Freeform 2527"/>
            <p:cNvSpPr>
              <a:spLocks/>
            </p:cNvSpPr>
            <p:nvPr/>
          </p:nvSpPr>
          <p:spPr bwMode="auto">
            <a:xfrm>
              <a:off x="2868" y="2811"/>
              <a:ext cx="97" cy="73"/>
            </a:xfrm>
            <a:custGeom>
              <a:avLst/>
              <a:gdLst>
                <a:gd name="T0" fmla="*/ 97 w 97"/>
                <a:gd name="T1" fmla="*/ 0 h 73"/>
                <a:gd name="T2" fmla="*/ 0 w 97"/>
                <a:gd name="T3" fmla="*/ 73 h 73"/>
              </a:gdLst>
              <a:ahLst/>
              <a:cxnLst>
                <a:cxn ang="0">
                  <a:pos x="T0" y="T1"/>
                </a:cxn>
                <a:cxn ang="0">
                  <a:pos x="T2" y="T3"/>
                </a:cxn>
              </a:cxnLst>
              <a:rect l="0" t="0" r="r" b="b"/>
              <a:pathLst>
                <a:path w="97" h="73">
                  <a:moveTo>
                    <a:pt x="97" y="0"/>
                  </a:moveTo>
                  <a:lnTo>
                    <a:pt x="0" y="73"/>
                  </a:ln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112" name="Freeform 2528"/>
            <p:cNvSpPr>
              <a:spLocks/>
            </p:cNvSpPr>
            <p:nvPr/>
          </p:nvSpPr>
          <p:spPr bwMode="auto">
            <a:xfrm>
              <a:off x="2953" y="2811"/>
              <a:ext cx="97" cy="73"/>
            </a:xfrm>
            <a:custGeom>
              <a:avLst/>
              <a:gdLst>
                <a:gd name="T0" fmla="*/ 97 w 97"/>
                <a:gd name="T1" fmla="*/ 0 h 73"/>
                <a:gd name="T2" fmla="*/ 0 w 97"/>
                <a:gd name="T3" fmla="*/ 73 h 73"/>
              </a:gdLst>
              <a:ahLst/>
              <a:cxnLst>
                <a:cxn ang="0">
                  <a:pos x="T0" y="T1"/>
                </a:cxn>
                <a:cxn ang="0">
                  <a:pos x="T2" y="T3"/>
                </a:cxn>
              </a:cxnLst>
              <a:rect l="0" t="0" r="r" b="b"/>
              <a:pathLst>
                <a:path w="97" h="73">
                  <a:moveTo>
                    <a:pt x="97" y="0"/>
                  </a:moveTo>
                  <a:lnTo>
                    <a:pt x="0" y="73"/>
                  </a:ln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113" name="Freeform 2529"/>
            <p:cNvSpPr>
              <a:spLocks/>
            </p:cNvSpPr>
            <p:nvPr/>
          </p:nvSpPr>
          <p:spPr bwMode="auto">
            <a:xfrm>
              <a:off x="2917" y="2808"/>
              <a:ext cx="97" cy="73"/>
            </a:xfrm>
            <a:custGeom>
              <a:avLst/>
              <a:gdLst>
                <a:gd name="T0" fmla="*/ 97 w 97"/>
                <a:gd name="T1" fmla="*/ 0 h 73"/>
                <a:gd name="T2" fmla="*/ 0 w 97"/>
                <a:gd name="T3" fmla="*/ 73 h 73"/>
              </a:gdLst>
              <a:ahLst/>
              <a:cxnLst>
                <a:cxn ang="0">
                  <a:pos x="T0" y="T1"/>
                </a:cxn>
                <a:cxn ang="0">
                  <a:pos x="T2" y="T3"/>
                </a:cxn>
              </a:cxnLst>
              <a:rect l="0" t="0" r="r" b="b"/>
              <a:pathLst>
                <a:path w="97" h="73">
                  <a:moveTo>
                    <a:pt x="97" y="0"/>
                  </a:moveTo>
                  <a:lnTo>
                    <a:pt x="0" y="73"/>
                  </a:ln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114" name="Freeform 2530"/>
            <p:cNvSpPr>
              <a:spLocks/>
            </p:cNvSpPr>
            <p:nvPr/>
          </p:nvSpPr>
          <p:spPr bwMode="auto">
            <a:xfrm>
              <a:off x="3016" y="2838"/>
              <a:ext cx="72" cy="40"/>
            </a:xfrm>
            <a:custGeom>
              <a:avLst/>
              <a:gdLst>
                <a:gd name="T0" fmla="*/ 0 w 72"/>
                <a:gd name="T1" fmla="*/ 0 h 40"/>
                <a:gd name="T2" fmla="*/ 72 w 72"/>
                <a:gd name="T3" fmla="*/ 40 h 40"/>
              </a:gdLst>
              <a:ahLst/>
              <a:cxnLst>
                <a:cxn ang="0">
                  <a:pos x="T0" y="T1"/>
                </a:cxn>
                <a:cxn ang="0">
                  <a:pos x="T2" y="T3"/>
                </a:cxn>
              </a:cxnLst>
              <a:rect l="0" t="0" r="r" b="b"/>
              <a:pathLst>
                <a:path w="72" h="40">
                  <a:moveTo>
                    <a:pt x="0" y="0"/>
                  </a:moveTo>
                  <a:lnTo>
                    <a:pt x="72" y="40"/>
                  </a:ln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115" name="Freeform 2531"/>
            <p:cNvSpPr>
              <a:spLocks/>
            </p:cNvSpPr>
            <p:nvPr/>
          </p:nvSpPr>
          <p:spPr bwMode="auto">
            <a:xfrm>
              <a:off x="2983" y="2860"/>
              <a:ext cx="54" cy="30"/>
            </a:xfrm>
            <a:custGeom>
              <a:avLst/>
              <a:gdLst>
                <a:gd name="T0" fmla="*/ 0 w 54"/>
                <a:gd name="T1" fmla="*/ 0 h 30"/>
                <a:gd name="T2" fmla="*/ 54 w 54"/>
                <a:gd name="T3" fmla="*/ 30 h 30"/>
              </a:gdLst>
              <a:ahLst/>
              <a:cxnLst>
                <a:cxn ang="0">
                  <a:pos x="T0" y="T1"/>
                </a:cxn>
                <a:cxn ang="0">
                  <a:pos x="T2" y="T3"/>
                </a:cxn>
              </a:cxnLst>
              <a:rect l="0" t="0" r="r" b="b"/>
              <a:pathLst>
                <a:path w="54" h="30">
                  <a:moveTo>
                    <a:pt x="0" y="0"/>
                  </a:moveTo>
                  <a:lnTo>
                    <a:pt x="54" y="30"/>
                  </a:ln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116" name="Freeform 2532"/>
            <p:cNvSpPr>
              <a:spLocks/>
            </p:cNvSpPr>
            <p:nvPr/>
          </p:nvSpPr>
          <p:spPr bwMode="auto">
            <a:xfrm>
              <a:off x="3053" y="2814"/>
              <a:ext cx="72" cy="40"/>
            </a:xfrm>
            <a:custGeom>
              <a:avLst/>
              <a:gdLst>
                <a:gd name="T0" fmla="*/ 0 w 72"/>
                <a:gd name="T1" fmla="*/ 0 h 40"/>
                <a:gd name="T2" fmla="*/ 72 w 72"/>
                <a:gd name="T3" fmla="*/ 40 h 40"/>
              </a:gdLst>
              <a:ahLst/>
              <a:cxnLst>
                <a:cxn ang="0">
                  <a:pos x="T0" y="T1"/>
                </a:cxn>
                <a:cxn ang="0">
                  <a:pos x="T2" y="T3"/>
                </a:cxn>
              </a:cxnLst>
              <a:rect l="0" t="0" r="r" b="b"/>
              <a:pathLst>
                <a:path w="72" h="40">
                  <a:moveTo>
                    <a:pt x="0" y="0"/>
                  </a:moveTo>
                  <a:lnTo>
                    <a:pt x="72" y="40"/>
                  </a:ln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grpSp>
      <p:sp>
        <p:nvSpPr>
          <p:cNvPr id="117" name="Text Box 2451"/>
          <p:cNvSpPr txBox="1">
            <a:spLocks noChangeArrowheads="1"/>
          </p:cNvSpPr>
          <p:nvPr/>
        </p:nvSpPr>
        <p:spPr bwMode="auto">
          <a:xfrm>
            <a:off x="5257666" y="1752099"/>
            <a:ext cx="881973" cy="410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800" b="1" dirty="0" smtClean="0">
                <a:latin typeface="幼圆" panose="02010509060101010101" pitchFamily="49" charset="-122"/>
                <a:ea typeface="幼圆" panose="02010509060101010101" pitchFamily="49" charset="-122"/>
              </a:rPr>
              <a:t>浸润线</a:t>
            </a:r>
            <a:endParaRPr kumimoji="1" lang="en-US" altLang="zh-CN" sz="1800" b="1" dirty="0">
              <a:latin typeface="幼圆" panose="02010509060101010101" pitchFamily="49" charset="-122"/>
              <a:ea typeface="幼圆" panose="02010509060101010101" pitchFamily="49" charset="-122"/>
            </a:endParaRPr>
          </a:p>
        </p:txBody>
      </p:sp>
      <p:sp>
        <p:nvSpPr>
          <p:cNvPr id="2" name="任意多边形 1"/>
          <p:cNvSpPr/>
          <p:nvPr/>
        </p:nvSpPr>
        <p:spPr bwMode="auto">
          <a:xfrm>
            <a:off x="6306901" y="2844294"/>
            <a:ext cx="1105231" cy="477078"/>
          </a:xfrm>
          <a:custGeom>
            <a:avLst/>
            <a:gdLst>
              <a:gd name="connsiteX0" fmla="*/ 274320 w 1105231"/>
              <a:gd name="connsiteY0" fmla="*/ 0 h 477078"/>
              <a:gd name="connsiteX1" fmla="*/ 600323 w 1105231"/>
              <a:gd name="connsiteY1" fmla="*/ 0 h 477078"/>
              <a:gd name="connsiteX2" fmla="*/ 1105231 w 1105231"/>
              <a:gd name="connsiteY2" fmla="*/ 477078 h 477078"/>
              <a:gd name="connsiteX3" fmla="*/ 0 w 1105231"/>
              <a:gd name="connsiteY3" fmla="*/ 477078 h 477078"/>
              <a:gd name="connsiteX4" fmla="*/ 274320 w 1105231"/>
              <a:gd name="connsiteY4" fmla="*/ 0 h 4770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05231" h="477078">
                <a:moveTo>
                  <a:pt x="274320" y="0"/>
                </a:moveTo>
                <a:lnTo>
                  <a:pt x="600323" y="0"/>
                </a:lnTo>
                <a:lnTo>
                  <a:pt x="1105231" y="477078"/>
                </a:lnTo>
                <a:lnTo>
                  <a:pt x="0" y="477078"/>
                </a:lnTo>
                <a:lnTo>
                  <a:pt x="274320" y="0"/>
                </a:lnTo>
                <a:close/>
              </a:path>
            </a:pathLst>
          </a:custGeom>
          <a:pattFill prst="pct5">
            <a:fgClr>
              <a:srgbClr val="6699FF"/>
            </a:fgClr>
            <a:bgClr>
              <a:schemeClr val="accent1"/>
            </a:bgClr>
          </a:pattFill>
          <a:ln w="1905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cxnSp>
        <p:nvCxnSpPr>
          <p:cNvPr id="4" name="直接连接符 3"/>
          <p:cNvCxnSpPr/>
          <p:nvPr/>
        </p:nvCxnSpPr>
        <p:spPr bwMode="auto">
          <a:xfrm>
            <a:off x="6549416" y="2911878"/>
            <a:ext cx="432000" cy="0"/>
          </a:xfrm>
          <a:prstGeom prst="line">
            <a:avLst/>
          </a:prstGeom>
          <a:noFill/>
          <a:ln w="19050" cap="flat" cmpd="sng" algn="ctr">
            <a:solidFill>
              <a:srgbClr val="000066"/>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 name="任意多边形 10"/>
          <p:cNvSpPr/>
          <p:nvPr/>
        </p:nvSpPr>
        <p:spPr bwMode="auto">
          <a:xfrm>
            <a:off x="4597039" y="1897923"/>
            <a:ext cx="2396490" cy="1151602"/>
          </a:xfrm>
          <a:custGeom>
            <a:avLst/>
            <a:gdLst>
              <a:gd name="connsiteX0" fmla="*/ 0 w 2396490"/>
              <a:gd name="connsiteY0" fmla="*/ 0 h 1151602"/>
              <a:gd name="connsiteX1" fmla="*/ 118110 w 2396490"/>
              <a:gd name="connsiteY1" fmla="*/ 213360 h 1151602"/>
              <a:gd name="connsiteX2" fmla="*/ 240030 w 2396490"/>
              <a:gd name="connsiteY2" fmla="*/ 381000 h 1151602"/>
              <a:gd name="connsiteX3" fmla="*/ 377190 w 2396490"/>
              <a:gd name="connsiteY3" fmla="*/ 537210 h 1151602"/>
              <a:gd name="connsiteX4" fmla="*/ 548640 w 2396490"/>
              <a:gd name="connsiteY4" fmla="*/ 701040 h 1151602"/>
              <a:gd name="connsiteX5" fmla="*/ 815340 w 2396490"/>
              <a:gd name="connsiteY5" fmla="*/ 876300 h 1151602"/>
              <a:gd name="connsiteX6" fmla="*/ 1062990 w 2396490"/>
              <a:gd name="connsiteY6" fmla="*/ 994410 h 1151602"/>
              <a:gd name="connsiteX7" fmla="*/ 1310640 w 2396490"/>
              <a:gd name="connsiteY7" fmla="*/ 1078230 h 1151602"/>
              <a:gd name="connsiteX8" fmla="*/ 1581150 w 2396490"/>
              <a:gd name="connsiteY8" fmla="*/ 1139190 h 1151602"/>
              <a:gd name="connsiteX9" fmla="*/ 1916430 w 2396490"/>
              <a:gd name="connsiteY9" fmla="*/ 1150620 h 1151602"/>
              <a:gd name="connsiteX10" fmla="*/ 2198370 w 2396490"/>
              <a:gd name="connsiteY10" fmla="*/ 1123950 h 1151602"/>
              <a:gd name="connsiteX11" fmla="*/ 2396490 w 2396490"/>
              <a:gd name="connsiteY11" fmla="*/ 1078230 h 11516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96490" h="1151602">
                <a:moveTo>
                  <a:pt x="0" y="0"/>
                </a:moveTo>
                <a:cubicBezTo>
                  <a:pt x="39052" y="74930"/>
                  <a:pt x="78105" y="149860"/>
                  <a:pt x="118110" y="213360"/>
                </a:cubicBezTo>
                <a:cubicBezTo>
                  <a:pt x="158115" y="276860"/>
                  <a:pt x="196850" y="327025"/>
                  <a:pt x="240030" y="381000"/>
                </a:cubicBezTo>
                <a:cubicBezTo>
                  <a:pt x="283210" y="434975"/>
                  <a:pt x="325755" y="483870"/>
                  <a:pt x="377190" y="537210"/>
                </a:cubicBezTo>
                <a:cubicBezTo>
                  <a:pt x="428625" y="590550"/>
                  <a:pt x="475615" y="644525"/>
                  <a:pt x="548640" y="701040"/>
                </a:cubicBezTo>
                <a:cubicBezTo>
                  <a:pt x="621665" y="757555"/>
                  <a:pt x="729615" y="827405"/>
                  <a:pt x="815340" y="876300"/>
                </a:cubicBezTo>
                <a:cubicBezTo>
                  <a:pt x="901065" y="925195"/>
                  <a:pt x="980440" y="960755"/>
                  <a:pt x="1062990" y="994410"/>
                </a:cubicBezTo>
                <a:cubicBezTo>
                  <a:pt x="1145540" y="1028065"/>
                  <a:pt x="1224280" y="1054100"/>
                  <a:pt x="1310640" y="1078230"/>
                </a:cubicBezTo>
                <a:cubicBezTo>
                  <a:pt x="1397000" y="1102360"/>
                  <a:pt x="1480185" y="1127125"/>
                  <a:pt x="1581150" y="1139190"/>
                </a:cubicBezTo>
                <a:cubicBezTo>
                  <a:pt x="1682115" y="1151255"/>
                  <a:pt x="1813560" y="1153160"/>
                  <a:pt x="1916430" y="1150620"/>
                </a:cubicBezTo>
                <a:cubicBezTo>
                  <a:pt x="2019300" y="1148080"/>
                  <a:pt x="2118360" y="1136015"/>
                  <a:pt x="2198370" y="1123950"/>
                </a:cubicBezTo>
                <a:cubicBezTo>
                  <a:pt x="2278380" y="1111885"/>
                  <a:pt x="2337435" y="1095057"/>
                  <a:pt x="2396490" y="1078230"/>
                </a:cubicBezTo>
              </a:path>
            </a:pathLst>
          </a:custGeom>
          <a:noFill/>
          <a:ln w="19050" cap="flat" cmpd="sng" algn="ctr">
            <a:solidFill>
              <a:srgbClr val="C00000"/>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cxnSp>
        <p:nvCxnSpPr>
          <p:cNvPr id="18" name="直接连接符 17"/>
          <p:cNvCxnSpPr/>
          <p:nvPr/>
        </p:nvCxnSpPr>
        <p:spPr bwMode="auto">
          <a:xfrm flipV="1">
            <a:off x="5111389" y="2054133"/>
            <a:ext cx="205740" cy="198120"/>
          </a:xfrm>
          <a:prstGeom prst="line">
            <a:avLst/>
          </a:prstGeom>
          <a:noFill/>
          <a:ln w="63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3" name="组合 2"/>
          <p:cNvGrpSpPr/>
          <p:nvPr/>
        </p:nvGrpSpPr>
        <p:grpSpPr>
          <a:xfrm>
            <a:off x="4692289" y="1371099"/>
            <a:ext cx="1630281" cy="641124"/>
            <a:chOff x="4692289" y="1371099"/>
            <a:chExt cx="1630281" cy="641124"/>
          </a:xfrm>
        </p:grpSpPr>
        <p:sp>
          <p:nvSpPr>
            <p:cNvPr id="123" name="Text Box 2451"/>
            <p:cNvSpPr txBox="1">
              <a:spLocks noChangeArrowheads="1"/>
            </p:cNvSpPr>
            <p:nvPr/>
          </p:nvSpPr>
          <p:spPr bwMode="auto">
            <a:xfrm>
              <a:off x="4975726" y="1371099"/>
              <a:ext cx="1346844" cy="410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800" b="1" dirty="0" smtClean="0">
                  <a:latin typeface="幼圆" panose="02010509060101010101" pitchFamily="49" charset="-122"/>
                  <a:ea typeface="幼圆" panose="02010509060101010101" pitchFamily="49" charset="-122"/>
                </a:rPr>
                <a:t>可能滑裂面</a:t>
              </a:r>
              <a:endParaRPr kumimoji="1" lang="en-US" altLang="zh-CN" sz="1800" b="1" dirty="0">
                <a:latin typeface="幼圆" panose="02010509060101010101" pitchFamily="49" charset="-122"/>
                <a:ea typeface="幼圆" panose="02010509060101010101" pitchFamily="49" charset="-122"/>
              </a:endParaRPr>
            </a:p>
          </p:txBody>
        </p:sp>
        <p:cxnSp>
          <p:nvCxnSpPr>
            <p:cNvPr id="124" name="直接连接符 123"/>
            <p:cNvCxnSpPr/>
            <p:nvPr/>
          </p:nvCxnSpPr>
          <p:spPr bwMode="auto">
            <a:xfrm flipV="1">
              <a:off x="4692289" y="1717613"/>
              <a:ext cx="319243" cy="294610"/>
            </a:xfrm>
            <a:prstGeom prst="line">
              <a:avLst/>
            </a:prstGeom>
            <a:noFill/>
            <a:ln w="63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125" name="Text Box 2451"/>
          <p:cNvSpPr txBox="1">
            <a:spLocks noChangeArrowheads="1"/>
          </p:cNvSpPr>
          <p:nvPr/>
        </p:nvSpPr>
        <p:spPr bwMode="auto">
          <a:xfrm>
            <a:off x="6602596" y="2304549"/>
            <a:ext cx="1114408" cy="410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800" b="1" dirty="0" smtClean="0">
                <a:latin typeface="幼圆" panose="02010509060101010101" pitchFamily="49" charset="-122"/>
                <a:ea typeface="幼圆" panose="02010509060101010101" pitchFamily="49" charset="-122"/>
              </a:rPr>
              <a:t>排水棱体</a:t>
            </a:r>
            <a:endParaRPr kumimoji="1" lang="en-US" altLang="zh-CN" sz="1800" b="1" dirty="0">
              <a:latin typeface="幼圆" panose="02010509060101010101" pitchFamily="49" charset="-122"/>
              <a:ea typeface="幼圆" panose="02010509060101010101" pitchFamily="49" charset="-122"/>
            </a:endParaRPr>
          </a:p>
        </p:txBody>
      </p:sp>
      <p:cxnSp>
        <p:nvCxnSpPr>
          <p:cNvPr id="126" name="直接连接符 125"/>
          <p:cNvCxnSpPr/>
          <p:nvPr/>
        </p:nvCxnSpPr>
        <p:spPr bwMode="auto">
          <a:xfrm flipV="1">
            <a:off x="6654439" y="2656113"/>
            <a:ext cx="175260" cy="209550"/>
          </a:xfrm>
          <a:prstGeom prst="line">
            <a:avLst/>
          </a:prstGeom>
          <a:noFill/>
          <a:ln w="63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0" name="任意多边形 19"/>
          <p:cNvSpPr/>
          <p:nvPr/>
        </p:nvSpPr>
        <p:spPr bwMode="auto">
          <a:xfrm>
            <a:off x="6936856" y="3140934"/>
            <a:ext cx="109537" cy="76200"/>
          </a:xfrm>
          <a:custGeom>
            <a:avLst/>
            <a:gdLst>
              <a:gd name="connsiteX0" fmla="*/ 14287 w 71437"/>
              <a:gd name="connsiteY0" fmla="*/ 0 h 64294"/>
              <a:gd name="connsiteX1" fmla="*/ 47625 w 71437"/>
              <a:gd name="connsiteY1" fmla="*/ 2381 h 64294"/>
              <a:gd name="connsiteX2" fmla="*/ 69056 w 71437"/>
              <a:gd name="connsiteY2" fmla="*/ 4762 h 64294"/>
              <a:gd name="connsiteX3" fmla="*/ 71437 w 71437"/>
              <a:gd name="connsiteY3" fmla="*/ 11906 h 64294"/>
              <a:gd name="connsiteX4" fmla="*/ 64294 w 71437"/>
              <a:gd name="connsiteY4" fmla="*/ 26194 h 64294"/>
              <a:gd name="connsiteX5" fmla="*/ 52387 w 71437"/>
              <a:gd name="connsiteY5" fmla="*/ 47625 h 64294"/>
              <a:gd name="connsiteX6" fmla="*/ 47625 w 71437"/>
              <a:gd name="connsiteY6" fmla="*/ 54769 h 64294"/>
              <a:gd name="connsiteX7" fmla="*/ 33337 w 71437"/>
              <a:gd name="connsiteY7" fmla="*/ 64294 h 64294"/>
              <a:gd name="connsiteX8" fmla="*/ 16669 w 71437"/>
              <a:gd name="connsiteY8" fmla="*/ 57150 h 64294"/>
              <a:gd name="connsiteX9" fmla="*/ 9525 w 71437"/>
              <a:gd name="connsiteY9" fmla="*/ 45244 h 64294"/>
              <a:gd name="connsiteX10" fmla="*/ 0 w 71437"/>
              <a:gd name="connsiteY10" fmla="*/ 28575 h 64294"/>
              <a:gd name="connsiteX11" fmla="*/ 14287 w 71437"/>
              <a:gd name="connsiteY11" fmla="*/ 0 h 64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1437" h="64294">
                <a:moveTo>
                  <a:pt x="14287" y="0"/>
                </a:moveTo>
                <a:lnTo>
                  <a:pt x="47625" y="2381"/>
                </a:lnTo>
                <a:cubicBezTo>
                  <a:pt x="54786" y="3004"/>
                  <a:pt x="62382" y="2093"/>
                  <a:pt x="69056" y="4762"/>
                </a:cubicBezTo>
                <a:cubicBezTo>
                  <a:pt x="71387" y="5694"/>
                  <a:pt x="70643" y="9525"/>
                  <a:pt x="71437" y="11906"/>
                </a:cubicBezTo>
                <a:cubicBezTo>
                  <a:pt x="62758" y="37946"/>
                  <a:pt x="76597" y="-1487"/>
                  <a:pt x="64294" y="26194"/>
                </a:cubicBezTo>
                <a:cubicBezTo>
                  <a:pt x="51267" y="55504"/>
                  <a:pt x="67910" y="28996"/>
                  <a:pt x="52387" y="47625"/>
                </a:cubicBezTo>
                <a:cubicBezTo>
                  <a:pt x="50555" y="49824"/>
                  <a:pt x="49779" y="52884"/>
                  <a:pt x="47625" y="54769"/>
                </a:cubicBezTo>
                <a:cubicBezTo>
                  <a:pt x="43317" y="58538"/>
                  <a:pt x="33337" y="64294"/>
                  <a:pt x="33337" y="64294"/>
                </a:cubicBezTo>
                <a:cubicBezTo>
                  <a:pt x="27191" y="62757"/>
                  <a:pt x="21153" y="62382"/>
                  <a:pt x="16669" y="57150"/>
                </a:cubicBezTo>
                <a:cubicBezTo>
                  <a:pt x="13657" y="53636"/>
                  <a:pt x="11978" y="49169"/>
                  <a:pt x="9525" y="45244"/>
                </a:cubicBezTo>
                <a:cubicBezTo>
                  <a:pt x="1111" y="31783"/>
                  <a:pt x="8128" y="44832"/>
                  <a:pt x="0" y="28575"/>
                </a:cubicBezTo>
                <a:lnTo>
                  <a:pt x="14287" y="0"/>
                </a:lnTo>
                <a:close/>
              </a:path>
            </a:pathLst>
          </a:custGeom>
          <a:solidFill>
            <a:srgbClr val="F5D0AB"/>
          </a:solidFill>
          <a:ln w="9525" cap="flat" cmpd="sng" algn="ctr">
            <a:solidFill>
              <a:schemeClr val="tx1"/>
            </a:solid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21" name="任意多边形 20"/>
          <p:cNvSpPr/>
          <p:nvPr/>
        </p:nvSpPr>
        <p:spPr bwMode="auto">
          <a:xfrm>
            <a:off x="6841606" y="3178939"/>
            <a:ext cx="121583" cy="54865"/>
          </a:xfrm>
          <a:custGeom>
            <a:avLst/>
            <a:gdLst>
              <a:gd name="connsiteX0" fmla="*/ 28575 w 121583"/>
              <a:gd name="connsiteY0" fmla="*/ 97 h 54865"/>
              <a:gd name="connsiteX1" fmla="*/ 4762 w 121583"/>
              <a:gd name="connsiteY1" fmla="*/ 9622 h 54865"/>
              <a:gd name="connsiteX2" fmla="*/ 0 w 121583"/>
              <a:gd name="connsiteY2" fmla="*/ 26290 h 54865"/>
              <a:gd name="connsiteX3" fmla="*/ 4762 w 121583"/>
              <a:gd name="connsiteY3" fmla="*/ 45340 h 54865"/>
              <a:gd name="connsiteX4" fmla="*/ 11906 w 121583"/>
              <a:gd name="connsiteY4" fmla="*/ 50103 h 54865"/>
              <a:gd name="connsiteX5" fmla="*/ 26193 w 121583"/>
              <a:gd name="connsiteY5" fmla="*/ 54865 h 54865"/>
              <a:gd name="connsiteX6" fmla="*/ 57150 w 121583"/>
              <a:gd name="connsiteY6" fmla="*/ 50103 h 54865"/>
              <a:gd name="connsiteX7" fmla="*/ 71437 w 121583"/>
              <a:gd name="connsiteY7" fmla="*/ 45340 h 54865"/>
              <a:gd name="connsiteX8" fmla="*/ 114300 w 121583"/>
              <a:gd name="connsiteY8" fmla="*/ 40578 h 54865"/>
              <a:gd name="connsiteX9" fmla="*/ 121443 w 121583"/>
              <a:gd name="connsiteY9" fmla="*/ 38197 h 54865"/>
              <a:gd name="connsiteX10" fmla="*/ 102393 w 121583"/>
              <a:gd name="connsiteY10" fmla="*/ 28672 h 54865"/>
              <a:gd name="connsiteX11" fmla="*/ 95250 w 121583"/>
              <a:gd name="connsiteY11" fmla="*/ 23909 h 54865"/>
              <a:gd name="connsiteX12" fmla="*/ 78581 w 121583"/>
              <a:gd name="connsiteY12" fmla="*/ 19147 h 54865"/>
              <a:gd name="connsiteX13" fmla="*/ 54768 w 121583"/>
              <a:gd name="connsiteY13" fmla="*/ 9622 h 54865"/>
              <a:gd name="connsiteX14" fmla="*/ 42862 w 121583"/>
              <a:gd name="connsiteY14" fmla="*/ 4859 h 54865"/>
              <a:gd name="connsiteX15" fmla="*/ 28575 w 121583"/>
              <a:gd name="connsiteY15" fmla="*/ 97 h 548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583" h="54865">
                <a:moveTo>
                  <a:pt x="28575" y="97"/>
                </a:moveTo>
                <a:cubicBezTo>
                  <a:pt x="22225" y="891"/>
                  <a:pt x="8268" y="6116"/>
                  <a:pt x="4762" y="9622"/>
                </a:cubicBezTo>
                <a:cubicBezTo>
                  <a:pt x="3623" y="10761"/>
                  <a:pt x="21" y="26208"/>
                  <a:pt x="0" y="26290"/>
                </a:cubicBezTo>
                <a:cubicBezTo>
                  <a:pt x="1587" y="32640"/>
                  <a:pt x="1835" y="39486"/>
                  <a:pt x="4762" y="45340"/>
                </a:cubicBezTo>
                <a:cubicBezTo>
                  <a:pt x="6042" y="47900"/>
                  <a:pt x="9291" y="48941"/>
                  <a:pt x="11906" y="50103"/>
                </a:cubicBezTo>
                <a:cubicBezTo>
                  <a:pt x="16493" y="52142"/>
                  <a:pt x="26193" y="54865"/>
                  <a:pt x="26193" y="54865"/>
                </a:cubicBezTo>
                <a:cubicBezTo>
                  <a:pt x="41279" y="53189"/>
                  <a:pt x="45022" y="53742"/>
                  <a:pt x="57150" y="50103"/>
                </a:cubicBezTo>
                <a:cubicBezTo>
                  <a:pt x="61958" y="48660"/>
                  <a:pt x="66456" y="45963"/>
                  <a:pt x="71437" y="45340"/>
                </a:cubicBezTo>
                <a:cubicBezTo>
                  <a:pt x="98403" y="41970"/>
                  <a:pt x="84119" y="43596"/>
                  <a:pt x="114300" y="40578"/>
                </a:cubicBezTo>
                <a:cubicBezTo>
                  <a:pt x="116681" y="39784"/>
                  <a:pt x="122566" y="40442"/>
                  <a:pt x="121443" y="38197"/>
                </a:cubicBezTo>
                <a:cubicBezTo>
                  <a:pt x="119193" y="33697"/>
                  <a:pt x="107524" y="30382"/>
                  <a:pt x="102393" y="28672"/>
                </a:cubicBezTo>
                <a:cubicBezTo>
                  <a:pt x="100012" y="27084"/>
                  <a:pt x="97810" y="25189"/>
                  <a:pt x="95250" y="23909"/>
                </a:cubicBezTo>
                <a:cubicBezTo>
                  <a:pt x="91835" y="22202"/>
                  <a:pt x="81631" y="19909"/>
                  <a:pt x="78581" y="19147"/>
                </a:cubicBezTo>
                <a:cubicBezTo>
                  <a:pt x="56231" y="7971"/>
                  <a:pt x="84211" y="21401"/>
                  <a:pt x="54768" y="9622"/>
                </a:cubicBezTo>
                <a:cubicBezTo>
                  <a:pt x="50799" y="8034"/>
                  <a:pt x="46685" y="6771"/>
                  <a:pt x="42862" y="4859"/>
                </a:cubicBezTo>
                <a:cubicBezTo>
                  <a:pt x="40302" y="3579"/>
                  <a:pt x="34925" y="-697"/>
                  <a:pt x="28575" y="97"/>
                </a:cubicBezTo>
                <a:close/>
              </a:path>
            </a:pathLst>
          </a:custGeom>
          <a:solidFill>
            <a:srgbClr val="F5D0AB"/>
          </a:solidFill>
          <a:ln w="9525"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22" name="任意多边形 21"/>
          <p:cNvSpPr/>
          <p:nvPr/>
        </p:nvSpPr>
        <p:spPr bwMode="auto">
          <a:xfrm>
            <a:off x="6808268" y="3243330"/>
            <a:ext cx="145257" cy="64293"/>
          </a:xfrm>
          <a:custGeom>
            <a:avLst/>
            <a:gdLst>
              <a:gd name="connsiteX0" fmla="*/ 9525 w 145257"/>
              <a:gd name="connsiteY0" fmla="*/ 0 h 64293"/>
              <a:gd name="connsiteX1" fmla="*/ 38100 w 145257"/>
              <a:gd name="connsiteY1" fmla="*/ 2381 h 64293"/>
              <a:gd name="connsiteX2" fmla="*/ 95250 w 145257"/>
              <a:gd name="connsiteY2" fmla="*/ 4762 h 64293"/>
              <a:gd name="connsiteX3" fmla="*/ 111919 w 145257"/>
              <a:gd name="connsiteY3" fmla="*/ 9525 h 64293"/>
              <a:gd name="connsiteX4" fmla="*/ 135732 w 145257"/>
              <a:gd name="connsiteY4" fmla="*/ 14287 h 64293"/>
              <a:gd name="connsiteX5" fmla="*/ 145257 w 145257"/>
              <a:gd name="connsiteY5" fmla="*/ 19050 h 64293"/>
              <a:gd name="connsiteX6" fmla="*/ 123825 w 145257"/>
              <a:gd name="connsiteY6" fmla="*/ 30956 h 64293"/>
              <a:gd name="connsiteX7" fmla="*/ 116682 w 145257"/>
              <a:gd name="connsiteY7" fmla="*/ 35718 h 64293"/>
              <a:gd name="connsiteX8" fmla="*/ 102394 w 145257"/>
              <a:gd name="connsiteY8" fmla="*/ 40481 h 64293"/>
              <a:gd name="connsiteX9" fmla="*/ 80963 w 145257"/>
              <a:gd name="connsiteY9" fmla="*/ 47625 h 64293"/>
              <a:gd name="connsiteX10" fmla="*/ 64294 w 145257"/>
              <a:gd name="connsiteY10" fmla="*/ 52387 h 64293"/>
              <a:gd name="connsiteX11" fmla="*/ 42863 w 145257"/>
              <a:gd name="connsiteY11" fmla="*/ 59531 h 64293"/>
              <a:gd name="connsiteX12" fmla="*/ 33338 w 145257"/>
              <a:gd name="connsiteY12" fmla="*/ 61912 h 64293"/>
              <a:gd name="connsiteX13" fmla="*/ 21432 w 145257"/>
              <a:gd name="connsiteY13" fmla="*/ 64293 h 64293"/>
              <a:gd name="connsiteX14" fmla="*/ 16669 w 145257"/>
              <a:gd name="connsiteY14" fmla="*/ 57150 h 64293"/>
              <a:gd name="connsiteX15" fmla="*/ 9525 w 145257"/>
              <a:gd name="connsiteY15" fmla="*/ 50006 h 64293"/>
              <a:gd name="connsiteX16" fmla="*/ 4763 w 145257"/>
              <a:gd name="connsiteY16" fmla="*/ 40481 h 64293"/>
              <a:gd name="connsiteX17" fmla="*/ 0 w 145257"/>
              <a:gd name="connsiteY17" fmla="*/ 23812 h 64293"/>
              <a:gd name="connsiteX18" fmla="*/ 2382 w 145257"/>
              <a:gd name="connsiteY18" fmla="*/ 16668 h 64293"/>
              <a:gd name="connsiteX19" fmla="*/ 9525 w 145257"/>
              <a:gd name="connsiteY19" fmla="*/ 0 h 64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45257" h="64293">
                <a:moveTo>
                  <a:pt x="9525" y="0"/>
                </a:moveTo>
                <a:cubicBezTo>
                  <a:pt x="19050" y="794"/>
                  <a:pt x="28557" y="1851"/>
                  <a:pt x="38100" y="2381"/>
                </a:cubicBezTo>
                <a:cubicBezTo>
                  <a:pt x="57137" y="3439"/>
                  <a:pt x="76232" y="3404"/>
                  <a:pt x="95250" y="4762"/>
                </a:cubicBezTo>
                <a:cubicBezTo>
                  <a:pt x="100219" y="5117"/>
                  <a:pt x="107033" y="8129"/>
                  <a:pt x="111919" y="9525"/>
                </a:cubicBezTo>
                <a:cubicBezTo>
                  <a:pt x="121861" y="12366"/>
                  <a:pt x="124511" y="12417"/>
                  <a:pt x="135732" y="14287"/>
                </a:cubicBezTo>
                <a:cubicBezTo>
                  <a:pt x="138907" y="15875"/>
                  <a:pt x="145257" y="15500"/>
                  <a:pt x="145257" y="19050"/>
                </a:cubicBezTo>
                <a:cubicBezTo>
                  <a:pt x="145257" y="23732"/>
                  <a:pt x="125473" y="30132"/>
                  <a:pt x="123825" y="30956"/>
                </a:cubicBezTo>
                <a:cubicBezTo>
                  <a:pt x="121266" y="32236"/>
                  <a:pt x="119297" y="34556"/>
                  <a:pt x="116682" y="35718"/>
                </a:cubicBezTo>
                <a:cubicBezTo>
                  <a:pt x="112094" y="37757"/>
                  <a:pt x="107157" y="38893"/>
                  <a:pt x="102394" y="40481"/>
                </a:cubicBezTo>
                <a:cubicBezTo>
                  <a:pt x="95250" y="42862"/>
                  <a:pt x="88203" y="45557"/>
                  <a:pt x="80963" y="47625"/>
                </a:cubicBezTo>
                <a:lnTo>
                  <a:pt x="64294" y="52387"/>
                </a:lnTo>
                <a:cubicBezTo>
                  <a:pt x="52409" y="60311"/>
                  <a:pt x="61195" y="55865"/>
                  <a:pt x="42863" y="59531"/>
                </a:cubicBezTo>
                <a:cubicBezTo>
                  <a:pt x="39654" y="60173"/>
                  <a:pt x="36533" y="61202"/>
                  <a:pt x="33338" y="61912"/>
                </a:cubicBezTo>
                <a:cubicBezTo>
                  <a:pt x="29387" y="62790"/>
                  <a:pt x="25401" y="63499"/>
                  <a:pt x="21432" y="64293"/>
                </a:cubicBezTo>
                <a:cubicBezTo>
                  <a:pt x="19844" y="61912"/>
                  <a:pt x="18501" y="59348"/>
                  <a:pt x="16669" y="57150"/>
                </a:cubicBezTo>
                <a:cubicBezTo>
                  <a:pt x="14513" y="54563"/>
                  <a:pt x="11482" y="52746"/>
                  <a:pt x="9525" y="50006"/>
                </a:cubicBezTo>
                <a:cubicBezTo>
                  <a:pt x="7462" y="47117"/>
                  <a:pt x="6161" y="43744"/>
                  <a:pt x="4763" y="40481"/>
                </a:cubicBezTo>
                <a:cubicBezTo>
                  <a:pt x="2715" y="35702"/>
                  <a:pt x="1207" y="28640"/>
                  <a:pt x="0" y="23812"/>
                </a:cubicBezTo>
                <a:cubicBezTo>
                  <a:pt x="794" y="21431"/>
                  <a:pt x="990" y="18757"/>
                  <a:pt x="2382" y="16668"/>
                </a:cubicBezTo>
                <a:lnTo>
                  <a:pt x="9525" y="0"/>
                </a:lnTo>
                <a:close/>
              </a:path>
            </a:pathLst>
          </a:custGeom>
          <a:solidFill>
            <a:srgbClr val="F5D0AB"/>
          </a:solidFill>
          <a:ln w="9525"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23" name="任意多边形 22"/>
          <p:cNvSpPr/>
          <p:nvPr/>
        </p:nvSpPr>
        <p:spPr bwMode="auto">
          <a:xfrm>
            <a:off x="6962964" y="3224279"/>
            <a:ext cx="131054" cy="86810"/>
          </a:xfrm>
          <a:custGeom>
            <a:avLst/>
            <a:gdLst>
              <a:gd name="connsiteX0" fmla="*/ 61998 w 131054"/>
              <a:gd name="connsiteY0" fmla="*/ 11906 h 86810"/>
              <a:gd name="connsiteX1" fmla="*/ 45329 w 131054"/>
              <a:gd name="connsiteY1" fmla="*/ 4762 h 86810"/>
              <a:gd name="connsiteX2" fmla="*/ 26279 w 131054"/>
              <a:gd name="connsiteY2" fmla="*/ 0 h 86810"/>
              <a:gd name="connsiteX3" fmla="*/ 16754 w 131054"/>
              <a:gd name="connsiteY3" fmla="*/ 2381 h 86810"/>
              <a:gd name="connsiteX4" fmla="*/ 4848 w 131054"/>
              <a:gd name="connsiteY4" fmla="*/ 16668 h 86810"/>
              <a:gd name="connsiteX5" fmla="*/ 85 w 131054"/>
              <a:gd name="connsiteY5" fmla="*/ 30956 h 86810"/>
              <a:gd name="connsiteX6" fmla="*/ 4848 w 131054"/>
              <a:gd name="connsiteY6" fmla="*/ 59531 h 86810"/>
              <a:gd name="connsiteX7" fmla="*/ 7229 w 131054"/>
              <a:gd name="connsiteY7" fmla="*/ 66675 h 86810"/>
              <a:gd name="connsiteX8" fmla="*/ 21517 w 131054"/>
              <a:gd name="connsiteY8" fmla="*/ 78581 h 86810"/>
              <a:gd name="connsiteX9" fmla="*/ 59617 w 131054"/>
              <a:gd name="connsiteY9" fmla="*/ 83343 h 86810"/>
              <a:gd name="connsiteX10" fmla="*/ 114385 w 131054"/>
              <a:gd name="connsiteY10" fmla="*/ 83343 h 86810"/>
              <a:gd name="connsiteX11" fmla="*/ 121529 w 131054"/>
              <a:gd name="connsiteY11" fmla="*/ 76200 h 86810"/>
              <a:gd name="connsiteX12" fmla="*/ 128673 w 131054"/>
              <a:gd name="connsiteY12" fmla="*/ 71437 h 86810"/>
              <a:gd name="connsiteX13" fmla="*/ 131054 w 131054"/>
              <a:gd name="connsiteY13" fmla="*/ 61912 h 86810"/>
              <a:gd name="connsiteX14" fmla="*/ 128673 w 131054"/>
              <a:gd name="connsiteY14" fmla="*/ 47625 h 86810"/>
              <a:gd name="connsiteX15" fmla="*/ 116767 w 131054"/>
              <a:gd name="connsiteY15" fmla="*/ 35718 h 86810"/>
              <a:gd name="connsiteX16" fmla="*/ 97717 w 131054"/>
              <a:gd name="connsiteY16" fmla="*/ 28575 h 86810"/>
              <a:gd name="connsiteX17" fmla="*/ 90573 w 131054"/>
              <a:gd name="connsiteY17" fmla="*/ 23812 h 86810"/>
              <a:gd name="connsiteX18" fmla="*/ 83429 w 131054"/>
              <a:gd name="connsiteY18" fmla="*/ 16668 h 86810"/>
              <a:gd name="connsiteX19" fmla="*/ 69142 w 131054"/>
              <a:gd name="connsiteY19" fmla="*/ 11906 h 86810"/>
              <a:gd name="connsiteX20" fmla="*/ 61998 w 131054"/>
              <a:gd name="connsiteY20" fmla="*/ 11906 h 86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31054" h="86810">
                <a:moveTo>
                  <a:pt x="61998" y="11906"/>
                </a:moveTo>
                <a:cubicBezTo>
                  <a:pt x="56442" y="9525"/>
                  <a:pt x="51064" y="6674"/>
                  <a:pt x="45329" y="4762"/>
                </a:cubicBezTo>
                <a:cubicBezTo>
                  <a:pt x="39119" y="2692"/>
                  <a:pt x="26279" y="0"/>
                  <a:pt x="26279" y="0"/>
                </a:cubicBezTo>
                <a:cubicBezTo>
                  <a:pt x="23104" y="794"/>
                  <a:pt x="19596" y="757"/>
                  <a:pt x="16754" y="2381"/>
                </a:cubicBezTo>
                <a:cubicBezTo>
                  <a:pt x="11818" y="5202"/>
                  <a:pt x="7883" y="12116"/>
                  <a:pt x="4848" y="16668"/>
                </a:cubicBezTo>
                <a:cubicBezTo>
                  <a:pt x="3260" y="21431"/>
                  <a:pt x="-625" y="25986"/>
                  <a:pt x="85" y="30956"/>
                </a:cubicBezTo>
                <a:cubicBezTo>
                  <a:pt x="1429" y="40359"/>
                  <a:pt x="2528" y="50249"/>
                  <a:pt x="4848" y="59531"/>
                </a:cubicBezTo>
                <a:cubicBezTo>
                  <a:pt x="5457" y="61966"/>
                  <a:pt x="5837" y="64586"/>
                  <a:pt x="7229" y="66675"/>
                </a:cubicBezTo>
                <a:cubicBezTo>
                  <a:pt x="9517" y="70106"/>
                  <a:pt x="17419" y="76825"/>
                  <a:pt x="21517" y="78581"/>
                </a:cubicBezTo>
                <a:cubicBezTo>
                  <a:pt x="30590" y="82470"/>
                  <a:pt x="56181" y="83057"/>
                  <a:pt x="59617" y="83343"/>
                </a:cubicBezTo>
                <a:cubicBezTo>
                  <a:pt x="81009" y="86910"/>
                  <a:pt x="86521" y="88916"/>
                  <a:pt x="114385" y="83343"/>
                </a:cubicBezTo>
                <a:cubicBezTo>
                  <a:pt x="117687" y="82683"/>
                  <a:pt x="118942" y="78356"/>
                  <a:pt x="121529" y="76200"/>
                </a:cubicBezTo>
                <a:cubicBezTo>
                  <a:pt x="123728" y="74368"/>
                  <a:pt x="126292" y="73025"/>
                  <a:pt x="128673" y="71437"/>
                </a:cubicBezTo>
                <a:cubicBezTo>
                  <a:pt x="129467" y="68262"/>
                  <a:pt x="131054" y="65185"/>
                  <a:pt x="131054" y="61912"/>
                </a:cubicBezTo>
                <a:cubicBezTo>
                  <a:pt x="131054" y="57084"/>
                  <a:pt x="130200" y="52205"/>
                  <a:pt x="128673" y="47625"/>
                </a:cubicBezTo>
                <a:cubicBezTo>
                  <a:pt x="126768" y="41912"/>
                  <a:pt x="121846" y="38257"/>
                  <a:pt x="116767" y="35718"/>
                </a:cubicBezTo>
                <a:cubicBezTo>
                  <a:pt x="111078" y="32873"/>
                  <a:pt x="103896" y="30635"/>
                  <a:pt x="97717" y="28575"/>
                </a:cubicBezTo>
                <a:cubicBezTo>
                  <a:pt x="95336" y="26987"/>
                  <a:pt x="92772" y="25644"/>
                  <a:pt x="90573" y="23812"/>
                </a:cubicBezTo>
                <a:cubicBezTo>
                  <a:pt x="87986" y="21656"/>
                  <a:pt x="86373" y="18303"/>
                  <a:pt x="83429" y="16668"/>
                </a:cubicBezTo>
                <a:cubicBezTo>
                  <a:pt x="79041" y="14230"/>
                  <a:pt x="73632" y="14151"/>
                  <a:pt x="69142" y="11906"/>
                </a:cubicBezTo>
                <a:lnTo>
                  <a:pt x="61998" y="11906"/>
                </a:lnTo>
                <a:close/>
              </a:path>
            </a:pathLst>
          </a:custGeom>
          <a:solidFill>
            <a:srgbClr val="F5D0AB"/>
          </a:solidFill>
          <a:ln w="9525"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24" name="任意多边形 23"/>
          <p:cNvSpPr/>
          <p:nvPr/>
        </p:nvSpPr>
        <p:spPr bwMode="auto">
          <a:xfrm>
            <a:off x="7098780" y="3231423"/>
            <a:ext cx="104775" cy="76200"/>
          </a:xfrm>
          <a:custGeom>
            <a:avLst/>
            <a:gdLst>
              <a:gd name="connsiteX0" fmla="*/ 0 w 104775"/>
              <a:gd name="connsiteY0" fmla="*/ 35719 h 76200"/>
              <a:gd name="connsiteX1" fmla="*/ 11907 w 104775"/>
              <a:gd name="connsiteY1" fmla="*/ 26194 h 76200"/>
              <a:gd name="connsiteX2" fmla="*/ 30957 w 104775"/>
              <a:gd name="connsiteY2" fmla="*/ 14288 h 76200"/>
              <a:gd name="connsiteX3" fmla="*/ 50007 w 104775"/>
              <a:gd name="connsiteY3" fmla="*/ 4763 h 76200"/>
              <a:gd name="connsiteX4" fmla="*/ 73819 w 104775"/>
              <a:gd name="connsiteY4" fmla="*/ 2381 h 76200"/>
              <a:gd name="connsiteX5" fmla="*/ 80963 w 104775"/>
              <a:gd name="connsiteY5" fmla="*/ 0 h 76200"/>
              <a:gd name="connsiteX6" fmla="*/ 102394 w 104775"/>
              <a:gd name="connsiteY6" fmla="*/ 7144 h 76200"/>
              <a:gd name="connsiteX7" fmla="*/ 104775 w 104775"/>
              <a:gd name="connsiteY7" fmla="*/ 14288 h 76200"/>
              <a:gd name="connsiteX8" fmla="*/ 100013 w 104775"/>
              <a:gd name="connsiteY8" fmla="*/ 40481 h 76200"/>
              <a:gd name="connsiteX9" fmla="*/ 90488 w 104775"/>
              <a:gd name="connsiteY9" fmla="*/ 54769 h 76200"/>
              <a:gd name="connsiteX10" fmla="*/ 85725 w 104775"/>
              <a:gd name="connsiteY10" fmla="*/ 64294 h 76200"/>
              <a:gd name="connsiteX11" fmla="*/ 83344 w 104775"/>
              <a:gd name="connsiteY11" fmla="*/ 71438 h 76200"/>
              <a:gd name="connsiteX12" fmla="*/ 76200 w 104775"/>
              <a:gd name="connsiteY12" fmla="*/ 76200 h 76200"/>
              <a:gd name="connsiteX13" fmla="*/ 52388 w 104775"/>
              <a:gd name="connsiteY13" fmla="*/ 73819 h 76200"/>
              <a:gd name="connsiteX14" fmla="*/ 30957 w 104775"/>
              <a:gd name="connsiteY14" fmla="*/ 57150 h 76200"/>
              <a:gd name="connsiteX15" fmla="*/ 23813 w 104775"/>
              <a:gd name="connsiteY15" fmla="*/ 52388 h 76200"/>
              <a:gd name="connsiteX16" fmla="*/ 4763 w 104775"/>
              <a:gd name="connsiteY16" fmla="*/ 47625 h 76200"/>
              <a:gd name="connsiteX17" fmla="*/ 0 w 104775"/>
              <a:gd name="connsiteY17" fmla="*/ 35719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04775" h="76200">
                <a:moveTo>
                  <a:pt x="0" y="35719"/>
                </a:moveTo>
                <a:cubicBezTo>
                  <a:pt x="3969" y="32544"/>
                  <a:pt x="7841" y="29244"/>
                  <a:pt x="11907" y="26194"/>
                </a:cubicBezTo>
                <a:cubicBezTo>
                  <a:pt x="17366" y="22100"/>
                  <a:pt x="25548" y="17668"/>
                  <a:pt x="30957" y="14288"/>
                </a:cubicBezTo>
                <a:cubicBezTo>
                  <a:pt x="38122" y="9810"/>
                  <a:pt x="40722" y="6620"/>
                  <a:pt x="50007" y="4763"/>
                </a:cubicBezTo>
                <a:cubicBezTo>
                  <a:pt x="57829" y="3199"/>
                  <a:pt x="65882" y="3175"/>
                  <a:pt x="73819" y="2381"/>
                </a:cubicBezTo>
                <a:cubicBezTo>
                  <a:pt x="76200" y="1587"/>
                  <a:pt x="78453" y="0"/>
                  <a:pt x="80963" y="0"/>
                </a:cubicBezTo>
                <a:cubicBezTo>
                  <a:pt x="93796" y="0"/>
                  <a:pt x="93768" y="1393"/>
                  <a:pt x="102394" y="7144"/>
                </a:cubicBezTo>
                <a:cubicBezTo>
                  <a:pt x="103188" y="9525"/>
                  <a:pt x="104775" y="11778"/>
                  <a:pt x="104775" y="14288"/>
                </a:cubicBezTo>
                <a:cubicBezTo>
                  <a:pt x="104775" y="17505"/>
                  <a:pt x="103362" y="34453"/>
                  <a:pt x="100013" y="40481"/>
                </a:cubicBezTo>
                <a:cubicBezTo>
                  <a:pt x="97233" y="45485"/>
                  <a:pt x="93048" y="49649"/>
                  <a:pt x="90488" y="54769"/>
                </a:cubicBezTo>
                <a:cubicBezTo>
                  <a:pt x="88900" y="57944"/>
                  <a:pt x="87123" y="61031"/>
                  <a:pt x="85725" y="64294"/>
                </a:cubicBezTo>
                <a:cubicBezTo>
                  <a:pt x="84736" y="66601"/>
                  <a:pt x="84912" y="69478"/>
                  <a:pt x="83344" y="71438"/>
                </a:cubicBezTo>
                <a:cubicBezTo>
                  <a:pt x="81556" y="73673"/>
                  <a:pt x="78581" y="74613"/>
                  <a:pt x="76200" y="76200"/>
                </a:cubicBezTo>
                <a:cubicBezTo>
                  <a:pt x="68263" y="75406"/>
                  <a:pt x="60002" y="76198"/>
                  <a:pt x="52388" y="73819"/>
                </a:cubicBezTo>
                <a:cubicBezTo>
                  <a:pt x="40827" y="70206"/>
                  <a:pt x="38894" y="63765"/>
                  <a:pt x="30957" y="57150"/>
                </a:cubicBezTo>
                <a:cubicBezTo>
                  <a:pt x="28758" y="55318"/>
                  <a:pt x="26373" y="53668"/>
                  <a:pt x="23813" y="52388"/>
                </a:cubicBezTo>
                <a:cubicBezTo>
                  <a:pt x="18928" y="49945"/>
                  <a:pt x="9298" y="48532"/>
                  <a:pt x="4763" y="47625"/>
                </a:cubicBezTo>
                <a:lnTo>
                  <a:pt x="0" y="35719"/>
                </a:lnTo>
                <a:close/>
              </a:path>
            </a:pathLst>
          </a:custGeom>
          <a:solidFill>
            <a:srgbClr val="F5D0AB"/>
          </a:solidFill>
          <a:ln w="9525"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25" name="任意多边形 24"/>
          <p:cNvSpPr/>
          <p:nvPr/>
        </p:nvSpPr>
        <p:spPr bwMode="auto">
          <a:xfrm>
            <a:off x="7207167" y="3240451"/>
            <a:ext cx="132475" cy="81460"/>
          </a:xfrm>
          <a:custGeom>
            <a:avLst/>
            <a:gdLst>
              <a:gd name="connsiteX0" fmla="*/ 5913 w 132475"/>
              <a:gd name="connsiteY0" fmla="*/ 2878 h 81460"/>
              <a:gd name="connsiteX1" fmla="*/ 72588 w 132475"/>
              <a:gd name="connsiteY1" fmla="*/ 2878 h 81460"/>
              <a:gd name="connsiteX2" fmla="*/ 91638 w 132475"/>
              <a:gd name="connsiteY2" fmla="*/ 7641 h 81460"/>
              <a:gd name="connsiteX3" fmla="*/ 115451 w 132475"/>
              <a:gd name="connsiteY3" fmla="*/ 14785 h 81460"/>
              <a:gd name="connsiteX4" fmla="*/ 122595 w 132475"/>
              <a:gd name="connsiteY4" fmla="*/ 19547 h 81460"/>
              <a:gd name="connsiteX5" fmla="*/ 124976 w 132475"/>
              <a:gd name="connsiteY5" fmla="*/ 26691 h 81460"/>
              <a:gd name="connsiteX6" fmla="*/ 132120 w 132475"/>
              <a:gd name="connsiteY6" fmla="*/ 33835 h 81460"/>
              <a:gd name="connsiteX7" fmla="*/ 129738 w 132475"/>
              <a:gd name="connsiteY7" fmla="*/ 52885 h 81460"/>
              <a:gd name="connsiteX8" fmla="*/ 117832 w 132475"/>
              <a:gd name="connsiteY8" fmla="*/ 67172 h 81460"/>
              <a:gd name="connsiteX9" fmla="*/ 110688 w 132475"/>
              <a:gd name="connsiteY9" fmla="*/ 71935 h 81460"/>
              <a:gd name="connsiteX10" fmla="*/ 105926 w 132475"/>
              <a:gd name="connsiteY10" fmla="*/ 79078 h 81460"/>
              <a:gd name="connsiteX11" fmla="*/ 98782 w 132475"/>
              <a:gd name="connsiteY11" fmla="*/ 81460 h 81460"/>
              <a:gd name="connsiteX12" fmla="*/ 70207 w 132475"/>
              <a:gd name="connsiteY12" fmla="*/ 79078 h 81460"/>
              <a:gd name="connsiteX13" fmla="*/ 48776 w 132475"/>
              <a:gd name="connsiteY13" fmla="*/ 64791 h 81460"/>
              <a:gd name="connsiteX14" fmla="*/ 41632 w 132475"/>
              <a:gd name="connsiteY14" fmla="*/ 60028 h 81460"/>
              <a:gd name="connsiteX15" fmla="*/ 34488 w 132475"/>
              <a:gd name="connsiteY15" fmla="*/ 52885 h 81460"/>
              <a:gd name="connsiteX16" fmla="*/ 20201 w 132475"/>
              <a:gd name="connsiteY16" fmla="*/ 43360 h 81460"/>
              <a:gd name="connsiteX17" fmla="*/ 15438 w 132475"/>
              <a:gd name="connsiteY17" fmla="*/ 36216 h 81460"/>
              <a:gd name="connsiteX18" fmla="*/ 3532 w 132475"/>
              <a:gd name="connsiteY18" fmla="*/ 21928 h 81460"/>
              <a:gd name="connsiteX19" fmla="*/ 5913 w 132475"/>
              <a:gd name="connsiteY19" fmla="*/ 2878 h 814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32475" h="81460">
                <a:moveTo>
                  <a:pt x="5913" y="2878"/>
                </a:moveTo>
                <a:cubicBezTo>
                  <a:pt x="17422" y="-297"/>
                  <a:pt x="29584" y="-1571"/>
                  <a:pt x="72588" y="2878"/>
                </a:cubicBezTo>
                <a:cubicBezTo>
                  <a:pt x="79099" y="3552"/>
                  <a:pt x="85288" y="6053"/>
                  <a:pt x="91638" y="7641"/>
                </a:cubicBezTo>
                <a:cubicBezTo>
                  <a:pt x="96965" y="8973"/>
                  <a:pt x="111969" y="12464"/>
                  <a:pt x="115451" y="14785"/>
                </a:cubicBezTo>
                <a:lnTo>
                  <a:pt x="122595" y="19547"/>
                </a:lnTo>
                <a:cubicBezTo>
                  <a:pt x="123389" y="21928"/>
                  <a:pt x="123584" y="24602"/>
                  <a:pt x="124976" y="26691"/>
                </a:cubicBezTo>
                <a:cubicBezTo>
                  <a:pt x="126844" y="29493"/>
                  <a:pt x="131518" y="30522"/>
                  <a:pt x="132120" y="33835"/>
                </a:cubicBezTo>
                <a:cubicBezTo>
                  <a:pt x="133265" y="40131"/>
                  <a:pt x="131422" y="46711"/>
                  <a:pt x="129738" y="52885"/>
                </a:cubicBezTo>
                <a:cubicBezTo>
                  <a:pt x="128636" y="56925"/>
                  <a:pt x="120494" y="64954"/>
                  <a:pt x="117832" y="67172"/>
                </a:cubicBezTo>
                <a:cubicBezTo>
                  <a:pt x="115633" y="69004"/>
                  <a:pt x="113069" y="70347"/>
                  <a:pt x="110688" y="71935"/>
                </a:cubicBezTo>
                <a:cubicBezTo>
                  <a:pt x="109101" y="74316"/>
                  <a:pt x="108161" y="77290"/>
                  <a:pt x="105926" y="79078"/>
                </a:cubicBezTo>
                <a:cubicBezTo>
                  <a:pt x="103966" y="80646"/>
                  <a:pt x="101292" y="81460"/>
                  <a:pt x="98782" y="81460"/>
                </a:cubicBezTo>
                <a:cubicBezTo>
                  <a:pt x="89224" y="81460"/>
                  <a:pt x="79732" y="79872"/>
                  <a:pt x="70207" y="79078"/>
                </a:cubicBezTo>
                <a:lnTo>
                  <a:pt x="48776" y="64791"/>
                </a:lnTo>
                <a:cubicBezTo>
                  <a:pt x="46395" y="63203"/>
                  <a:pt x="43656" y="62052"/>
                  <a:pt x="41632" y="60028"/>
                </a:cubicBezTo>
                <a:cubicBezTo>
                  <a:pt x="39251" y="57647"/>
                  <a:pt x="37146" y="54952"/>
                  <a:pt x="34488" y="52885"/>
                </a:cubicBezTo>
                <a:cubicBezTo>
                  <a:pt x="29970" y="49371"/>
                  <a:pt x="20201" y="43360"/>
                  <a:pt x="20201" y="43360"/>
                </a:cubicBezTo>
                <a:cubicBezTo>
                  <a:pt x="18613" y="40979"/>
                  <a:pt x="17270" y="38415"/>
                  <a:pt x="15438" y="36216"/>
                </a:cubicBezTo>
                <a:cubicBezTo>
                  <a:pt x="8857" y="28318"/>
                  <a:pt x="7966" y="30795"/>
                  <a:pt x="3532" y="21928"/>
                </a:cubicBezTo>
                <a:cubicBezTo>
                  <a:pt x="3177" y="21218"/>
                  <a:pt x="-5596" y="6053"/>
                  <a:pt x="5913" y="2878"/>
                </a:cubicBezTo>
                <a:close/>
              </a:path>
            </a:pathLst>
          </a:custGeom>
          <a:solidFill>
            <a:srgbClr val="F5D0AB"/>
          </a:solidFill>
          <a:ln w="9525"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26" name="任意多边形 25"/>
          <p:cNvSpPr/>
          <p:nvPr/>
        </p:nvSpPr>
        <p:spPr bwMode="auto">
          <a:xfrm>
            <a:off x="7177361" y="3142791"/>
            <a:ext cx="78582" cy="95776"/>
          </a:xfrm>
          <a:custGeom>
            <a:avLst/>
            <a:gdLst>
              <a:gd name="connsiteX0" fmla="*/ 19050 w 78582"/>
              <a:gd name="connsiteY0" fmla="*/ 10051 h 95776"/>
              <a:gd name="connsiteX1" fmla="*/ 50007 w 78582"/>
              <a:gd name="connsiteY1" fmla="*/ 17195 h 95776"/>
              <a:gd name="connsiteX2" fmla="*/ 64294 w 78582"/>
              <a:gd name="connsiteY2" fmla="*/ 29101 h 95776"/>
              <a:gd name="connsiteX3" fmla="*/ 78582 w 78582"/>
              <a:gd name="connsiteY3" fmla="*/ 41008 h 95776"/>
              <a:gd name="connsiteX4" fmla="*/ 76200 w 78582"/>
              <a:gd name="connsiteY4" fmla="*/ 71964 h 95776"/>
              <a:gd name="connsiteX5" fmla="*/ 57150 w 78582"/>
              <a:gd name="connsiteY5" fmla="*/ 91014 h 95776"/>
              <a:gd name="connsiteX6" fmla="*/ 45244 w 78582"/>
              <a:gd name="connsiteY6" fmla="*/ 93395 h 95776"/>
              <a:gd name="connsiteX7" fmla="*/ 28575 w 78582"/>
              <a:gd name="connsiteY7" fmla="*/ 95776 h 95776"/>
              <a:gd name="connsiteX8" fmla="*/ 16669 w 78582"/>
              <a:gd name="connsiteY8" fmla="*/ 93395 h 95776"/>
              <a:gd name="connsiteX9" fmla="*/ 9525 w 78582"/>
              <a:gd name="connsiteY9" fmla="*/ 69583 h 95776"/>
              <a:gd name="connsiteX10" fmla="*/ 4763 w 78582"/>
              <a:gd name="connsiteY10" fmla="*/ 55295 h 95776"/>
              <a:gd name="connsiteX11" fmla="*/ 0 w 78582"/>
              <a:gd name="connsiteY11" fmla="*/ 24339 h 95776"/>
              <a:gd name="connsiteX12" fmla="*/ 2382 w 78582"/>
              <a:gd name="connsiteY12" fmla="*/ 526 h 95776"/>
              <a:gd name="connsiteX13" fmla="*/ 7144 w 78582"/>
              <a:gd name="connsiteY13" fmla="*/ 7670 h 95776"/>
              <a:gd name="connsiteX14" fmla="*/ 14288 w 78582"/>
              <a:gd name="connsiteY14" fmla="*/ 10051 h 95776"/>
              <a:gd name="connsiteX15" fmla="*/ 19050 w 78582"/>
              <a:gd name="connsiteY15" fmla="*/ 10051 h 95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78582" h="95776">
                <a:moveTo>
                  <a:pt x="19050" y="10051"/>
                </a:moveTo>
                <a:cubicBezTo>
                  <a:pt x="25003" y="11242"/>
                  <a:pt x="35183" y="12254"/>
                  <a:pt x="50007" y="17195"/>
                </a:cubicBezTo>
                <a:cubicBezTo>
                  <a:pt x="67747" y="29024"/>
                  <a:pt x="45953" y="13818"/>
                  <a:pt x="64294" y="29101"/>
                </a:cubicBezTo>
                <a:cubicBezTo>
                  <a:pt x="84178" y="45670"/>
                  <a:pt x="57721" y="20147"/>
                  <a:pt x="78582" y="41008"/>
                </a:cubicBezTo>
                <a:cubicBezTo>
                  <a:pt x="77788" y="51327"/>
                  <a:pt x="78834" y="61956"/>
                  <a:pt x="76200" y="71964"/>
                </a:cubicBezTo>
                <a:cubicBezTo>
                  <a:pt x="73467" y="82348"/>
                  <a:pt x="66360" y="87944"/>
                  <a:pt x="57150" y="91014"/>
                </a:cubicBezTo>
                <a:cubicBezTo>
                  <a:pt x="53310" y="92294"/>
                  <a:pt x="49236" y="92730"/>
                  <a:pt x="45244" y="93395"/>
                </a:cubicBezTo>
                <a:cubicBezTo>
                  <a:pt x="39708" y="94318"/>
                  <a:pt x="34131" y="94982"/>
                  <a:pt x="28575" y="95776"/>
                </a:cubicBezTo>
                <a:cubicBezTo>
                  <a:pt x="24606" y="94982"/>
                  <a:pt x="19531" y="96257"/>
                  <a:pt x="16669" y="93395"/>
                </a:cubicBezTo>
                <a:cubicBezTo>
                  <a:pt x="14267" y="90993"/>
                  <a:pt x="10912" y="74205"/>
                  <a:pt x="9525" y="69583"/>
                </a:cubicBezTo>
                <a:cubicBezTo>
                  <a:pt x="8082" y="64775"/>
                  <a:pt x="5747" y="60218"/>
                  <a:pt x="4763" y="55295"/>
                </a:cubicBezTo>
                <a:cubicBezTo>
                  <a:pt x="1127" y="37114"/>
                  <a:pt x="2884" y="47405"/>
                  <a:pt x="0" y="24339"/>
                </a:cubicBezTo>
                <a:cubicBezTo>
                  <a:pt x="794" y="16401"/>
                  <a:pt x="-760" y="7858"/>
                  <a:pt x="2382" y="526"/>
                </a:cubicBezTo>
                <a:cubicBezTo>
                  <a:pt x="3509" y="-2104"/>
                  <a:pt x="4909" y="5882"/>
                  <a:pt x="7144" y="7670"/>
                </a:cubicBezTo>
                <a:cubicBezTo>
                  <a:pt x="9104" y="9238"/>
                  <a:pt x="11957" y="9119"/>
                  <a:pt x="14288" y="10051"/>
                </a:cubicBezTo>
                <a:cubicBezTo>
                  <a:pt x="15936" y="10710"/>
                  <a:pt x="13097" y="8860"/>
                  <a:pt x="19050" y="10051"/>
                </a:cubicBezTo>
                <a:close/>
              </a:path>
            </a:pathLst>
          </a:custGeom>
          <a:solidFill>
            <a:srgbClr val="F5D0AB"/>
          </a:solidFill>
          <a:ln w="9525"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27" name="任意多边形 26"/>
          <p:cNvSpPr/>
          <p:nvPr/>
        </p:nvSpPr>
        <p:spPr bwMode="auto">
          <a:xfrm>
            <a:off x="7041631" y="3126649"/>
            <a:ext cx="131079" cy="116681"/>
          </a:xfrm>
          <a:custGeom>
            <a:avLst/>
            <a:gdLst>
              <a:gd name="connsiteX0" fmla="*/ 59532 w 131079"/>
              <a:gd name="connsiteY0" fmla="*/ 0 h 116681"/>
              <a:gd name="connsiteX1" fmla="*/ 47625 w 131079"/>
              <a:gd name="connsiteY1" fmla="*/ 7144 h 116681"/>
              <a:gd name="connsiteX2" fmla="*/ 40482 w 131079"/>
              <a:gd name="connsiteY2" fmla="*/ 11906 h 116681"/>
              <a:gd name="connsiteX3" fmla="*/ 30957 w 131079"/>
              <a:gd name="connsiteY3" fmla="*/ 26194 h 116681"/>
              <a:gd name="connsiteX4" fmla="*/ 14288 w 131079"/>
              <a:gd name="connsiteY4" fmla="*/ 40481 h 116681"/>
              <a:gd name="connsiteX5" fmla="*/ 11907 w 131079"/>
              <a:gd name="connsiteY5" fmla="*/ 50006 h 116681"/>
              <a:gd name="connsiteX6" fmla="*/ 0 w 131079"/>
              <a:gd name="connsiteY6" fmla="*/ 64294 h 116681"/>
              <a:gd name="connsiteX7" fmla="*/ 2382 w 131079"/>
              <a:gd name="connsiteY7" fmla="*/ 85725 h 116681"/>
              <a:gd name="connsiteX8" fmla="*/ 4763 w 131079"/>
              <a:gd name="connsiteY8" fmla="*/ 92869 h 116681"/>
              <a:gd name="connsiteX9" fmla="*/ 11907 w 131079"/>
              <a:gd name="connsiteY9" fmla="*/ 100012 h 116681"/>
              <a:gd name="connsiteX10" fmla="*/ 26194 w 131079"/>
              <a:gd name="connsiteY10" fmla="*/ 109537 h 116681"/>
              <a:gd name="connsiteX11" fmla="*/ 50007 w 131079"/>
              <a:gd name="connsiteY11" fmla="*/ 116681 h 116681"/>
              <a:gd name="connsiteX12" fmla="*/ 85725 w 131079"/>
              <a:gd name="connsiteY12" fmla="*/ 111919 h 116681"/>
              <a:gd name="connsiteX13" fmla="*/ 100013 w 131079"/>
              <a:gd name="connsiteY13" fmla="*/ 102394 h 116681"/>
              <a:gd name="connsiteX14" fmla="*/ 104775 w 131079"/>
              <a:gd name="connsiteY14" fmla="*/ 95250 h 116681"/>
              <a:gd name="connsiteX15" fmla="*/ 119063 w 131079"/>
              <a:gd name="connsiteY15" fmla="*/ 85725 h 116681"/>
              <a:gd name="connsiteX16" fmla="*/ 126207 w 131079"/>
              <a:gd name="connsiteY16" fmla="*/ 78581 h 116681"/>
              <a:gd name="connsiteX17" fmla="*/ 130969 w 131079"/>
              <a:gd name="connsiteY17" fmla="*/ 64294 h 116681"/>
              <a:gd name="connsiteX18" fmla="*/ 126207 w 131079"/>
              <a:gd name="connsiteY18" fmla="*/ 42862 h 116681"/>
              <a:gd name="connsiteX19" fmla="*/ 116682 w 131079"/>
              <a:gd name="connsiteY19" fmla="*/ 28575 h 116681"/>
              <a:gd name="connsiteX20" fmla="*/ 95250 w 131079"/>
              <a:gd name="connsiteY20" fmla="*/ 16669 h 116681"/>
              <a:gd name="connsiteX21" fmla="*/ 85725 w 131079"/>
              <a:gd name="connsiteY21" fmla="*/ 14287 h 116681"/>
              <a:gd name="connsiteX22" fmla="*/ 71438 w 131079"/>
              <a:gd name="connsiteY22" fmla="*/ 7144 h 116681"/>
              <a:gd name="connsiteX23" fmla="*/ 59532 w 131079"/>
              <a:gd name="connsiteY23" fmla="*/ 0 h 1166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31079" h="116681">
                <a:moveTo>
                  <a:pt x="59532" y="0"/>
                </a:moveTo>
                <a:cubicBezTo>
                  <a:pt x="55563" y="0"/>
                  <a:pt x="51550" y="4691"/>
                  <a:pt x="47625" y="7144"/>
                </a:cubicBezTo>
                <a:cubicBezTo>
                  <a:pt x="45198" y="8661"/>
                  <a:pt x="42366" y="9752"/>
                  <a:pt x="40482" y="11906"/>
                </a:cubicBezTo>
                <a:cubicBezTo>
                  <a:pt x="36713" y="16214"/>
                  <a:pt x="35005" y="22147"/>
                  <a:pt x="30957" y="26194"/>
                </a:cubicBezTo>
                <a:cubicBezTo>
                  <a:pt x="21006" y="36143"/>
                  <a:pt x="26507" y="31316"/>
                  <a:pt x="14288" y="40481"/>
                </a:cubicBezTo>
                <a:cubicBezTo>
                  <a:pt x="13494" y="43656"/>
                  <a:pt x="13196" y="46998"/>
                  <a:pt x="11907" y="50006"/>
                </a:cubicBezTo>
                <a:cubicBezTo>
                  <a:pt x="9421" y="55807"/>
                  <a:pt x="4291" y="60003"/>
                  <a:pt x="0" y="64294"/>
                </a:cubicBezTo>
                <a:cubicBezTo>
                  <a:pt x="794" y="71438"/>
                  <a:pt x="1200" y="78635"/>
                  <a:pt x="2382" y="85725"/>
                </a:cubicBezTo>
                <a:cubicBezTo>
                  <a:pt x="2795" y="88201"/>
                  <a:pt x="3371" y="90780"/>
                  <a:pt x="4763" y="92869"/>
                </a:cubicBezTo>
                <a:cubicBezTo>
                  <a:pt x="6631" y="95671"/>
                  <a:pt x="9249" y="97945"/>
                  <a:pt x="11907" y="100012"/>
                </a:cubicBezTo>
                <a:cubicBezTo>
                  <a:pt x="16425" y="103526"/>
                  <a:pt x="20764" y="107727"/>
                  <a:pt x="26194" y="109537"/>
                </a:cubicBezTo>
                <a:cubicBezTo>
                  <a:pt x="43587" y="115335"/>
                  <a:pt x="35612" y="113083"/>
                  <a:pt x="50007" y="116681"/>
                </a:cubicBezTo>
                <a:cubicBezTo>
                  <a:pt x="52033" y="116512"/>
                  <a:pt x="77143" y="116687"/>
                  <a:pt x="85725" y="111919"/>
                </a:cubicBezTo>
                <a:cubicBezTo>
                  <a:pt x="90729" y="109139"/>
                  <a:pt x="100013" y="102394"/>
                  <a:pt x="100013" y="102394"/>
                </a:cubicBezTo>
                <a:cubicBezTo>
                  <a:pt x="101600" y="100013"/>
                  <a:pt x="102621" y="97135"/>
                  <a:pt x="104775" y="95250"/>
                </a:cubicBezTo>
                <a:cubicBezTo>
                  <a:pt x="109083" y="91481"/>
                  <a:pt x="115016" y="89772"/>
                  <a:pt x="119063" y="85725"/>
                </a:cubicBezTo>
                <a:lnTo>
                  <a:pt x="126207" y="78581"/>
                </a:lnTo>
                <a:cubicBezTo>
                  <a:pt x="127794" y="73819"/>
                  <a:pt x="131794" y="69246"/>
                  <a:pt x="130969" y="64294"/>
                </a:cubicBezTo>
                <a:cubicBezTo>
                  <a:pt x="130323" y="60419"/>
                  <a:pt x="128998" y="47886"/>
                  <a:pt x="126207" y="42862"/>
                </a:cubicBezTo>
                <a:cubicBezTo>
                  <a:pt x="123427" y="37859"/>
                  <a:pt x="121444" y="31750"/>
                  <a:pt x="116682" y="28575"/>
                </a:cubicBezTo>
                <a:cubicBezTo>
                  <a:pt x="103885" y="20044"/>
                  <a:pt x="106255" y="19813"/>
                  <a:pt x="95250" y="16669"/>
                </a:cubicBezTo>
                <a:cubicBezTo>
                  <a:pt x="92103" y="15770"/>
                  <a:pt x="88900" y="15081"/>
                  <a:pt x="85725" y="14287"/>
                </a:cubicBezTo>
                <a:cubicBezTo>
                  <a:pt x="80580" y="10857"/>
                  <a:pt x="77712" y="8040"/>
                  <a:pt x="71438" y="7144"/>
                </a:cubicBezTo>
                <a:cubicBezTo>
                  <a:pt x="68295" y="6695"/>
                  <a:pt x="63501" y="0"/>
                  <a:pt x="59532" y="0"/>
                </a:cubicBezTo>
                <a:close/>
              </a:path>
            </a:pathLst>
          </a:custGeom>
          <a:solidFill>
            <a:srgbClr val="F5D0AB"/>
          </a:solidFill>
          <a:ln w="9525"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145" name="Text Box 3"/>
          <p:cNvSpPr txBox="1">
            <a:spLocks noChangeArrowheads="1"/>
          </p:cNvSpPr>
          <p:nvPr/>
        </p:nvSpPr>
        <p:spPr bwMode="auto">
          <a:xfrm>
            <a:off x="1012753" y="3889263"/>
            <a:ext cx="7695818" cy="14003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625475" indent="-625475"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342900" indent="-342900" eaLnBrk="1" hangingPunct="1">
              <a:lnSpc>
                <a:spcPct val="125000"/>
              </a:lnSpc>
              <a:spcBef>
                <a:spcPts val="300"/>
              </a:spcBef>
              <a:spcAft>
                <a:spcPts val="300"/>
              </a:spcAft>
              <a:buClr>
                <a:srgbClr val="A50021"/>
              </a:buClr>
              <a:buSzPct val="100000"/>
              <a:buFont typeface="Wingdings" panose="05000000000000000000" pitchFamily="2" charset="2"/>
              <a:buChar char="Ø"/>
            </a:pPr>
            <a:r>
              <a:rPr lang="zh-CN" altLang="en-US" sz="2000" b="1" dirty="0" smtClean="0">
                <a:solidFill>
                  <a:srgbClr val="000066"/>
                </a:solidFill>
                <a:ea typeface="幼圆" pitchFamily="49" charset="-122"/>
              </a:rPr>
              <a:t>设置排水棱体</a:t>
            </a:r>
            <a:r>
              <a:rPr lang="zh-CN" altLang="en-US" sz="2000" b="1" dirty="0">
                <a:solidFill>
                  <a:srgbClr val="000066"/>
                </a:solidFill>
                <a:ea typeface="幼圆" pitchFamily="49" charset="-122"/>
              </a:rPr>
              <a:t>后</a:t>
            </a:r>
            <a:r>
              <a:rPr lang="zh-CN" altLang="en-US" sz="2000" b="1" dirty="0" smtClean="0">
                <a:solidFill>
                  <a:srgbClr val="000066"/>
                </a:solidFill>
                <a:ea typeface="幼圆" pitchFamily="49" charset="-122"/>
              </a:rPr>
              <a:t>，</a:t>
            </a:r>
            <a:r>
              <a:rPr lang="en-US" altLang="zh-CN" sz="2000" b="1" dirty="0" err="1" smtClean="0">
                <a:solidFill>
                  <a:srgbClr val="000066"/>
                </a:solidFill>
                <a:ea typeface="幼圆" pitchFamily="49" charset="-122"/>
              </a:rPr>
              <a:t>下游坡面</a:t>
            </a:r>
            <a:r>
              <a:rPr lang="zh-CN" altLang="en-US" sz="2000" b="1" dirty="0" smtClean="0">
                <a:solidFill>
                  <a:srgbClr val="000066"/>
                </a:solidFill>
                <a:ea typeface="幼圆" pitchFamily="49" charset="-122"/>
              </a:rPr>
              <a:t>无</a:t>
            </a:r>
            <a:r>
              <a:rPr lang="en-US" altLang="zh-CN" sz="2000" b="1" dirty="0" err="1" smtClean="0">
                <a:solidFill>
                  <a:srgbClr val="000066"/>
                </a:solidFill>
                <a:ea typeface="幼圆" pitchFamily="49" charset="-122"/>
              </a:rPr>
              <a:t>浸润线逸出</a:t>
            </a:r>
            <a:endParaRPr lang="en-US" altLang="zh-CN" sz="2000" b="1" dirty="0" smtClean="0">
              <a:solidFill>
                <a:srgbClr val="000066"/>
              </a:solidFill>
              <a:ea typeface="幼圆" pitchFamily="49" charset="-122"/>
            </a:endParaRPr>
          </a:p>
          <a:p>
            <a:pPr marL="342900" indent="-342900" eaLnBrk="1" hangingPunct="1">
              <a:lnSpc>
                <a:spcPct val="125000"/>
              </a:lnSpc>
              <a:spcBef>
                <a:spcPts val="300"/>
              </a:spcBef>
              <a:spcAft>
                <a:spcPts val="300"/>
              </a:spcAft>
              <a:buClr>
                <a:srgbClr val="A50021"/>
              </a:buClr>
              <a:buSzPct val="100000"/>
              <a:buFont typeface="Wingdings" panose="05000000000000000000" pitchFamily="2" charset="2"/>
              <a:buChar char="Ø"/>
            </a:pPr>
            <a:r>
              <a:rPr lang="en-US" altLang="zh-CN" sz="2000" b="1" dirty="0" err="1" smtClean="0">
                <a:solidFill>
                  <a:srgbClr val="000066"/>
                </a:solidFill>
                <a:ea typeface="幼圆" pitchFamily="49" charset="-122"/>
              </a:rPr>
              <a:t>渗透力</a:t>
            </a:r>
            <a:r>
              <a:rPr lang="zh-CN" altLang="en-US" sz="2000" b="1" dirty="0" smtClean="0">
                <a:solidFill>
                  <a:srgbClr val="000066"/>
                </a:solidFill>
                <a:ea typeface="幼圆" pitchFamily="49" charset="-122"/>
              </a:rPr>
              <a:t>仍会</a:t>
            </a:r>
            <a:r>
              <a:rPr lang="en-US" altLang="zh-CN" sz="2000" b="1" dirty="0" err="1" smtClean="0">
                <a:solidFill>
                  <a:srgbClr val="000066"/>
                </a:solidFill>
                <a:ea typeface="幼圆" pitchFamily="49" charset="-122"/>
              </a:rPr>
              <a:t>降低浸润线以下的滑动面的稳定性</a:t>
            </a:r>
            <a:endParaRPr lang="en-US" altLang="zh-CN" sz="2000" b="1" dirty="0" smtClean="0">
              <a:solidFill>
                <a:srgbClr val="000066"/>
              </a:solidFill>
              <a:ea typeface="幼圆" pitchFamily="49" charset="-122"/>
            </a:endParaRPr>
          </a:p>
          <a:p>
            <a:pPr marL="342900" indent="-342900" eaLnBrk="1" hangingPunct="1">
              <a:lnSpc>
                <a:spcPct val="125000"/>
              </a:lnSpc>
              <a:spcBef>
                <a:spcPts val="300"/>
              </a:spcBef>
              <a:spcAft>
                <a:spcPts val="300"/>
              </a:spcAft>
              <a:buClr>
                <a:srgbClr val="A50021"/>
              </a:buClr>
              <a:buSzPct val="100000"/>
              <a:buFont typeface="Wingdings" panose="05000000000000000000" pitchFamily="2" charset="2"/>
              <a:buChar char="Ø"/>
            </a:pPr>
            <a:r>
              <a:rPr lang="en-US" altLang="zh-CN" sz="2000" b="1" dirty="0" err="1" smtClean="0">
                <a:solidFill>
                  <a:srgbClr val="000066"/>
                </a:solidFill>
                <a:ea typeface="幼圆" pitchFamily="49" charset="-122"/>
              </a:rPr>
              <a:t>深层滑动面</a:t>
            </a:r>
            <a:r>
              <a:rPr lang="zh-CN" altLang="en-US" sz="2000" b="1" dirty="0" smtClean="0">
                <a:solidFill>
                  <a:srgbClr val="000066"/>
                </a:solidFill>
                <a:ea typeface="幼圆" pitchFamily="49" charset="-122"/>
              </a:rPr>
              <a:t>有可能更危险，需同时</a:t>
            </a:r>
            <a:r>
              <a:rPr lang="en-US" altLang="zh-CN" sz="2000" b="1" dirty="0" err="1" smtClean="0">
                <a:solidFill>
                  <a:srgbClr val="000066"/>
                </a:solidFill>
                <a:ea typeface="幼圆" pitchFamily="49" charset="-122"/>
              </a:rPr>
              <a:t>验算坡面</a:t>
            </a:r>
            <a:r>
              <a:rPr lang="zh-CN" altLang="en-US" sz="2000" b="1" dirty="0" smtClean="0">
                <a:solidFill>
                  <a:srgbClr val="000066"/>
                </a:solidFill>
                <a:ea typeface="幼圆" pitchFamily="49" charset="-122"/>
              </a:rPr>
              <a:t>和</a:t>
            </a:r>
            <a:r>
              <a:rPr lang="en-US" altLang="zh-CN" sz="2000" b="1" dirty="0" err="1" smtClean="0">
                <a:solidFill>
                  <a:srgbClr val="000066"/>
                </a:solidFill>
                <a:ea typeface="幼圆" pitchFamily="49" charset="-122"/>
              </a:rPr>
              <a:t>深层滑动的可能</a:t>
            </a:r>
            <a:r>
              <a:rPr lang="zh-CN" altLang="en-US" sz="2000" b="1" dirty="0" smtClean="0">
                <a:solidFill>
                  <a:srgbClr val="000066"/>
                </a:solidFill>
                <a:ea typeface="幼圆" pitchFamily="49" charset="-122"/>
              </a:rPr>
              <a:t>性</a:t>
            </a:r>
            <a:endParaRPr lang="zh-CN" altLang="en-US" sz="2000" b="1" dirty="0">
              <a:solidFill>
                <a:srgbClr val="000066"/>
              </a:solidFill>
              <a:ea typeface="幼圆" pitchFamily="49" charset="-122"/>
            </a:endParaRPr>
          </a:p>
        </p:txBody>
      </p:sp>
    </p:spTree>
    <p:extLst>
      <p:ext uri="{BB962C8B-B14F-4D97-AF65-F5344CB8AC3E}">
        <p14:creationId xmlns:p14="http://schemas.microsoft.com/office/powerpoint/2010/main" val="4039322916"/>
      </p:ext>
    </p:extLst>
  </p:cSld>
  <p:clrMapOvr>
    <a:masterClrMapping/>
  </p:clrMapOvr>
  <p:transition spd="med">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145">
                                            <p:txEl>
                                              <p:pRg st="0" end="0"/>
                                            </p:txEl>
                                          </p:spTgt>
                                        </p:tgtEl>
                                        <p:attrNameLst>
                                          <p:attrName>style.visibility</p:attrName>
                                        </p:attrNameLst>
                                      </p:cBhvr>
                                      <p:to>
                                        <p:strVal val="visible"/>
                                      </p:to>
                                    </p:set>
                                    <p:anim calcmode="lin" valueType="num">
                                      <p:cBhvr additive="base">
                                        <p:cTn id="7" dur="1000" fill="hold"/>
                                        <p:tgtEl>
                                          <p:spTgt spid="145">
                                            <p:txEl>
                                              <p:pRg st="0" end="0"/>
                                            </p:txEl>
                                          </p:spTgt>
                                        </p:tgtEl>
                                        <p:attrNameLst>
                                          <p:attrName>ppt_x</p:attrName>
                                        </p:attrNameLst>
                                      </p:cBhvr>
                                      <p:tavLst>
                                        <p:tav tm="0">
                                          <p:val>
                                            <p:strVal val="0-#ppt_w/2"/>
                                          </p:val>
                                        </p:tav>
                                        <p:tav tm="100000">
                                          <p:val>
                                            <p:strVal val="#ppt_x"/>
                                          </p:val>
                                        </p:tav>
                                      </p:tavLst>
                                    </p:anim>
                                    <p:anim calcmode="lin" valueType="num">
                                      <p:cBhvr additive="base">
                                        <p:cTn id="8" dur="1000" fill="hold"/>
                                        <p:tgtEl>
                                          <p:spTgt spid="145">
                                            <p:txEl>
                                              <p:pRg st="0" end="0"/>
                                            </p:txEl>
                                          </p:spTgt>
                                        </p:tgtEl>
                                        <p:attrNameLst>
                                          <p:attrName>ppt_y</p:attrName>
                                        </p:attrNameLst>
                                      </p:cBhvr>
                                      <p:tavLst>
                                        <p:tav tm="0">
                                          <p:val>
                                            <p:strVal val="#ppt_y"/>
                                          </p:val>
                                        </p:tav>
                                        <p:tav tm="100000">
                                          <p:val>
                                            <p:strVal val="#ppt_y"/>
                                          </p:val>
                                        </p:tav>
                                      </p:tavLst>
                                    </p:anim>
                                  </p:childTnLst>
                                </p:cTn>
                              </p:par>
                            </p:childTnLst>
                          </p:cTn>
                        </p:par>
                        <p:par>
                          <p:cTn id="9" fill="hold">
                            <p:stCondLst>
                              <p:cond delay="1000"/>
                            </p:stCondLst>
                            <p:childTnLst>
                              <p:par>
                                <p:cTn id="10" presetID="2" presetClass="entr" presetSubtype="8" fill="hold" grpId="0" nodeType="afterEffect">
                                  <p:stCondLst>
                                    <p:cond delay="0"/>
                                  </p:stCondLst>
                                  <p:childTnLst>
                                    <p:set>
                                      <p:cBhvr>
                                        <p:cTn id="11" dur="1" fill="hold">
                                          <p:stCondLst>
                                            <p:cond delay="0"/>
                                          </p:stCondLst>
                                        </p:cTn>
                                        <p:tgtEl>
                                          <p:spTgt spid="145">
                                            <p:txEl>
                                              <p:pRg st="1" end="1"/>
                                            </p:txEl>
                                          </p:spTgt>
                                        </p:tgtEl>
                                        <p:attrNameLst>
                                          <p:attrName>style.visibility</p:attrName>
                                        </p:attrNameLst>
                                      </p:cBhvr>
                                      <p:to>
                                        <p:strVal val="visible"/>
                                      </p:to>
                                    </p:set>
                                    <p:anim calcmode="lin" valueType="num">
                                      <p:cBhvr additive="base">
                                        <p:cTn id="12" dur="1000" fill="hold"/>
                                        <p:tgtEl>
                                          <p:spTgt spid="145">
                                            <p:txEl>
                                              <p:pRg st="1" end="1"/>
                                            </p:txEl>
                                          </p:spTgt>
                                        </p:tgtEl>
                                        <p:attrNameLst>
                                          <p:attrName>ppt_x</p:attrName>
                                        </p:attrNameLst>
                                      </p:cBhvr>
                                      <p:tavLst>
                                        <p:tav tm="0">
                                          <p:val>
                                            <p:strVal val="0-#ppt_w/2"/>
                                          </p:val>
                                        </p:tav>
                                        <p:tav tm="100000">
                                          <p:val>
                                            <p:strVal val="#ppt_x"/>
                                          </p:val>
                                        </p:tav>
                                      </p:tavLst>
                                    </p:anim>
                                    <p:anim calcmode="lin" valueType="num">
                                      <p:cBhvr additive="base">
                                        <p:cTn id="13" dur="1000" fill="hold"/>
                                        <p:tgtEl>
                                          <p:spTgt spid="145">
                                            <p:txEl>
                                              <p:pRg st="1" end="1"/>
                                            </p:txEl>
                                          </p:spTgt>
                                        </p:tgtEl>
                                        <p:attrNameLst>
                                          <p:attrName>ppt_y</p:attrName>
                                        </p:attrNameLst>
                                      </p:cBhvr>
                                      <p:tavLst>
                                        <p:tav tm="0">
                                          <p:val>
                                            <p:strVal val="#ppt_y"/>
                                          </p:val>
                                        </p:tav>
                                        <p:tav tm="100000">
                                          <p:val>
                                            <p:strVal val="#ppt_y"/>
                                          </p:val>
                                        </p:tav>
                                      </p:tavLst>
                                    </p:anim>
                                  </p:childTnLst>
                                </p:cTn>
                              </p:par>
                            </p:childTnLst>
                          </p:cTn>
                        </p:par>
                        <p:par>
                          <p:cTn id="14" fill="hold">
                            <p:stCondLst>
                              <p:cond delay="2000"/>
                            </p:stCondLst>
                            <p:childTnLst>
                              <p:par>
                                <p:cTn id="15" presetID="2" presetClass="entr" presetSubtype="8" fill="hold" grpId="0" nodeType="afterEffect">
                                  <p:stCondLst>
                                    <p:cond delay="0"/>
                                  </p:stCondLst>
                                  <p:childTnLst>
                                    <p:set>
                                      <p:cBhvr>
                                        <p:cTn id="16" dur="1" fill="hold">
                                          <p:stCondLst>
                                            <p:cond delay="0"/>
                                          </p:stCondLst>
                                        </p:cTn>
                                        <p:tgtEl>
                                          <p:spTgt spid="145">
                                            <p:txEl>
                                              <p:pRg st="2" end="2"/>
                                            </p:txEl>
                                          </p:spTgt>
                                        </p:tgtEl>
                                        <p:attrNameLst>
                                          <p:attrName>style.visibility</p:attrName>
                                        </p:attrNameLst>
                                      </p:cBhvr>
                                      <p:to>
                                        <p:strVal val="visible"/>
                                      </p:to>
                                    </p:set>
                                    <p:anim calcmode="lin" valueType="num">
                                      <p:cBhvr additive="base">
                                        <p:cTn id="17" dur="1000" fill="hold"/>
                                        <p:tgtEl>
                                          <p:spTgt spid="145">
                                            <p:txEl>
                                              <p:pRg st="2" end="2"/>
                                            </p:txEl>
                                          </p:spTgt>
                                        </p:tgtEl>
                                        <p:attrNameLst>
                                          <p:attrName>ppt_x</p:attrName>
                                        </p:attrNameLst>
                                      </p:cBhvr>
                                      <p:tavLst>
                                        <p:tav tm="0">
                                          <p:val>
                                            <p:strVal val="0-#ppt_w/2"/>
                                          </p:val>
                                        </p:tav>
                                        <p:tav tm="100000">
                                          <p:val>
                                            <p:strVal val="#ppt_x"/>
                                          </p:val>
                                        </p:tav>
                                      </p:tavLst>
                                    </p:anim>
                                    <p:anim calcmode="lin" valueType="num">
                                      <p:cBhvr additive="base">
                                        <p:cTn id="18" dur="1000" fill="hold"/>
                                        <p:tgtEl>
                                          <p:spTgt spid="145">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wipe(down)">
                                      <p:cBhvr>
                                        <p:cTn id="23" dur="500"/>
                                        <p:tgtEl>
                                          <p:spTgt spid="11"/>
                                        </p:tgtEl>
                                      </p:cBhvr>
                                    </p:animEffect>
                                  </p:childTnLst>
                                </p:cTn>
                              </p:par>
                            </p:childTnLst>
                          </p:cTn>
                        </p:par>
                        <p:par>
                          <p:cTn id="24" fill="hold">
                            <p:stCondLst>
                              <p:cond delay="500"/>
                            </p:stCondLst>
                            <p:childTnLst>
                              <p:par>
                                <p:cTn id="25" presetID="31" presetClass="entr" presetSubtype="0" fill="hold" nodeType="afterEffect">
                                  <p:stCondLst>
                                    <p:cond delay="0"/>
                                  </p:stCondLst>
                                  <p:childTnLst>
                                    <p:set>
                                      <p:cBhvr>
                                        <p:cTn id="26" dur="1" fill="hold">
                                          <p:stCondLst>
                                            <p:cond delay="0"/>
                                          </p:stCondLst>
                                        </p:cTn>
                                        <p:tgtEl>
                                          <p:spTgt spid="3"/>
                                        </p:tgtEl>
                                        <p:attrNameLst>
                                          <p:attrName>style.visibility</p:attrName>
                                        </p:attrNameLst>
                                      </p:cBhvr>
                                      <p:to>
                                        <p:strVal val="visible"/>
                                      </p:to>
                                    </p:set>
                                    <p:anim calcmode="lin" valueType="num">
                                      <p:cBhvr>
                                        <p:cTn id="27" dur="1000" fill="hold"/>
                                        <p:tgtEl>
                                          <p:spTgt spid="3"/>
                                        </p:tgtEl>
                                        <p:attrNameLst>
                                          <p:attrName>ppt_w</p:attrName>
                                        </p:attrNameLst>
                                      </p:cBhvr>
                                      <p:tavLst>
                                        <p:tav tm="0">
                                          <p:val>
                                            <p:fltVal val="0"/>
                                          </p:val>
                                        </p:tav>
                                        <p:tav tm="100000">
                                          <p:val>
                                            <p:strVal val="#ppt_w"/>
                                          </p:val>
                                        </p:tav>
                                      </p:tavLst>
                                    </p:anim>
                                    <p:anim calcmode="lin" valueType="num">
                                      <p:cBhvr>
                                        <p:cTn id="28" dur="1000" fill="hold"/>
                                        <p:tgtEl>
                                          <p:spTgt spid="3"/>
                                        </p:tgtEl>
                                        <p:attrNameLst>
                                          <p:attrName>ppt_h</p:attrName>
                                        </p:attrNameLst>
                                      </p:cBhvr>
                                      <p:tavLst>
                                        <p:tav tm="0">
                                          <p:val>
                                            <p:fltVal val="0"/>
                                          </p:val>
                                        </p:tav>
                                        <p:tav tm="100000">
                                          <p:val>
                                            <p:strVal val="#ppt_h"/>
                                          </p:val>
                                        </p:tav>
                                      </p:tavLst>
                                    </p:anim>
                                    <p:anim calcmode="lin" valueType="num">
                                      <p:cBhvr>
                                        <p:cTn id="29" dur="1000" fill="hold"/>
                                        <p:tgtEl>
                                          <p:spTgt spid="3"/>
                                        </p:tgtEl>
                                        <p:attrNameLst>
                                          <p:attrName>style.rotation</p:attrName>
                                        </p:attrNameLst>
                                      </p:cBhvr>
                                      <p:tavLst>
                                        <p:tav tm="0">
                                          <p:val>
                                            <p:fltVal val="90"/>
                                          </p:val>
                                        </p:tav>
                                        <p:tav tm="100000">
                                          <p:val>
                                            <p:fltVal val="0"/>
                                          </p:val>
                                        </p:tav>
                                      </p:tavLst>
                                    </p:anim>
                                    <p:animEffect transition="in" filter="fade">
                                      <p:cBhvr>
                                        <p:cTn id="30" dur="1000"/>
                                        <p:tgtEl>
                                          <p:spTgt spid="3"/>
                                        </p:tgtEl>
                                      </p:cBhvr>
                                    </p:animEffect>
                                  </p:childTnLst>
                                </p:cTn>
                              </p:par>
                            </p:childTnLst>
                          </p:cTn>
                        </p:par>
                        <p:par>
                          <p:cTn id="31" fill="hold">
                            <p:stCondLst>
                              <p:cond delay="1500"/>
                            </p:stCondLst>
                            <p:childTnLst>
                              <p:par>
                                <p:cTn id="32" presetID="22" presetClass="entr" presetSubtype="8" fill="hold" nodeType="afterEffect">
                                  <p:stCondLst>
                                    <p:cond delay="0"/>
                                  </p:stCondLst>
                                  <p:childTnLst>
                                    <p:set>
                                      <p:cBhvr>
                                        <p:cTn id="33" dur="1" fill="hold">
                                          <p:stCondLst>
                                            <p:cond delay="0"/>
                                          </p:stCondLst>
                                        </p:cTn>
                                        <p:tgtEl>
                                          <p:spTgt spid="5"/>
                                        </p:tgtEl>
                                        <p:attrNameLst>
                                          <p:attrName>style.visibility</p:attrName>
                                        </p:attrNameLst>
                                      </p:cBhvr>
                                      <p:to>
                                        <p:strVal val="visible"/>
                                      </p:to>
                                    </p:set>
                                    <p:animEffect transition="in" filter="wipe(left)">
                                      <p:cBhvr>
                                        <p:cTn id="34"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45" grpId="0" uiExpand="1"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Freeform 10"/>
          <p:cNvSpPr>
            <a:spLocks/>
          </p:cNvSpPr>
          <p:nvPr/>
        </p:nvSpPr>
        <p:spPr bwMode="auto">
          <a:xfrm>
            <a:off x="921981" y="2476534"/>
            <a:ext cx="1772557" cy="702322"/>
          </a:xfrm>
          <a:custGeom>
            <a:avLst/>
            <a:gdLst>
              <a:gd name="T0" fmla="*/ 10 w 1848"/>
              <a:gd name="T1" fmla="*/ 0 h 682"/>
              <a:gd name="T2" fmla="*/ 1848 w 1848"/>
              <a:gd name="T3" fmla="*/ 0 h 682"/>
              <a:gd name="T4" fmla="*/ 341 w 1848"/>
              <a:gd name="T5" fmla="*/ 682 h 682"/>
              <a:gd name="T6" fmla="*/ 0 w 1848"/>
              <a:gd name="T7" fmla="*/ 677 h 682"/>
              <a:gd name="T8" fmla="*/ 10 w 1848"/>
              <a:gd name="T9" fmla="*/ 0 h 682"/>
              <a:gd name="T10" fmla="*/ 0 60000 65536"/>
              <a:gd name="T11" fmla="*/ 0 60000 65536"/>
              <a:gd name="T12" fmla="*/ 0 60000 65536"/>
              <a:gd name="T13" fmla="*/ 0 60000 65536"/>
              <a:gd name="T14" fmla="*/ 0 60000 65536"/>
              <a:gd name="T15" fmla="*/ 0 w 1848"/>
              <a:gd name="T16" fmla="*/ 0 h 682"/>
              <a:gd name="T17" fmla="*/ 1848 w 1848"/>
              <a:gd name="T18" fmla="*/ 682 h 682"/>
              <a:gd name="connsiteX0" fmla="*/ 54 w 10156"/>
              <a:gd name="connsiteY0" fmla="*/ 49 h 10049"/>
              <a:gd name="connsiteX1" fmla="*/ 10156 w 10156"/>
              <a:gd name="connsiteY1" fmla="*/ 0 h 10049"/>
              <a:gd name="connsiteX2" fmla="*/ 1845 w 10156"/>
              <a:gd name="connsiteY2" fmla="*/ 10049 h 10049"/>
              <a:gd name="connsiteX3" fmla="*/ 0 w 10156"/>
              <a:gd name="connsiteY3" fmla="*/ 9976 h 10049"/>
              <a:gd name="connsiteX4" fmla="*/ 54 w 10156"/>
              <a:gd name="connsiteY4" fmla="*/ 49 h 10049"/>
              <a:gd name="connsiteX0" fmla="*/ 54 w 7048"/>
              <a:gd name="connsiteY0" fmla="*/ 0 h 10000"/>
              <a:gd name="connsiteX1" fmla="*/ 7048 w 7048"/>
              <a:gd name="connsiteY1" fmla="*/ 6 h 10000"/>
              <a:gd name="connsiteX2" fmla="*/ 1845 w 7048"/>
              <a:gd name="connsiteY2" fmla="*/ 10000 h 10000"/>
              <a:gd name="connsiteX3" fmla="*/ 0 w 7048"/>
              <a:gd name="connsiteY3" fmla="*/ 9927 h 10000"/>
              <a:gd name="connsiteX4" fmla="*/ 54 w 7048"/>
              <a:gd name="connsiteY4" fmla="*/ 0 h 10000"/>
              <a:gd name="connsiteX0" fmla="*/ 77 w 10000"/>
              <a:gd name="connsiteY0" fmla="*/ 0 h 10055"/>
              <a:gd name="connsiteX1" fmla="*/ 10000 w 10000"/>
              <a:gd name="connsiteY1" fmla="*/ 6 h 10055"/>
              <a:gd name="connsiteX2" fmla="*/ 5166 w 10000"/>
              <a:gd name="connsiteY2" fmla="*/ 10055 h 10055"/>
              <a:gd name="connsiteX3" fmla="*/ 0 w 10000"/>
              <a:gd name="connsiteY3" fmla="*/ 9927 h 10055"/>
              <a:gd name="connsiteX4" fmla="*/ 77 w 10000"/>
              <a:gd name="connsiteY4" fmla="*/ 0 h 10055"/>
              <a:gd name="connsiteX0" fmla="*/ 77 w 10022"/>
              <a:gd name="connsiteY0" fmla="*/ 27 h 10082"/>
              <a:gd name="connsiteX1" fmla="*/ 10022 w 10022"/>
              <a:gd name="connsiteY1" fmla="*/ 0 h 10082"/>
              <a:gd name="connsiteX2" fmla="*/ 5166 w 10022"/>
              <a:gd name="connsiteY2" fmla="*/ 10082 h 10082"/>
              <a:gd name="connsiteX3" fmla="*/ 0 w 10022"/>
              <a:gd name="connsiteY3" fmla="*/ 9954 h 10082"/>
              <a:gd name="connsiteX4" fmla="*/ 77 w 10022"/>
              <a:gd name="connsiteY4" fmla="*/ 27 h 10082"/>
              <a:gd name="connsiteX0" fmla="*/ 77 w 10022"/>
              <a:gd name="connsiteY0" fmla="*/ 27 h 9954"/>
              <a:gd name="connsiteX1" fmla="*/ 10022 w 10022"/>
              <a:gd name="connsiteY1" fmla="*/ 0 h 9954"/>
              <a:gd name="connsiteX2" fmla="*/ 5122 w 10022"/>
              <a:gd name="connsiteY2" fmla="*/ 9718 h 9954"/>
              <a:gd name="connsiteX3" fmla="*/ 0 w 10022"/>
              <a:gd name="connsiteY3" fmla="*/ 9954 h 9954"/>
              <a:gd name="connsiteX4" fmla="*/ 77 w 10022"/>
              <a:gd name="connsiteY4" fmla="*/ 27 h 9954"/>
              <a:gd name="connsiteX0" fmla="*/ 44 w 9967"/>
              <a:gd name="connsiteY0" fmla="*/ 27 h 9834"/>
              <a:gd name="connsiteX1" fmla="*/ 9967 w 9967"/>
              <a:gd name="connsiteY1" fmla="*/ 0 h 9834"/>
              <a:gd name="connsiteX2" fmla="*/ 5078 w 9967"/>
              <a:gd name="connsiteY2" fmla="*/ 9763 h 9834"/>
              <a:gd name="connsiteX3" fmla="*/ 0 w 9967"/>
              <a:gd name="connsiteY3" fmla="*/ 9834 h 9834"/>
              <a:gd name="connsiteX4" fmla="*/ 44 w 9967"/>
              <a:gd name="connsiteY4" fmla="*/ 27 h 9834"/>
              <a:gd name="connsiteX0" fmla="*/ 66 w 10022"/>
              <a:gd name="connsiteY0" fmla="*/ 27 h 9966"/>
              <a:gd name="connsiteX1" fmla="*/ 10022 w 10022"/>
              <a:gd name="connsiteY1" fmla="*/ 0 h 9966"/>
              <a:gd name="connsiteX2" fmla="*/ 5117 w 10022"/>
              <a:gd name="connsiteY2" fmla="*/ 9928 h 9966"/>
              <a:gd name="connsiteX3" fmla="*/ 0 w 10022"/>
              <a:gd name="connsiteY3" fmla="*/ 9966 h 9966"/>
              <a:gd name="connsiteX4" fmla="*/ 66 w 10022"/>
              <a:gd name="connsiteY4" fmla="*/ 27 h 9966"/>
              <a:gd name="connsiteX0" fmla="*/ 0 w 10000"/>
              <a:gd name="connsiteY0" fmla="*/ 10000 h 10000"/>
              <a:gd name="connsiteX1" fmla="*/ 10000 w 10000"/>
              <a:gd name="connsiteY1" fmla="*/ 0 h 10000"/>
              <a:gd name="connsiteX2" fmla="*/ 5106 w 10000"/>
              <a:gd name="connsiteY2" fmla="*/ 9962 h 10000"/>
              <a:gd name="connsiteX3" fmla="*/ 0 w 10000"/>
              <a:gd name="connsiteY3" fmla="*/ 10000 h 10000"/>
              <a:gd name="connsiteX0" fmla="*/ 634 w 10641"/>
              <a:gd name="connsiteY0" fmla="*/ 11121 h 11121"/>
              <a:gd name="connsiteX1" fmla="*/ 694 w 10641"/>
              <a:gd name="connsiteY1" fmla="*/ 1074 h 11121"/>
              <a:gd name="connsiteX2" fmla="*/ 10634 w 10641"/>
              <a:gd name="connsiteY2" fmla="*/ 1121 h 11121"/>
              <a:gd name="connsiteX3" fmla="*/ 5740 w 10641"/>
              <a:gd name="connsiteY3" fmla="*/ 11083 h 11121"/>
              <a:gd name="connsiteX4" fmla="*/ 634 w 10641"/>
              <a:gd name="connsiteY4" fmla="*/ 11121 h 11121"/>
              <a:gd name="connsiteX0" fmla="*/ 634 w 10634"/>
              <a:gd name="connsiteY0" fmla="*/ 10047 h 10047"/>
              <a:gd name="connsiteX1" fmla="*/ 694 w 10634"/>
              <a:gd name="connsiteY1" fmla="*/ 0 h 10047"/>
              <a:gd name="connsiteX2" fmla="*/ 10634 w 10634"/>
              <a:gd name="connsiteY2" fmla="*/ 47 h 10047"/>
              <a:gd name="connsiteX3" fmla="*/ 5740 w 10634"/>
              <a:gd name="connsiteY3" fmla="*/ 10009 h 10047"/>
              <a:gd name="connsiteX4" fmla="*/ 634 w 10634"/>
              <a:gd name="connsiteY4" fmla="*/ 10047 h 10047"/>
              <a:gd name="connsiteX0" fmla="*/ 0 w 10000"/>
              <a:gd name="connsiteY0" fmla="*/ 10047 h 10047"/>
              <a:gd name="connsiteX1" fmla="*/ 60 w 10000"/>
              <a:gd name="connsiteY1" fmla="*/ 0 h 10047"/>
              <a:gd name="connsiteX2" fmla="*/ 10000 w 10000"/>
              <a:gd name="connsiteY2" fmla="*/ 47 h 10047"/>
              <a:gd name="connsiteX3" fmla="*/ 5106 w 10000"/>
              <a:gd name="connsiteY3" fmla="*/ 10009 h 10047"/>
              <a:gd name="connsiteX4" fmla="*/ 0 w 10000"/>
              <a:gd name="connsiteY4" fmla="*/ 10047 h 10047"/>
              <a:gd name="connsiteX0" fmla="*/ 0 w 10000"/>
              <a:gd name="connsiteY0" fmla="*/ 10047 h 10047"/>
              <a:gd name="connsiteX1" fmla="*/ 2022 w 10000"/>
              <a:gd name="connsiteY1" fmla="*/ 0 h 10047"/>
              <a:gd name="connsiteX2" fmla="*/ 10000 w 10000"/>
              <a:gd name="connsiteY2" fmla="*/ 47 h 10047"/>
              <a:gd name="connsiteX3" fmla="*/ 5106 w 10000"/>
              <a:gd name="connsiteY3" fmla="*/ 10009 h 10047"/>
              <a:gd name="connsiteX4" fmla="*/ 0 w 10000"/>
              <a:gd name="connsiteY4" fmla="*/ 10047 h 10047"/>
              <a:gd name="connsiteX0" fmla="*/ 0 w 8010"/>
              <a:gd name="connsiteY0" fmla="*/ 10003 h 10009"/>
              <a:gd name="connsiteX1" fmla="*/ 32 w 8010"/>
              <a:gd name="connsiteY1" fmla="*/ 0 h 10009"/>
              <a:gd name="connsiteX2" fmla="*/ 8010 w 8010"/>
              <a:gd name="connsiteY2" fmla="*/ 47 h 10009"/>
              <a:gd name="connsiteX3" fmla="*/ 3116 w 8010"/>
              <a:gd name="connsiteY3" fmla="*/ 10009 h 10009"/>
              <a:gd name="connsiteX4" fmla="*/ 0 w 8010"/>
              <a:gd name="connsiteY4" fmla="*/ 10003 h 10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10" h="10009">
                <a:moveTo>
                  <a:pt x="0" y="10003"/>
                </a:moveTo>
                <a:cubicBezTo>
                  <a:pt x="11" y="6669"/>
                  <a:pt x="21" y="3334"/>
                  <a:pt x="32" y="0"/>
                </a:cubicBezTo>
                <a:lnTo>
                  <a:pt x="8010" y="47"/>
                </a:lnTo>
                <a:lnTo>
                  <a:pt x="3116" y="10009"/>
                </a:lnTo>
                <a:lnTo>
                  <a:pt x="0" y="10003"/>
                </a:lnTo>
                <a:close/>
              </a:path>
            </a:pathLst>
          </a:custGeom>
          <a:solidFill>
            <a:srgbClr val="0066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9" name="任意多边形 28"/>
          <p:cNvSpPr/>
          <p:nvPr/>
        </p:nvSpPr>
        <p:spPr bwMode="auto">
          <a:xfrm>
            <a:off x="1618297" y="1755948"/>
            <a:ext cx="3275177" cy="1433795"/>
          </a:xfrm>
          <a:custGeom>
            <a:avLst/>
            <a:gdLst>
              <a:gd name="connsiteX0" fmla="*/ 0 w 4722726"/>
              <a:gd name="connsiteY0" fmla="*/ 1431890 h 1431890"/>
              <a:gd name="connsiteX1" fmla="*/ 4471517 w 4722726"/>
              <a:gd name="connsiteY1" fmla="*/ 1431890 h 1431890"/>
              <a:gd name="connsiteX2" fmla="*/ 4722726 w 4722726"/>
              <a:gd name="connsiteY2" fmla="*/ 944545 h 1431890"/>
              <a:gd name="connsiteX3" fmla="*/ 3034603 w 4722726"/>
              <a:gd name="connsiteY3" fmla="*/ 0 h 1431890"/>
              <a:gd name="connsiteX4" fmla="*/ 2703007 w 4722726"/>
              <a:gd name="connsiteY4" fmla="*/ 0 h 1431890"/>
              <a:gd name="connsiteX5" fmla="*/ 0 w 4722726"/>
              <a:gd name="connsiteY5" fmla="*/ 1431890 h 1431890"/>
              <a:gd name="connsiteX0" fmla="*/ 0 w 4185516"/>
              <a:gd name="connsiteY0" fmla="*/ 1439510 h 1439510"/>
              <a:gd name="connsiteX1" fmla="*/ 3934307 w 4185516"/>
              <a:gd name="connsiteY1" fmla="*/ 1431890 h 1439510"/>
              <a:gd name="connsiteX2" fmla="*/ 4185516 w 4185516"/>
              <a:gd name="connsiteY2" fmla="*/ 944545 h 1439510"/>
              <a:gd name="connsiteX3" fmla="*/ 2497393 w 4185516"/>
              <a:gd name="connsiteY3" fmla="*/ 0 h 1439510"/>
              <a:gd name="connsiteX4" fmla="*/ 2165797 w 4185516"/>
              <a:gd name="connsiteY4" fmla="*/ 0 h 1439510"/>
              <a:gd name="connsiteX5" fmla="*/ 0 w 4185516"/>
              <a:gd name="connsiteY5" fmla="*/ 1439510 h 1439510"/>
              <a:gd name="connsiteX0" fmla="*/ 0 w 3934307"/>
              <a:gd name="connsiteY0" fmla="*/ 1439510 h 1439510"/>
              <a:gd name="connsiteX1" fmla="*/ 3934307 w 3934307"/>
              <a:gd name="connsiteY1" fmla="*/ 1431890 h 1439510"/>
              <a:gd name="connsiteX2" fmla="*/ 3164436 w 3934307"/>
              <a:gd name="connsiteY2" fmla="*/ 270175 h 1439510"/>
              <a:gd name="connsiteX3" fmla="*/ 2497393 w 3934307"/>
              <a:gd name="connsiteY3" fmla="*/ 0 h 1439510"/>
              <a:gd name="connsiteX4" fmla="*/ 2165797 w 3934307"/>
              <a:gd name="connsiteY4" fmla="*/ 0 h 1439510"/>
              <a:gd name="connsiteX5" fmla="*/ 0 w 3934307"/>
              <a:gd name="connsiteY5" fmla="*/ 1439510 h 1439510"/>
              <a:gd name="connsiteX0" fmla="*/ 0 w 3934307"/>
              <a:gd name="connsiteY0" fmla="*/ 1439510 h 1439510"/>
              <a:gd name="connsiteX1" fmla="*/ 3934307 w 3934307"/>
              <a:gd name="connsiteY1" fmla="*/ 1431890 h 1439510"/>
              <a:gd name="connsiteX2" fmla="*/ 3164436 w 3934307"/>
              <a:gd name="connsiteY2" fmla="*/ 270175 h 1439510"/>
              <a:gd name="connsiteX3" fmla="*/ 2790763 w 3934307"/>
              <a:gd name="connsiteY3" fmla="*/ 15240 h 1439510"/>
              <a:gd name="connsiteX4" fmla="*/ 2165797 w 3934307"/>
              <a:gd name="connsiteY4" fmla="*/ 0 h 1439510"/>
              <a:gd name="connsiteX5" fmla="*/ 0 w 3934307"/>
              <a:gd name="connsiteY5" fmla="*/ 1439510 h 1439510"/>
              <a:gd name="connsiteX0" fmla="*/ 0 w 3275177"/>
              <a:gd name="connsiteY0" fmla="*/ 1439510 h 1443320"/>
              <a:gd name="connsiteX1" fmla="*/ 3275177 w 3275177"/>
              <a:gd name="connsiteY1" fmla="*/ 1443320 h 1443320"/>
              <a:gd name="connsiteX2" fmla="*/ 3164436 w 3275177"/>
              <a:gd name="connsiteY2" fmla="*/ 270175 h 1443320"/>
              <a:gd name="connsiteX3" fmla="*/ 2790763 w 3275177"/>
              <a:gd name="connsiteY3" fmla="*/ 15240 h 1443320"/>
              <a:gd name="connsiteX4" fmla="*/ 2165797 w 3275177"/>
              <a:gd name="connsiteY4" fmla="*/ 0 h 1443320"/>
              <a:gd name="connsiteX5" fmla="*/ 0 w 3275177"/>
              <a:gd name="connsiteY5" fmla="*/ 1439510 h 1443320"/>
              <a:gd name="connsiteX0" fmla="*/ 0 w 3275177"/>
              <a:gd name="connsiteY0" fmla="*/ 1429985 h 1433795"/>
              <a:gd name="connsiteX1" fmla="*/ 3275177 w 3275177"/>
              <a:gd name="connsiteY1" fmla="*/ 1433795 h 1433795"/>
              <a:gd name="connsiteX2" fmla="*/ 3164436 w 3275177"/>
              <a:gd name="connsiteY2" fmla="*/ 260650 h 1433795"/>
              <a:gd name="connsiteX3" fmla="*/ 2790763 w 3275177"/>
              <a:gd name="connsiteY3" fmla="*/ 5715 h 1433795"/>
              <a:gd name="connsiteX4" fmla="*/ 2182466 w 3275177"/>
              <a:gd name="connsiteY4" fmla="*/ 0 h 1433795"/>
              <a:gd name="connsiteX5" fmla="*/ 0 w 3275177"/>
              <a:gd name="connsiteY5" fmla="*/ 1429985 h 14337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75177" h="1433795">
                <a:moveTo>
                  <a:pt x="0" y="1429985"/>
                </a:moveTo>
                <a:lnTo>
                  <a:pt x="3275177" y="1433795"/>
                </a:lnTo>
                <a:lnTo>
                  <a:pt x="3164436" y="260650"/>
                </a:lnTo>
                <a:lnTo>
                  <a:pt x="2790763" y="5715"/>
                </a:lnTo>
                <a:lnTo>
                  <a:pt x="2182466" y="0"/>
                </a:lnTo>
                <a:lnTo>
                  <a:pt x="0" y="1429985"/>
                </a:lnTo>
                <a:close/>
              </a:path>
            </a:pathLst>
          </a:custGeom>
          <a:solidFill>
            <a:srgbClr val="CCECFF"/>
          </a:solidFill>
          <a:ln w="12700" cap="flat" cmpd="sng" algn="ctr">
            <a:no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15" name="任意多边形 14"/>
          <p:cNvSpPr/>
          <p:nvPr/>
        </p:nvSpPr>
        <p:spPr bwMode="auto">
          <a:xfrm>
            <a:off x="3573664" y="1762125"/>
            <a:ext cx="1078230" cy="1413510"/>
          </a:xfrm>
          <a:custGeom>
            <a:avLst/>
            <a:gdLst>
              <a:gd name="connsiteX0" fmla="*/ 0 w 1078230"/>
              <a:gd name="connsiteY0" fmla="*/ 1413510 h 1413510"/>
              <a:gd name="connsiteX1" fmla="*/ 396240 w 1078230"/>
              <a:gd name="connsiteY1" fmla="*/ 0 h 1413510"/>
              <a:gd name="connsiteX2" fmla="*/ 685800 w 1078230"/>
              <a:gd name="connsiteY2" fmla="*/ 0 h 1413510"/>
              <a:gd name="connsiteX3" fmla="*/ 1078230 w 1078230"/>
              <a:gd name="connsiteY3" fmla="*/ 1413510 h 1413510"/>
              <a:gd name="connsiteX4" fmla="*/ 0 w 1078230"/>
              <a:gd name="connsiteY4" fmla="*/ 1413510 h 14135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8230" h="1413510">
                <a:moveTo>
                  <a:pt x="0" y="1413510"/>
                </a:moveTo>
                <a:lnTo>
                  <a:pt x="396240" y="0"/>
                </a:lnTo>
                <a:lnTo>
                  <a:pt x="685800" y="0"/>
                </a:lnTo>
                <a:lnTo>
                  <a:pt x="1078230" y="1413510"/>
                </a:lnTo>
                <a:lnTo>
                  <a:pt x="0" y="1413510"/>
                </a:lnTo>
                <a:close/>
              </a:path>
            </a:pathLst>
          </a:custGeom>
          <a:solidFill>
            <a:schemeClr val="accent6">
              <a:lumMod val="60000"/>
              <a:lumOff val="40000"/>
            </a:schemeClr>
          </a:solidFill>
          <a:ln w="12700" cap="flat" cmpd="sng" algn="ctr">
            <a:no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65" name="Line 2424"/>
          <p:cNvSpPr>
            <a:spLocks noChangeShapeType="1"/>
          </p:cNvSpPr>
          <p:nvPr/>
        </p:nvSpPr>
        <p:spPr bwMode="auto">
          <a:xfrm flipH="1">
            <a:off x="918901" y="2475895"/>
            <a:ext cx="1779571"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 name="灯片编号占位符 1"/>
          <p:cNvSpPr txBox="1">
            <a:spLocks/>
          </p:cNvSpPr>
          <p:nvPr/>
        </p:nvSpPr>
        <p:spPr>
          <a:xfrm>
            <a:off x="66355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32</a:t>
            </a:fld>
            <a:endParaRPr lang="zh-CN" altLang="en-US" dirty="0">
              <a:solidFill>
                <a:srgbClr val="C00000"/>
              </a:solidFill>
            </a:endParaRPr>
          </a:p>
        </p:txBody>
      </p:sp>
      <p:sp>
        <p:nvSpPr>
          <p:cNvPr id="222" name="Text Box 46"/>
          <p:cNvSpPr txBox="1">
            <a:spLocks noChangeArrowheads="1"/>
          </p:cNvSpPr>
          <p:nvPr/>
        </p:nvSpPr>
        <p:spPr bwMode="auto">
          <a:xfrm>
            <a:off x="363382" y="755130"/>
            <a:ext cx="478111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357188" indent="-357188" eaLnBrk="1" hangingPunct="1">
              <a:lnSpc>
                <a:spcPct val="100000"/>
              </a:lnSpc>
              <a:spcBef>
                <a:spcPct val="0"/>
              </a:spcBef>
              <a:spcAft>
                <a:spcPct val="0"/>
              </a:spcAft>
              <a:buFont typeface="+mj-lt"/>
              <a:buAutoNum type="arabicPeriod" startAt="2"/>
            </a:pPr>
            <a:r>
              <a:rPr lang="zh-CN" altLang="en-US" sz="2800" b="1" dirty="0">
                <a:solidFill>
                  <a:srgbClr val="A50021"/>
                </a:solidFill>
                <a:latin typeface="微软雅黑" panose="020B0503020204020204" pitchFamily="34" charset="-122"/>
                <a:ea typeface="微软雅黑" panose="020B0503020204020204" pitchFamily="34" charset="-122"/>
              </a:rPr>
              <a:t> </a:t>
            </a:r>
            <a:r>
              <a:rPr lang="zh-CN" altLang="en-US" sz="2800" b="1" dirty="0" smtClean="0">
                <a:solidFill>
                  <a:srgbClr val="A50021"/>
                </a:solidFill>
                <a:latin typeface="微软雅黑" panose="020B0503020204020204" pitchFamily="34" charset="-122"/>
                <a:ea typeface="微软雅黑" panose="020B0503020204020204" pitchFamily="34" charset="-122"/>
              </a:rPr>
              <a:t>部分浸水的无</a:t>
            </a:r>
            <a:r>
              <a:rPr lang="zh-CN" altLang="en-US" sz="2800" b="1" dirty="0">
                <a:solidFill>
                  <a:srgbClr val="A50021"/>
                </a:solidFill>
                <a:latin typeface="微软雅黑" panose="020B0503020204020204" pitchFamily="34" charset="-122"/>
                <a:ea typeface="微软雅黑" panose="020B0503020204020204" pitchFamily="34" charset="-122"/>
              </a:rPr>
              <a:t>黏性土坡</a:t>
            </a:r>
          </a:p>
        </p:txBody>
      </p:sp>
      <p:sp>
        <p:nvSpPr>
          <p:cNvPr id="57" name="Text Box 2"/>
          <p:cNvSpPr txBox="1">
            <a:spLocks noChangeArrowheads="1"/>
          </p:cNvSpPr>
          <p:nvPr/>
        </p:nvSpPr>
        <p:spPr bwMode="auto">
          <a:xfrm>
            <a:off x="1645919" y="5656716"/>
            <a:ext cx="6844937"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gn="ctr" eaLnBrk="1" hangingPunct="1">
              <a:lnSpc>
                <a:spcPct val="100000"/>
              </a:lnSpc>
              <a:spcBef>
                <a:spcPct val="0"/>
              </a:spcBef>
              <a:spcAft>
                <a:spcPct val="0"/>
              </a:spcAft>
            </a:pPr>
            <a:r>
              <a:rPr kumimoji="1" lang="zh-CN" altLang="en-US" sz="4000" b="1" dirty="0" smtClean="0">
                <a:solidFill>
                  <a:srgbClr val="000066"/>
                </a:solidFill>
                <a:latin typeface="黑体" pitchFamily="2" charset="-122"/>
                <a:ea typeface="黑体" pitchFamily="2" charset="-122"/>
              </a:rPr>
              <a:t>几种可能发生深层滑动的情况</a:t>
            </a:r>
            <a:endParaRPr kumimoji="1" lang="zh-CN" altLang="en-US" sz="4000" b="1" dirty="0">
              <a:solidFill>
                <a:srgbClr val="000066"/>
              </a:solidFill>
              <a:latin typeface="黑体" pitchFamily="2" charset="-122"/>
              <a:ea typeface="黑体" pitchFamily="2" charset="-122"/>
            </a:endParaRPr>
          </a:p>
        </p:txBody>
      </p:sp>
      <p:sp>
        <p:nvSpPr>
          <p:cNvPr id="64" name="Line 2423"/>
          <p:cNvSpPr>
            <a:spLocks noChangeShapeType="1"/>
          </p:cNvSpPr>
          <p:nvPr/>
        </p:nvSpPr>
        <p:spPr bwMode="auto">
          <a:xfrm>
            <a:off x="912745" y="3180392"/>
            <a:ext cx="3973771"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67" name="Group 2426"/>
          <p:cNvGrpSpPr>
            <a:grpSpLocks/>
          </p:cNvGrpSpPr>
          <p:nvPr/>
        </p:nvGrpSpPr>
        <p:grpSpPr bwMode="auto">
          <a:xfrm>
            <a:off x="1492492" y="2336502"/>
            <a:ext cx="373473" cy="291880"/>
            <a:chOff x="355" y="513"/>
            <a:chExt cx="204" cy="175"/>
          </a:xfrm>
        </p:grpSpPr>
        <p:sp>
          <p:nvSpPr>
            <p:cNvPr id="68" name="AutoShape 2427"/>
            <p:cNvSpPr>
              <a:spLocks noChangeArrowheads="1"/>
            </p:cNvSpPr>
            <p:nvPr/>
          </p:nvSpPr>
          <p:spPr bwMode="auto">
            <a:xfrm flipV="1">
              <a:off x="420" y="513"/>
              <a:ext cx="94" cy="78"/>
            </a:xfrm>
            <a:prstGeom prst="triangle">
              <a:avLst>
                <a:gd name="adj" fmla="val 50000"/>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9" name="Line 2428"/>
            <p:cNvSpPr>
              <a:spLocks noChangeShapeType="1"/>
            </p:cNvSpPr>
            <p:nvPr/>
          </p:nvSpPr>
          <p:spPr bwMode="auto">
            <a:xfrm>
              <a:off x="355" y="626"/>
              <a:ext cx="9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0" name="Line 2429"/>
            <p:cNvSpPr>
              <a:spLocks noChangeShapeType="1"/>
            </p:cNvSpPr>
            <p:nvPr/>
          </p:nvSpPr>
          <p:spPr bwMode="auto">
            <a:xfrm>
              <a:off x="469" y="626"/>
              <a:ext cx="9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1" name="Line 2430"/>
            <p:cNvSpPr>
              <a:spLocks noChangeShapeType="1"/>
            </p:cNvSpPr>
            <p:nvPr/>
          </p:nvSpPr>
          <p:spPr bwMode="auto">
            <a:xfrm>
              <a:off x="409" y="657"/>
              <a:ext cx="11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2" name="Line 2431"/>
            <p:cNvSpPr>
              <a:spLocks noChangeShapeType="1"/>
            </p:cNvSpPr>
            <p:nvPr/>
          </p:nvSpPr>
          <p:spPr bwMode="auto">
            <a:xfrm>
              <a:off x="453" y="688"/>
              <a:ext cx="4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03" name="Group 2520"/>
          <p:cNvGrpSpPr>
            <a:grpSpLocks/>
          </p:cNvGrpSpPr>
          <p:nvPr/>
        </p:nvGrpSpPr>
        <p:grpSpPr bwMode="auto">
          <a:xfrm>
            <a:off x="2909772" y="3194295"/>
            <a:ext cx="812973" cy="158180"/>
            <a:chOff x="2644" y="2807"/>
            <a:chExt cx="481" cy="83"/>
          </a:xfrm>
        </p:grpSpPr>
        <p:sp>
          <p:nvSpPr>
            <p:cNvPr id="104" name="Freeform 2521"/>
            <p:cNvSpPr>
              <a:spLocks/>
            </p:cNvSpPr>
            <p:nvPr/>
          </p:nvSpPr>
          <p:spPr bwMode="auto">
            <a:xfrm>
              <a:off x="2644" y="2810"/>
              <a:ext cx="97" cy="73"/>
            </a:xfrm>
            <a:custGeom>
              <a:avLst/>
              <a:gdLst>
                <a:gd name="T0" fmla="*/ 97 w 97"/>
                <a:gd name="T1" fmla="*/ 0 h 73"/>
                <a:gd name="T2" fmla="*/ 0 w 97"/>
                <a:gd name="T3" fmla="*/ 73 h 73"/>
              </a:gdLst>
              <a:ahLst/>
              <a:cxnLst>
                <a:cxn ang="0">
                  <a:pos x="T0" y="T1"/>
                </a:cxn>
                <a:cxn ang="0">
                  <a:pos x="T2" y="T3"/>
                </a:cxn>
              </a:cxnLst>
              <a:rect l="0" t="0" r="r" b="b"/>
              <a:pathLst>
                <a:path w="97" h="73">
                  <a:moveTo>
                    <a:pt x="97" y="0"/>
                  </a:moveTo>
                  <a:lnTo>
                    <a:pt x="0" y="73"/>
                  </a:ln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105" name="Freeform 2522"/>
            <p:cNvSpPr>
              <a:spLocks/>
            </p:cNvSpPr>
            <p:nvPr/>
          </p:nvSpPr>
          <p:spPr bwMode="auto">
            <a:xfrm>
              <a:off x="2729" y="2810"/>
              <a:ext cx="97" cy="73"/>
            </a:xfrm>
            <a:custGeom>
              <a:avLst/>
              <a:gdLst>
                <a:gd name="T0" fmla="*/ 97 w 97"/>
                <a:gd name="T1" fmla="*/ 0 h 73"/>
                <a:gd name="T2" fmla="*/ 0 w 97"/>
                <a:gd name="T3" fmla="*/ 73 h 73"/>
              </a:gdLst>
              <a:ahLst/>
              <a:cxnLst>
                <a:cxn ang="0">
                  <a:pos x="T0" y="T1"/>
                </a:cxn>
                <a:cxn ang="0">
                  <a:pos x="T2" y="T3"/>
                </a:cxn>
              </a:cxnLst>
              <a:rect l="0" t="0" r="r" b="b"/>
              <a:pathLst>
                <a:path w="97" h="73">
                  <a:moveTo>
                    <a:pt x="97" y="0"/>
                  </a:moveTo>
                  <a:lnTo>
                    <a:pt x="0" y="73"/>
                  </a:ln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106" name="Freeform 2523"/>
            <p:cNvSpPr>
              <a:spLocks/>
            </p:cNvSpPr>
            <p:nvPr/>
          </p:nvSpPr>
          <p:spPr bwMode="auto">
            <a:xfrm>
              <a:off x="2693" y="2807"/>
              <a:ext cx="97" cy="73"/>
            </a:xfrm>
            <a:custGeom>
              <a:avLst/>
              <a:gdLst>
                <a:gd name="T0" fmla="*/ 97 w 97"/>
                <a:gd name="T1" fmla="*/ 0 h 73"/>
                <a:gd name="T2" fmla="*/ 0 w 97"/>
                <a:gd name="T3" fmla="*/ 73 h 73"/>
              </a:gdLst>
              <a:ahLst/>
              <a:cxnLst>
                <a:cxn ang="0">
                  <a:pos x="T0" y="T1"/>
                </a:cxn>
                <a:cxn ang="0">
                  <a:pos x="T2" y="T3"/>
                </a:cxn>
              </a:cxnLst>
              <a:rect l="0" t="0" r="r" b="b"/>
              <a:pathLst>
                <a:path w="97" h="73">
                  <a:moveTo>
                    <a:pt x="97" y="0"/>
                  </a:moveTo>
                  <a:lnTo>
                    <a:pt x="0" y="73"/>
                  </a:ln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107" name="Freeform 2524"/>
            <p:cNvSpPr>
              <a:spLocks/>
            </p:cNvSpPr>
            <p:nvPr/>
          </p:nvSpPr>
          <p:spPr bwMode="auto">
            <a:xfrm>
              <a:off x="2792" y="2837"/>
              <a:ext cx="72" cy="40"/>
            </a:xfrm>
            <a:custGeom>
              <a:avLst/>
              <a:gdLst>
                <a:gd name="T0" fmla="*/ 0 w 72"/>
                <a:gd name="T1" fmla="*/ 0 h 40"/>
                <a:gd name="T2" fmla="*/ 72 w 72"/>
                <a:gd name="T3" fmla="*/ 40 h 40"/>
              </a:gdLst>
              <a:ahLst/>
              <a:cxnLst>
                <a:cxn ang="0">
                  <a:pos x="T0" y="T1"/>
                </a:cxn>
                <a:cxn ang="0">
                  <a:pos x="T2" y="T3"/>
                </a:cxn>
              </a:cxnLst>
              <a:rect l="0" t="0" r="r" b="b"/>
              <a:pathLst>
                <a:path w="72" h="40">
                  <a:moveTo>
                    <a:pt x="0" y="0"/>
                  </a:moveTo>
                  <a:lnTo>
                    <a:pt x="72" y="40"/>
                  </a:ln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108" name="Freeform 2525"/>
            <p:cNvSpPr>
              <a:spLocks/>
            </p:cNvSpPr>
            <p:nvPr/>
          </p:nvSpPr>
          <p:spPr bwMode="auto">
            <a:xfrm>
              <a:off x="2759" y="2859"/>
              <a:ext cx="54" cy="30"/>
            </a:xfrm>
            <a:custGeom>
              <a:avLst/>
              <a:gdLst>
                <a:gd name="T0" fmla="*/ 0 w 54"/>
                <a:gd name="T1" fmla="*/ 0 h 30"/>
                <a:gd name="T2" fmla="*/ 54 w 54"/>
                <a:gd name="T3" fmla="*/ 30 h 30"/>
              </a:gdLst>
              <a:ahLst/>
              <a:cxnLst>
                <a:cxn ang="0">
                  <a:pos x="T0" y="T1"/>
                </a:cxn>
                <a:cxn ang="0">
                  <a:pos x="T2" y="T3"/>
                </a:cxn>
              </a:cxnLst>
              <a:rect l="0" t="0" r="r" b="b"/>
              <a:pathLst>
                <a:path w="54" h="30">
                  <a:moveTo>
                    <a:pt x="0" y="0"/>
                  </a:moveTo>
                  <a:lnTo>
                    <a:pt x="54" y="30"/>
                  </a:ln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109" name="Freeform 2526"/>
            <p:cNvSpPr>
              <a:spLocks/>
            </p:cNvSpPr>
            <p:nvPr/>
          </p:nvSpPr>
          <p:spPr bwMode="auto">
            <a:xfrm>
              <a:off x="2829" y="2813"/>
              <a:ext cx="72" cy="40"/>
            </a:xfrm>
            <a:custGeom>
              <a:avLst/>
              <a:gdLst>
                <a:gd name="T0" fmla="*/ 0 w 72"/>
                <a:gd name="T1" fmla="*/ 0 h 40"/>
                <a:gd name="T2" fmla="*/ 72 w 72"/>
                <a:gd name="T3" fmla="*/ 40 h 40"/>
              </a:gdLst>
              <a:ahLst/>
              <a:cxnLst>
                <a:cxn ang="0">
                  <a:pos x="T0" y="T1"/>
                </a:cxn>
                <a:cxn ang="0">
                  <a:pos x="T2" y="T3"/>
                </a:cxn>
              </a:cxnLst>
              <a:rect l="0" t="0" r="r" b="b"/>
              <a:pathLst>
                <a:path w="72" h="40">
                  <a:moveTo>
                    <a:pt x="0" y="0"/>
                  </a:moveTo>
                  <a:lnTo>
                    <a:pt x="72" y="40"/>
                  </a:ln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110" name="Freeform 2527"/>
            <p:cNvSpPr>
              <a:spLocks/>
            </p:cNvSpPr>
            <p:nvPr/>
          </p:nvSpPr>
          <p:spPr bwMode="auto">
            <a:xfrm>
              <a:off x="2868" y="2811"/>
              <a:ext cx="97" cy="73"/>
            </a:xfrm>
            <a:custGeom>
              <a:avLst/>
              <a:gdLst>
                <a:gd name="T0" fmla="*/ 97 w 97"/>
                <a:gd name="T1" fmla="*/ 0 h 73"/>
                <a:gd name="T2" fmla="*/ 0 w 97"/>
                <a:gd name="T3" fmla="*/ 73 h 73"/>
              </a:gdLst>
              <a:ahLst/>
              <a:cxnLst>
                <a:cxn ang="0">
                  <a:pos x="T0" y="T1"/>
                </a:cxn>
                <a:cxn ang="0">
                  <a:pos x="T2" y="T3"/>
                </a:cxn>
              </a:cxnLst>
              <a:rect l="0" t="0" r="r" b="b"/>
              <a:pathLst>
                <a:path w="97" h="73">
                  <a:moveTo>
                    <a:pt x="97" y="0"/>
                  </a:moveTo>
                  <a:lnTo>
                    <a:pt x="0" y="73"/>
                  </a:ln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112" name="Freeform 2528"/>
            <p:cNvSpPr>
              <a:spLocks/>
            </p:cNvSpPr>
            <p:nvPr/>
          </p:nvSpPr>
          <p:spPr bwMode="auto">
            <a:xfrm>
              <a:off x="2953" y="2811"/>
              <a:ext cx="97" cy="73"/>
            </a:xfrm>
            <a:custGeom>
              <a:avLst/>
              <a:gdLst>
                <a:gd name="T0" fmla="*/ 97 w 97"/>
                <a:gd name="T1" fmla="*/ 0 h 73"/>
                <a:gd name="T2" fmla="*/ 0 w 97"/>
                <a:gd name="T3" fmla="*/ 73 h 73"/>
              </a:gdLst>
              <a:ahLst/>
              <a:cxnLst>
                <a:cxn ang="0">
                  <a:pos x="T0" y="T1"/>
                </a:cxn>
                <a:cxn ang="0">
                  <a:pos x="T2" y="T3"/>
                </a:cxn>
              </a:cxnLst>
              <a:rect l="0" t="0" r="r" b="b"/>
              <a:pathLst>
                <a:path w="97" h="73">
                  <a:moveTo>
                    <a:pt x="97" y="0"/>
                  </a:moveTo>
                  <a:lnTo>
                    <a:pt x="0" y="73"/>
                  </a:ln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113" name="Freeform 2529"/>
            <p:cNvSpPr>
              <a:spLocks/>
            </p:cNvSpPr>
            <p:nvPr/>
          </p:nvSpPr>
          <p:spPr bwMode="auto">
            <a:xfrm>
              <a:off x="2917" y="2808"/>
              <a:ext cx="97" cy="73"/>
            </a:xfrm>
            <a:custGeom>
              <a:avLst/>
              <a:gdLst>
                <a:gd name="T0" fmla="*/ 97 w 97"/>
                <a:gd name="T1" fmla="*/ 0 h 73"/>
                <a:gd name="T2" fmla="*/ 0 w 97"/>
                <a:gd name="T3" fmla="*/ 73 h 73"/>
              </a:gdLst>
              <a:ahLst/>
              <a:cxnLst>
                <a:cxn ang="0">
                  <a:pos x="T0" y="T1"/>
                </a:cxn>
                <a:cxn ang="0">
                  <a:pos x="T2" y="T3"/>
                </a:cxn>
              </a:cxnLst>
              <a:rect l="0" t="0" r="r" b="b"/>
              <a:pathLst>
                <a:path w="97" h="73">
                  <a:moveTo>
                    <a:pt x="97" y="0"/>
                  </a:moveTo>
                  <a:lnTo>
                    <a:pt x="0" y="73"/>
                  </a:ln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114" name="Freeform 2530"/>
            <p:cNvSpPr>
              <a:spLocks/>
            </p:cNvSpPr>
            <p:nvPr/>
          </p:nvSpPr>
          <p:spPr bwMode="auto">
            <a:xfrm>
              <a:off x="3016" y="2838"/>
              <a:ext cx="72" cy="40"/>
            </a:xfrm>
            <a:custGeom>
              <a:avLst/>
              <a:gdLst>
                <a:gd name="T0" fmla="*/ 0 w 72"/>
                <a:gd name="T1" fmla="*/ 0 h 40"/>
                <a:gd name="T2" fmla="*/ 72 w 72"/>
                <a:gd name="T3" fmla="*/ 40 h 40"/>
              </a:gdLst>
              <a:ahLst/>
              <a:cxnLst>
                <a:cxn ang="0">
                  <a:pos x="T0" y="T1"/>
                </a:cxn>
                <a:cxn ang="0">
                  <a:pos x="T2" y="T3"/>
                </a:cxn>
              </a:cxnLst>
              <a:rect l="0" t="0" r="r" b="b"/>
              <a:pathLst>
                <a:path w="72" h="40">
                  <a:moveTo>
                    <a:pt x="0" y="0"/>
                  </a:moveTo>
                  <a:lnTo>
                    <a:pt x="72" y="40"/>
                  </a:ln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115" name="Freeform 2531"/>
            <p:cNvSpPr>
              <a:spLocks/>
            </p:cNvSpPr>
            <p:nvPr/>
          </p:nvSpPr>
          <p:spPr bwMode="auto">
            <a:xfrm>
              <a:off x="2983" y="2860"/>
              <a:ext cx="54" cy="30"/>
            </a:xfrm>
            <a:custGeom>
              <a:avLst/>
              <a:gdLst>
                <a:gd name="T0" fmla="*/ 0 w 54"/>
                <a:gd name="T1" fmla="*/ 0 h 30"/>
                <a:gd name="T2" fmla="*/ 54 w 54"/>
                <a:gd name="T3" fmla="*/ 30 h 30"/>
              </a:gdLst>
              <a:ahLst/>
              <a:cxnLst>
                <a:cxn ang="0">
                  <a:pos x="T0" y="T1"/>
                </a:cxn>
                <a:cxn ang="0">
                  <a:pos x="T2" y="T3"/>
                </a:cxn>
              </a:cxnLst>
              <a:rect l="0" t="0" r="r" b="b"/>
              <a:pathLst>
                <a:path w="54" h="30">
                  <a:moveTo>
                    <a:pt x="0" y="0"/>
                  </a:moveTo>
                  <a:lnTo>
                    <a:pt x="54" y="30"/>
                  </a:ln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116" name="Freeform 2532"/>
            <p:cNvSpPr>
              <a:spLocks/>
            </p:cNvSpPr>
            <p:nvPr/>
          </p:nvSpPr>
          <p:spPr bwMode="auto">
            <a:xfrm>
              <a:off x="3053" y="2814"/>
              <a:ext cx="72" cy="40"/>
            </a:xfrm>
            <a:custGeom>
              <a:avLst/>
              <a:gdLst>
                <a:gd name="T0" fmla="*/ 0 w 72"/>
                <a:gd name="T1" fmla="*/ 0 h 40"/>
                <a:gd name="T2" fmla="*/ 72 w 72"/>
                <a:gd name="T3" fmla="*/ 40 h 40"/>
              </a:gdLst>
              <a:ahLst/>
              <a:cxnLst>
                <a:cxn ang="0">
                  <a:pos x="T0" y="T1"/>
                </a:cxn>
                <a:cxn ang="0">
                  <a:pos x="T2" y="T3"/>
                </a:cxn>
              </a:cxnLst>
              <a:rect l="0" t="0" r="r" b="b"/>
              <a:pathLst>
                <a:path w="72" h="40">
                  <a:moveTo>
                    <a:pt x="0" y="0"/>
                  </a:moveTo>
                  <a:lnTo>
                    <a:pt x="72" y="40"/>
                  </a:ln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grpSp>
      <p:sp>
        <p:nvSpPr>
          <p:cNvPr id="117" name="Text Box 2451"/>
          <p:cNvSpPr txBox="1">
            <a:spLocks noChangeArrowheads="1"/>
          </p:cNvSpPr>
          <p:nvPr/>
        </p:nvSpPr>
        <p:spPr bwMode="auto">
          <a:xfrm>
            <a:off x="3957963" y="2061399"/>
            <a:ext cx="417102"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100000"/>
              </a:lnSpc>
              <a:spcBef>
                <a:spcPts val="0"/>
              </a:spcBef>
              <a:spcAft>
                <a:spcPts val="0"/>
              </a:spcAft>
            </a:pPr>
            <a:r>
              <a:rPr kumimoji="1" lang="zh-CN" altLang="en-US" sz="1800" b="1" dirty="0" smtClean="0">
                <a:latin typeface="幼圆" panose="02010509060101010101" pitchFamily="49" charset="-122"/>
                <a:ea typeface="幼圆" panose="02010509060101010101" pitchFamily="49" charset="-122"/>
              </a:rPr>
              <a:t>防</a:t>
            </a:r>
            <a:endParaRPr kumimoji="1" lang="en-US" altLang="zh-CN" sz="1800" b="1" dirty="0" smtClean="0">
              <a:latin typeface="幼圆" panose="02010509060101010101" pitchFamily="49" charset="-122"/>
              <a:ea typeface="幼圆" panose="02010509060101010101" pitchFamily="49" charset="-122"/>
            </a:endParaRPr>
          </a:p>
          <a:p>
            <a:pPr>
              <a:lnSpc>
                <a:spcPct val="100000"/>
              </a:lnSpc>
              <a:spcBef>
                <a:spcPts val="0"/>
              </a:spcBef>
              <a:spcAft>
                <a:spcPts val="0"/>
              </a:spcAft>
            </a:pPr>
            <a:r>
              <a:rPr kumimoji="1" lang="zh-CN" altLang="en-US" sz="1800" b="1" dirty="0" smtClean="0">
                <a:latin typeface="幼圆" panose="02010509060101010101" pitchFamily="49" charset="-122"/>
                <a:ea typeface="幼圆" panose="02010509060101010101" pitchFamily="49" charset="-122"/>
              </a:rPr>
              <a:t>渗</a:t>
            </a:r>
            <a:endParaRPr kumimoji="1" lang="en-US" altLang="zh-CN" sz="1800" b="1" dirty="0" smtClean="0">
              <a:latin typeface="幼圆" panose="02010509060101010101" pitchFamily="49" charset="-122"/>
              <a:ea typeface="幼圆" panose="02010509060101010101" pitchFamily="49" charset="-122"/>
            </a:endParaRPr>
          </a:p>
          <a:p>
            <a:pPr>
              <a:lnSpc>
                <a:spcPct val="100000"/>
              </a:lnSpc>
              <a:spcBef>
                <a:spcPts val="0"/>
              </a:spcBef>
              <a:spcAft>
                <a:spcPts val="0"/>
              </a:spcAft>
            </a:pPr>
            <a:r>
              <a:rPr kumimoji="1" lang="zh-CN" altLang="en-US" sz="1800" b="1" dirty="0" smtClean="0">
                <a:latin typeface="幼圆" panose="02010509060101010101" pitchFamily="49" charset="-122"/>
                <a:ea typeface="幼圆" panose="02010509060101010101" pitchFamily="49" charset="-122"/>
              </a:rPr>
              <a:t>体</a:t>
            </a:r>
            <a:endParaRPr kumimoji="1" lang="en-US" altLang="zh-CN" sz="1800" b="1" dirty="0">
              <a:latin typeface="幼圆" panose="02010509060101010101" pitchFamily="49" charset="-122"/>
              <a:ea typeface="幼圆" panose="02010509060101010101" pitchFamily="49" charset="-122"/>
            </a:endParaRPr>
          </a:p>
        </p:txBody>
      </p:sp>
      <p:sp>
        <p:nvSpPr>
          <p:cNvPr id="123" name="Text Box 2451"/>
          <p:cNvSpPr txBox="1">
            <a:spLocks noChangeArrowheads="1"/>
          </p:cNvSpPr>
          <p:nvPr/>
        </p:nvSpPr>
        <p:spPr bwMode="auto">
          <a:xfrm>
            <a:off x="6130954" y="2092044"/>
            <a:ext cx="2249334" cy="8925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2000" b="1" dirty="0" smtClean="0">
                <a:solidFill>
                  <a:srgbClr val="C00000"/>
                </a:solidFill>
                <a:ea typeface="黑体" panose="02010609060101010101" pitchFamily="49" charset="-122"/>
                <a:cs typeface="Times New Roman" panose="02020603050405020304" pitchFamily="18" charset="0"/>
              </a:rPr>
              <a:t>不平衡推力传递法</a:t>
            </a:r>
            <a:endParaRPr kumimoji="1" lang="en-US" altLang="zh-CN" sz="2000" b="1" dirty="0" smtClean="0">
              <a:solidFill>
                <a:srgbClr val="C00000"/>
              </a:solidFill>
              <a:ea typeface="黑体" panose="02010609060101010101" pitchFamily="49" charset="-122"/>
              <a:cs typeface="Times New Roman" panose="02020603050405020304" pitchFamily="18" charset="0"/>
            </a:endParaRPr>
          </a:p>
          <a:p>
            <a:pPr algn="ctr"/>
            <a:r>
              <a:rPr kumimoji="1" lang="zh-CN" altLang="en-US" sz="2000" b="1" dirty="0" smtClean="0">
                <a:solidFill>
                  <a:srgbClr val="000066"/>
                </a:solidFill>
                <a:ea typeface="幼圆" panose="02010509060101010101" pitchFamily="49" charset="-122"/>
                <a:cs typeface="Times New Roman" panose="02020603050405020304" pitchFamily="18" charset="0"/>
              </a:rPr>
              <a:t>（教材</a:t>
            </a:r>
            <a:r>
              <a:rPr kumimoji="1" lang="en-US" altLang="zh-CN" sz="2000" b="1" dirty="0" smtClean="0">
                <a:solidFill>
                  <a:srgbClr val="000066"/>
                </a:solidFill>
                <a:ea typeface="幼圆" panose="02010509060101010101" pitchFamily="49" charset="-122"/>
                <a:cs typeface="Times New Roman" panose="02020603050405020304" pitchFamily="18" charset="0"/>
              </a:rPr>
              <a:t>P261</a:t>
            </a:r>
            <a:r>
              <a:rPr kumimoji="1" lang="zh-CN" altLang="en-US" sz="2000" b="1" dirty="0" smtClean="0">
                <a:solidFill>
                  <a:srgbClr val="000066"/>
                </a:solidFill>
                <a:ea typeface="幼圆" panose="02010509060101010101" pitchFamily="49" charset="-122"/>
                <a:cs typeface="Times New Roman" panose="02020603050405020304" pitchFamily="18" charset="0"/>
              </a:rPr>
              <a:t>页）</a:t>
            </a:r>
            <a:endParaRPr kumimoji="1" lang="en-US" altLang="zh-CN" sz="2000" b="1" dirty="0">
              <a:solidFill>
                <a:srgbClr val="000066"/>
              </a:solidFill>
              <a:ea typeface="幼圆" panose="02010509060101010101" pitchFamily="49" charset="-122"/>
              <a:cs typeface="Times New Roman" panose="02020603050405020304" pitchFamily="18" charset="0"/>
            </a:endParaRPr>
          </a:p>
        </p:txBody>
      </p:sp>
      <p:sp>
        <p:nvSpPr>
          <p:cNvPr id="145" name="Text Box 3"/>
          <p:cNvSpPr txBox="1">
            <a:spLocks noChangeArrowheads="1"/>
          </p:cNvSpPr>
          <p:nvPr/>
        </p:nvSpPr>
        <p:spPr bwMode="auto">
          <a:xfrm>
            <a:off x="1049745" y="3565845"/>
            <a:ext cx="7695818" cy="18620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625475" indent="-625475"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342900" indent="-342900" eaLnBrk="1" hangingPunct="1">
              <a:lnSpc>
                <a:spcPct val="125000"/>
              </a:lnSpc>
              <a:spcBef>
                <a:spcPts val="300"/>
              </a:spcBef>
              <a:spcAft>
                <a:spcPts val="300"/>
              </a:spcAft>
              <a:buClr>
                <a:srgbClr val="A50021"/>
              </a:buClr>
              <a:buSzPct val="100000"/>
              <a:buFont typeface="Wingdings" panose="05000000000000000000" pitchFamily="2" charset="2"/>
              <a:buChar char="Ø"/>
            </a:pPr>
            <a:r>
              <a:rPr lang="zh-CN" altLang="en-US" sz="2000" b="1" dirty="0" smtClean="0">
                <a:solidFill>
                  <a:srgbClr val="000066"/>
                </a:solidFill>
                <a:ea typeface="幼圆" pitchFamily="49" charset="-122"/>
              </a:rPr>
              <a:t>如水上水下堆石料的内摩擦角相等，坡表面稳定安全系数相等</a:t>
            </a:r>
            <a:endParaRPr lang="en-US" altLang="zh-CN" sz="2000" b="1" dirty="0" smtClean="0">
              <a:solidFill>
                <a:srgbClr val="000066"/>
              </a:solidFill>
              <a:ea typeface="幼圆" pitchFamily="49" charset="-122"/>
            </a:endParaRPr>
          </a:p>
          <a:p>
            <a:pPr marL="342900" indent="-342900" eaLnBrk="1" hangingPunct="1">
              <a:lnSpc>
                <a:spcPct val="125000"/>
              </a:lnSpc>
              <a:spcBef>
                <a:spcPts val="300"/>
              </a:spcBef>
              <a:spcAft>
                <a:spcPts val="300"/>
              </a:spcAft>
              <a:buClr>
                <a:srgbClr val="A50021"/>
              </a:buClr>
              <a:buSzPct val="100000"/>
              <a:buFont typeface="Wingdings" panose="05000000000000000000" pitchFamily="2" charset="2"/>
              <a:buChar char="Ø"/>
            </a:pPr>
            <a:r>
              <a:rPr lang="zh-CN" altLang="en-US" sz="2000" b="1" dirty="0" smtClean="0">
                <a:solidFill>
                  <a:srgbClr val="000066"/>
                </a:solidFill>
                <a:ea typeface="幼圆" pitchFamily="49" charset="-122"/>
              </a:rPr>
              <a:t>沿</a:t>
            </a:r>
            <a:r>
              <a:rPr lang="en-US" altLang="zh-CN" sz="2000" b="1" dirty="0" err="1" smtClean="0">
                <a:solidFill>
                  <a:srgbClr val="000066"/>
                </a:solidFill>
                <a:ea typeface="幼圆" pitchFamily="49" charset="-122"/>
              </a:rPr>
              <a:t>ADC折线滑动</a:t>
            </a:r>
            <a:r>
              <a:rPr lang="zh-CN" altLang="en-US" sz="2000" b="1" dirty="0" smtClean="0">
                <a:solidFill>
                  <a:srgbClr val="000066"/>
                </a:solidFill>
                <a:ea typeface="幼圆" pitchFamily="49" charset="-122"/>
              </a:rPr>
              <a:t>可能更危险</a:t>
            </a:r>
            <a:r>
              <a:rPr lang="en-US" altLang="zh-CN" sz="2000" b="1" dirty="0" smtClean="0">
                <a:solidFill>
                  <a:srgbClr val="000066"/>
                </a:solidFill>
                <a:ea typeface="幼圆" pitchFamily="49" charset="-122"/>
              </a:rPr>
              <a:t>，</a:t>
            </a:r>
            <a:r>
              <a:rPr lang="zh-CN" altLang="en-US" sz="2000" b="1" dirty="0" smtClean="0">
                <a:solidFill>
                  <a:srgbClr val="000066"/>
                </a:solidFill>
                <a:ea typeface="幼圆" pitchFamily="49" charset="-122"/>
              </a:rPr>
              <a:t>工程上需</a:t>
            </a:r>
            <a:r>
              <a:rPr lang="en-US" altLang="zh-CN" sz="2000" b="1" dirty="0" err="1" smtClean="0">
                <a:solidFill>
                  <a:srgbClr val="000066"/>
                </a:solidFill>
                <a:ea typeface="幼圆" pitchFamily="49" charset="-122"/>
              </a:rPr>
              <a:t>进行验算</a:t>
            </a:r>
            <a:endParaRPr lang="en-US" altLang="zh-CN" sz="2000" b="1" dirty="0" smtClean="0">
              <a:solidFill>
                <a:srgbClr val="000066"/>
              </a:solidFill>
              <a:ea typeface="幼圆" pitchFamily="49" charset="-122"/>
            </a:endParaRPr>
          </a:p>
          <a:p>
            <a:pPr marL="342900" indent="-342900" eaLnBrk="1" hangingPunct="1">
              <a:lnSpc>
                <a:spcPct val="125000"/>
              </a:lnSpc>
              <a:spcBef>
                <a:spcPts val="300"/>
              </a:spcBef>
              <a:spcAft>
                <a:spcPts val="300"/>
              </a:spcAft>
              <a:buClr>
                <a:srgbClr val="A50021"/>
              </a:buClr>
              <a:buSzPct val="100000"/>
              <a:buFont typeface="Wingdings" panose="05000000000000000000" pitchFamily="2" charset="2"/>
              <a:buChar char="Ø"/>
            </a:pPr>
            <a:r>
              <a:rPr lang="zh-CN" altLang="en-US" sz="2000" b="1" dirty="0" smtClean="0">
                <a:solidFill>
                  <a:srgbClr val="000066"/>
                </a:solidFill>
                <a:ea typeface="幼圆" pitchFamily="49" charset="-122"/>
              </a:rPr>
              <a:t>上部干土重度大，滑动</a:t>
            </a:r>
            <a:r>
              <a:rPr lang="zh-CN" altLang="en-US" sz="2000" b="1" dirty="0">
                <a:solidFill>
                  <a:srgbClr val="000066"/>
                </a:solidFill>
                <a:ea typeface="幼圆" pitchFamily="49" charset="-122"/>
              </a:rPr>
              <a:t>力大</a:t>
            </a:r>
            <a:r>
              <a:rPr lang="zh-CN" altLang="en-US" sz="2000" b="1" dirty="0" smtClean="0">
                <a:solidFill>
                  <a:srgbClr val="000066"/>
                </a:solidFill>
                <a:ea typeface="幼圆" pitchFamily="49" charset="-122"/>
              </a:rPr>
              <a:t>，</a:t>
            </a:r>
            <a:r>
              <a:rPr lang="en-US" altLang="zh-CN" sz="2000" b="1" dirty="0" err="1" smtClean="0">
                <a:solidFill>
                  <a:srgbClr val="000066"/>
                </a:solidFill>
                <a:ea typeface="幼圆" pitchFamily="49" charset="-122"/>
              </a:rPr>
              <a:t>CD面较陡，产生的抗滑力较小</a:t>
            </a:r>
            <a:endParaRPr lang="en-US" altLang="zh-CN" sz="2000" b="1" dirty="0" smtClean="0">
              <a:solidFill>
                <a:srgbClr val="000066"/>
              </a:solidFill>
              <a:ea typeface="幼圆" pitchFamily="49" charset="-122"/>
            </a:endParaRPr>
          </a:p>
          <a:p>
            <a:pPr marL="342900" indent="-342900" eaLnBrk="1" hangingPunct="1">
              <a:lnSpc>
                <a:spcPct val="125000"/>
              </a:lnSpc>
              <a:spcBef>
                <a:spcPts val="300"/>
              </a:spcBef>
              <a:spcAft>
                <a:spcPts val="300"/>
              </a:spcAft>
              <a:buClr>
                <a:srgbClr val="A50021"/>
              </a:buClr>
              <a:buSzPct val="100000"/>
              <a:buFont typeface="Wingdings" panose="05000000000000000000" pitchFamily="2" charset="2"/>
              <a:buChar char="Ø"/>
            </a:pPr>
            <a:r>
              <a:rPr lang="en-US" altLang="zh-CN" sz="2000" b="1" dirty="0" err="1" smtClean="0">
                <a:solidFill>
                  <a:srgbClr val="000066"/>
                </a:solidFill>
                <a:ea typeface="幼圆" pitchFamily="49" charset="-122"/>
              </a:rPr>
              <a:t>下部饱和土浮重度小，尽管AD较平缓，但产生的抗滑力也不大</a:t>
            </a:r>
            <a:endParaRPr lang="zh-CN" altLang="en-US" sz="2000" b="1" dirty="0">
              <a:solidFill>
                <a:srgbClr val="000066"/>
              </a:solidFill>
              <a:ea typeface="幼圆" pitchFamily="49" charset="-122"/>
            </a:endParaRPr>
          </a:p>
        </p:txBody>
      </p:sp>
      <p:cxnSp>
        <p:nvCxnSpPr>
          <p:cNvPr id="7" name="直接连接符 6"/>
          <p:cNvCxnSpPr/>
          <p:nvPr/>
        </p:nvCxnSpPr>
        <p:spPr bwMode="auto">
          <a:xfrm flipH="1">
            <a:off x="3573664" y="1751119"/>
            <a:ext cx="405003" cy="1424516"/>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1" name="Line 2424"/>
          <p:cNvSpPr>
            <a:spLocks noChangeShapeType="1"/>
          </p:cNvSpPr>
          <p:nvPr/>
        </p:nvSpPr>
        <p:spPr bwMode="auto">
          <a:xfrm flipH="1">
            <a:off x="2693554" y="2475895"/>
            <a:ext cx="647224" cy="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 name="任意多边形 11"/>
          <p:cNvSpPr/>
          <p:nvPr/>
        </p:nvSpPr>
        <p:spPr bwMode="auto">
          <a:xfrm>
            <a:off x="1619611" y="1754504"/>
            <a:ext cx="3173253" cy="1426845"/>
          </a:xfrm>
          <a:custGeom>
            <a:avLst/>
            <a:gdLst>
              <a:gd name="connsiteX0" fmla="*/ 0 w 3211830"/>
              <a:gd name="connsiteY0" fmla="*/ 1440180 h 1440180"/>
              <a:gd name="connsiteX1" fmla="*/ 2217420 w 3211830"/>
              <a:gd name="connsiteY1" fmla="*/ 0 h 1440180"/>
              <a:gd name="connsiteX2" fmla="*/ 2834640 w 3211830"/>
              <a:gd name="connsiteY2" fmla="*/ 0 h 1440180"/>
              <a:gd name="connsiteX3" fmla="*/ 3211830 w 3211830"/>
              <a:gd name="connsiteY3" fmla="*/ 262890 h 1440180"/>
              <a:gd name="connsiteX0" fmla="*/ 0 w 3185160"/>
              <a:gd name="connsiteY0" fmla="*/ 1436370 h 1436370"/>
              <a:gd name="connsiteX1" fmla="*/ 2190750 w 3185160"/>
              <a:gd name="connsiteY1" fmla="*/ 0 h 1436370"/>
              <a:gd name="connsiteX2" fmla="*/ 2807970 w 3185160"/>
              <a:gd name="connsiteY2" fmla="*/ 0 h 1436370"/>
              <a:gd name="connsiteX3" fmla="*/ 3185160 w 3185160"/>
              <a:gd name="connsiteY3" fmla="*/ 262890 h 1436370"/>
              <a:gd name="connsiteX0" fmla="*/ 0 w 3173253"/>
              <a:gd name="connsiteY0" fmla="*/ 1426845 h 1426845"/>
              <a:gd name="connsiteX1" fmla="*/ 2178843 w 3173253"/>
              <a:gd name="connsiteY1" fmla="*/ 0 h 1426845"/>
              <a:gd name="connsiteX2" fmla="*/ 2796063 w 3173253"/>
              <a:gd name="connsiteY2" fmla="*/ 0 h 1426845"/>
              <a:gd name="connsiteX3" fmla="*/ 3173253 w 3173253"/>
              <a:gd name="connsiteY3" fmla="*/ 262890 h 1426845"/>
            </a:gdLst>
            <a:ahLst/>
            <a:cxnLst>
              <a:cxn ang="0">
                <a:pos x="connsiteX0" y="connsiteY0"/>
              </a:cxn>
              <a:cxn ang="0">
                <a:pos x="connsiteX1" y="connsiteY1"/>
              </a:cxn>
              <a:cxn ang="0">
                <a:pos x="connsiteX2" y="connsiteY2"/>
              </a:cxn>
              <a:cxn ang="0">
                <a:pos x="connsiteX3" y="connsiteY3"/>
              </a:cxn>
            </a:cxnLst>
            <a:rect l="l" t="t" r="r" b="b"/>
            <a:pathLst>
              <a:path w="3173253" h="1426845">
                <a:moveTo>
                  <a:pt x="0" y="1426845"/>
                </a:moveTo>
                <a:lnTo>
                  <a:pt x="2178843" y="0"/>
                </a:lnTo>
                <a:lnTo>
                  <a:pt x="2796063" y="0"/>
                </a:lnTo>
                <a:lnTo>
                  <a:pt x="3173253" y="262890"/>
                </a:lnTo>
              </a:path>
            </a:pathLst>
          </a:cu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14" name="任意多边形 13"/>
          <p:cNvSpPr/>
          <p:nvPr/>
        </p:nvSpPr>
        <p:spPr bwMode="auto">
          <a:xfrm>
            <a:off x="1635326" y="1759744"/>
            <a:ext cx="2255520" cy="1417320"/>
          </a:xfrm>
          <a:custGeom>
            <a:avLst/>
            <a:gdLst>
              <a:gd name="connsiteX0" fmla="*/ 0 w 2255520"/>
              <a:gd name="connsiteY0" fmla="*/ 1417320 h 1417320"/>
              <a:gd name="connsiteX1" fmla="*/ 1813560 w 2255520"/>
              <a:gd name="connsiteY1" fmla="*/ 712470 h 1417320"/>
              <a:gd name="connsiteX2" fmla="*/ 2255520 w 2255520"/>
              <a:gd name="connsiteY2" fmla="*/ 0 h 1417320"/>
              <a:gd name="connsiteX0" fmla="*/ 0 w 2255520"/>
              <a:gd name="connsiteY0" fmla="*/ 1417320 h 1417320"/>
              <a:gd name="connsiteX1" fmla="*/ 1689735 w 2255520"/>
              <a:gd name="connsiteY1" fmla="*/ 726758 h 1417320"/>
              <a:gd name="connsiteX2" fmla="*/ 2255520 w 2255520"/>
              <a:gd name="connsiteY2" fmla="*/ 0 h 1417320"/>
            </a:gdLst>
            <a:ahLst/>
            <a:cxnLst>
              <a:cxn ang="0">
                <a:pos x="connsiteX0" y="connsiteY0"/>
              </a:cxn>
              <a:cxn ang="0">
                <a:pos x="connsiteX1" y="connsiteY1"/>
              </a:cxn>
              <a:cxn ang="0">
                <a:pos x="connsiteX2" y="connsiteY2"/>
              </a:cxn>
            </a:cxnLst>
            <a:rect l="l" t="t" r="r" b="b"/>
            <a:pathLst>
              <a:path w="2255520" h="1417320">
                <a:moveTo>
                  <a:pt x="0" y="1417320"/>
                </a:moveTo>
                <a:lnTo>
                  <a:pt x="1689735" y="726758"/>
                </a:lnTo>
                <a:lnTo>
                  <a:pt x="2255520" y="0"/>
                </a:lnTo>
              </a:path>
            </a:pathLst>
          </a:custGeom>
          <a:noFill/>
          <a:ln w="19050" cap="flat" cmpd="sng" algn="ctr">
            <a:solidFill>
              <a:srgbClr val="C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cxnSp>
        <p:nvCxnSpPr>
          <p:cNvPr id="84" name="直接连接符 83"/>
          <p:cNvCxnSpPr/>
          <p:nvPr/>
        </p:nvCxnSpPr>
        <p:spPr bwMode="auto">
          <a:xfrm>
            <a:off x="4251844" y="1758739"/>
            <a:ext cx="405003" cy="1424516"/>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85" name="Group 2520"/>
          <p:cNvGrpSpPr>
            <a:grpSpLocks/>
          </p:cNvGrpSpPr>
          <p:nvPr/>
        </p:nvGrpSpPr>
        <p:grpSpPr bwMode="auto">
          <a:xfrm>
            <a:off x="3739856" y="3188056"/>
            <a:ext cx="812973" cy="158180"/>
            <a:chOff x="2644" y="2807"/>
            <a:chExt cx="481" cy="83"/>
          </a:xfrm>
        </p:grpSpPr>
        <p:sp>
          <p:nvSpPr>
            <p:cNvPr id="86" name="Freeform 2521"/>
            <p:cNvSpPr>
              <a:spLocks/>
            </p:cNvSpPr>
            <p:nvPr/>
          </p:nvSpPr>
          <p:spPr bwMode="auto">
            <a:xfrm>
              <a:off x="2644" y="2810"/>
              <a:ext cx="97" cy="73"/>
            </a:xfrm>
            <a:custGeom>
              <a:avLst/>
              <a:gdLst>
                <a:gd name="T0" fmla="*/ 97 w 97"/>
                <a:gd name="T1" fmla="*/ 0 h 73"/>
                <a:gd name="T2" fmla="*/ 0 w 97"/>
                <a:gd name="T3" fmla="*/ 73 h 73"/>
              </a:gdLst>
              <a:ahLst/>
              <a:cxnLst>
                <a:cxn ang="0">
                  <a:pos x="T0" y="T1"/>
                </a:cxn>
                <a:cxn ang="0">
                  <a:pos x="T2" y="T3"/>
                </a:cxn>
              </a:cxnLst>
              <a:rect l="0" t="0" r="r" b="b"/>
              <a:pathLst>
                <a:path w="97" h="73">
                  <a:moveTo>
                    <a:pt x="97" y="0"/>
                  </a:moveTo>
                  <a:lnTo>
                    <a:pt x="0" y="73"/>
                  </a:ln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87" name="Freeform 2522"/>
            <p:cNvSpPr>
              <a:spLocks/>
            </p:cNvSpPr>
            <p:nvPr/>
          </p:nvSpPr>
          <p:spPr bwMode="auto">
            <a:xfrm>
              <a:off x="2729" y="2810"/>
              <a:ext cx="97" cy="73"/>
            </a:xfrm>
            <a:custGeom>
              <a:avLst/>
              <a:gdLst>
                <a:gd name="T0" fmla="*/ 97 w 97"/>
                <a:gd name="T1" fmla="*/ 0 h 73"/>
                <a:gd name="T2" fmla="*/ 0 w 97"/>
                <a:gd name="T3" fmla="*/ 73 h 73"/>
              </a:gdLst>
              <a:ahLst/>
              <a:cxnLst>
                <a:cxn ang="0">
                  <a:pos x="T0" y="T1"/>
                </a:cxn>
                <a:cxn ang="0">
                  <a:pos x="T2" y="T3"/>
                </a:cxn>
              </a:cxnLst>
              <a:rect l="0" t="0" r="r" b="b"/>
              <a:pathLst>
                <a:path w="97" h="73">
                  <a:moveTo>
                    <a:pt x="97" y="0"/>
                  </a:moveTo>
                  <a:lnTo>
                    <a:pt x="0" y="73"/>
                  </a:ln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95" name="Freeform 2523"/>
            <p:cNvSpPr>
              <a:spLocks/>
            </p:cNvSpPr>
            <p:nvPr/>
          </p:nvSpPr>
          <p:spPr bwMode="auto">
            <a:xfrm>
              <a:off x="2693" y="2807"/>
              <a:ext cx="97" cy="73"/>
            </a:xfrm>
            <a:custGeom>
              <a:avLst/>
              <a:gdLst>
                <a:gd name="T0" fmla="*/ 97 w 97"/>
                <a:gd name="T1" fmla="*/ 0 h 73"/>
                <a:gd name="T2" fmla="*/ 0 w 97"/>
                <a:gd name="T3" fmla="*/ 73 h 73"/>
              </a:gdLst>
              <a:ahLst/>
              <a:cxnLst>
                <a:cxn ang="0">
                  <a:pos x="T0" y="T1"/>
                </a:cxn>
                <a:cxn ang="0">
                  <a:pos x="T2" y="T3"/>
                </a:cxn>
              </a:cxnLst>
              <a:rect l="0" t="0" r="r" b="b"/>
              <a:pathLst>
                <a:path w="97" h="73">
                  <a:moveTo>
                    <a:pt x="97" y="0"/>
                  </a:moveTo>
                  <a:lnTo>
                    <a:pt x="0" y="73"/>
                  </a:ln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99" name="Freeform 2524"/>
            <p:cNvSpPr>
              <a:spLocks/>
            </p:cNvSpPr>
            <p:nvPr/>
          </p:nvSpPr>
          <p:spPr bwMode="auto">
            <a:xfrm>
              <a:off x="2792" y="2837"/>
              <a:ext cx="72" cy="40"/>
            </a:xfrm>
            <a:custGeom>
              <a:avLst/>
              <a:gdLst>
                <a:gd name="T0" fmla="*/ 0 w 72"/>
                <a:gd name="T1" fmla="*/ 0 h 40"/>
                <a:gd name="T2" fmla="*/ 72 w 72"/>
                <a:gd name="T3" fmla="*/ 40 h 40"/>
              </a:gdLst>
              <a:ahLst/>
              <a:cxnLst>
                <a:cxn ang="0">
                  <a:pos x="T0" y="T1"/>
                </a:cxn>
                <a:cxn ang="0">
                  <a:pos x="T2" y="T3"/>
                </a:cxn>
              </a:cxnLst>
              <a:rect l="0" t="0" r="r" b="b"/>
              <a:pathLst>
                <a:path w="72" h="40">
                  <a:moveTo>
                    <a:pt x="0" y="0"/>
                  </a:moveTo>
                  <a:lnTo>
                    <a:pt x="72" y="40"/>
                  </a:ln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111" name="Freeform 2525"/>
            <p:cNvSpPr>
              <a:spLocks/>
            </p:cNvSpPr>
            <p:nvPr/>
          </p:nvSpPr>
          <p:spPr bwMode="auto">
            <a:xfrm>
              <a:off x="2759" y="2859"/>
              <a:ext cx="54" cy="30"/>
            </a:xfrm>
            <a:custGeom>
              <a:avLst/>
              <a:gdLst>
                <a:gd name="T0" fmla="*/ 0 w 54"/>
                <a:gd name="T1" fmla="*/ 0 h 30"/>
                <a:gd name="T2" fmla="*/ 54 w 54"/>
                <a:gd name="T3" fmla="*/ 30 h 30"/>
              </a:gdLst>
              <a:ahLst/>
              <a:cxnLst>
                <a:cxn ang="0">
                  <a:pos x="T0" y="T1"/>
                </a:cxn>
                <a:cxn ang="0">
                  <a:pos x="T2" y="T3"/>
                </a:cxn>
              </a:cxnLst>
              <a:rect l="0" t="0" r="r" b="b"/>
              <a:pathLst>
                <a:path w="54" h="30">
                  <a:moveTo>
                    <a:pt x="0" y="0"/>
                  </a:moveTo>
                  <a:lnTo>
                    <a:pt x="54" y="30"/>
                  </a:ln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119" name="Freeform 2526"/>
            <p:cNvSpPr>
              <a:spLocks/>
            </p:cNvSpPr>
            <p:nvPr/>
          </p:nvSpPr>
          <p:spPr bwMode="auto">
            <a:xfrm>
              <a:off x="2829" y="2813"/>
              <a:ext cx="72" cy="40"/>
            </a:xfrm>
            <a:custGeom>
              <a:avLst/>
              <a:gdLst>
                <a:gd name="T0" fmla="*/ 0 w 72"/>
                <a:gd name="T1" fmla="*/ 0 h 40"/>
                <a:gd name="T2" fmla="*/ 72 w 72"/>
                <a:gd name="T3" fmla="*/ 40 h 40"/>
              </a:gdLst>
              <a:ahLst/>
              <a:cxnLst>
                <a:cxn ang="0">
                  <a:pos x="T0" y="T1"/>
                </a:cxn>
                <a:cxn ang="0">
                  <a:pos x="T2" y="T3"/>
                </a:cxn>
              </a:cxnLst>
              <a:rect l="0" t="0" r="r" b="b"/>
              <a:pathLst>
                <a:path w="72" h="40">
                  <a:moveTo>
                    <a:pt x="0" y="0"/>
                  </a:moveTo>
                  <a:lnTo>
                    <a:pt x="72" y="40"/>
                  </a:ln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120" name="Freeform 2527"/>
            <p:cNvSpPr>
              <a:spLocks/>
            </p:cNvSpPr>
            <p:nvPr/>
          </p:nvSpPr>
          <p:spPr bwMode="auto">
            <a:xfrm>
              <a:off x="2868" y="2811"/>
              <a:ext cx="97" cy="73"/>
            </a:xfrm>
            <a:custGeom>
              <a:avLst/>
              <a:gdLst>
                <a:gd name="T0" fmla="*/ 97 w 97"/>
                <a:gd name="T1" fmla="*/ 0 h 73"/>
                <a:gd name="T2" fmla="*/ 0 w 97"/>
                <a:gd name="T3" fmla="*/ 73 h 73"/>
              </a:gdLst>
              <a:ahLst/>
              <a:cxnLst>
                <a:cxn ang="0">
                  <a:pos x="T0" y="T1"/>
                </a:cxn>
                <a:cxn ang="0">
                  <a:pos x="T2" y="T3"/>
                </a:cxn>
              </a:cxnLst>
              <a:rect l="0" t="0" r="r" b="b"/>
              <a:pathLst>
                <a:path w="97" h="73">
                  <a:moveTo>
                    <a:pt x="97" y="0"/>
                  </a:moveTo>
                  <a:lnTo>
                    <a:pt x="0" y="73"/>
                  </a:ln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121" name="Freeform 2528"/>
            <p:cNvSpPr>
              <a:spLocks/>
            </p:cNvSpPr>
            <p:nvPr/>
          </p:nvSpPr>
          <p:spPr bwMode="auto">
            <a:xfrm>
              <a:off x="2953" y="2811"/>
              <a:ext cx="97" cy="73"/>
            </a:xfrm>
            <a:custGeom>
              <a:avLst/>
              <a:gdLst>
                <a:gd name="T0" fmla="*/ 97 w 97"/>
                <a:gd name="T1" fmla="*/ 0 h 73"/>
                <a:gd name="T2" fmla="*/ 0 w 97"/>
                <a:gd name="T3" fmla="*/ 73 h 73"/>
              </a:gdLst>
              <a:ahLst/>
              <a:cxnLst>
                <a:cxn ang="0">
                  <a:pos x="T0" y="T1"/>
                </a:cxn>
                <a:cxn ang="0">
                  <a:pos x="T2" y="T3"/>
                </a:cxn>
              </a:cxnLst>
              <a:rect l="0" t="0" r="r" b="b"/>
              <a:pathLst>
                <a:path w="97" h="73">
                  <a:moveTo>
                    <a:pt x="97" y="0"/>
                  </a:moveTo>
                  <a:lnTo>
                    <a:pt x="0" y="73"/>
                  </a:ln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122" name="Freeform 2529"/>
            <p:cNvSpPr>
              <a:spLocks/>
            </p:cNvSpPr>
            <p:nvPr/>
          </p:nvSpPr>
          <p:spPr bwMode="auto">
            <a:xfrm>
              <a:off x="2917" y="2808"/>
              <a:ext cx="97" cy="73"/>
            </a:xfrm>
            <a:custGeom>
              <a:avLst/>
              <a:gdLst>
                <a:gd name="T0" fmla="*/ 97 w 97"/>
                <a:gd name="T1" fmla="*/ 0 h 73"/>
                <a:gd name="T2" fmla="*/ 0 w 97"/>
                <a:gd name="T3" fmla="*/ 73 h 73"/>
              </a:gdLst>
              <a:ahLst/>
              <a:cxnLst>
                <a:cxn ang="0">
                  <a:pos x="T0" y="T1"/>
                </a:cxn>
                <a:cxn ang="0">
                  <a:pos x="T2" y="T3"/>
                </a:cxn>
              </a:cxnLst>
              <a:rect l="0" t="0" r="r" b="b"/>
              <a:pathLst>
                <a:path w="97" h="73">
                  <a:moveTo>
                    <a:pt x="97" y="0"/>
                  </a:moveTo>
                  <a:lnTo>
                    <a:pt x="0" y="73"/>
                  </a:ln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127" name="Freeform 2530"/>
            <p:cNvSpPr>
              <a:spLocks/>
            </p:cNvSpPr>
            <p:nvPr/>
          </p:nvSpPr>
          <p:spPr bwMode="auto">
            <a:xfrm>
              <a:off x="3016" y="2838"/>
              <a:ext cx="72" cy="40"/>
            </a:xfrm>
            <a:custGeom>
              <a:avLst/>
              <a:gdLst>
                <a:gd name="T0" fmla="*/ 0 w 72"/>
                <a:gd name="T1" fmla="*/ 0 h 40"/>
                <a:gd name="T2" fmla="*/ 72 w 72"/>
                <a:gd name="T3" fmla="*/ 40 h 40"/>
              </a:gdLst>
              <a:ahLst/>
              <a:cxnLst>
                <a:cxn ang="0">
                  <a:pos x="T0" y="T1"/>
                </a:cxn>
                <a:cxn ang="0">
                  <a:pos x="T2" y="T3"/>
                </a:cxn>
              </a:cxnLst>
              <a:rect l="0" t="0" r="r" b="b"/>
              <a:pathLst>
                <a:path w="72" h="40">
                  <a:moveTo>
                    <a:pt x="0" y="0"/>
                  </a:moveTo>
                  <a:lnTo>
                    <a:pt x="72" y="40"/>
                  </a:ln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128" name="Freeform 2531"/>
            <p:cNvSpPr>
              <a:spLocks/>
            </p:cNvSpPr>
            <p:nvPr/>
          </p:nvSpPr>
          <p:spPr bwMode="auto">
            <a:xfrm>
              <a:off x="2983" y="2860"/>
              <a:ext cx="54" cy="30"/>
            </a:xfrm>
            <a:custGeom>
              <a:avLst/>
              <a:gdLst>
                <a:gd name="T0" fmla="*/ 0 w 54"/>
                <a:gd name="T1" fmla="*/ 0 h 30"/>
                <a:gd name="T2" fmla="*/ 54 w 54"/>
                <a:gd name="T3" fmla="*/ 30 h 30"/>
              </a:gdLst>
              <a:ahLst/>
              <a:cxnLst>
                <a:cxn ang="0">
                  <a:pos x="T0" y="T1"/>
                </a:cxn>
                <a:cxn ang="0">
                  <a:pos x="T2" y="T3"/>
                </a:cxn>
              </a:cxnLst>
              <a:rect l="0" t="0" r="r" b="b"/>
              <a:pathLst>
                <a:path w="54" h="30">
                  <a:moveTo>
                    <a:pt x="0" y="0"/>
                  </a:moveTo>
                  <a:lnTo>
                    <a:pt x="54" y="30"/>
                  </a:ln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129" name="Freeform 2532"/>
            <p:cNvSpPr>
              <a:spLocks/>
            </p:cNvSpPr>
            <p:nvPr/>
          </p:nvSpPr>
          <p:spPr bwMode="auto">
            <a:xfrm>
              <a:off x="3053" y="2814"/>
              <a:ext cx="72" cy="40"/>
            </a:xfrm>
            <a:custGeom>
              <a:avLst/>
              <a:gdLst>
                <a:gd name="T0" fmla="*/ 0 w 72"/>
                <a:gd name="T1" fmla="*/ 0 h 40"/>
                <a:gd name="T2" fmla="*/ 72 w 72"/>
                <a:gd name="T3" fmla="*/ 40 h 40"/>
              </a:gdLst>
              <a:ahLst/>
              <a:cxnLst>
                <a:cxn ang="0">
                  <a:pos x="T0" y="T1"/>
                </a:cxn>
                <a:cxn ang="0">
                  <a:pos x="T2" y="T3"/>
                </a:cxn>
              </a:cxnLst>
              <a:rect l="0" t="0" r="r" b="b"/>
              <a:pathLst>
                <a:path w="72" h="40">
                  <a:moveTo>
                    <a:pt x="0" y="0"/>
                  </a:moveTo>
                  <a:lnTo>
                    <a:pt x="72" y="40"/>
                  </a:ln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grpSp>
      <p:sp>
        <p:nvSpPr>
          <p:cNvPr id="130" name="Arc 52"/>
          <p:cNvSpPr>
            <a:spLocks/>
          </p:cNvSpPr>
          <p:nvPr/>
        </p:nvSpPr>
        <p:spPr bwMode="auto">
          <a:xfrm rot="1486385">
            <a:off x="2154631" y="2986082"/>
            <a:ext cx="136271" cy="167926"/>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9525">
            <a:solidFill>
              <a:schemeClr val="tx1"/>
            </a:solidFill>
            <a:round/>
            <a:headEnd type="triangle" w="med" len="me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31" name="Text Box 60"/>
          <p:cNvSpPr txBox="1">
            <a:spLocks noChangeArrowheads="1"/>
          </p:cNvSpPr>
          <p:nvPr/>
        </p:nvSpPr>
        <p:spPr bwMode="auto">
          <a:xfrm>
            <a:off x="2259933" y="2762657"/>
            <a:ext cx="479802" cy="446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2000" b="1" dirty="0" smtClean="0">
                <a:solidFill>
                  <a:srgbClr val="0000FF"/>
                </a:solidFill>
                <a:latin typeface="Symbol" panose="05050102010706020507" pitchFamily="18" charset="2"/>
              </a:rPr>
              <a:t>a</a:t>
            </a:r>
            <a:r>
              <a:rPr kumimoji="1" lang="en-US" altLang="zh-CN" sz="2000" b="1" baseline="-25000" dirty="0" smtClean="0">
                <a:solidFill>
                  <a:srgbClr val="0000FF"/>
                </a:solidFill>
                <a:latin typeface="Symbol" panose="05050102010706020507" pitchFamily="18" charset="2"/>
              </a:rPr>
              <a:t>2</a:t>
            </a:r>
            <a:endParaRPr kumimoji="1" lang="en-US" altLang="zh-CN" sz="2000" b="1" baseline="-25000" dirty="0">
              <a:solidFill>
                <a:srgbClr val="0000FF"/>
              </a:solidFill>
              <a:latin typeface="Times New Roman" panose="02020603050405020304" pitchFamily="18" charset="0"/>
            </a:endParaRPr>
          </a:p>
        </p:txBody>
      </p:sp>
      <p:cxnSp>
        <p:nvCxnSpPr>
          <p:cNvPr id="17" name="直接连接符 16"/>
          <p:cNvCxnSpPr/>
          <p:nvPr/>
        </p:nvCxnSpPr>
        <p:spPr bwMode="auto">
          <a:xfrm>
            <a:off x="3395465" y="2479482"/>
            <a:ext cx="205992" cy="0"/>
          </a:xfrm>
          <a:prstGeom prst="line">
            <a:avLst/>
          </a:prstGeom>
          <a:noFill/>
          <a:ln w="63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2" name="Arc 52"/>
          <p:cNvSpPr>
            <a:spLocks/>
          </p:cNvSpPr>
          <p:nvPr/>
        </p:nvSpPr>
        <p:spPr bwMode="auto">
          <a:xfrm rot="1486385">
            <a:off x="3440059" y="2294158"/>
            <a:ext cx="136271" cy="167926"/>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9525">
            <a:solidFill>
              <a:schemeClr val="tx1"/>
            </a:solidFill>
            <a:round/>
            <a:headEnd type="triangle" w="med" len="me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33" name="Text Box 60"/>
          <p:cNvSpPr txBox="1">
            <a:spLocks noChangeArrowheads="1"/>
          </p:cNvSpPr>
          <p:nvPr/>
        </p:nvSpPr>
        <p:spPr bwMode="auto">
          <a:xfrm>
            <a:off x="3476858" y="2040038"/>
            <a:ext cx="479802" cy="412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2000" b="1" dirty="0" smtClean="0">
                <a:solidFill>
                  <a:srgbClr val="0000FF"/>
                </a:solidFill>
                <a:latin typeface="Symbol" panose="05050102010706020507" pitchFamily="18" charset="2"/>
              </a:rPr>
              <a:t>a</a:t>
            </a:r>
            <a:r>
              <a:rPr kumimoji="1" lang="en-US" altLang="zh-CN" sz="2000" b="1" baseline="-25000" dirty="0" smtClean="0">
                <a:solidFill>
                  <a:srgbClr val="0000FF"/>
                </a:solidFill>
                <a:latin typeface="Symbol" panose="05050102010706020507" pitchFamily="18" charset="2"/>
              </a:rPr>
              <a:t>1</a:t>
            </a:r>
            <a:endParaRPr kumimoji="1" lang="en-US" altLang="zh-CN" sz="2000" b="1" baseline="-25000" dirty="0">
              <a:solidFill>
                <a:srgbClr val="0000FF"/>
              </a:solidFill>
              <a:latin typeface="Times New Roman" panose="02020603050405020304" pitchFamily="18" charset="0"/>
            </a:endParaRPr>
          </a:p>
        </p:txBody>
      </p:sp>
      <p:cxnSp>
        <p:nvCxnSpPr>
          <p:cNvPr id="31" name="直接连接符 30"/>
          <p:cNvCxnSpPr/>
          <p:nvPr/>
        </p:nvCxnSpPr>
        <p:spPr bwMode="auto">
          <a:xfrm>
            <a:off x="3326753" y="2073860"/>
            <a:ext cx="0" cy="406959"/>
          </a:xfrm>
          <a:prstGeom prst="line">
            <a:avLst/>
          </a:prstGeom>
          <a:noFill/>
          <a:ln w="12700" cap="flat" cmpd="sng" algn="ctr">
            <a:solidFill>
              <a:schemeClr val="tx1"/>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4" name="Text Box 2451"/>
          <p:cNvSpPr txBox="1">
            <a:spLocks noChangeArrowheads="1"/>
          </p:cNvSpPr>
          <p:nvPr/>
        </p:nvSpPr>
        <p:spPr bwMode="auto">
          <a:xfrm>
            <a:off x="3730357" y="1457269"/>
            <a:ext cx="351378" cy="385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800" b="1" dirty="0" smtClean="0">
                <a:latin typeface="Times New Roman" pitchFamily="18" charset="0"/>
              </a:rPr>
              <a:t>C</a:t>
            </a:r>
            <a:endParaRPr kumimoji="1" lang="en-US" altLang="zh-CN" sz="1800" b="1" dirty="0">
              <a:latin typeface="Times New Roman" pitchFamily="18" charset="0"/>
            </a:endParaRPr>
          </a:p>
        </p:txBody>
      </p:sp>
      <p:sp>
        <p:nvSpPr>
          <p:cNvPr id="135" name="Text Box 2447"/>
          <p:cNvSpPr txBox="1">
            <a:spLocks noChangeArrowheads="1"/>
          </p:cNvSpPr>
          <p:nvPr/>
        </p:nvSpPr>
        <p:spPr bwMode="auto">
          <a:xfrm>
            <a:off x="1477618" y="3105177"/>
            <a:ext cx="351378" cy="410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800" b="1" dirty="0">
                <a:latin typeface="Times New Roman" pitchFamily="18" charset="0"/>
              </a:rPr>
              <a:t>A</a:t>
            </a:r>
          </a:p>
        </p:txBody>
      </p:sp>
      <p:sp>
        <p:nvSpPr>
          <p:cNvPr id="136" name="Text Box 2450"/>
          <p:cNvSpPr txBox="1">
            <a:spLocks noChangeArrowheads="1"/>
          </p:cNvSpPr>
          <p:nvPr/>
        </p:nvSpPr>
        <p:spPr bwMode="auto">
          <a:xfrm>
            <a:off x="3178373" y="2444486"/>
            <a:ext cx="351378" cy="410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800" b="1" dirty="0">
                <a:latin typeface="Times New Roman" pitchFamily="18" charset="0"/>
              </a:rPr>
              <a:t>D</a:t>
            </a:r>
          </a:p>
        </p:txBody>
      </p:sp>
      <p:sp>
        <p:nvSpPr>
          <p:cNvPr id="137" name="Text Box 2451"/>
          <p:cNvSpPr txBox="1">
            <a:spLocks noChangeArrowheads="1"/>
          </p:cNvSpPr>
          <p:nvPr/>
        </p:nvSpPr>
        <p:spPr bwMode="auto">
          <a:xfrm>
            <a:off x="3468021" y="1466540"/>
            <a:ext cx="338554" cy="385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800" b="1" dirty="0"/>
              <a:t>B</a:t>
            </a:r>
            <a:endParaRPr kumimoji="1" lang="en-US" altLang="zh-CN" sz="1800" b="1" dirty="0">
              <a:latin typeface="Times New Roman" pitchFamily="18" charset="0"/>
            </a:endParaRPr>
          </a:p>
        </p:txBody>
      </p:sp>
      <p:sp>
        <p:nvSpPr>
          <p:cNvPr id="138" name="Text Box 2450"/>
          <p:cNvSpPr txBox="1">
            <a:spLocks noChangeArrowheads="1"/>
          </p:cNvSpPr>
          <p:nvPr/>
        </p:nvSpPr>
        <p:spPr bwMode="auto">
          <a:xfrm>
            <a:off x="3123209" y="1721755"/>
            <a:ext cx="338554" cy="385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800" b="1" dirty="0"/>
              <a:t>E</a:t>
            </a:r>
            <a:endParaRPr kumimoji="1" lang="en-US" altLang="zh-CN" sz="1800" b="1" dirty="0">
              <a:latin typeface="Times New Roman" pitchFamily="18" charset="0"/>
            </a:endParaRPr>
          </a:p>
        </p:txBody>
      </p:sp>
      <p:sp>
        <p:nvSpPr>
          <p:cNvPr id="139" name="AutoShape 5"/>
          <p:cNvSpPr>
            <a:spLocks noChangeArrowheads="1"/>
          </p:cNvSpPr>
          <p:nvPr/>
        </p:nvSpPr>
        <p:spPr bwMode="auto">
          <a:xfrm>
            <a:off x="5404662" y="2236509"/>
            <a:ext cx="466960" cy="457665"/>
          </a:xfrm>
          <a:prstGeom prst="homePlate">
            <a:avLst>
              <a:gd name="adj" fmla="val 33632"/>
            </a:avLst>
          </a:prstGeom>
          <a:solidFill>
            <a:schemeClr val="accent2"/>
          </a:solidFill>
          <a:ln w="9525">
            <a:solidFill>
              <a:schemeClr val="tx1"/>
            </a:solidFill>
            <a:miter lim="800000"/>
            <a:headEnd/>
            <a:tailEnd/>
          </a:ln>
        </p:spPr>
        <p:txBody>
          <a:bodyPr anchor="ctr"/>
          <a:lstStyle/>
          <a:p>
            <a:endParaRPr lang="zh-CN" altLang="en-US"/>
          </a:p>
        </p:txBody>
      </p:sp>
      <p:sp>
        <p:nvSpPr>
          <p:cNvPr id="66" name="Text Box 7"/>
          <p:cNvSpPr txBox="1">
            <a:spLocks noChangeArrowheads="1"/>
          </p:cNvSpPr>
          <p:nvPr/>
        </p:nvSpPr>
        <p:spPr bwMode="auto">
          <a:xfrm>
            <a:off x="-1" y="0"/>
            <a:ext cx="5848540"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1800" b="1" kern="900" spc="130" dirty="0" smtClean="0">
                <a:solidFill>
                  <a:srgbClr val="000066"/>
                </a:solidFill>
                <a:ea typeface="黑体" panose="02010609060101010101" pitchFamily="49" charset="-122"/>
                <a:cs typeface="Times New Roman" panose="02020603050405020304" pitchFamily="18" charset="0"/>
              </a:rPr>
              <a:t>§7.2 </a:t>
            </a:r>
            <a:r>
              <a:rPr lang="zh-CN" altLang="en-US" sz="1800" b="1" kern="900" spc="130" dirty="0">
                <a:solidFill>
                  <a:srgbClr val="000066"/>
                </a:solidFill>
                <a:ea typeface="黑体" panose="02010609060101010101" pitchFamily="49" charset="-122"/>
                <a:cs typeface="Times New Roman" panose="02020603050405020304" pitchFamily="18" charset="0"/>
              </a:rPr>
              <a:t>无黏性土坡的稳定</a:t>
            </a:r>
            <a:r>
              <a:rPr lang="zh-CN" altLang="en-US" sz="1800" b="1" kern="900" spc="130" dirty="0" smtClean="0">
                <a:solidFill>
                  <a:srgbClr val="000066"/>
                </a:solidFill>
                <a:ea typeface="黑体" panose="02010609060101010101" pitchFamily="49" charset="-122"/>
                <a:cs typeface="Times New Roman" panose="02020603050405020304" pitchFamily="18" charset="0"/>
              </a:rPr>
              <a:t>分析 </a:t>
            </a:r>
            <a:r>
              <a:rPr lang="en-US" altLang="zh-CN" sz="1800" b="1" kern="900" spc="130" dirty="0" smtClean="0">
                <a:solidFill>
                  <a:srgbClr val="000066"/>
                </a:solidFill>
                <a:ea typeface="黑体" panose="02010609060101010101" pitchFamily="49" charset="-122"/>
                <a:cs typeface="Times New Roman" panose="02020603050405020304" pitchFamily="18" charset="0"/>
              </a:rPr>
              <a:t>–</a:t>
            </a:r>
            <a:r>
              <a:rPr lang="zh-CN" altLang="en-US" sz="1800" b="1" kern="900" spc="130" dirty="0" smtClean="0">
                <a:solidFill>
                  <a:srgbClr val="000066"/>
                </a:solidFill>
                <a:ea typeface="黑体" panose="02010609060101010101" pitchFamily="49" charset="-122"/>
                <a:cs typeface="Times New Roman" panose="02020603050405020304" pitchFamily="18" charset="0"/>
              </a:rPr>
              <a:t>几种深层滑动情况</a:t>
            </a:r>
            <a:endParaRPr lang="zh-CN" altLang="en-US" sz="1800" b="1" kern="900" spc="130" dirty="0">
              <a:solidFill>
                <a:srgbClr val="000066"/>
              </a:solidFill>
              <a:ea typeface="黑体" panose="02010609060101010101" pitchFamily="49" charset="-122"/>
              <a:cs typeface="Times New Roman" panose="02020603050405020304" pitchFamily="18" charset="0"/>
            </a:endParaRPr>
          </a:p>
          <a:p>
            <a:pPr eaLnBrk="1" fontAlgn="ctr" hangingPunct="1">
              <a:lnSpc>
                <a:spcPct val="100000"/>
              </a:lnSpc>
              <a:spcBef>
                <a:spcPct val="0"/>
              </a:spcBef>
              <a:spcAft>
                <a:spcPct val="0"/>
              </a:spcAft>
            </a:pPr>
            <a:endParaRPr lang="zh-CN" altLang="en-US" sz="1800" b="1" kern="900" spc="130" dirty="0">
              <a:solidFill>
                <a:srgbClr val="000066"/>
              </a:solidFill>
              <a:ea typeface="黑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3693088862"/>
      </p:ext>
    </p:extLst>
  </p:cSld>
  <p:clrMapOvr>
    <a:masterClrMapping/>
  </p:clrMapOvr>
  <p:transition spd="med">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145"/>
                                        </p:tgtEl>
                                        <p:attrNameLst>
                                          <p:attrName>style.visibility</p:attrName>
                                        </p:attrNameLst>
                                      </p:cBhvr>
                                      <p:to>
                                        <p:strVal val="visible"/>
                                      </p:to>
                                    </p:set>
                                    <p:animEffect transition="in" filter="barn(inVertical)">
                                      <p:cBhvr>
                                        <p:cTn id="7" dur="500"/>
                                        <p:tgtEl>
                                          <p:spTgt spid="14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39"/>
                                        </p:tgtEl>
                                        <p:attrNameLst>
                                          <p:attrName>style.visibility</p:attrName>
                                        </p:attrNameLst>
                                      </p:cBhvr>
                                      <p:to>
                                        <p:strVal val="visible"/>
                                      </p:to>
                                    </p:set>
                                    <p:animEffect transition="in" filter="wipe(left)">
                                      <p:cBhvr>
                                        <p:cTn id="12" dur="1000"/>
                                        <p:tgtEl>
                                          <p:spTgt spid="139"/>
                                        </p:tgtEl>
                                      </p:cBhvr>
                                    </p:animEffect>
                                  </p:childTnLst>
                                </p:cTn>
                              </p:par>
                            </p:childTnLst>
                          </p:cTn>
                        </p:par>
                        <p:par>
                          <p:cTn id="13" fill="hold">
                            <p:stCondLst>
                              <p:cond delay="1000"/>
                            </p:stCondLst>
                            <p:childTnLst>
                              <p:par>
                                <p:cTn id="14" presetID="31" presetClass="entr" presetSubtype="0" fill="hold" grpId="0" nodeType="afterEffect">
                                  <p:stCondLst>
                                    <p:cond delay="0"/>
                                  </p:stCondLst>
                                  <p:childTnLst>
                                    <p:set>
                                      <p:cBhvr>
                                        <p:cTn id="15" dur="1" fill="hold">
                                          <p:stCondLst>
                                            <p:cond delay="0"/>
                                          </p:stCondLst>
                                        </p:cTn>
                                        <p:tgtEl>
                                          <p:spTgt spid="123"/>
                                        </p:tgtEl>
                                        <p:attrNameLst>
                                          <p:attrName>style.visibility</p:attrName>
                                        </p:attrNameLst>
                                      </p:cBhvr>
                                      <p:to>
                                        <p:strVal val="visible"/>
                                      </p:to>
                                    </p:set>
                                    <p:anim calcmode="lin" valueType="num">
                                      <p:cBhvr>
                                        <p:cTn id="16" dur="1000" fill="hold"/>
                                        <p:tgtEl>
                                          <p:spTgt spid="123"/>
                                        </p:tgtEl>
                                        <p:attrNameLst>
                                          <p:attrName>ppt_w</p:attrName>
                                        </p:attrNameLst>
                                      </p:cBhvr>
                                      <p:tavLst>
                                        <p:tav tm="0">
                                          <p:val>
                                            <p:fltVal val="0"/>
                                          </p:val>
                                        </p:tav>
                                        <p:tav tm="100000">
                                          <p:val>
                                            <p:strVal val="#ppt_w"/>
                                          </p:val>
                                        </p:tav>
                                      </p:tavLst>
                                    </p:anim>
                                    <p:anim calcmode="lin" valueType="num">
                                      <p:cBhvr>
                                        <p:cTn id="17" dur="1000" fill="hold"/>
                                        <p:tgtEl>
                                          <p:spTgt spid="123"/>
                                        </p:tgtEl>
                                        <p:attrNameLst>
                                          <p:attrName>ppt_h</p:attrName>
                                        </p:attrNameLst>
                                      </p:cBhvr>
                                      <p:tavLst>
                                        <p:tav tm="0">
                                          <p:val>
                                            <p:fltVal val="0"/>
                                          </p:val>
                                        </p:tav>
                                        <p:tav tm="100000">
                                          <p:val>
                                            <p:strVal val="#ppt_h"/>
                                          </p:val>
                                        </p:tav>
                                      </p:tavLst>
                                    </p:anim>
                                    <p:anim calcmode="lin" valueType="num">
                                      <p:cBhvr>
                                        <p:cTn id="18" dur="1000" fill="hold"/>
                                        <p:tgtEl>
                                          <p:spTgt spid="123"/>
                                        </p:tgtEl>
                                        <p:attrNameLst>
                                          <p:attrName>style.rotation</p:attrName>
                                        </p:attrNameLst>
                                      </p:cBhvr>
                                      <p:tavLst>
                                        <p:tav tm="0">
                                          <p:val>
                                            <p:fltVal val="90"/>
                                          </p:val>
                                        </p:tav>
                                        <p:tav tm="100000">
                                          <p:val>
                                            <p:fltVal val="0"/>
                                          </p:val>
                                        </p:tav>
                                      </p:tavLst>
                                    </p:anim>
                                    <p:animEffect transition="in" filter="fade">
                                      <p:cBhvr>
                                        <p:cTn id="19" dur="1000"/>
                                        <p:tgtEl>
                                          <p:spTgt spid="1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3" grpId="0"/>
      <p:bldP spid="145" grpId="0"/>
      <p:bldP spid="139"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1"/>
          <p:cNvSpPr txBox="1">
            <a:spLocks/>
          </p:cNvSpPr>
          <p:nvPr/>
        </p:nvSpPr>
        <p:spPr>
          <a:xfrm>
            <a:off x="66355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33</a:t>
            </a:fld>
            <a:endParaRPr lang="zh-CN" altLang="en-US" dirty="0">
              <a:solidFill>
                <a:srgbClr val="C00000"/>
              </a:solidFill>
            </a:endParaRPr>
          </a:p>
        </p:txBody>
      </p:sp>
      <p:sp>
        <p:nvSpPr>
          <p:cNvPr id="222" name="Text Box 46"/>
          <p:cNvSpPr txBox="1">
            <a:spLocks noChangeArrowheads="1"/>
          </p:cNvSpPr>
          <p:nvPr/>
        </p:nvSpPr>
        <p:spPr bwMode="auto">
          <a:xfrm>
            <a:off x="363382" y="755130"/>
            <a:ext cx="5086804"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357188" indent="-357188" eaLnBrk="1" hangingPunct="1">
              <a:lnSpc>
                <a:spcPct val="100000"/>
              </a:lnSpc>
              <a:spcBef>
                <a:spcPct val="0"/>
              </a:spcBef>
              <a:spcAft>
                <a:spcPct val="0"/>
              </a:spcAft>
              <a:buFont typeface="+mj-lt"/>
              <a:buAutoNum type="arabicPeriod" startAt="3"/>
            </a:pPr>
            <a:r>
              <a:rPr lang="zh-CN" altLang="en-US" sz="2800" b="1" dirty="0">
                <a:solidFill>
                  <a:srgbClr val="A50021"/>
                </a:solidFill>
                <a:latin typeface="微软雅黑" panose="020B0503020204020204" pitchFamily="34" charset="-122"/>
                <a:ea typeface="微软雅黑" panose="020B0503020204020204" pitchFamily="34" charset="-122"/>
              </a:rPr>
              <a:t> </a:t>
            </a:r>
            <a:r>
              <a:rPr lang="zh-CN" altLang="en-US" sz="2800" b="1" dirty="0" smtClean="0">
                <a:solidFill>
                  <a:srgbClr val="A50021"/>
                </a:solidFill>
                <a:latin typeface="微软雅黑" panose="020B0503020204020204" pitchFamily="34" charset="-122"/>
                <a:ea typeface="微软雅黑" panose="020B0503020204020204" pitchFamily="34" charset="-122"/>
              </a:rPr>
              <a:t>非线性抗剪强度指标的影晌</a:t>
            </a:r>
            <a:endParaRPr lang="zh-CN" altLang="en-US" sz="2800" b="1" dirty="0">
              <a:solidFill>
                <a:srgbClr val="A50021"/>
              </a:solidFill>
              <a:latin typeface="微软雅黑" panose="020B0503020204020204" pitchFamily="34" charset="-122"/>
              <a:ea typeface="微软雅黑" panose="020B0503020204020204" pitchFamily="34" charset="-122"/>
            </a:endParaRPr>
          </a:p>
        </p:txBody>
      </p:sp>
      <p:sp>
        <p:nvSpPr>
          <p:cNvPr id="57" name="Text Box 2"/>
          <p:cNvSpPr txBox="1">
            <a:spLocks noChangeArrowheads="1"/>
          </p:cNvSpPr>
          <p:nvPr/>
        </p:nvSpPr>
        <p:spPr bwMode="auto">
          <a:xfrm>
            <a:off x="1645919" y="5656716"/>
            <a:ext cx="6844937"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gn="ctr" eaLnBrk="1" hangingPunct="1">
              <a:lnSpc>
                <a:spcPct val="100000"/>
              </a:lnSpc>
              <a:spcBef>
                <a:spcPct val="0"/>
              </a:spcBef>
              <a:spcAft>
                <a:spcPct val="0"/>
              </a:spcAft>
            </a:pPr>
            <a:r>
              <a:rPr kumimoji="1" lang="zh-CN" altLang="en-US" sz="4000" b="1" dirty="0" smtClean="0">
                <a:solidFill>
                  <a:srgbClr val="000066"/>
                </a:solidFill>
                <a:latin typeface="黑体" pitchFamily="2" charset="-122"/>
                <a:ea typeface="黑体" pitchFamily="2" charset="-122"/>
              </a:rPr>
              <a:t>几种可能发生深层滑动的情况</a:t>
            </a:r>
            <a:endParaRPr kumimoji="1" lang="zh-CN" altLang="en-US" sz="4000" b="1" dirty="0">
              <a:solidFill>
                <a:srgbClr val="000066"/>
              </a:solidFill>
              <a:latin typeface="黑体" pitchFamily="2" charset="-122"/>
              <a:ea typeface="黑体" pitchFamily="2" charset="-122"/>
            </a:endParaRPr>
          </a:p>
        </p:txBody>
      </p:sp>
      <p:graphicFrame>
        <p:nvGraphicFramePr>
          <p:cNvPr id="66" name="Object 128"/>
          <p:cNvGraphicFramePr>
            <a:graphicFrameLocks noChangeAspect="1"/>
          </p:cNvGraphicFramePr>
          <p:nvPr>
            <p:extLst>
              <p:ext uri="{D42A27DB-BD31-4B8C-83A1-F6EECF244321}">
                <p14:modId xmlns:p14="http://schemas.microsoft.com/office/powerpoint/2010/main" val="2401772875"/>
              </p:ext>
            </p:extLst>
          </p:nvPr>
        </p:nvGraphicFramePr>
        <p:xfrm>
          <a:off x="2159177" y="3440730"/>
          <a:ext cx="2401372" cy="894571"/>
        </p:xfrm>
        <a:graphic>
          <a:graphicData uri="http://schemas.openxmlformats.org/presentationml/2006/ole">
            <mc:AlternateContent xmlns:mc="http://schemas.openxmlformats.org/markup-compatibility/2006">
              <mc:Choice xmlns:v="urn:schemas-microsoft-com:vml" Requires="v">
                <p:oleObj spid="_x0000_s1759532" name="Equation" r:id="rId4" imgW="1295280" imgH="482400" progId="Equation.DSMT4">
                  <p:embed/>
                </p:oleObj>
              </mc:Choice>
              <mc:Fallback>
                <p:oleObj name="Equation" r:id="rId4" imgW="1295280" imgH="482400" progId="Equation.DSMT4">
                  <p:embed/>
                  <p:pic>
                    <p:nvPicPr>
                      <p:cNvPr id="750720" name="Object 128"/>
                      <p:cNvPicPr>
                        <a:picLocks noChangeAspect="1" noChangeArrowheads="1"/>
                      </p:cNvPicPr>
                      <p:nvPr/>
                    </p:nvPicPr>
                    <p:blipFill>
                      <a:blip r:embed="rId5"/>
                      <a:srcRect/>
                      <a:stretch>
                        <a:fillRect/>
                      </a:stretch>
                    </p:blipFill>
                    <p:spPr bwMode="auto">
                      <a:xfrm>
                        <a:off x="2159177" y="3440730"/>
                        <a:ext cx="2401372" cy="894571"/>
                      </a:xfrm>
                      <a:prstGeom prst="rect">
                        <a:avLst/>
                      </a:prstGeom>
                      <a:noFill/>
                      <a:ln>
                        <a:noFill/>
                      </a:ln>
                      <a:effectLst/>
                      <a:extLst/>
                    </p:spPr>
                  </p:pic>
                </p:oleObj>
              </mc:Fallback>
            </mc:AlternateContent>
          </a:graphicData>
        </a:graphic>
      </p:graphicFrame>
      <p:sp>
        <p:nvSpPr>
          <p:cNvPr id="73" name="Text Box 4"/>
          <p:cNvSpPr txBox="1">
            <a:spLocks noChangeArrowheads="1"/>
          </p:cNvSpPr>
          <p:nvPr/>
        </p:nvSpPr>
        <p:spPr bwMode="auto">
          <a:xfrm>
            <a:off x="752622" y="1405637"/>
            <a:ext cx="5964702" cy="22006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342900" indent="-342900" eaLnBrk="1" hangingPunct="1">
              <a:lnSpc>
                <a:spcPct val="120000"/>
              </a:lnSpc>
              <a:spcBef>
                <a:spcPts val="600"/>
              </a:spcBef>
              <a:spcAft>
                <a:spcPts val="0"/>
              </a:spcAft>
              <a:buClr>
                <a:srgbClr val="A50021"/>
              </a:buClr>
              <a:buSzPct val="130000"/>
              <a:buFont typeface="Wingdings" panose="05000000000000000000" pitchFamily="2" charset="2"/>
              <a:buChar char="F"/>
            </a:pPr>
            <a:r>
              <a:rPr lang="zh-CN" altLang="en-US" sz="2200" b="1" dirty="0" smtClean="0">
                <a:solidFill>
                  <a:srgbClr val="000066"/>
                </a:solidFill>
                <a:ea typeface="幼圆" pitchFamily="49" charset="-122"/>
              </a:rPr>
              <a:t>按照</a:t>
            </a:r>
            <a:r>
              <a:rPr lang="en-US" altLang="zh-CN" sz="2200" b="1" i="1" dirty="0" smtClean="0">
                <a:solidFill>
                  <a:srgbClr val="000066"/>
                </a:solidFill>
                <a:ea typeface="幼圆" pitchFamily="49" charset="-122"/>
              </a:rPr>
              <a:t>c </a:t>
            </a:r>
            <a:r>
              <a:rPr lang="en-US" altLang="zh-CN" sz="2200" b="1" dirty="0" smtClean="0">
                <a:solidFill>
                  <a:srgbClr val="000066"/>
                </a:solidFill>
                <a:ea typeface="幼圆" pitchFamily="49" charset="-122"/>
              </a:rPr>
              <a:t>=0</a:t>
            </a:r>
            <a:r>
              <a:rPr lang="zh-CN" altLang="en-US" sz="2200" b="1" dirty="0" smtClean="0">
                <a:solidFill>
                  <a:srgbClr val="000066"/>
                </a:solidFill>
                <a:ea typeface="幼圆" pitchFamily="49" charset="-122"/>
              </a:rPr>
              <a:t>，</a:t>
            </a:r>
            <a:r>
              <a:rPr lang="zh-CN" altLang="en-US" sz="2200" b="1" i="1" dirty="0" smtClean="0">
                <a:solidFill>
                  <a:srgbClr val="000066"/>
                </a:solidFill>
                <a:ea typeface="幼圆" pitchFamily="49" charset="-122"/>
                <a:sym typeface="Symbol" panose="05050102010706020507" pitchFamily="18" charset="2"/>
              </a:rPr>
              <a:t></a:t>
            </a:r>
            <a:r>
              <a:rPr lang="zh-CN" altLang="en-US" sz="2200" b="1" dirty="0" smtClean="0">
                <a:solidFill>
                  <a:srgbClr val="000066"/>
                </a:solidFill>
                <a:ea typeface="幼圆" pitchFamily="49" charset="-122"/>
                <a:sym typeface="Symbol" panose="05050102010706020507" pitchFamily="18" charset="2"/>
              </a:rPr>
              <a:t>为常数，分析</a:t>
            </a:r>
            <a:r>
              <a:rPr lang="zh-CN" altLang="en-US" sz="2200" b="1" dirty="0" smtClean="0">
                <a:solidFill>
                  <a:srgbClr val="000066"/>
                </a:solidFill>
                <a:ea typeface="幼圆" pitchFamily="49" charset="-122"/>
              </a:rPr>
              <a:t>得到的</a:t>
            </a:r>
            <a:r>
              <a:rPr lang="en-US" altLang="zh-CN" sz="2200" b="1" dirty="0" err="1" smtClean="0">
                <a:solidFill>
                  <a:srgbClr val="000066"/>
                </a:solidFill>
                <a:ea typeface="幼圆" pitchFamily="49" charset="-122"/>
              </a:rPr>
              <a:t>最危险滑动面</a:t>
            </a:r>
            <a:r>
              <a:rPr lang="zh-CN" altLang="en-US" sz="2200" b="1" dirty="0" smtClean="0">
                <a:solidFill>
                  <a:srgbClr val="000066"/>
                </a:solidFill>
                <a:ea typeface="幼圆" pitchFamily="49" charset="-122"/>
              </a:rPr>
              <a:t>通常是</a:t>
            </a:r>
            <a:r>
              <a:rPr lang="en-US" altLang="zh-CN" sz="2200" b="1" dirty="0" err="1" smtClean="0">
                <a:solidFill>
                  <a:srgbClr val="000066"/>
                </a:solidFill>
                <a:ea typeface="幼圆" pitchFamily="49" charset="-122"/>
              </a:rPr>
              <a:t>沿边坡</a:t>
            </a:r>
            <a:r>
              <a:rPr lang="zh-CN" altLang="en-US" sz="2200" b="1" dirty="0" smtClean="0">
                <a:solidFill>
                  <a:srgbClr val="000066"/>
                </a:solidFill>
                <a:ea typeface="幼圆" pitchFamily="49" charset="-122"/>
              </a:rPr>
              <a:t>表面滑动或深度较浅的滑动弧面，通常与实际不符</a:t>
            </a:r>
            <a:endParaRPr lang="en-US" altLang="zh-CN" sz="2200" b="1" dirty="0" smtClean="0">
              <a:solidFill>
                <a:srgbClr val="000066"/>
              </a:solidFill>
              <a:ea typeface="幼圆" pitchFamily="49" charset="-122"/>
            </a:endParaRPr>
          </a:p>
          <a:p>
            <a:pPr marL="342900" indent="-342900" eaLnBrk="1" hangingPunct="1">
              <a:lnSpc>
                <a:spcPct val="120000"/>
              </a:lnSpc>
              <a:spcBef>
                <a:spcPts val="600"/>
              </a:spcBef>
              <a:spcAft>
                <a:spcPts val="0"/>
              </a:spcAft>
              <a:buClr>
                <a:srgbClr val="A50021"/>
              </a:buClr>
              <a:buSzPct val="130000"/>
              <a:buFont typeface="Wingdings" panose="05000000000000000000" pitchFamily="2" charset="2"/>
              <a:buChar char="F"/>
            </a:pPr>
            <a:r>
              <a:rPr lang="zh-CN" altLang="en-US" sz="2200" b="1" dirty="0" smtClean="0">
                <a:solidFill>
                  <a:srgbClr val="000066"/>
                </a:solidFill>
                <a:ea typeface="幼圆" pitchFamily="49" charset="-122"/>
              </a:rPr>
              <a:t>试验结果证实，</a:t>
            </a:r>
            <a:r>
              <a:rPr lang="zh-CN" altLang="en-US" sz="2200" b="1" dirty="0">
                <a:solidFill>
                  <a:srgbClr val="000066"/>
                </a:solidFill>
                <a:ea typeface="幼圆" pitchFamily="49" charset="-122"/>
              </a:rPr>
              <a:t>随围压力</a:t>
            </a:r>
            <a:r>
              <a:rPr lang="zh-CN" altLang="en-US" sz="2200" b="1" dirty="0" smtClean="0">
                <a:solidFill>
                  <a:srgbClr val="000066"/>
                </a:solidFill>
                <a:ea typeface="幼圆" pitchFamily="49" charset="-122"/>
              </a:rPr>
              <a:t>增大堆</a:t>
            </a:r>
            <a:r>
              <a:rPr lang="zh-CN" altLang="en-US" sz="2200" b="1" dirty="0">
                <a:solidFill>
                  <a:srgbClr val="000066"/>
                </a:solidFill>
                <a:ea typeface="幼圆" pitchFamily="49" charset="-122"/>
              </a:rPr>
              <a:t>石料</a:t>
            </a:r>
            <a:r>
              <a:rPr lang="zh-CN" altLang="en-US" sz="2200" b="1" dirty="0" smtClean="0">
                <a:solidFill>
                  <a:srgbClr val="000066"/>
                </a:solidFill>
                <a:ea typeface="幼圆" pitchFamily="49" charset="-122"/>
              </a:rPr>
              <a:t>内摩擦角</a:t>
            </a:r>
            <a:r>
              <a:rPr lang="zh-CN" altLang="en-US" sz="2200" b="1" i="1" dirty="0" smtClean="0">
                <a:solidFill>
                  <a:srgbClr val="000066"/>
                </a:solidFill>
                <a:ea typeface="幼圆" pitchFamily="49" charset="-122"/>
                <a:sym typeface="Symbol" panose="05050102010706020507" pitchFamily="18" charset="2"/>
              </a:rPr>
              <a:t></a:t>
            </a:r>
            <a:r>
              <a:rPr lang="zh-CN" altLang="en-US" sz="2200" b="1" dirty="0" smtClean="0">
                <a:solidFill>
                  <a:srgbClr val="000066"/>
                </a:solidFill>
                <a:ea typeface="幼圆" pitchFamily="49" charset="-122"/>
              </a:rPr>
              <a:t>减小</a:t>
            </a:r>
            <a:endParaRPr lang="zh-CN" altLang="en-US" sz="2200" b="1" dirty="0">
              <a:solidFill>
                <a:srgbClr val="000066"/>
              </a:solidFill>
              <a:ea typeface="幼圆" pitchFamily="49" charset="-122"/>
            </a:endParaRPr>
          </a:p>
        </p:txBody>
      </p:sp>
      <p:sp>
        <p:nvSpPr>
          <p:cNvPr id="74" name="Text Box 4"/>
          <p:cNvSpPr txBox="1">
            <a:spLocks noChangeArrowheads="1"/>
          </p:cNvSpPr>
          <p:nvPr/>
        </p:nvSpPr>
        <p:spPr bwMode="auto">
          <a:xfrm>
            <a:off x="743766" y="4449289"/>
            <a:ext cx="5839909" cy="904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342900" indent="-342900" eaLnBrk="1" hangingPunct="1">
              <a:lnSpc>
                <a:spcPct val="120000"/>
              </a:lnSpc>
              <a:spcBef>
                <a:spcPts val="0"/>
              </a:spcBef>
              <a:spcAft>
                <a:spcPts val="0"/>
              </a:spcAft>
              <a:buClr>
                <a:srgbClr val="A50021"/>
              </a:buClr>
              <a:buSzPct val="130000"/>
              <a:buFont typeface="Wingdings" panose="05000000000000000000" pitchFamily="2" charset="2"/>
              <a:buChar char="F"/>
            </a:pPr>
            <a:r>
              <a:rPr lang="zh-CN" altLang="en-US" sz="2200" b="1" dirty="0" smtClean="0">
                <a:solidFill>
                  <a:srgbClr val="000066"/>
                </a:solidFill>
                <a:ea typeface="幼圆" pitchFamily="49" charset="-122"/>
              </a:rPr>
              <a:t>利用非线性强度指标分析，滑动面往往发生于坡内一定深度处，一般也不再是平面</a:t>
            </a:r>
            <a:endParaRPr lang="zh-CN" altLang="en-US" sz="2200" b="1" dirty="0">
              <a:solidFill>
                <a:srgbClr val="000066"/>
              </a:solidFill>
              <a:ea typeface="幼圆" pitchFamily="49" charset="-122"/>
            </a:endParaRPr>
          </a:p>
        </p:txBody>
      </p:sp>
      <p:sp>
        <p:nvSpPr>
          <p:cNvPr id="11" name="Text Box 7"/>
          <p:cNvSpPr txBox="1">
            <a:spLocks noChangeArrowheads="1"/>
          </p:cNvSpPr>
          <p:nvPr/>
        </p:nvSpPr>
        <p:spPr bwMode="auto">
          <a:xfrm>
            <a:off x="-1" y="0"/>
            <a:ext cx="5848540"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1800" b="1" kern="900" spc="130" dirty="0" smtClean="0">
                <a:solidFill>
                  <a:srgbClr val="000066"/>
                </a:solidFill>
                <a:ea typeface="黑体" panose="02010609060101010101" pitchFamily="49" charset="-122"/>
                <a:cs typeface="Times New Roman" panose="02020603050405020304" pitchFamily="18" charset="0"/>
              </a:rPr>
              <a:t>§7.2 </a:t>
            </a:r>
            <a:r>
              <a:rPr lang="zh-CN" altLang="en-US" sz="1800" b="1" kern="900" spc="130" dirty="0">
                <a:solidFill>
                  <a:srgbClr val="000066"/>
                </a:solidFill>
                <a:ea typeface="黑体" panose="02010609060101010101" pitchFamily="49" charset="-122"/>
                <a:cs typeface="Times New Roman" panose="02020603050405020304" pitchFamily="18" charset="0"/>
              </a:rPr>
              <a:t>无黏性土坡的稳定</a:t>
            </a:r>
            <a:r>
              <a:rPr lang="zh-CN" altLang="en-US" sz="1800" b="1" kern="900" spc="130" dirty="0" smtClean="0">
                <a:solidFill>
                  <a:srgbClr val="000066"/>
                </a:solidFill>
                <a:ea typeface="黑体" panose="02010609060101010101" pitchFamily="49" charset="-122"/>
                <a:cs typeface="Times New Roman" panose="02020603050405020304" pitchFamily="18" charset="0"/>
              </a:rPr>
              <a:t>分析 </a:t>
            </a:r>
            <a:r>
              <a:rPr lang="en-US" altLang="zh-CN" sz="1800" b="1" kern="900" spc="130" dirty="0" smtClean="0">
                <a:solidFill>
                  <a:srgbClr val="000066"/>
                </a:solidFill>
                <a:ea typeface="黑体" panose="02010609060101010101" pitchFamily="49" charset="-122"/>
                <a:cs typeface="Times New Roman" panose="02020603050405020304" pitchFamily="18" charset="0"/>
              </a:rPr>
              <a:t>–</a:t>
            </a:r>
            <a:r>
              <a:rPr lang="zh-CN" altLang="en-US" sz="1800" b="1" kern="900" spc="130" dirty="0" smtClean="0">
                <a:solidFill>
                  <a:srgbClr val="000066"/>
                </a:solidFill>
                <a:ea typeface="黑体" panose="02010609060101010101" pitchFamily="49" charset="-122"/>
                <a:cs typeface="Times New Roman" panose="02020603050405020304" pitchFamily="18" charset="0"/>
              </a:rPr>
              <a:t>几种深层滑动情况</a:t>
            </a:r>
            <a:endParaRPr lang="zh-CN" altLang="en-US" sz="1800" b="1" kern="900" spc="130" dirty="0">
              <a:solidFill>
                <a:srgbClr val="000066"/>
              </a:solidFill>
              <a:ea typeface="黑体" panose="02010609060101010101" pitchFamily="49" charset="-122"/>
              <a:cs typeface="Times New Roman" panose="02020603050405020304" pitchFamily="18" charset="0"/>
            </a:endParaRPr>
          </a:p>
          <a:p>
            <a:pPr eaLnBrk="1" fontAlgn="ctr" hangingPunct="1">
              <a:lnSpc>
                <a:spcPct val="100000"/>
              </a:lnSpc>
              <a:spcBef>
                <a:spcPct val="0"/>
              </a:spcBef>
              <a:spcAft>
                <a:spcPct val="0"/>
              </a:spcAft>
            </a:pPr>
            <a:endParaRPr lang="zh-CN" altLang="en-US" sz="1800" b="1" kern="900" spc="130" dirty="0">
              <a:solidFill>
                <a:srgbClr val="000066"/>
              </a:solidFill>
              <a:ea typeface="黑体" panose="02010609060101010101" pitchFamily="49" charset="-122"/>
              <a:cs typeface="Times New Roman" panose="02020603050405020304" pitchFamily="18" charset="0"/>
            </a:endParaRPr>
          </a:p>
        </p:txBody>
      </p:sp>
      <p:grpSp>
        <p:nvGrpSpPr>
          <p:cNvPr id="2" name="组合 1"/>
          <p:cNvGrpSpPr/>
          <p:nvPr/>
        </p:nvGrpSpPr>
        <p:grpSpPr>
          <a:xfrm>
            <a:off x="6740980" y="832904"/>
            <a:ext cx="2241242" cy="4353133"/>
            <a:chOff x="6740980" y="832904"/>
            <a:chExt cx="2241242" cy="4353133"/>
          </a:xfrm>
        </p:grpSpPr>
        <p:sp>
          <p:nvSpPr>
            <p:cNvPr id="9" name="Text Box 13"/>
            <p:cNvSpPr txBox="1">
              <a:spLocks noChangeArrowheads="1"/>
            </p:cNvSpPr>
            <p:nvPr/>
          </p:nvSpPr>
          <p:spPr bwMode="auto">
            <a:xfrm>
              <a:off x="6805396" y="4413518"/>
              <a:ext cx="2176826" cy="7725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lang="zh-CN" altLang="en-US" sz="2000" b="1" dirty="0">
                  <a:solidFill>
                    <a:srgbClr val="C00000"/>
                  </a:solidFill>
                  <a:ea typeface="幼圆" pitchFamily="49" charset="-122"/>
                  <a:cs typeface="Times New Roman" panose="02020603050405020304" pitchFamily="18" charset="0"/>
                </a:rPr>
                <a:t>堆</a:t>
              </a:r>
              <a:r>
                <a:rPr lang="zh-CN" altLang="en-US" sz="2000" b="1" dirty="0" smtClean="0">
                  <a:solidFill>
                    <a:srgbClr val="C00000"/>
                  </a:solidFill>
                  <a:ea typeface="幼圆" pitchFamily="49" charset="-122"/>
                  <a:cs typeface="Times New Roman" panose="02020603050405020304" pitchFamily="18" charset="0"/>
                </a:rPr>
                <a:t>石料三轴试样</a:t>
              </a:r>
              <a:endParaRPr lang="zh-CN" altLang="en-US" sz="2000" b="1" dirty="0">
                <a:solidFill>
                  <a:srgbClr val="C00000"/>
                </a:solidFill>
                <a:ea typeface="幼圆" pitchFamily="49" charset="-122"/>
                <a:cs typeface="Times New Roman" panose="02020603050405020304" pitchFamily="18" charset="0"/>
              </a:endParaRPr>
            </a:p>
            <a:p>
              <a:pPr algn="ctr"/>
              <a:r>
                <a:rPr lang="zh-CN" altLang="en-US" b="1" dirty="0">
                  <a:solidFill>
                    <a:srgbClr val="C00000"/>
                  </a:solidFill>
                  <a:ea typeface="幼圆" pitchFamily="49" charset="-122"/>
                  <a:cs typeface="Times New Roman" panose="02020603050405020304" pitchFamily="18" charset="0"/>
                </a:rPr>
                <a:t>直径</a:t>
              </a:r>
              <a:r>
                <a:rPr lang="en-US" altLang="zh-CN" b="1" dirty="0">
                  <a:solidFill>
                    <a:srgbClr val="C00000"/>
                  </a:solidFill>
                  <a:ea typeface="幼圆" pitchFamily="49" charset="-122"/>
                  <a:cs typeface="Times New Roman" panose="02020603050405020304" pitchFamily="18" charset="0"/>
                </a:rPr>
                <a:t>30cm</a:t>
              </a:r>
              <a:r>
                <a:rPr lang="zh-CN" altLang="en-US" b="1" dirty="0">
                  <a:solidFill>
                    <a:srgbClr val="C00000"/>
                  </a:solidFill>
                  <a:ea typeface="幼圆" pitchFamily="49" charset="-122"/>
                  <a:cs typeface="Times New Roman" panose="02020603050405020304" pitchFamily="18" charset="0"/>
                </a:rPr>
                <a:t>，最大粒径</a:t>
              </a:r>
              <a:r>
                <a:rPr lang="en-US" altLang="zh-CN" b="1" dirty="0">
                  <a:solidFill>
                    <a:srgbClr val="C00000"/>
                  </a:solidFill>
                  <a:ea typeface="幼圆" pitchFamily="49" charset="-122"/>
                  <a:cs typeface="Times New Roman" panose="02020603050405020304" pitchFamily="18" charset="0"/>
                </a:rPr>
                <a:t>6cm</a:t>
              </a:r>
            </a:p>
          </p:txBody>
        </p:sp>
        <p:pic>
          <p:nvPicPr>
            <p:cNvPr id="10" name="Picture 11" descr="图片2"/>
            <p:cNvPicPr preferRelativeResize="0">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135593" y="1308901"/>
              <a:ext cx="1508548" cy="2991461"/>
            </a:xfrm>
            <a:prstGeom prst="rect">
              <a:avLst/>
            </a:prstGeom>
            <a:noFill/>
            <a:extLst>
              <a:ext uri="{909E8E84-426E-40DD-AFC4-6F175D3DCCD1}">
                <a14:hiddenFill xmlns:a14="http://schemas.microsoft.com/office/drawing/2010/main">
                  <a:solidFill>
                    <a:srgbClr val="FFFFFF"/>
                  </a:solidFill>
                </a14:hiddenFill>
              </a:ext>
            </a:extLst>
          </p:spPr>
        </p:pic>
        <p:sp>
          <p:nvSpPr>
            <p:cNvPr id="12" name="Text Box 13"/>
            <p:cNvSpPr txBox="1">
              <a:spLocks noChangeArrowheads="1"/>
            </p:cNvSpPr>
            <p:nvPr/>
          </p:nvSpPr>
          <p:spPr bwMode="auto">
            <a:xfrm>
              <a:off x="6740980" y="832904"/>
              <a:ext cx="2176826" cy="4147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lang="en-US" altLang="zh-CN" sz="2000" b="1" dirty="0" smtClean="0">
                  <a:solidFill>
                    <a:srgbClr val="C00000"/>
                  </a:solidFill>
                  <a:ea typeface="幼圆" pitchFamily="49" charset="-122"/>
                  <a:cs typeface="Times New Roman" panose="02020603050405020304" pitchFamily="18" charset="0"/>
                </a:rPr>
                <a:t>c = 0</a:t>
              </a:r>
              <a:r>
                <a:rPr lang="zh-CN" altLang="en-US" sz="2000" b="1" dirty="0" smtClean="0">
                  <a:solidFill>
                    <a:srgbClr val="C00000"/>
                  </a:solidFill>
                  <a:ea typeface="幼圆" pitchFamily="49" charset="-122"/>
                  <a:cs typeface="Times New Roman" panose="02020603050405020304" pitchFamily="18" charset="0"/>
                </a:rPr>
                <a:t>能站住？</a:t>
              </a:r>
              <a:endParaRPr lang="zh-CN" altLang="en-US" sz="2000" b="1" dirty="0">
                <a:solidFill>
                  <a:srgbClr val="C00000"/>
                </a:solidFill>
                <a:ea typeface="幼圆" pitchFamily="49" charset="-122"/>
                <a:cs typeface="Times New Roman" panose="02020603050405020304" pitchFamily="18" charset="0"/>
              </a:endParaRPr>
            </a:p>
          </p:txBody>
        </p:sp>
      </p:grpSp>
    </p:spTree>
    <p:extLst>
      <p:ext uri="{BB962C8B-B14F-4D97-AF65-F5344CB8AC3E}">
        <p14:creationId xmlns:p14="http://schemas.microsoft.com/office/powerpoint/2010/main" val="909660718"/>
      </p:ext>
    </p:extLst>
  </p:cSld>
  <p:clrMapOvr>
    <a:masterClrMapping/>
  </p:clrMapOvr>
  <p:transition spd="med">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3">
                                            <p:txEl>
                                              <p:pRg st="0" end="0"/>
                                            </p:txEl>
                                          </p:spTgt>
                                        </p:tgtEl>
                                        <p:attrNameLst>
                                          <p:attrName>style.visibility</p:attrName>
                                        </p:attrNameLst>
                                      </p:cBhvr>
                                      <p:to>
                                        <p:strVal val="visible"/>
                                      </p:to>
                                    </p:set>
                                    <p:animEffect transition="in" filter="wipe(left)">
                                      <p:cBhvr>
                                        <p:cTn id="7" dur="500"/>
                                        <p:tgtEl>
                                          <p:spTgt spid="73">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73">
                                            <p:txEl>
                                              <p:pRg st="1" end="1"/>
                                            </p:txEl>
                                          </p:spTgt>
                                        </p:tgtEl>
                                        <p:attrNameLst>
                                          <p:attrName>style.visibility</p:attrName>
                                        </p:attrNameLst>
                                      </p:cBhvr>
                                      <p:to>
                                        <p:strVal val="visible"/>
                                      </p:to>
                                    </p:set>
                                    <p:animEffect transition="in" filter="wipe(left)">
                                      <p:cBhvr>
                                        <p:cTn id="11" dur="500"/>
                                        <p:tgtEl>
                                          <p:spTgt spid="73">
                                            <p:txEl>
                                              <p:pRg st="1" end="1"/>
                                            </p:txEl>
                                          </p:spTgt>
                                        </p:tgtEl>
                                      </p:cBhvr>
                                    </p:animEffect>
                                  </p:childTnLst>
                                </p:cTn>
                              </p:par>
                            </p:childTnLst>
                          </p:cTn>
                        </p:par>
                        <p:par>
                          <p:cTn id="12" fill="hold">
                            <p:stCondLst>
                              <p:cond delay="1000"/>
                            </p:stCondLst>
                            <p:childTnLst>
                              <p:par>
                                <p:cTn id="13" presetID="31" presetClass="entr" presetSubtype="0" fill="hold" nodeType="afterEffect">
                                  <p:stCondLst>
                                    <p:cond delay="0"/>
                                  </p:stCondLst>
                                  <p:childTnLst>
                                    <p:set>
                                      <p:cBhvr>
                                        <p:cTn id="14" dur="1" fill="hold">
                                          <p:stCondLst>
                                            <p:cond delay="0"/>
                                          </p:stCondLst>
                                        </p:cTn>
                                        <p:tgtEl>
                                          <p:spTgt spid="66"/>
                                        </p:tgtEl>
                                        <p:attrNameLst>
                                          <p:attrName>style.visibility</p:attrName>
                                        </p:attrNameLst>
                                      </p:cBhvr>
                                      <p:to>
                                        <p:strVal val="visible"/>
                                      </p:to>
                                    </p:set>
                                    <p:anim calcmode="lin" valueType="num">
                                      <p:cBhvr>
                                        <p:cTn id="15" dur="1000" fill="hold"/>
                                        <p:tgtEl>
                                          <p:spTgt spid="66"/>
                                        </p:tgtEl>
                                        <p:attrNameLst>
                                          <p:attrName>ppt_w</p:attrName>
                                        </p:attrNameLst>
                                      </p:cBhvr>
                                      <p:tavLst>
                                        <p:tav tm="0">
                                          <p:val>
                                            <p:fltVal val="0"/>
                                          </p:val>
                                        </p:tav>
                                        <p:tav tm="100000">
                                          <p:val>
                                            <p:strVal val="#ppt_w"/>
                                          </p:val>
                                        </p:tav>
                                      </p:tavLst>
                                    </p:anim>
                                    <p:anim calcmode="lin" valueType="num">
                                      <p:cBhvr>
                                        <p:cTn id="16" dur="1000" fill="hold"/>
                                        <p:tgtEl>
                                          <p:spTgt spid="66"/>
                                        </p:tgtEl>
                                        <p:attrNameLst>
                                          <p:attrName>ppt_h</p:attrName>
                                        </p:attrNameLst>
                                      </p:cBhvr>
                                      <p:tavLst>
                                        <p:tav tm="0">
                                          <p:val>
                                            <p:fltVal val="0"/>
                                          </p:val>
                                        </p:tav>
                                        <p:tav tm="100000">
                                          <p:val>
                                            <p:strVal val="#ppt_h"/>
                                          </p:val>
                                        </p:tav>
                                      </p:tavLst>
                                    </p:anim>
                                    <p:anim calcmode="lin" valueType="num">
                                      <p:cBhvr>
                                        <p:cTn id="17" dur="1000" fill="hold"/>
                                        <p:tgtEl>
                                          <p:spTgt spid="66"/>
                                        </p:tgtEl>
                                        <p:attrNameLst>
                                          <p:attrName>style.rotation</p:attrName>
                                        </p:attrNameLst>
                                      </p:cBhvr>
                                      <p:tavLst>
                                        <p:tav tm="0">
                                          <p:val>
                                            <p:fltVal val="90"/>
                                          </p:val>
                                        </p:tav>
                                        <p:tav tm="100000">
                                          <p:val>
                                            <p:fltVal val="0"/>
                                          </p:val>
                                        </p:tav>
                                      </p:tavLst>
                                    </p:anim>
                                    <p:animEffect transition="in" filter="fade">
                                      <p:cBhvr>
                                        <p:cTn id="18" dur="1000"/>
                                        <p:tgtEl>
                                          <p:spTgt spid="66"/>
                                        </p:tgtEl>
                                      </p:cBhvr>
                                    </p:animEffect>
                                  </p:childTnLst>
                                </p:cTn>
                              </p:par>
                            </p:childTnLst>
                          </p:cTn>
                        </p:par>
                        <p:par>
                          <p:cTn id="19" fill="hold">
                            <p:stCondLst>
                              <p:cond delay="2000"/>
                            </p:stCondLst>
                            <p:childTnLst>
                              <p:par>
                                <p:cTn id="20" presetID="6" presetClass="entr" presetSubtype="16" fill="hold" nodeType="after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circle(in)">
                                      <p:cBhvr>
                                        <p:cTn id="22" dur="2000"/>
                                        <p:tgtEl>
                                          <p:spTgt spid="2"/>
                                        </p:tgtEl>
                                      </p:cBhvr>
                                    </p:animEffect>
                                  </p:childTnLst>
                                </p:cTn>
                              </p:par>
                            </p:childTnLst>
                          </p:cTn>
                        </p:par>
                      </p:childTnLst>
                    </p:cTn>
                  </p:par>
                  <p:par>
                    <p:cTn id="23" fill="hold">
                      <p:stCondLst>
                        <p:cond delay="indefinite"/>
                      </p:stCondLst>
                      <p:childTnLst>
                        <p:par>
                          <p:cTn id="24" fill="hold">
                            <p:stCondLst>
                              <p:cond delay="0"/>
                            </p:stCondLst>
                            <p:childTnLst>
                              <p:par>
                                <p:cTn id="25" presetID="31" presetClass="entr" presetSubtype="0" fill="hold" grpId="0" nodeType="clickEffect">
                                  <p:stCondLst>
                                    <p:cond delay="0"/>
                                  </p:stCondLst>
                                  <p:childTnLst>
                                    <p:set>
                                      <p:cBhvr>
                                        <p:cTn id="26" dur="1" fill="hold">
                                          <p:stCondLst>
                                            <p:cond delay="0"/>
                                          </p:stCondLst>
                                        </p:cTn>
                                        <p:tgtEl>
                                          <p:spTgt spid="74"/>
                                        </p:tgtEl>
                                        <p:attrNameLst>
                                          <p:attrName>style.visibility</p:attrName>
                                        </p:attrNameLst>
                                      </p:cBhvr>
                                      <p:to>
                                        <p:strVal val="visible"/>
                                      </p:to>
                                    </p:set>
                                    <p:anim calcmode="lin" valueType="num">
                                      <p:cBhvr>
                                        <p:cTn id="27" dur="1000" fill="hold"/>
                                        <p:tgtEl>
                                          <p:spTgt spid="74"/>
                                        </p:tgtEl>
                                        <p:attrNameLst>
                                          <p:attrName>ppt_w</p:attrName>
                                        </p:attrNameLst>
                                      </p:cBhvr>
                                      <p:tavLst>
                                        <p:tav tm="0">
                                          <p:val>
                                            <p:fltVal val="0"/>
                                          </p:val>
                                        </p:tav>
                                        <p:tav tm="100000">
                                          <p:val>
                                            <p:strVal val="#ppt_w"/>
                                          </p:val>
                                        </p:tav>
                                      </p:tavLst>
                                    </p:anim>
                                    <p:anim calcmode="lin" valueType="num">
                                      <p:cBhvr>
                                        <p:cTn id="28" dur="1000" fill="hold"/>
                                        <p:tgtEl>
                                          <p:spTgt spid="74"/>
                                        </p:tgtEl>
                                        <p:attrNameLst>
                                          <p:attrName>ppt_h</p:attrName>
                                        </p:attrNameLst>
                                      </p:cBhvr>
                                      <p:tavLst>
                                        <p:tav tm="0">
                                          <p:val>
                                            <p:fltVal val="0"/>
                                          </p:val>
                                        </p:tav>
                                        <p:tav tm="100000">
                                          <p:val>
                                            <p:strVal val="#ppt_h"/>
                                          </p:val>
                                        </p:tav>
                                      </p:tavLst>
                                    </p:anim>
                                    <p:anim calcmode="lin" valueType="num">
                                      <p:cBhvr>
                                        <p:cTn id="29" dur="1000" fill="hold"/>
                                        <p:tgtEl>
                                          <p:spTgt spid="74"/>
                                        </p:tgtEl>
                                        <p:attrNameLst>
                                          <p:attrName>style.rotation</p:attrName>
                                        </p:attrNameLst>
                                      </p:cBhvr>
                                      <p:tavLst>
                                        <p:tav tm="0">
                                          <p:val>
                                            <p:fltVal val="90"/>
                                          </p:val>
                                        </p:tav>
                                        <p:tav tm="100000">
                                          <p:val>
                                            <p:fltVal val="0"/>
                                          </p:val>
                                        </p:tav>
                                      </p:tavLst>
                                    </p:anim>
                                    <p:animEffect transition="in" filter="fade">
                                      <p:cBhvr>
                                        <p:cTn id="30" dur="1000"/>
                                        <p:tgtEl>
                                          <p:spTgt spid="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 grpId="0" uiExpand="1" build="p"/>
      <p:bldP spid="74"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34</a:t>
            </a:fld>
            <a:endParaRPr lang="zh-CN" altLang="en-US" dirty="0">
              <a:solidFill>
                <a:srgbClr val="C00000"/>
              </a:solidFill>
            </a:endParaRPr>
          </a:p>
        </p:txBody>
      </p:sp>
      <p:sp>
        <p:nvSpPr>
          <p:cNvPr id="4" name="Text Box 2"/>
          <p:cNvSpPr txBox="1">
            <a:spLocks noChangeArrowheads="1"/>
          </p:cNvSpPr>
          <p:nvPr/>
        </p:nvSpPr>
        <p:spPr bwMode="auto">
          <a:xfrm>
            <a:off x="2482890" y="5793729"/>
            <a:ext cx="5280025"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gn="ctr" eaLnBrk="1" hangingPunct="1">
              <a:lnSpc>
                <a:spcPct val="100000"/>
              </a:lnSpc>
              <a:spcBef>
                <a:spcPct val="0"/>
              </a:spcBef>
              <a:spcAft>
                <a:spcPct val="0"/>
              </a:spcAft>
            </a:pPr>
            <a:r>
              <a:rPr kumimoji="1" lang="zh-CN" altLang="en-US" sz="4000" b="1" dirty="0">
                <a:solidFill>
                  <a:srgbClr val="000066"/>
                </a:solidFill>
                <a:ea typeface="黑体" pitchFamily="2" charset="-122"/>
              </a:rPr>
              <a:t>小   结</a:t>
            </a:r>
          </a:p>
        </p:txBody>
      </p:sp>
      <p:sp>
        <p:nvSpPr>
          <p:cNvPr id="5" name="Text Box 3"/>
          <p:cNvSpPr txBox="1">
            <a:spLocks noChangeArrowheads="1"/>
          </p:cNvSpPr>
          <p:nvPr/>
        </p:nvSpPr>
        <p:spPr bwMode="auto">
          <a:xfrm>
            <a:off x="659958" y="997555"/>
            <a:ext cx="3821505" cy="39826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625475" indent="-625475"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444500" indent="-444500" eaLnBrk="1" hangingPunct="1">
              <a:lnSpc>
                <a:spcPct val="120000"/>
              </a:lnSpc>
              <a:spcBef>
                <a:spcPts val="1200"/>
              </a:spcBef>
              <a:spcAft>
                <a:spcPts val="1200"/>
              </a:spcAft>
              <a:buClr>
                <a:srgbClr val="A50021"/>
              </a:buClr>
              <a:buSzPct val="130000"/>
              <a:buFont typeface="Wingdings" pitchFamily="2" charset="2"/>
              <a:buChar char="F"/>
            </a:pPr>
            <a:r>
              <a:rPr lang="zh-CN" altLang="en-US" sz="2400" b="1" dirty="0">
                <a:solidFill>
                  <a:srgbClr val="000066"/>
                </a:solidFill>
                <a:ea typeface="幼圆" pitchFamily="49" charset="-122"/>
              </a:rPr>
              <a:t>基于坡面</a:t>
            </a:r>
            <a:r>
              <a:rPr lang="zh-CN" altLang="en-US" sz="2400" b="1" dirty="0" smtClean="0">
                <a:solidFill>
                  <a:srgbClr val="000066"/>
                </a:solidFill>
                <a:ea typeface="幼圆" pitchFamily="49" charset="-122"/>
              </a:rPr>
              <a:t>单元分析</a:t>
            </a:r>
            <a:endParaRPr lang="zh-CN" altLang="en-US" sz="2400" b="1" dirty="0">
              <a:solidFill>
                <a:srgbClr val="000066"/>
              </a:solidFill>
              <a:ea typeface="幼圆" pitchFamily="49" charset="-122"/>
            </a:endParaRPr>
          </a:p>
          <a:p>
            <a:pPr marL="444500" indent="-444500" eaLnBrk="1" hangingPunct="1">
              <a:lnSpc>
                <a:spcPct val="120000"/>
              </a:lnSpc>
              <a:spcBef>
                <a:spcPts val="1200"/>
              </a:spcBef>
              <a:spcAft>
                <a:spcPts val="1200"/>
              </a:spcAft>
              <a:buClr>
                <a:srgbClr val="A50021"/>
              </a:buClr>
              <a:buSzPct val="130000"/>
              <a:buFont typeface="Wingdings" pitchFamily="2" charset="2"/>
              <a:buChar char="F"/>
            </a:pPr>
            <a:r>
              <a:rPr lang="zh-CN" altLang="en-US" sz="2400" b="1" dirty="0">
                <a:solidFill>
                  <a:srgbClr val="000066"/>
                </a:solidFill>
                <a:ea typeface="幼圆" pitchFamily="49" charset="-122"/>
              </a:rPr>
              <a:t>无</a:t>
            </a:r>
            <a:r>
              <a:rPr lang="zh-CN" altLang="en-US" sz="2400" b="1" dirty="0" smtClean="0">
                <a:solidFill>
                  <a:srgbClr val="000066"/>
                </a:solidFill>
                <a:ea typeface="幼圆" pitchFamily="49" charset="-122"/>
              </a:rPr>
              <a:t>渗流无限</a:t>
            </a:r>
            <a:r>
              <a:rPr lang="zh-CN" altLang="en-US" sz="2400" b="1" dirty="0">
                <a:solidFill>
                  <a:srgbClr val="000066"/>
                </a:solidFill>
                <a:ea typeface="幼圆" pitchFamily="49" charset="-122"/>
              </a:rPr>
              <a:t>长</a:t>
            </a:r>
            <a:r>
              <a:rPr lang="zh-CN" altLang="en-US" sz="2400" b="1" dirty="0" smtClean="0">
                <a:solidFill>
                  <a:srgbClr val="000066"/>
                </a:solidFill>
                <a:ea typeface="幼圆" pitchFamily="49" charset="-122"/>
              </a:rPr>
              <a:t>坡</a:t>
            </a:r>
            <a:endParaRPr lang="zh-CN" altLang="en-US" sz="2400" b="1" dirty="0">
              <a:solidFill>
                <a:srgbClr val="000066"/>
              </a:solidFill>
              <a:ea typeface="幼圆" pitchFamily="49" charset="-122"/>
            </a:endParaRPr>
          </a:p>
          <a:p>
            <a:pPr marL="444500" indent="-444500" eaLnBrk="1" hangingPunct="1">
              <a:lnSpc>
                <a:spcPct val="120000"/>
              </a:lnSpc>
              <a:spcBef>
                <a:spcPts val="1200"/>
              </a:spcBef>
              <a:spcAft>
                <a:spcPts val="1200"/>
              </a:spcAft>
              <a:buClr>
                <a:srgbClr val="A50021"/>
              </a:buClr>
              <a:buSzPct val="130000"/>
              <a:buFont typeface="Wingdings" pitchFamily="2" charset="2"/>
              <a:buChar char="F"/>
            </a:pPr>
            <a:r>
              <a:rPr lang="zh-CN" altLang="en-US" sz="2400" b="1" dirty="0">
                <a:solidFill>
                  <a:srgbClr val="000066"/>
                </a:solidFill>
                <a:ea typeface="幼圆" pitchFamily="49" charset="-122"/>
              </a:rPr>
              <a:t>有沿坡渗流无限长</a:t>
            </a:r>
            <a:r>
              <a:rPr lang="zh-CN" altLang="en-US" sz="2400" b="1" dirty="0" smtClean="0">
                <a:solidFill>
                  <a:srgbClr val="000066"/>
                </a:solidFill>
                <a:ea typeface="幼圆" pitchFamily="49" charset="-122"/>
              </a:rPr>
              <a:t>坡</a:t>
            </a:r>
            <a:endParaRPr lang="en-US" altLang="zh-CN" sz="2400" b="1" dirty="0" smtClean="0">
              <a:solidFill>
                <a:srgbClr val="000066"/>
              </a:solidFill>
              <a:ea typeface="幼圆" pitchFamily="49" charset="-122"/>
            </a:endParaRPr>
          </a:p>
          <a:p>
            <a:pPr marL="444500" indent="-444500" eaLnBrk="1" hangingPunct="1">
              <a:lnSpc>
                <a:spcPct val="120000"/>
              </a:lnSpc>
              <a:spcBef>
                <a:spcPts val="1200"/>
              </a:spcBef>
              <a:spcAft>
                <a:spcPts val="1200"/>
              </a:spcAft>
              <a:buClr>
                <a:srgbClr val="A50021"/>
              </a:buClr>
              <a:buSzPct val="130000"/>
              <a:buFont typeface="Wingdings" pitchFamily="2" charset="2"/>
              <a:buChar char="F"/>
            </a:pPr>
            <a:r>
              <a:rPr lang="zh-CN" altLang="en-US" sz="2400" b="1" dirty="0">
                <a:solidFill>
                  <a:srgbClr val="000066"/>
                </a:solidFill>
                <a:ea typeface="幼圆" pitchFamily="49" charset="-122"/>
              </a:rPr>
              <a:t>有穿过坡面</a:t>
            </a:r>
            <a:r>
              <a:rPr lang="zh-CN" altLang="en-US" sz="2400" b="1" dirty="0" smtClean="0">
                <a:solidFill>
                  <a:srgbClr val="000066"/>
                </a:solidFill>
                <a:ea typeface="幼圆" pitchFamily="49" charset="-122"/>
              </a:rPr>
              <a:t>渗流的情况</a:t>
            </a:r>
            <a:endParaRPr lang="en-US" altLang="zh-CN" sz="2400" b="1" dirty="0" smtClean="0">
              <a:solidFill>
                <a:srgbClr val="000066"/>
              </a:solidFill>
              <a:ea typeface="幼圆" pitchFamily="49" charset="-122"/>
            </a:endParaRPr>
          </a:p>
          <a:p>
            <a:pPr marL="444500" indent="-444500" eaLnBrk="1" hangingPunct="1">
              <a:lnSpc>
                <a:spcPct val="120000"/>
              </a:lnSpc>
              <a:spcBef>
                <a:spcPts val="1200"/>
              </a:spcBef>
              <a:spcAft>
                <a:spcPts val="1200"/>
              </a:spcAft>
              <a:buClr>
                <a:srgbClr val="A50021"/>
              </a:buClr>
              <a:buSzPct val="130000"/>
              <a:buFont typeface="Wingdings" pitchFamily="2" charset="2"/>
              <a:buChar char="F"/>
            </a:pPr>
            <a:r>
              <a:rPr lang="zh-CN" altLang="en-US" sz="2400" b="1" dirty="0">
                <a:solidFill>
                  <a:srgbClr val="000066"/>
                </a:solidFill>
                <a:ea typeface="幼圆" pitchFamily="49" charset="-122"/>
              </a:rPr>
              <a:t>几种可能发生深层滑动的</a:t>
            </a:r>
            <a:r>
              <a:rPr lang="zh-CN" altLang="en-US" sz="2400" b="1" dirty="0" smtClean="0">
                <a:solidFill>
                  <a:srgbClr val="000066"/>
                </a:solidFill>
                <a:ea typeface="幼圆" pitchFamily="49" charset="-122"/>
              </a:rPr>
              <a:t>情况</a:t>
            </a:r>
            <a:endParaRPr lang="zh-CN" altLang="en-US" sz="2400" b="1" dirty="0">
              <a:solidFill>
                <a:srgbClr val="000066"/>
              </a:solidFill>
              <a:ea typeface="幼圆" pitchFamily="49" charset="-122"/>
            </a:endParaRPr>
          </a:p>
        </p:txBody>
      </p:sp>
      <p:sp>
        <p:nvSpPr>
          <p:cNvPr id="6" name="Text Box 6"/>
          <p:cNvSpPr txBox="1">
            <a:spLocks noChangeArrowheads="1"/>
          </p:cNvSpPr>
          <p:nvPr/>
        </p:nvSpPr>
        <p:spPr bwMode="auto">
          <a:xfrm>
            <a:off x="5020378" y="1305780"/>
            <a:ext cx="1824037" cy="4647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65125" indent="-365125"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0" indent="0" eaLnBrk="1" hangingPunct="1">
              <a:lnSpc>
                <a:spcPct val="110000"/>
              </a:lnSpc>
              <a:spcBef>
                <a:spcPts val="200"/>
              </a:spcBef>
              <a:spcAft>
                <a:spcPts val="200"/>
              </a:spcAft>
              <a:buClr>
                <a:srgbClr val="A50021"/>
              </a:buClr>
            </a:pPr>
            <a:r>
              <a:rPr lang="zh-CN" altLang="en-US" sz="2200" b="1" dirty="0" smtClean="0">
                <a:solidFill>
                  <a:srgbClr val="000066"/>
                </a:solidFill>
                <a:ea typeface="幼圆" pitchFamily="49" charset="-122"/>
                <a:sym typeface="Symbol" pitchFamily="18" charset="2"/>
              </a:rPr>
              <a:t>沿坡面滑动</a:t>
            </a:r>
            <a:endParaRPr lang="zh-CN" altLang="en-US" sz="2200" b="1" dirty="0">
              <a:solidFill>
                <a:srgbClr val="000066"/>
              </a:solidFill>
              <a:ea typeface="幼圆" pitchFamily="49" charset="-122"/>
              <a:sym typeface="Symbol" pitchFamily="18" charset="2"/>
            </a:endParaRPr>
          </a:p>
        </p:txBody>
      </p:sp>
      <p:sp>
        <p:nvSpPr>
          <p:cNvPr id="7" name="Text Box 7"/>
          <p:cNvSpPr txBox="1">
            <a:spLocks noChangeArrowheads="1"/>
          </p:cNvSpPr>
          <p:nvPr/>
        </p:nvSpPr>
        <p:spPr bwMode="auto">
          <a:xfrm>
            <a:off x="4574056" y="3997027"/>
            <a:ext cx="4024706" cy="12198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spAutoFit/>
          </a:bodyPr>
          <a:lstStyle>
            <a:lvl1pPr marL="365125" indent="-365125"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10000"/>
              </a:lnSpc>
              <a:spcBef>
                <a:spcPts val="200"/>
              </a:spcBef>
              <a:spcAft>
                <a:spcPts val="200"/>
              </a:spcAft>
              <a:buClr>
                <a:srgbClr val="A50021"/>
              </a:buClr>
              <a:buFontTx/>
              <a:buChar char="•"/>
            </a:pPr>
            <a:r>
              <a:rPr lang="zh-CN" altLang="en-US" sz="2200" b="1" dirty="0">
                <a:solidFill>
                  <a:srgbClr val="000066"/>
                </a:solidFill>
                <a:latin typeface="幼圆" pitchFamily="49" charset="-122"/>
                <a:ea typeface="幼圆" pitchFamily="49" charset="-122"/>
              </a:rPr>
              <a:t>渗透水流未逸出</a:t>
            </a:r>
            <a:r>
              <a:rPr lang="zh-CN" altLang="en-US" sz="2200" b="1" dirty="0" smtClean="0">
                <a:solidFill>
                  <a:srgbClr val="000066"/>
                </a:solidFill>
                <a:latin typeface="幼圆" pitchFamily="49" charset="-122"/>
                <a:ea typeface="幼圆" pitchFamily="49" charset="-122"/>
              </a:rPr>
              <a:t>土坡</a:t>
            </a:r>
            <a:endParaRPr lang="zh-CN" altLang="en-US" sz="2200" b="1" dirty="0">
              <a:solidFill>
                <a:srgbClr val="000066"/>
              </a:solidFill>
              <a:latin typeface="幼圆" pitchFamily="49" charset="-122"/>
              <a:ea typeface="幼圆" pitchFamily="49" charset="-122"/>
            </a:endParaRPr>
          </a:p>
          <a:p>
            <a:pPr eaLnBrk="1" hangingPunct="1">
              <a:lnSpc>
                <a:spcPct val="110000"/>
              </a:lnSpc>
              <a:spcBef>
                <a:spcPts val="200"/>
              </a:spcBef>
              <a:spcAft>
                <a:spcPts val="200"/>
              </a:spcAft>
              <a:buClr>
                <a:srgbClr val="A50021"/>
              </a:buClr>
              <a:buFontTx/>
              <a:buChar char="•"/>
            </a:pPr>
            <a:r>
              <a:rPr lang="zh-CN" altLang="en-US" sz="2200" b="1" dirty="0">
                <a:solidFill>
                  <a:srgbClr val="000066"/>
                </a:solidFill>
                <a:latin typeface="幼圆" pitchFamily="49" charset="-122"/>
                <a:ea typeface="幼圆" pitchFamily="49" charset="-122"/>
              </a:rPr>
              <a:t>部分浸水的无黏性</a:t>
            </a:r>
            <a:r>
              <a:rPr lang="zh-CN" altLang="en-US" sz="2200" b="1" dirty="0" smtClean="0">
                <a:solidFill>
                  <a:srgbClr val="000066"/>
                </a:solidFill>
                <a:latin typeface="幼圆" pitchFamily="49" charset="-122"/>
                <a:ea typeface="幼圆" pitchFamily="49" charset="-122"/>
              </a:rPr>
              <a:t>土坡</a:t>
            </a:r>
            <a:endParaRPr lang="en-US" altLang="zh-CN" sz="2200" b="1" dirty="0" smtClean="0">
              <a:solidFill>
                <a:srgbClr val="000066"/>
              </a:solidFill>
              <a:latin typeface="幼圆" pitchFamily="49" charset="-122"/>
              <a:ea typeface="幼圆" pitchFamily="49" charset="-122"/>
            </a:endParaRPr>
          </a:p>
          <a:p>
            <a:pPr eaLnBrk="1" hangingPunct="1">
              <a:lnSpc>
                <a:spcPct val="110000"/>
              </a:lnSpc>
              <a:spcBef>
                <a:spcPts val="200"/>
              </a:spcBef>
              <a:spcAft>
                <a:spcPts val="200"/>
              </a:spcAft>
              <a:buClr>
                <a:srgbClr val="A50021"/>
              </a:buClr>
              <a:buFontTx/>
              <a:buChar char="•"/>
            </a:pPr>
            <a:r>
              <a:rPr lang="zh-CN" altLang="en-US" sz="2200" b="1" dirty="0">
                <a:solidFill>
                  <a:srgbClr val="000066"/>
                </a:solidFill>
                <a:latin typeface="幼圆" pitchFamily="49" charset="-122"/>
                <a:ea typeface="幼圆" pitchFamily="49" charset="-122"/>
              </a:rPr>
              <a:t>非线性抗剪强度指标</a:t>
            </a:r>
            <a:endParaRPr lang="en-US" altLang="zh-CN" sz="2200" b="1" dirty="0" smtClean="0">
              <a:solidFill>
                <a:srgbClr val="000066"/>
              </a:solidFill>
              <a:latin typeface="幼圆" pitchFamily="49" charset="-122"/>
              <a:ea typeface="幼圆" pitchFamily="49" charset="-122"/>
            </a:endParaRPr>
          </a:p>
        </p:txBody>
      </p:sp>
      <p:sp>
        <p:nvSpPr>
          <p:cNvPr id="8" name="Text Box 8"/>
          <p:cNvSpPr txBox="1">
            <a:spLocks noChangeArrowheads="1"/>
          </p:cNvSpPr>
          <p:nvPr/>
        </p:nvSpPr>
        <p:spPr bwMode="auto">
          <a:xfrm>
            <a:off x="4499574" y="2517688"/>
            <a:ext cx="2498756" cy="4647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65125" indent="-365125"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342900" indent="-342900" eaLnBrk="1" hangingPunct="1">
              <a:lnSpc>
                <a:spcPct val="110000"/>
              </a:lnSpc>
              <a:spcBef>
                <a:spcPts val="200"/>
              </a:spcBef>
              <a:spcAft>
                <a:spcPts val="200"/>
              </a:spcAft>
              <a:buClr>
                <a:srgbClr val="A50021"/>
              </a:buClr>
              <a:buFont typeface="Arial" panose="020B0604020202020204" pitchFamily="34" charset="0"/>
              <a:buChar char="•"/>
            </a:pPr>
            <a:r>
              <a:rPr lang="en-US" altLang="zh-CN" sz="2200" b="1" i="1" dirty="0" smtClean="0">
                <a:solidFill>
                  <a:srgbClr val="000066"/>
                </a:solidFill>
                <a:ea typeface="幼圆" pitchFamily="49" charset="-122"/>
              </a:rPr>
              <a:t>F</a:t>
            </a:r>
            <a:r>
              <a:rPr lang="en-US" altLang="zh-CN" sz="2200" b="1" baseline="-25000" dirty="0" smtClean="0">
                <a:solidFill>
                  <a:srgbClr val="000066"/>
                </a:solidFill>
                <a:ea typeface="幼圆" pitchFamily="49" charset="-122"/>
              </a:rPr>
              <a:t>s</a:t>
            </a:r>
            <a:r>
              <a:rPr lang="en-US" altLang="zh-CN" sz="2200" b="1" dirty="0" smtClean="0">
                <a:solidFill>
                  <a:srgbClr val="000066"/>
                </a:solidFill>
                <a:ea typeface="幼圆" pitchFamily="49" charset="-122"/>
              </a:rPr>
              <a:t> </a:t>
            </a:r>
            <a:r>
              <a:rPr lang="zh-CN" altLang="en-US" sz="2200" b="1" dirty="0" smtClean="0">
                <a:solidFill>
                  <a:srgbClr val="000066"/>
                </a:solidFill>
                <a:ea typeface="幼圆" pitchFamily="49" charset="-122"/>
              </a:rPr>
              <a:t>减小约</a:t>
            </a:r>
            <a:r>
              <a:rPr lang="en-US" altLang="zh-CN" sz="2200" b="1" dirty="0" smtClean="0">
                <a:solidFill>
                  <a:srgbClr val="000066"/>
                </a:solidFill>
                <a:ea typeface="幼圆" pitchFamily="49" charset="-122"/>
              </a:rPr>
              <a:t>50%</a:t>
            </a:r>
            <a:endParaRPr lang="zh-CN" altLang="en-US" sz="2200" b="1" dirty="0">
              <a:solidFill>
                <a:srgbClr val="000066"/>
              </a:solidFill>
              <a:ea typeface="幼圆" pitchFamily="49" charset="-122"/>
            </a:endParaRPr>
          </a:p>
        </p:txBody>
      </p:sp>
      <p:sp>
        <p:nvSpPr>
          <p:cNvPr id="2" name="右大括号 1"/>
          <p:cNvSpPr/>
          <p:nvPr/>
        </p:nvSpPr>
        <p:spPr bwMode="auto">
          <a:xfrm>
            <a:off x="4531806" y="1021988"/>
            <a:ext cx="269966" cy="1188000"/>
          </a:xfrm>
          <a:prstGeom prst="rightBrace">
            <a:avLst>
              <a:gd name="adj1" fmla="val 24462"/>
              <a:gd name="adj2" fmla="val 50000"/>
            </a:avLst>
          </a:prstGeom>
          <a:noFill/>
          <a:ln w="28575" cap="flat" cmpd="sng" algn="ctr">
            <a:solidFill>
              <a:srgbClr val="C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10" name="Text Box 7"/>
          <p:cNvSpPr txBox="1">
            <a:spLocks noChangeArrowheads="1"/>
          </p:cNvSpPr>
          <p:nvPr/>
        </p:nvSpPr>
        <p:spPr bwMode="auto">
          <a:xfrm>
            <a:off x="-1" y="0"/>
            <a:ext cx="3603280"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1800" b="1" kern="900" spc="130" dirty="0" smtClean="0">
                <a:solidFill>
                  <a:srgbClr val="000066"/>
                </a:solidFill>
                <a:ea typeface="黑体" panose="02010609060101010101" pitchFamily="49" charset="-122"/>
                <a:cs typeface="Times New Roman" panose="02020603050405020304" pitchFamily="18" charset="0"/>
              </a:rPr>
              <a:t>§7.2 </a:t>
            </a:r>
            <a:r>
              <a:rPr lang="zh-CN" altLang="en-US" sz="1800" b="1" kern="900" spc="130" dirty="0">
                <a:solidFill>
                  <a:srgbClr val="000066"/>
                </a:solidFill>
                <a:ea typeface="黑体" panose="02010609060101010101" pitchFamily="49" charset="-122"/>
                <a:cs typeface="Times New Roman" panose="02020603050405020304" pitchFamily="18" charset="0"/>
              </a:rPr>
              <a:t>无黏性土坡的稳定</a:t>
            </a:r>
            <a:r>
              <a:rPr lang="zh-CN" altLang="en-US" sz="1800" b="1" kern="900" spc="130" dirty="0" smtClean="0">
                <a:solidFill>
                  <a:srgbClr val="000066"/>
                </a:solidFill>
                <a:ea typeface="黑体" panose="02010609060101010101" pitchFamily="49" charset="-122"/>
                <a:cs typeface="Times New Roman" panose="02020603050405020304" pitchFamily="18" charset="0"/>
              </a:rPr>
              <a:t>分析</a:t>
            </a:r>
            <a:endParaRPr lang="zh-CN" altLang="en-US" sz="1800" b="1" kern="900" spc="130" dirty="0">
              <a:solidFill>
                <a:srgbClr val="000066"/>
              </a:solidFill>
              <a:ea typeface="黑体" panose="02010609060101010101" pitchFamily="49" charset="-122"/>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496749578"/>
              </p:ext>
            </p:extLst>
          </p:nvPr>
        </p:nvGraphicFramePr>
        <p:xfrm>
          <a:off x="6842125" y="1136650"/>
          <a:ext cx="1347788" cy="784225"/>
        </p:xfrm>
        <a:graphic>
          <a:graphicData uri="http://schemas.openxmlformats.org/presentationml/2006/ole">
            <mc:AlternateContent xmlns:mc="http://schemas.openxmlformats.org/markup-compatibility/2006">
              <mc:Choice xmlns:v="urn:schemas-microsoft-com:vml" Requires="v">
                <p:oleObj spid="_x0000_s1760843" name="Equation" r:id="rId4" imgW="698400" imgH="406080" progId="Equation.DSMT4">
                  <p:embed/>
                </p:oleObj>
              </mc:Choice>
              <mc:Fallback>
                <p:oleObj name="Equation" r:id="rId4" imgW="698400" imgH="406080" progId="Equation.DSMT4">
                  <p:embed/>
                  <p:pic>
                    <p:nvPicPr>
                      <p:cNvPr id="0" name="Object 23"/>
                      <p:cNvPicPr>
                        <a:picLocks noChangeAspect="1" noChangeArrowheads="1"/>
                      </p:cNvPicPr>
                      <p:nvPr/>
                    </p:nvPicPr>
                    <p:blipFill>
                      <a:blip r:embed="rId5"/>
                      <a:srcRect/>
                      <a:stretch>
                        <a:fillRect/>
                      </a:stretch>
                    </p:blipFill>
                    <p:spPr bwMode="auto">
                      <a:xfrm>
                        <a:off x="6842125" y="1136650"/>
                        <a:ext cx="1347788" cy="78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 name="对象 8"/>
          <p:cNvGraphicFramePr>
            <a:graphicFrameLocks noChangeAspect="1"/>
          </p:cNvGraphicFramePr>
          <p:nvPr>
            <p:extLst>
              <p:ext uri="{D42A27DB-BD31-4B8C-83A1-F6EECF244321}">
                <p14:modId xmlns:p14="http://schemas.microsoft.com/office/powerpoint/2010/main" val="2572840006"/>
              </p:ext>
            </p:extLst>
          </p:nvPr>
        </p:nvGraphicFramePr>
        <p:xfrm>
          <a:off x="6926263" y="2352675"/>
          <a:ext cx="1857375" cy="812800"/>
        </p:xfrm>
        <a:graphic>
          <a:graphicData uri="http://schemas.openxmlformats.org/presentationml/2006/ole">
            <mc:AlternateContent xmlns:mc="http://schemas.openxmlformats.org/markup-compatibility/2006">
              <mc:Choice xmlns:v="urn:schemas-microsoft-com:vml" Requires="v">
                <p:oleObj spid="_x0000_s1760844" name="Equation" r:id="rId6" imgW="1015920" imgH="444240" progId="Equation.DSMT4">
                  <p:embed/>
                </p:oleObj>
              </mc:Choice>
              <mc:Fallback>
                <p:oleObj name="Equation" r:id="rId6" imgW="1015920" imgH="444240" progId="Equation.DSMT4">
                  <p:embed/>
                  <p:pic>
                    <p:nvPicPr>
                      <p:cNvPr id="0" name="Object 33"/>
                      <p:cNvPicPr>
                        <a:picLocks noChangeAspect="1" noChangeArrowheads="1"/>
                      </p:cNvPicPr>
                      <p:nvPr/>
                    </p:nvPicPr>
                    <p:blipFill>
                      <a:blip r:embed="rId7"/>
                      <a:srcRect/>
                      <a:stretch>
                        <a:fillRect/>
                      </a:stretch>
                    </p:blipFill>
                    <p:spPr bwMode="auto">
                      <a:xfrm>
                        <a:off x="6926263" y="2352675"/>
                        <a:ext cx="1857375" cy="812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3" name="Text Box 8"/>
          <p:cNvSpPr txBox="1">
            <a:spLocks noChangeArrowheads="1"/>
          </p:cNvSpPr>
          <p:nvPr/>
        </p:nvSpPr>
        <p:spPr bwMode="auto">
          <a:xfrm>
            <a:off x="4490514" y="3285724"/>
            <a:ext cx="4472412" cy="4647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65125" indent="-365125"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342900" indent="-342900" eaLnBrk="1" hangingPunct="1">
              <a:lnSpc>
                <a:spcPct val="110000"/>
              </a:lnSpc>
              <a:spcBef>
                <a:spcPts val="200"/>
              </a:spcBef>
              <a:spcAft>
                <a:spcPts val="200"/>
              </a:spcAft>
              <a:buClr>
                <a:srgbClr val="A50021"/>
              </a:buClr>
              <a:buFont typeface="Arial" panose="020B0604020202020204" pitchFamily="34" charset="0"/>
              <a:buChar char="•"/>
            </a:pPr>
            <a:r>
              <a:rPr lang="zh-CN" altLang="en-US" sz="2200" b="1" dirty="0" smtClean="0">
                <a:solidFill>
                  <a:srgbClr val="000066"/>
                </a:solidFill>
                <a:ea typeface="幼圆" pitchFamily="49" charset="-122"/>
              </a:rPr>
              <a:t>影响与渗透力大小和方向相关</a:t>
            </a:r>
            <a:endParaRPr lang="zh-CN" altLang="en-US" sz="2200" b="1" dirty="0">
              <a:solidFill>
                <a:srgbClr val="000066"/>
              </a:solidFill>
              <a:ea typeface="幼圆" pitchFamily="49" charset="-122"/>
            </a:endParaRPr>
          </a:p>
        </p:txBody>
      </p:sp>
    </p:spTree>
    <p:extLst>
      <p:ext uri="{BB962C8B-B14F-4D97-AF65-F5344CB8AC3E}">
        <p14:creationId xmlns:p14="http://schemas.microsoft.com/office/powerpoint/2010/main" val="466054672"/>
      </p:ext>
    </p:extLst>
  </p:cSld>
  <p:clrMapOvr>
    <a:masterClrMapping/>
  </p:clrMapOvr>
  <p:transition spd="med">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up)">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31" presetClass="entr" presetSubtype="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p:cTn id="12" dur="1000" fill="hold"/>
                                        <p:tgtEl>
                                          <p:spTgt spid="2"/>
                                        </p:tgtEl>
                                        <p:attrNameLst>
                                          <p:attrName>ppt_w</p:attrName>
                                        </p:attrNameLst>
                                      </p:cBhvr>
                                      <p:tavLst>
                                        <p:tav tm="0">
                                          <p:val>
                                            <p:fltVal val="0"/>
                                          </p:val>
                                        </p:tav>
                                        <p:tav tm="100000">
                                          <p:val>
                                            <p:strVal val="#ppt_w"/>
                                          </p:val>
                                        </p:tav>
                                      </p:tavLst>
                                    </p:anim>
                                    <p:anim calcmode="lin" valueType="num">
                                      <p:cBhvr>
                                        <p:cTn id="13" dur="1000" fill="hold"/>
                                        <p:tgtEl>
                                          <p:spTgt spid="2"/>
                                        </p:tgtEl>
                                        <p:attrNameLst>
                                          <p:attrName>ppt_h</p:attrName>
                                        </p:attrNameLst>
                                      </p:cBhvr>
                                      <p:tavLst>
                                        <p:tav tm="0">
                                          <p:val>
                                            <p:fltVal val="0"/>
                                          </p:val>
                                        </p:tav>
                                        <p:tav tm="100000">
                                          <p:val>
                                            <p:strVal val="#ppt_h"/>
                                          </p:val>
                                        </p:tav>
                                      </p:tavLst>
                                    </p:anim>
                                    <p:anim calcmode="lin" valueType="num">
                                      <p:cBhvr>
                                        <p:cTn id="14" dur="1000" fill="hold"/>
                                        <p:tgtEl>
                                          <p:spTgt spid="2"/>
                                        </p:tgtEl>
                                        <p:attrNameLst>
                                          <p:attrName>style.rotation</p:attrName>
                                        </p:attrNameLst>
                                      </p:cBhvr>
                                      <p:tavLst>
                                        <p:tav tm="0">
                                          <p:val>
                                            <p:fltVal val="90"/>
                                          </p:val>
                                        </p:tav>
                                        <p:tav tm="100000">
                                          <p:val>
                                            <p:fltVal val="0"/>
                                          </p:val>
                                        </p:tav>
                                      </p:tavLst>
                                    </p:anim>
                                    <p:animEffect transition="in" filter="fade">
                                      <p:cBhvr>
                                        <p:cTn id="15" dur="1000"/>
                                        <p:tgtEl>
                                          <p:spTgt spid="2"/>
                                        </p:tgtEl>
                                      </p:cBhvr>
                                    </p:animEffect>
                                  </p:childTnLst>
                                </p:cTn>
                              </p:par>
                            </p:childTnLst>
                          </p:cTn>
                        </p:par>
                        <p:par>
                          <p:cTn id="16" fill="hold">
                            <p:stCondLst>
                              <p:cond delay="1000"/>
                            </p:stCondLst>
                            <p:childTnLst>
                              <p:par>
                                <p:cTn id="17" presetID="2" presetClass="entr" presetSubtype="2" fill="hold" grpId="0" nodeType="after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1+#ppt_w/2"/>
                                          </p:val>
                                        </p:tav>
                                        <p:tav tm="100000">
                                          <p:val>
                                            <p:strVal val="#ppt_x"/>
                                          </p:val>
                                        </p:tav>
                                      </p:tavLst>
                                    </p:anim>
                                    <p:anim calcmode="lin" valueType="num">
                                      <p:cBhvr additive="base">
                                        <p:cTn id="20" dur="500" fill="hold"/>
                                        <p:tgtEl>
                                          <p:spTgt spid="6"/>
                                        </p:tgtEl>
                                        <p:attrNameLst>
                                          <p:attrName>ppt_y</p:attrName>
                                        </p:attrNameLst>
                                      </p:cBhvr>
                                      <p:tavLst>
                                        <p:tav tm="0">
                                          <p:val>
                                            <p:strVal val="#ppt_y"/>
                                          </p:val>
                                        </p:tav>
                                        <p:tav tm="100000">
                                          <p:val>
                                            <p:strVal val="#ppt_y"/>
                                          </p:val>
                                        </p:tav>
                                      </p:tavLst>
                                    </p:anim>
                                  </p:childTnLst>
                                </p:cTn>
                              </p:par>
                            </p:childTnLst>
                          </p:cTn>
                        </p:par>
                        <p:par>
                          <p:cTn id="21" fill="hold">
                            <p:stCondLst>
                              <p:cond delay="1500"/>
                            </p:stCondLst>
                            <p:childTnLst>
                              <p:par>
                                <p:cTn id="22" presetID="31" presetClass="entr" presetSubtype="0" fill="hold" nodeType="afterEffect">
                                  <p:stCondLst>
                                    <p:cond delay="0"/>
                                  </p:stCondLst>
                                  <p:childTnLst>
                                    <p:set>
                                      <p:cBhvr>
                                        <p:cTn id="23" dur="1" fill="hold">
                                          <p:stCondLst>
                                            <p:cond delay="0"/>
                                          </p:stCondLst>
                                        </p:cTn>
                                        <p:tgtEl>
                                          <p:spTgt spid="3"/>
                                        </p:tgtEl>
                                        <p:attrNameLst>
                                          <p:attrName>style.visibility</p:attrName>
                                        </p:attrNameLst>
                                      </p:cBhvr>
                                      <p:to>
                                        <p:strVal val="visible"/>
                                      </p:to>
                                    </p:set>
                                    <p:anim calcmode="lin" valueType="num">
                                      <p:cBhvr>
                                        <p:cTn id="24" dur="1000" fill="hold"/>
                                        <p:tgtEl>
                                          <p:spTgt spid="3"/>
                                        </p:tgtEl>
                                        <p:attrNameLst>
                                          <p:attrName>ppt_w</p:attrName>
                                        </p:attrNameLst>
                                      </p:cBhvr>
                                      <p:tavLst>
                                        <p:tav tm="0">
                                          <p:val>
                                            <p:fltVal val="0"/>
                                          </p:val>
                                        </p:tav>
                                        <p:tav tm="100000">
                                          <p:val>
                                            <p:strVal val="#ppt_w"/>
                                          </p:val>
                                        </p:tav>
                                      </p:tavLst>
                                    </p:anim>
                                    <p:anim calcmode="lin" valueType="num">
                                      <p:cBhvr>
                                        <p:cTn id="25" dur="1000" fill="hold"/>
                                        <p:tgtEl>
                                          <p:spTgt spid="3"/>
                                        </p:tgtEl>
                                        <p:attrNameLst>
                                          <p:attrName>ppt_h</p:attrName>
                                        </p:attrNameLst>
                                      </p:cBhvr>
                                      <p:tavLst>
                                        <p:tav tm="0">
                                          <p:val>
                                            <p:fltVal val="0"/>
                                          </p:val>
                                        </p:tav>
                                        <p:tav tm="100000">
                                          <p:val>
                                            <p:strVal val="#ppt_h"/>
                                          </p:val>
                                        </p:tav>
                                      </p:tavLst>
                                    </p:anim>
                                    <p:anim calcmode="lin" valueType="num">
                                      <p:cBhvr>
                                        <p:cTn id="26" dur="1000" fill="hold"/>
                                        <p:tgtEl>
                                          <p:spTgt spid="3"/>
                                        </p:tgtEl>
                                        <p:attrNameLst>
                                          <p:attrName>style.rotation</p:attrName>
                                        </p:attrNameLst>
                                      </p:cBhvr>
                                      <p:tavLst>
                                        <p:tav tm="0">
                                          <p:val>
                                            <p:fltVal val="90"/>
                                          </p:val>
                                        </p:tav>
                                        <p:tav tm="100000">
                                          <p:val>
                                            <p:fltVal val="0"/>
                                          </p:val>
                                        </p:tav>
                                      </p:tavLst>
                                    </p:anim>
                                    <p:animEffect transition="in" filter="fade">
                                      <p:cBhvr>
                                        <p:cTn id="27" dur="1000"/>
                                        <p:tgtEl>
                                          <p:spTgt spid="3"/>
                                        </p:tgtEl>
                                      </p:cBhvr>
                                    </p:animEffect>
                                  </p:childTnLst>
                                </p:cTn>
                              </p:par>
                            </p:childTnLst>
                          </p:cTn>
                        </p:par>
                      </p:childTnLst>
                    </p:cTn>
                  </p:par>
                  <p:par>
                    <p:cTn id="28" fill="hold">
                      <p:stCondLst>
                        <p:cond delay="indefinite"/>
                      </p:stCondLst>
                      <p:childTnLst>
                        <p:par>
                          <p:cTn id="29" fill="hold">
                            <p:stCondLst>
                              <p:cond delay="0"/>
                            </p:stCondLst>
                            <p:childTnLst>
                              <p:par>
                                <p:cTn id="30" presetID="2" presetClass="entr" presetSubtype="2"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 calcmode="lin" valueType="num">
                                      <p:cBhvr additive="base">
                                        <p:cTn id="32" dur="500" fill="hold"/>
                                        <p:tgtEl>
                                          <p:spTgt spid="8"/>
                                        </p:tgtEl>
                                        <p:attrNameLst>
                                          <p:attrName>ppt_x</p:attrName>
                                        </p:attrNameLst>
                                      </p:cBhvr>
                                      <p:tavLst>
                                        <p:tav tm="0">
                                          <p:val>
                                            <p:strVal val="1+#ppt_w/2"/>
                                          </p:val>
                                        </p:tav>
                                        <p:tav tm="100000">
                                          <p:val>
                                            <p:strVal val="#ppt_x"/>
                                          </p:val>
                                        </p:tav>
                                      </p:tavLst>
                                    </p:anim>
                                    <p:anim calcmode="lin" valueType="num">
                                      <p:cBhvr additive="base">
                                        <p:cTn id="33" dur="500" fill="hold"/>
                                        <p:tgtEl>
                                          <p:spTgt spid="8"/>
                                        </p:tgtEl>
                                        <p:attrNameLst>
                                          <p:attrName>ppt_y</p:attrName>
                                        </p:attrNameLst>
                                      </p:cBhvr>
                                      <p:tavLst>
                                        <p:tav tm="0">
                                          <p:val>
                                            <p:strVal val="#ppt_y"/>
                                          </p:val>
                                        </p:tav>
                                        <p:tav tm="100000">
                                          <p:val>
                                            <p:strVal val="#ppt_y"/>
                                          </p:val>
                                        </p:tav>
                                      </p:tavLst>
                                    </p:anim>
                                  </p:childTnLst>
                                </p:cTn>
                              </p:par>
                            </p:childTnLst>
                          </p:cTn>
                        </p:par>
                        <p:par>
                          <p:cTn id="34" fill="hold">
                            <p:stCondLst>
                              <p:cond delay="500"/>
                            </p:stCondLst>
                            <p:childTnLst>
                              <p:par>
                                <p:cTn id="35" presetID="9" presetClass="entr" presetSubtype="0" fill="hold" nodeType="after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dissolve">
                                      <p:cBhvr>
                                        <p:cTn id="37" dur="500"/>
                                        <p:tgtEl>
                                          <p:spTgt spid="9"/>
                                        </p:tgtEl>
                                      </p:cBhvr>
                                    </p:animEffect>
                                  </p:childTnLst>
                                </p:cTn>
                              </p:par>
                            </p:childTnLst>
                          </p:cTn>
                        </p:par>
                      </p:childTnLst>
                    </p:cTn>
                  </p:par>
                  <p:par>
                    <p:cTn id="38" fill="hold">
                      <p:stCondLst>
                        <p:cond delay="indefinite"/>
                      </p:stCondLst>
                      <p:childTnLst>
                        <p:par>
                          <p:cTn id="39" fill="hold">
                            <p:stCondLst>
                              <p:cond delay="0"/>
                            </p:stCondLst>
                            <p:childTnLst>
                              <p:par>
                                <p:cTn id="40" presetID="2" presetClass="entr" presetSubtype="2" fill="hold" grpId="0" nodeType="clickEffect">
                                  <p:stCondLst>
                                    <p:cond delay="0"/>
                                  </p:stCondLst>
                                  <p:childTnLst>
                                    <p:set>
                                      <p:cBhvr>
                                        <p:cTn id="41" dur="1" fill="hold">
                                          <p:stCondLst>
                                            <p:cond delay="0"/>
                                          </p:stCondLst>
                                        </p:cTn>
                                        <p:tgtEl>
                                          <p:spTgt spid="13"/>
                                        </p:tgtEl>
                                        <p:attrNameLst>
                                          <p:attrName>style.visibility</p:attrName>
                                        </p:attrNameLst>
                                      </p:cBhvr>
                                      <p:to>
                                        <p:strVal val="visible"/>
                                      </p:to>
                                    </p:set>
                                    <p:anim calcmode="lin" valueType="num">
                                      <p:cBhvr additive="base">
                                        <p:cTn id="42" dur="500" fill="hold"/>
                                        <p:tgtEl>
                                          <p:spTgt spid="13"/>
                                        </p:tgtEl>
                                        <p:attrNameLst>
                                          <p:attrName>ppt_x</p:attrName>
                                        </p:attrNameLst>
                                      </p:cBhvr>
                                      <p:tavLst>
                                        <p:tav tm="0">
                                          <p:val>
                                            <p:strVal val="1+#ppt_w/2"/>
                                          </p:val>
                                        </p:tav>
                                        <p:tav tm="100000">
                                          <p:val>
                                            <p:strVal val="#ppt_x"/>
                                          </p:val>
                                        </p:tav>
                                      </p:tavLst>
                                    </p:anim>
                                    <p:anim calcmode="lin" valueType="num">
                                      <p:cBhvr additive="base">
                                        <p:cTn id="43" dur="500" fill="hold"/>
                                        <p:tgtEl>
                                          <p:spTgt spid="13"/>
                                        </p:tgtEl>
                                        <p:attrNameLst>
                                          <p:attrName>ppt_y</p:attrName>
                                        </p:attrNameLst>
                                      </p:cBhvr>
                                      <p:tavLst>
                                        <p:tav tm="0">
                                          <p:val>
                                            <p:strVal val="#ppt_y"/>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2" presetClass="entr" presetSubtype="2" fill="hold" grpId="0" nodeType="clickEffect">
                                  <p:stCondLst>
                                    <p:cond delay="0"/>
                                  </p:stCondLst>
                                  <p:childTnLst>
                                    <p:set>
                                      <p:cBhvr>
                                        <p:cTn id="47" dur="1" fill="hold">
                                          <p:stCondLst>
                                            <p:cond delay="0"/>
                                          </p:stCondLst>
                                        </p:cTn>
                                        <p:tgtEl>
                                          <p:spTgt spid="7"/>
                                        </p:tgtEl>
                                        <p:attrNameLst>
                                          <p:attrName>style.visibility</p:attrName>
                                        </p:attrNameLst>
                                      </p:cBhvr>
                                      <p:to>
                                        <p:strVal val="visible"/>
                                      </p:to>
                                    </p:set>
                                    <p:anim calcmode="lin" valueType="num">
                                      <p:cBhvr additive="base">
                                        <p:cTn id="48" dur="500" fill="hold"/>
                                        <p:tgtEl>
                                          <p:spTgt spid="7"/>
                                        </p:tgtEl>
                                        <p:attrNameLst>
                                          <p:attrName>ppt_x</p:attrName>
                                        </p:attrNameLst>
                                      </p:cBhvr>
                                      <p:tavLst>
                                        <p:tav tm="0">
                                          <p:val>
                                            <p:strVal val="1+#ppt_w/2"/>
                                          </p:val>
                                        </p:tav>
                                        <p:tav tm="100000">
                                          <p:val>
                                            <p:strVal val="#ppt_x"/>
                                          </p:val>
                                        </p:tav>
                                      </p:tavLst>
                                    </p:anim>
                                    <p:anim calcmode="lin" valueType="num">
                                      <p:cBhvr additive="base">
                                        <p:cTn id="49"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2" grpId="0" animBg="1"/>
      <p:bldP spid="13"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28"/>
          <p:cNvSpPr txBox="1">
            <a:spLocks noChangeArrowheads="1"/>
          </p:cNvSpPr>
          <p:nvPr/>
        </p:nvSpPr>
        <p:spPr bwMode="auto">
          <a:xfrm>
            <a:off x="1987550" y="1922463"/>
            <a:ext cx="5414736" cy="24991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spAutoFit/>
          </a:bodyPr>
          <a:lstStyle>
            <a:lvl1pPr marL="609600" indent="-609600"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30000"/>
              </a:lnSpc>
              <a:spcBef>
                <a:spcPct val="10000"/>
              </a:spcBef>
              <a:spcAft>
                <a:spcPct val="10000"/>
              </a:spcAft>
            </a:pPr>
            <a:r>
              <a:rPr kumimoji="1" lang="en-US" altLang="zh-CN" sz="2800" b="1" dirty="0" smtClean="0">
                <a:solidFill>
                  <a:srgbClr val="000066"/>
                </a:solidFill>
                <a:ea typeface="幼圆" pitchFamily="49" charset="-122"/>
                <a:cs typeface="Times New Roman" panose="02020603050405020304" pitchFamily="18" charset="0"/>
              </a:rPr>
              <a:t>§7.1 </a:t>
            </a:r>
            <a:r>
              <a:rPr kumimoji="1" lang="zh-CN" altLang="en-US" sz="2800" b="1" dirty="0" smtClean="0">
                <a:solidFill>
                  <a:srgbClr val="000066"/>
                </a:solidFill>
                <a:ea typeface="幼圆" pitchFamily="49" charset="-122"/>
                <a:cs typeface="Times New Roman" panose="02020603050405020304" pitchFamily="18" charset="0"/>
              </a:rPr>
              <a:t>概述 </a:t>
            </a:r>
            <a:r>
              <a:rPr kumimoji="1" lang="en-US" altLang="zh-CN" sz="2800" b="1" dirty="0" smtClean="0">
                <a:solidFill>
                  <a:srgbClr val="000066"/>
                </a:solidFill>
                <a:ea typeface="幼圆" pitchFamily="49" charset="-122"/>
                <a:cs typeface="Times New Roman" panose="02020603050405020304" pitchFamily="18" charset="0"/>
              </a:rPr>
              <a:t>– </a:t>
            </a:r>
            <a:r>
              <a:rPr kumimoji="1" lang="zh-CN" altLang="en-US" sz="2800" b="1" dirty="0">
                <a:solidFill>
                  <a:srgbClr val="000066"/>
                </a:solidFill>
                <a:ea typeface="幼圆" pitchFamily="49" charset="-122"/>
                <a:cs typeface="Times New Roman" panose="02020603050405020304" pitchFamily="18" charset="0"/>
              </a:rPr>
              <a:t>土</a:t>
            </a:r>
            <a:r>
              <a:rPr kumimoji="1" lang="zh-CN" altLang="en-US" sz="2800" b="1" dirty="0" smtClean="0">
                <a:solidFill>
                  <a:srgbClr val="000066"/>
                </a:solidFill>
                <a:ea typeface="幼圆" pitchFamily="49" charset="-122"/>
                <a:cs typeface="Times New Roman" panose="02020603050405020304" pitchFamily="18" charset="0"/>
              </a:rPr>
              <a:t>坡与滑坡 </a:t>
            </a:r>
            <a:r>
              <a:rPr kumimoji="1" lang="zh-CN" altLang="en-US" sz="2800" b="1" dirty="0" smtClean="0">
                <a:solidFill>
                  <a:srgbClr val="A50021"/>
                </a:solidFill>
                <a:latin typeface="幼圆" pitchFamily="49" charset="-122"/>
                <a:ea typeface="幼圆" pitchFamily="49" charset="-122"/>
                <a:sym typeface="Symbol" pitchFamily="18" charset="2"/>
              </a:rPr>
              <a:t></a:t>
            </a:r>
            <a:endParaRPr kumimoji="1" lang="zh-CN" altLang="en-US" sz="2800" b="1" dirty="0">
              <a:solidFill>
                <a:srgbClr val="000066"/>
              </a:solidFill>
              <a:ea typeface="幼圆" pitchFamily="49" charset="-122"/>
              <a:cs typeface="Times New Roman" panose="02020603050405020304" pitchFamily="18" charset="0"/>
            </a:endParaRPr>
          </a:p>
          <a:p>
            <a:pPr eaLnBrk="1" hangingPunct="1">
              <a:lnSpc>
                <a:spcPct val="130000"/>
              </a:lnSpc>
              <a:spcBef>
                <a:spcPct val="10000"/>
              </a:spcBef>
              <a:spcAft>
                <a:spcPct val="10000"/>
              </a:spcAft>
            </a:pPr>
            <a:r>
              <a:rPr kumimoji="1" lang="en-US" altLang="zh-CN" sz="2800" b="1" dirty="0" smtClean="0">
                <a:solidFill>
                  <a:srgbClr val="000066"/>
                </a:solidFill>
                <a:ea typeface="幼圆" pitchFamily="49" charset="-122"/>
                <a:cs typeface="Times New Roman" panose="02020603050405020304" pitchFamily="18" charset="0"/>
              </a:rPr>
              <a:t>§7.2 </a:t>
            </a:r>
            <a:r>
              <a:rPr kumimoji="1" lang="zh-CN" altLang="en-US" sz="2800" b="1" dirty="0" smtClean="0">
                <a:solidFill>
                  <a:srgbClr val="000066"/>
                </a:solidFill>
                <a:ea typeface="幼圆" pitchFamily="49" charset="-122"/>
                <a:cs typeface="Times New Roman" panose="02020603050405020304" pitchFamily="18" charset="0"/>
              </a:rPr>
              <a:t>无</a:t>
            </a:r>
            <a:r>
              <a:rPr kumimoji="1" lang="zh-CN" altLang="en-US" sz="2800" b="1" dirty="0">
                <a:solidFill>
                  <a:srgbClr val="000066"/>
                </a:solidFill>
                <a:ea typeface="幼圆" pitchFamily="49" charset="-122"/>
                <a:cs typeface="Times New Roman" panose="02020603050405020304" pitchFamily="18" charset="0"/>
              </a:rPr>
              <a:t>黏性土坡的稳定</a:t>
            </a:r>
            <a:r>
              <a:rPr kumimoji="1" lang="zh-CN" altLang="en-US" sz="2800" b="1" dirty="0" smtClean="0">
                <a:solidFill>
                  <a:srgbClr val="000066"/>
                </a:solidFill>
                <a:ea typeface="幼圆" pitchFamily="49" charset="-122"/>
                <a:cs typeface="Times New Roman" panose="02020603050405020304" pitchFamily="18" charset="0"/>
              </a:rPr>
              <a:t>分析 </a:t>
            </a:r>
            <a:r>
              <a:rPr kumimoji="1" lang="zh-CN" altLang="en-US" sz="2800" b="1" dirty="0" smtClean="0">
                <a:solidFill>
                  <a:srgbClr val="A50021"/>
                </a:solidFill>
                <a:latin typeface="幼圆" pitchFamily="49" charset="-122"/>
                <a:ea typeface="幼圆" pitchFamily="49" charset="-122"/>
                <a:sym typeface="Symbol" pitchFamily="18" charset="2"/>
              </a:rPr>
              <a:t></a:t>
            </a:r>
            <a:endParaRPr kumimoji="1" lang="en-US" altLang="zh-CN" sz="2800" b="1" dirty="0" smtClean="0">
              <a:solidFill>
                <a:srgbClr val="000066"/>
              </a:solidFill>
              <a:ea typeface="幼圆" pitchFamily="49" charset="-122"/>
              <a:cs typeface="Times New Roman" panose="02020603050405020304" pitchFamily="18" charset="0"/>
            </a:endParaRPr>
          </a:p>
          <a:p>
            <a:pPr eaLnBrk="1" hangingPunct="1">
              <a:lnSpc>
                <a:spcPct val="130000"/>
              </a:lnSpc>
              <a:spcBef>
                <a:spcPct val="10000"/>
              </a:spcBef>
              <a:spcAft>
                <a:spcPct val="10000"/>
              </a:spcAft>
            </a:pPr>
            <a:r>
              <a:rPr kumimoji="1" lang="en-US" altLang="zh-CN" sz="2800" b="1" dirty="0" smtClean="0">
                <a:solidFill>
                  <a:srgbClr val="000066"/>
                </a:solidFill>
                <a:ea typeface="幼圆" pitchFamily="49" charset="-122"/>
                <a:cs typeface="Times New Roman" panose="02020603050405020304" pitchFamily="18" charset="0"/>
              </a:rPr>
              <a:t>§7.3 </a:t>
            </a:r>
            <a:r>
              <a:rPr kumimoji="1" lang="zh-CN" altLang="en-US" sz="2800" b="1" dirty="0">
                <a:solidFill>
                  <a:srgbClr val="000066"/>
                </a:solidFill>
                <a:ea typeface="幼圆" pitchFamily="49" charset="-122"/>
                <a:cs typeface="Times New Roman" panose="02020603050405020304" pitchFamily="18" charset="0"/>
              </a:rPr>
              <a:t>黏性土坡的稳定分析</a:t>
            </a:r>
          </a:p>
          <a:p>
            <a:pPr eaLnBrk="1" hangingPunct="1">
              <a:lnSpc>
                <a:spcPct val="130000"/>
              </a:lnSpc>
              <a:spcBef>
                <a:spcPct val="10000"/>
              </a:spcBef>
              <a:spcAft>
                <a:spcPct val="10000"/>
              </a:spcAft>
            </a:pPr>
            <a:r>
              <a:rPr kumimoji="1" lang="en-US" altLang="zh-CN" sz="2800" b="1" dirty="0" smtClean="0">
                <a:solidFill>
                  <a:srgbClr val="000066"/>
                </a:solidFill>
                <a:ea typeface="幼圆" pitchFamily="49" charset="-122"/>
                <a:cs typeface="Times New Roman" panose="02020603050405020304" pitchFamily="18" charset="0"/>
              </a:rPr>
              <a:t>§7.4 </a:t>
            </a:r>
            <a:r>
              <a:rPr kumimoji="1" lang="zh-CN" altLang="en-US" sz="2800" b="1" dirty="0">
                <a:solidFill>
                  <a:srgbClr val="000066"/>
                </a:solidFill>
                <a:ea typeface="幼圆" pitchFamily="49" charset="-122"/>
                <a:cs typeface="Times New Roman" panose="02020603050405020304" pitchFamily="18" charset="0"/>
              </a:rPr>
              <a:t>总应力法与有效应力</a:t>
            </a:r>
            <a:r>
              <a:rPr kumimoji="1" lang="zh-CN" altLang="en-US" sz="2800" b="1" dirty="0" smtClean="0">
                <a:solidFill>
                  <a:srgbClr val="000066"/>
                </a:solidFill>
                <a:ea typeface="幼圆" pitchFamily="49" charset="-122"/>
                <a:cs typeface="Times New Roman" panose="02020603050405020304" pitchFamily="18" charset="0"/>
              </a:rPr>
              <a:t>法</a:t>
            </a:r>
            <a:endParaRPr kumimoji="1" lang="zh-CN" altLang="en-US" sz="2800" b="1" dirty="0">
              <a:solidFill>
                <a:srgbClr val="000066"/>
              </a:solidFill>
              <a:ea typeface="幼圆" pitchFamily="49" charset="-122"/>
              <a:cs typeface="Times New Roman" panose="02020603050405020304" pitchFamily="18" charset="0"/>
            </a:endParaRPr>
          </a:p>
        </p:txBody>
      </p:sp>
      <p:sp>
        <p:nvSpPr>
          <p:cNvPr id="5" name="Text Box 29"/>
          <p:cNvSpPr txBox="1">
            <a:spLocks noChangeArrowheads="1"/>
          </p:cNvSpPr>
          <p:nvPr/>
        </p:nvSpPr>
        <p:spPr bwMode="auto">
          <a:xfrm>
            <a:off x="1675722" y="863600"/>
            <a:ext cx="5136973"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1252538" indent="-1252538"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zh-CN" altLang="en-US" sz="3600" b="1" dirty="0">
                <a:solidFill>
                  <a:srgbClr val="000066"/>
                </a:solidFill>
                <a:latin typeface="黑体" pitchFamily="2" charset="-122"/>
                <a:ea typeface="黑体" pitchFamily="2" charset="-122"/>
              </a:rPr>
              <a:t>第七章：土坡稳定分析</a:t>
            </a:r>
            <a:endParaRPr lang="en-US" altLang="zh-CN" sz="3600" b="1" dirty="0">
              <a:solidFill>
                <a:srgbClr val="000066"/>
              </a:solidFill>
              <a:latin typeface="黑体" pitchFamily="2" charset="-122"/>
              <a:ea typeface="黑体" pitchFamily="2" charset="-122"/>
            </a:endParaRPr>
          </a:p>
        </p:txBody>
      </p:sp>
      <p:sp>
        <p:nvSpPr>
          <p:cNvPr id="6"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35</a:t>
            </a:fld>
            <a:endParaRPr lang="zh-CN" altLang="en-US" dirty="0">
              <a:solidFill>
                <a:srgbClr val="C00000"/>
              </a:solidFill>
            </a:endParaRPr>
          </a:p>
        </p:txBody>
      </p:sp>
      <p:sp>
        <p:nvSpPr>
          <p:cNvPr id="9" name="Text Box 4"/>
          <p:cNvSpPr txBox="1">
            <a:spLocks noChangeArrowheads="1"/>
          </p:cNvSpPr>
          <p:nvPr/>
        </p:nvSpPr>
        <p:spPr bwMode="auto">
          <a:xfrm>
            <a:off x="1998003" y="3190001"/>
            <a:ext cx="4713882" cy="633412"/>
          </a:xfrm>
          <a:prstGeom prst="rect">
            <a:avLst/>
          </a:prstGeom>
          <a:solidFill>
            <a:srgbClr val="FF9900"/>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lIns="0" tIns="0" rIns="0" bIns="0"/>
          <a:lstStyle>
            <a:lvl1pPr marL="609600" indent="-609600"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30000"/>
              </a:lnSpc>
              <a:spcBef>
                <a:spcPct val="10000"/>
              </a:spcBef>
              <a:spcAft>
                <a:spcPct val="10000"/>
              </a:spcAft>
            </a:pPr>
            <a:r>
              <a:rPr kumimoji="1" lang="en-US" altLang="zh-CN" sz="2800" b="1" dirty="0" smtClean="0">
                <a:solidFill>
                  <a:srgbClr val="003399"/>
                </a:solidFill>
                <a:ea typeface="幼圆" pitchFamily="49" charset="-122"/>
                <a:cs typeface="Times New Roman" panose="02020603050405020304" pitchFamily="18" charset="0"/>
              </a:rPr>
              <a:t>§7.3 </a:t>
            </a:r>
            <a:r>
              <a:rPr kumimoji="1" lang="zh-CN" altLang="en-US" sz="2800" b="1" dirty="0" smtClean="0">
                <a:solidFill>
                  <a:srgbClr val="003399"/>
                </a:solidFill>
                <a:ea typeface="幼圆" pitchFamily="49" charset="-122"/>
                <a:cs typeface="Times New Roman" panose="02020603050405020304" pitchFamily="18" charset="0"/>
              </a:rPr>
              <a:t>黏性</a:t>
            </a:r>
            <a:r>
              <a:rPr kumimoji="1" lang="zh-CN" altLang="en-US" sz="2800" b="1" dirty="0">
                <a:solidFill>
                  <a:srgbClr val="003399"/>
                </a:solidFill>
                <a:ea typeface="幼圆" pitchFamily="49" charset="-122"/>
                <a:cs typeface="Times New Roman" panose="02020603050405020304" pitchFamily="18" charset="0"/>
              </a:rPr>
              <a:t>土坡的稳定分析</a:t>
            </a:r>
          </a:p>
        </p:txBody>
      </p:sp>
    </p:spTree>
    <p:extLst>
      <p:ext uri="{BB962C8B-B14F-4D97-AF65-F5344CB8AC3E}">
        <p14:creationId xmlns:p14="http://schemas.microsoft.com/office/powerpoint/2010/main" val="2664032351"/>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36</a:t>
            </a:fld>
            <a:endParaRPr lang="zh-CN" altLang="en-US" dirty="0">
              <a:solidFill>
                <a:srgbClr val="C00000"/>
              </a:solidFill>
            </a:endParaRPr>
          </a:p>
        </p:txBody>
      </p:sp>
      <p:sp>
        <p:nvSpPr>
          <p:cNvPr id="61" name="Text Box 2"/>
          <p:cNvSpPr txBox="1">
            <a:spLocks noChangeArrowheads="1"/>
          </p:cNvSpPr>
          <p:nvPr/>
        </p:nvSpPr>
        <p:spPr bwMode="auto">
          <a:xfrm>
            <a:off x="2687513" y="5701142"/>
            <a:ext cx="4953612"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zh-CN" altLang="en-US" sz="4000" b="1" dirty="0" smtClean="0">
                <a:solidFill>
                  <a:srgbClr val="000066"/>
                </a:solidFill>
                <a:latin typeface="黑体" pitchFamily="2" charset="-122"/>
                <a:ea typeface="黑体" pitchFamily="2" charset="-122"/>
              </a:rPr>
              <a:t>黏性</a:t>
            </a:r>
            <a:r>
              <a:rPr kumimoji="1" lang="zh-CN" altLang="en-US" sz="4000" b="1" dirty="0">
                <a:solidFill>
                  <a:srgbClr val="000066"/>
                </a:solidFill>
                <a:latin typeface="黑体" pitchFamily="2" charset="-122"/>
                <a:ea typeface="黑体" pitchFamily="2" charset="-122"/>
              </a:rPr>
              <a:t>土坡的稳定分析</a:t>
            </a:r>
          </a:p>
        </p:txBody>
      </p:sp>
      <p:sp>
        <p:nvSpPr>
          <p:cNvPr id="62" name="Text Box 3"/>
          <p:cNvSpPr txBox="1">
            <a:spLocks noChangeArrowheads="1"/>
          </p:cNvSpPr>
          <p:nvPr/>
        </p:nvSpPr>
        <p:spPr bwMode="auto">
          <a:xfrm>
            <a:off x="1884249" y="1299247"/>
            <a:ext cx="5334000" cy="3250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444500" indent="-444500" eaLnBrk="1" hangingPunct="1">
              <a:lnSpc>
                <a:spcPct val="100000"/>
              </a:lnSpc>
              <a:spcBef>
                <a:spcPct val="30000"/>
              </a:spcBef>
              <a:spcAft>
                <a:spcPct val="0"/>
              </a:spcAft>
              <a:buClr>
                <a:srgbClr val="A50021"/>
              </a:buClr>
              <a:buSzPct val="110000"/>
              <a:buFont typeface="+mj-lt"/>
              <a:buAutoNum type="arabicPeriod"/>
            </a:pPr>
            <a:r>
              <a:rPr lang="zh-CN" altLang="en-US" sz="2400" b="1" dirty="0" smtClean="0">
                <a:solidFill>
                  <a:srgbClr val="000066"/>
                </a:solidFill>
                <a:ea typeface="幼圆" pitchFamily="49" charset="-122"/>
                <a:cs typeface="Times New Roman" panose="02020603050405020304" pitchFamily="18" charset="0"/>
              </a:rPr>
              <a:t>黏性土坡失稳的特点</a:t>
            </a:r>
            <a:endParaRPr lang="en-US" altLang="zh-CN" sz="2400" b="1" dirty="0" smtClean="0">
              <a:solidFill>
                <a:srgbClr val="000066"/>
              </a:solidFill>
              <a:ea typeface="幼圆" pitchFamily="49" charset="-122"/>
              <a:cs typeface="Times New Roman" panose="02020603050405020304" pitchFamily="18" charset="0"/>
            </a:endParaRPr>
          </a:p>
          <a:p>
            <a:pPr marL="444500" indent="-444500" eaLnBrk="1" hangingPunct="1">
              <a:lnSpc>
                <a:spcPct val="100000"/>
              </a:lnSpc>
              <a:spcBef>
                <a:spcPct val="30000"/>
              </a:spcBef>
              <a:spcAft>
                <a:spcPct val="0"/>
              </a:spcAft>
              <a:buClr>
                <a:srgbClr val="A50021"/>
              </a:buClr>
              <a:buSzPct val="110000"/>
              <a:buFont typeface="+mj-lt"/>
              <a:buAutoNum type="arabicPeriod"/>
            </a:pPr>
            <a:r>
              <a:rPr lang="zh-CN" altLang="en-US" sz="2400" b="1" dirty="0">
                <a:solidFill>
                  <a:srgbClr val="000066"/>
                </a:solidFill>
                <a:ea typeface="幼圆" pitchFamily="49" charset="-122"/>
                <a:cs typeface="Times New Roman" panose="02020603050405020304" pitchFamily="18" charset="0"/>
              </a:rPr>
              <a:t>瑞典</a:t>
            </a:r>
            <a:r>
              <a:rPr lang="zh-CN" altLang="en-US" sz="2400" b="1" dirty="0" smtClean="0">
                <a:solidFill>
                  <a:srgbClr val="000066"/>
                </a:solidFill>
                <a:ea typeface="幼圆" pitchFamily="49" charset="-122"/>
                <a:cs typeface="Times New Roman" panose="02020603050405020304" pitchFamily="18" charset="0"/>
              </a:rPr>
              <a:t>圆弧法</a:t>
            </a:r>
            <a:endParaRPr lang="en-US" altLang="zh-CN" sz="2400" b="1" dirty="0" smtClean="0">
              <a:solidFill>
                <a:srgbClr val="000066"/>
              </a:solidFill>
              <a:ea typeface="幼圆" pitchFamily="49" charset="-122"/>
              <a:cs typeface="Times New Roman" panose="02020603050405020304" pitchFamily="18" charset="0"/>
            </a:endParaRPr>
          </a:p>
          <a:p>
            <a:pPr marL="444500" indent="-444500" eaLnBrk="1" hangingPunct="1">
              <a:lnSpc>
                <a:spcPct val="100000"/>
              </a:lnSpc>
              <a:spcBef>
                <a:spcPct val="30000"/>
              </a:spcBef>
              <a:spcAft>
                <a:spcPct val="0"/>
              </a:spcAft>
              <a:buClr>
                <a:srgbClr val="A50021"/>
              </a:buClr>
              <a:buSzPct val="110000"/>
              <a:buFont typeface="+mj-lt"/>
              <a:buAutoNum type="arabicPeriod"/>
            </a:pPr>
            <a:r>
              <a:rPr lang="zh-CN" altLang="en-US" sz="2400" b="1" dirty="0" smtClean="0">
                <a:solidFill>
                  <a:srgbClr val="000066"/>
                </a:solidFill>
                <a:ea typeface="幼圆" pitchFamily="49" charset="-122"/>
                <a:cs typeface="Times New Roman" panose="02020603050405020304" pitchFamily="18" charset="0"/>
              </a:rPr>
              <a:t>条分法基本原理</a:t>
            </a:r>
          </a:p>
          <a:p>
            <a:pPr marL="444500" indent="-444500" eaLnBrk="1" hangingPunct="1">
              <a:lnSpc>
                <a:spcPct val="100000"/>
              </a:lnSpc>
              <a:spcBef>
                <a:spcPct val="30000"/>
              </a:spcBef>
              <a:spcAft>
                <a:spcPct val="0"/>
              </a:spcAft>
              <a:buClr>
                <a:srgbClr val="A50021"/>
              </a:buClr>
              <a:buSzPct val="110000"/>
              <a:buFont typeface="+mj-lt"/>
              <a:buAutoNum type="arabicPeriod"/>
            </a:pPr>
            <a:r>
              <a:rPr lang="zh-CN" altLang="en-US" sz="2400" b="1" dirty="0" smtClean="0">
                <a:solidFill>
                  <a:srgbClr val="000066"/>
                </a:solidFill>
                <a:ea typeface="幼圆" pitchFamily="49" charset="-122"/>
                <a:cs typeface="Times New Roman" panose="02020603050405020304" pitchFamily="18" charset="0"/>
              </a:rPr>
              <a:t>瑞典</a:t>
            </a:r>
            <a:r>
              <a:rPr lang="zh-CN" altLang="en-US" sz="2400" b="1" dirty="0">
                <a:solidFill>
                  <a:srgbClr val="000066"/>
                </a:solidFill>
                <a:ea typeface="幼圆" pitchFamily="49" charset="-122"/>
                <a:cs typeface="Times New Roman" panose="02020603050405020304" pitchFamily="18" charset="0"/>
              </a:rPr>
              <a:t>条分法</a:t>
            </a:r>
            <a:endParaRPr lang="en-US" altLang="zh-CN" sz="2400" b="1" dirty="0" smtClean="0">
              <a:solidFill>
                <a:srgbClr val="000066"/>
              </a:solidFill>
              <a:ea typeface="幼圆" pitchFamily="49" charset="-122"/>
              <a:cs typeface="Times New Roman" panose="02020603050405020304" pitchFamily="18" charset="0"/>
            </a:endParaRPr>
          </a:p>
          <a:p>
            <a:pPr marL="444500" indent="-444500" eaLnBrk="1" hangingPunct="1">
              <a:lnSpc>
                <a:spcPct val="100000"/>
              </a:lnSpc>
              <a:spcBef>
                <a:spcPct val="30000"/>
              </a:spcBef>
              <a:spcAft>
                <a:spcPct val="0"/>
              </a:spcAft>
              <a:buClr>
                <a:srgbClr val="A50021"/>
              </a:buClr>
              <a:buSzPct val="110000"/>
              <a:buFont typeface="+mj-lt"/>
              <a:buAutoNum type="arabicPeriod"/>
            </a:pPr>
            <a:r>
              <a:rPr lang="zh-CN" altLang="en-US" sz="2400" b="1" dirty="0">
                <a:solidFill>
                  <a:srgbClr val="000066"/>
                </a:solidFill>
                <a:ea typeface="幼圆" pitchFamily="49" charset="-122"/>
                <a:cs typeface="Times New Roman" panose="02020603050405020304" pitchFamily="18" charset="0"/>
              </a:rPr>
              <a:t>简化毕肖</a:t>
            </a:r>
            <a:r>
              <a:rPr lang="zh-CN" altLang="en-US" sz="2400" b="1" dirty="0" smtClean="0">
                <a:solidFill>
                  <a:srgbClr val="000066"/>
                </a:solidFill>
                <a:ea typeface="幼圆" pitchFamily="49" charset="-122"/>
                <a:cs typeface="Times New Roman" panose="02020603050405020304" pitchFamily="18" charset="0"/>
              </a:rPr>
              <a:t>甫法</a:t>
            </a:r>
            <a:endParaRPr lang="en-US" altLang="zh-CN" sz="2400" b="1" dirty="0" smtClean="0">
              <a:solidFill>
                <a:srgbClr val="000066"/>
              </a:solidFill>
              <a:ea typeface="幼圆" pitchFamily="49" charset="-122"/>
              <a:cs typeface="Times New Roman" panose="02020603050405020304" pitchFamily="18" charset="0"/>
            </a:endParaRPr>
          </a:p>
          <a:p>
            <a:pPr marL="444500" indent="-444500" eaLnBrk="1" hangingPunct="1">
              <a:lnSpc>
                <a:spcPct val="100000"/>
              </a:lnSpc>
              <a:spcBef>
                <a:spcPct val="30000"/>
              </a:spcBef>
              <a:spcAft>
                <a:spcPct val="0"/>
              </a:spcAft>
              <a:buClr>
                <a:srgbClr val="A50021"/>
              </a:buClr>
              <a:buSzPct val="110000"/>
              <a:buFont typeface="+mj-lt"/>
              <a:buAutoNum type="arabicPeriod"/>
            </a:pPr>
            <a:r>
              <a:rPr lang="zh-CN" altLang="en-US" sz="2400" b="1" dirty="0" smtClean="0">
                <a:solidFill>
                  <a:srgbClr val="000066"/>
                </a:solidFill>
                <a:ea typeface="幼圆" pitchFamily="49" charset="-122"/>
                <a:cs typeface="Times New Roman" panose="02020603050405020304" pitchFamily="18" charset="0"/>
              </a:rPr>
              <a:t>简布法</a:t>
            </a:r>
            <a:endParaRPr lang="en-US" altLang="zh-CN" sz="2400" b="1" dirty="0" smtClean="0">
              <a:solidFill>
                <a:srgbClr val="000066"/>
              </a:solidFill>
              <a:ea typeface="幼圆" pitchFamily="49" charset="-122"/>
              <a:cs typeface="Times New Roman" panose="02020603050405020304" pitchFamily="18" charset="0"/>
            </a:endParaRPr>
          </a:p>
          <a:p>
            <a:pPr marL="444500" indent="-444500" eaLnBrk="1" hangingPunct="1">
              <a:lnSpc>
                <a:spcPct val="100000"/>
              </a:lnSpc>
              <a:spcBef>
                <a:spcPct val="30000"/>
              </a:spcBef>
              <a:spcAft>
                <a:spcPct val="0"/>
              </a:spcAft>
              <a:buClr>
                <a:srgbClr val="A50021"/>
              </a:buClr>
              <a:buSzPct val="110000"/>
              <a:buFont typeface="+mj-lt"/>
              <a:buAutoNum type="arabicPeriod"/>
            </a:pPr>
            <a:r>
              <a:rPr lang="zh-CN" altLang="en-US" sz="2400" b="1" dirty="0" smtClean="0">
                <a:solidFill>
                  <a:srgbClr val="000066"/>
                </a:solidFill>
                <a:ea typeface="幼圆" pitchFamily="49" charset="-122"/>
                <a:cs typeface="Times New Roman" panose="02020603050405020304" pitchFamily="18" charset="0"/>
              </a:rPr>
              <a:t>最</a:t>
            </a:r>
            <a:r>
              <a:rPr lang="zh-CN" altLang="en-US" sz="2400" b="1" dirty="0">
                <a:solidFill>
                  <a:srgbClr val="000066"/>
                </a:solidFill>
                <a:ea typeface="幼圆" pitchFamily="49" charset="-122"/>
                <a:cs typeface="Times New Roman" panose="02020603050405020304" pitchFamily="18" charset="0"/>
              </a:rPr>
              <a:t>危险滑动面的确定</a:t>
            </a:r>
          </a:p>
        </p:txBody>
      </p:sp>
      <p:sp>
        <p:nvSpPr>
          <p:cNvPr id="63" name="Text Box 7"/>
          <p:cNvSpPr txBox="1">
            <a:spLocks noChangeArrowheads="1"/>
          </p:cNvSpPr>
          <p:nvPr/>
        </p:nvSpPr>
        <p:spPr bwMode="auto">
          <a:xfrm>
            <a:off x="0" y="0"/>
            <a:ext cx="4275138"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1800" b="1" kern="900" spc="130" dirty="0" smtClean="0">
                <a:solidFill>
                  <a:srgbClr val="000066"/>
                </a:solidFill>
                <a:ea typeface="黑体" panose="02010609060101010101" pitchFamily="49" charset="-122"/>
                <a:cs typeface="Times New Roman" panose="02020603050405020304" pitchFamily="18" charset="0"/>
              </a:rPr>
              <a:t>§7.3  </a:t>
            </a:r>
            <a:r>
              <a:rPr lang="zh-CN" altLang="en-US" sz="1800" b="1" kern="900" spc="130" dirty="0" smtClean="0">
                <a:solidFill>
                  <a:srgbClr val="000066"/>
                </a:solidFill>
                <a:ea typeface="黑体" panose="02010609060101010101" pitchFamily="49" charset="-122"/>
                <a:cs typeface="Times New Roman" panose="02020603050405020304" pitchFamily="18" charset="0"/>
              </a:rPr>
              <a:t>黏性</a:t>
            </a:r>
            <a:r>
              <a:rPr lang="zh-CN" altLang="en-US" sz="1800" b="1" kern="900" spc="130" dirty="0">
                <a:solidFill>
                  <a:srgbClr val="000066"/>
                </a:solidFill>
                <a:ea typeface="黑体" panose="02010609060101010101" pitchFamily="49" charset="-122"/>
                <a:cs typeface="Times New Roman" panose="02020603050405020304" pitchFamily="18" charset="0"/>
              </a:rPr>
              <a:t>土坡的稳定分析</a:t>
            </a:r>
          </a:p>
        </p:txBody>
      </p:sp>
    </p:spTree>
    <p:extLst>
      <p:ext uri="{BB962C8B-B14F-4D97-AF65-F5344CB8AC3E}">
        <p14:creationId xmlns:p14="http://schemas.microsoft.com/office/powerpoint/2010/main" val="2835623054"/>
      </p:ext>
    </p:extLst>
  </p:cSld>
  <p:clrMapOvr>
    <a:masterClrMapping/>
  </p:clrMapOvr>
  <p:transition spd="med">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62"/>
                                        </p:tgtEl>
                                        <p:attrNameLst>
                                          <p:attrName>style.visibility</p:attrName>
                                        </p:attrNameLst>
                                      </p:cBhvr>
                                      <p:to>
                                        <p:strVal val="visible"/>
                                      </p:to>
                                    </p:set>
                                    <p:animEffect transition="in" filter="wipe(up)">
                                      <p:cBhvr>
                                        <p:cTn id="7" dur="1000"/>
                                        <p:tgtEl>
                                          <p:spTgt spid="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 name="任意多边形 89"/>
          <p:cNvSpPr/>
          <p:nvPr/>
        </p:nvSpPr>
        <p:spPr bwMode="auto">
          <a:xfrm rot="452698">
            <a:off x="6451012" y="1587937"/>
            <a:ext cx="1786434" cy="1655805"/>
          </a:xfrm>
          <a:custGeom>
            <a:avLst/>
            <a:gdLst>
              <a:gd name="connsiteX0" fmla="*/ 0 w 1786434"/>
              <a:gd name="connsiteY0" fmla="*/ 1655805 h 1655805"/>
              <a:gd name="connsiteX1" fmla="*/ 204769 w 1786434"/>
              <a:gd name="connsiteY1" fmla="*/ 1620500 h 1655805"/>
              <a:gd name="connsiteX2" fmla="*/ 434252 w 1786434"/>
              <a:gd name="connsiteY2" fmla="*/ 1571073 h 1655805"/>
              <a:gd name="connsiteX3" fmla="*/ 695509 w 1786434"/>
              <a:gd name="connsiteY3" fmla="*/ 1486341 h 1655805"/>
              <a:gd name="connsiteX4" fmla="*/ 935583 w 1786434"/>
              <a:gd name="connsiteY4" fmla="*/ 1345121 h 1655805"/>
              <a:gd name="connsiteX5" fmla="*/ 1133291 w 1786434"/>
              <a:gd name="connsiteY5" fmla="*/ 1214493 h 1655805"/>
              <a:gd name="connsiteX6" fmla="*/ 1341591 w 1786434"/>
              <a:gd name="connsiteY6" fmla="*/ 988541 h 1655805"/>
              <a:gd name="connsiteX7" fmla="*/ 1518116 w 1786434"/>
              <a:gd name="connsiteY7" fmla="*/ 748466 h 1655805"/>
              <a:gd name="connsiteX8" fmla="*/ 1648744 w 1786434"/>
              <a:gd name="connsiteY8" fmla="*/ 508392 h 1655805"/>
              <a:gd name="connsiteX9" fmla="*/ 1744068 w 1786434"/>
              <a:gd name="connsiteY9" fmla="*/ 268318 h 1655805"/>
              <a:gd name="connsiteX10" fmla="*/ 1775842 w 1786434"/>
              <a:gd name="connsiteY10" fmla="*/ 98854 h 1655805"/>
              <a:gd name="connsiteX11" fmla="*/ 1786434 w 1786434"/>
              <a:gd name="connsiteY11" fmla="*/ 0 h 1655805"/>
              <a:gd name="connsiteX12" fmla="*/ 1200370 w 1786434"/>
              <a:gd name="connsiteY12" fmla="*/ 0 h 1655805"/>
              <a:gd name="connsiteX13" fmla="*/ 0 w 1786434"/>
              <a:gd name="connsiteY13" fmla="*/ 1655805 h 16558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86434" h="1655805">
                <a:moveTo>
                  <a:pt x="0" y="1655805"/>
                </a:moveTo>
                <a:lnTo>
                  <a:pt x="204769" y="1620500"/>
                </a:lnTo>
                <a:lnTo>
                  <a:pt x="434252" y="1571073"/>
                </a:lnTo>
                <a:lnTo>
                  <a:pt x="695509" y="1486341"/>
                </a:lnTo>
                <a:lnTo>
                  <a:pt x="935583" y="1345121"/>
                </a:lnTo>
                <a:lnTo>
                  <a:pt x="1133291" y="1214493"/>
                </a:lnTo>
                <a:lnTo>
                  <a:pt x="1341591" y="988541"/>
                </a:lnTo>
                <a:lnTo>
                  <a:pt x="1518116" y="748466"/>
                </a:lnTo>
                <a:lnTo>
                  <a:pt x="1648744" y="508392"/>
                </a:lnTo>
                <a:lnTo>
                  <a:pt x="1744068" y="268318"/>
                </a:lnTo>
                <a:lnTo>
                  <a:pt x="1775842" y="98854"/>
                </a:lnTo>
                <a:lnTo>
                  <a:pt x="1786434" y="0"/>
                </a:lnTo>
                <a:lnTo>
                  <a:pt x="1200370" y="0"/>
                </a:lnTo>
                <a:lnTo>
                  <a:pt x="0" y="1655805"/>
                </a:lnTo>
                <a:close/>
              </a:path>
            </a:pathLst>
          </a:custGeom>
          <a:solidFill>
            <a:srgbClr val="FFC000"/>
          </a:solidFill>
          <a:ln w="12700" cap="flat" cmpd="sng" algn="ctr">
            <a:solidFill>
              <a:srgbClr val="996600"/>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6"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37</a:t>
            </a:fld>
            <a:endParaRPr lang="zh-CN" altLang="en-US" dirty="0">
              <a:solidFill>
                <a:srgbClr val="C00000"/>
              </a:solidFill>
            </a:endParaRPr>
          </a:p>
        </p:txBody>
      </p:sp>
      <p:sp>
        <p:nvSpPr>
          <p:cNvPr id="61" name="Text Box 2"/>
          <p:cNvSpPr txBox="1">
            <a:spLocks noChangeArrowheads="1"/>
          </p:cNvSpPr>
          <p:nvPr/>
        </p:nvSpPr>
        <p:spPr bwMode="auto">
          <a:xfrm>
            <a:off x="2073898" y="5701142"/>
            <a:ext cx="580691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gn="ctr" eaLnBrk="1" hangingPunct="1">
              <a:lnSpc>
                <a:spcPct val="100000"/>
              </a:lnSpc>
              <a:spcBef>
                <a:spcPct val="0"/>
              </a:spcBef>
              <a:spcAft>
                <a:spcPct val="0"/>
              </a:spcAft>
            </a:pPr>
            <a:r>
              <a:rPr kumimoji="1" lang="zh-CN" altLang="en-US" sz="4000" b="1" dirty="0">
                <a:solidFill>
                  <a:srgbClr val="000066"/>
                </a:solidFill>
                <a:latin typeface="黑体" pitchFamily="2" charset="-122"/>
                <a:ea typeface="黑体" pitchFamily="2" charset="-122"/>
              </a:rPr>
              <a:t>黏性土坡失</a:t>
            </a:r>
            <a:r>
              <a:rPr kumimoji="1" lang="zh-CN" altLang="en-US" sz="4000" b="1" dirty="0" smtClean="0">
                <a:solidFill>
                  <a:srgbClr val="000066"/>
                </a:solidFill>
                <a:latin typeface="黑体" pitchFamily="2" charset="-122"/>
                <a:ea typeface="黑体" pitchFamily="2" charset="-122"/>
              </a:rPr>
              <a:t>稳的</a:t>
            </a:r>
            <a:r>
              <a:rPr kumimoji="1" lang="zh-CN" altLang="en-US" sz="4000" b="1" dirty="0">
                <a:solidFill>
                  <a:srgbClr val="000066"/>
                </a:solidFill>
                <a:latin typeface="黑体" pitchFamily="2" charset="-122"/>
                <a:ea typeface="黑体" pitchFamily="2" charset="-122"/>
              </a:rPr>
              <a:t>特点</a:t>
            </a:r>
          </a:p>
        </p:txBody>
      </p:sp>
      <p:sp>
        <p:nvSpPr>
          <p:cNvPr id="63" name="Text Box 7"/>
          <p:cNvSpPr txBox="1">
            <a:spLocks noChangeArrowheads="1"/>
          </p:cNvSpPr>
          <p:nvPr/>
        </p:nvSpPr>
        <p:spPr bwMode="auto">
          <a:xfrm>
            <a:off x="0" y="0"/>
            <a:ext cx="5857592"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1800" b="1" kern="900" spc="130" dirty="0" smtClean="0">
                <a:solidFill>
                  <a:srgbClr val="000066"/>
                </a:solidFill>
                <a:ea typeface="黑体" panose="02010609060101010101" pitchFamily="49" charset="-122"/>
                <a:cs typeface="Times New Roman" panose="02020603050405020304" pitchFamily="18" charset="0"/>
              </a:rPr>
              <a:t>§7.3  </a:t>
            </a:r>
            <a:r>
              <a:rPr lang="zh-CN" altLang="en-US" sz="1800" b="1" kern="900" spc="130" dirty="0" smtClean="0">
                <a:solidFill>
                  <a:srgbClr val="000066"/>
                </a:solidFill>
                <a:ea typeface="黑体" panose="02010609060101010101" pitchFamily="49" charset="-122"/>
                <a:cs typeface="Times New Roman" panose="02020603050405020304" pitchFamily="18" charset="0"/>
              </a:rPr>
              <a:t>黏性</a:t>
            </a:r>
            <a:r>
              <a:rPr lang="zh-CN" altLang="en-US" sz="1800" b="1" kern="900" spc="130" dirty="0">
                <a:solidFill>
                  <a:srgbClr val="000066"/>
                </a:solidFill>
                <a:ea typeface="黑体" panose="02010609060101010101" pitchFamily="49" charset="-122"/>
                <a:cs typeface="Times New Roman" panose="02020603050405020304" pitchFamily="18" charset="0"/>
              </a:rPr>
              <a:t>土坡的稳定</a:t>
            </a:r>
            <a:r>
              <a:rPr lang="zh-CN" altLang="en-US" sz="1800" b="1" kern="900" spc="130" dirty="0" smtClean="0">
                <a:solidFill>
                  <a:srgbClr val="000066"/>
                </a:solidFill>
                <a:ea typeface="黑体" panose="02010609060101010101" pitchFamily="49" charset="-122"/>
                <a:cs typeface="Times New Roman" panose="02020603050405020304" pitchFamily="18" charset="0"/>
              </a:rPr>
              <a:t>分析 </a:t>
            </a:r>
            <a:r>
              <a:rPr lang="en-US" altLang="zh-CN" sz="1800" b="1" kern="900" spc="130" dirty="0" smtClean="0">
                <a:solidFill>
                  <a:srgbClr val="000066"/>
                </a:solidFill>
                <a:ea typeface="黑体" panose="02010609060101010101" pitchFamily="49" charset="-122"/>
                <a:cs typeface="Times New Roman" panose="02020603050405020304" pitchFamily="18" charset="0"/>
              </a:rPr>
              <a:t>- </a:t>
            </a:r>
            <a:r>
              <a:rPr lang="zh-CN" altLang="en-US" sz="1800" b="1" kern="900" spc="130" dirty="0" smtClean="0">
                <a:solidFill>
                  <a:srgbClr val="000066"/>
                </a:solidFill>
                <a:ea typeface="黑体" panose="02010609060101010101" pitchFamily="49" charset="-122"/>
                <a:cs typeface="Times New Roman" panose="02020603050405020304" pitchFamily="18" charset="0"/>
              </a:rPr>
              <a:t>黏性</a:t>
            </a:r>
            <a:r>
              <a:rPr lang="zh-CN" altLang="en-US" sz="1800" b="1" kern="900" spc="130" dirty="0">
                <a:solidFill>
                  <a:srgbClr val="000066"/>
                </a:solidFill>
                <a:ea typeface="黑体" panose="02010609060101010101" pitchFamily="49" charset="-122"/>
                <a:cs typeface="Times New Roman" panose="02020603050405020304" pitchFamily="18" charset="0"/>
              </a:rPr>
              <a:t>土坡失</a:t>
            </a:r>
            <a:r>
              <a:rPr lang="zh-CN" altLang="en-US" sz="1800" b="1" kern="900" spc="130" dirty="0" smtClean="0">
                <a:solidFill>
                  <a:srgbClr val="000066"/>
                </a:solidFill>
                <a:ea typeface="黑体" panose="02010609060101010101" pitchFamily="49" charset="-122"/>
                <a:cs typeface="Times New Roman" panose="02020603050405020304" pitchFamily="18" charset="0"/>
              </a:rPr>
              <a:t>稳的</a:t>
            </a:r>
            <a:r>
              <a:rPr lang="zh-CN" altLang="en-US" sz="1800" b="1" kern="900" spc="130" dirty="0">
                <a:solidFill>
                  <a:srgbClr val="000066"/>
                </a:solidFill>
                <a:ea typeface="黑体" panose="02010609060101010101" pitchFamily="49" charset="-122"/>
                <a:cs typeface="Times New Roman" panose="02020603050405020304" pitchFamily="18" charset="0"/>
              </a:rPr>
              <a:t>特点</a:t>
            </a:r>
          </a:p>
        </p:txBody>
      </p:sp>
      <p:sp>
        <p:nvSpPr>
          <p:cNvPr id="7" name="Text Box 46"/>
          <p:cNvSpPr txBox="1">
            <a:spLocks noChangeArrowheads="1"/>
          </p:cNvSpPr>
          <p:nvPr/>
        </p:nvSpPr>
        <p:spPr bwMode="auto">
          <a:xfrm>
            <a:off x="363384" y="764183"/>
            <a:ext cx="4818216"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buFont typeface="Wingdings" pitchFamily="2" charset="2"/>
              <a:buChar char="n"/>
            </a:pPr>
            <a:r>
              <a:rPr lang="zh-CN" altLang="en-US" sz="2800" b="1" dirty="0" smtClean="0">
                <a:solidFill>
                  <a:srgbClr val="A50021"/>
                </a:solidFill>
                <a:latin typeface="微软雅黑" panose="020B0503020204020204" pitchFamily="34" charset="-122"/>
                <a:ea typeface="微软雅黑" panose="020B0503020204020204" pitchFamily="34" charset="-122"/>
              </a:rPr>
              <a:t> 黏性</a:t>
            </a:r>
            <a:r>
              <a:rPr lang="zh-CN" altLang="en-US" sz="2800" b="1" dirty="0">
                <a:solidFill>
                  <a:srgbClr val="A50021"/>
                </a:solidFill>
                <a:latin typeface="微软雅黑" panose="020B0503020204020204" pitchFamily="34" charset="-122"/>
                <a:ea typeface="微软雅黑" panose="020B0503020204020204" pitchFamily="34" charset="-122"/>
              </a:rPr>
              <a:t>土坡失稳的</a:t>
            </a:r>
            <a:r>
              <a:rPr lang="zh-CN" altLang="en-US" sz="2800" b="1" dirty="0" smtClean="0">
                <a:solidFill>
                  <a:srgbClr val="A50021"/>
                </a:solidFill>
                <a:latin typeface="微软雅黑" panose="020B0503020204020204" pitchFamily="34" charset="-122"/>
                <a:ea typeface="微软雅黑" panose="020B0503020204020204" pitchFamily="34" charset="-122"/>
              </a:rPr>
              <a:t>特点</a:t>
            </a:r>
            <a:endParaRPr lang="zh-CN" altLang="en-US" sz="2800" b="1" dirty="0">
              <a:solidFill>
                <a:srgbClr val="A50021"/>
              </a:solidFill>
              <a:latin typeface="微软雅黑" panose="020B0503020204020204" pitchFamily="34" charset="-122"/>
              <a:ea typeface="微软雅黑" panose="020B0503020204020204" pitchFamily="34" charset="-122"/>
            </a:endParaRPr>
          </a:p>
        </p:txBody>
      </p:sp>
      <p:sp>
        <p:nvSpPr>
          <p:cNvPr id="8" name="矩形 7"/>
          <p:cNvSpPr/>
          <p:nvPr/>
        </p:nvSpPr>
        <p:spPr>
          <a:xfrm>
            <a:off x="650448" y="1431628"/>
            <a:ext cx="5175585" cy="2831544"/>
          </a:xfrm>
          <a:prstGeom prst="rect">
            <a:avLst/>
          </a:prstGeom>
        </p:spPr>
        <p:txBody>
          <a:bodyPr wrap="square">
            <a:spAutoFit/>
          </a:bodyPr>
          <a:lstStyle/>
          <a:p>
            <a:pPr marL="342900" indent="-342900">
              <a:lnSpc>
                <a:spcPct val="120000"/>
              </a:lnSpc>
              <a:spcBef>
                <a:spcPts val="200"/>
              </a:spcBef>
              <a:spcAft>
                <a:spcPts val="200"/>
              </a:spcAft>
              <a:buClr>
                <a:srgbClr val="C00000"/>
              </a:buClr>
              <a:buSzPct val="130000"/>
              <a:buFont typeface="Wingdings" panose="05000000000000000000" pitchFamily="2" charset="2"/>
              <a:buChar char="F"/>
            </a:pPr>
            <a:r>
              <a:rPr lang="zh-CN" altLang="en-US" sz="2000" b="1" dirty="0" smtClean="0">
                <a:solidFill>
                  <a:srgbClr val="000066"/>
                </a:solidFill>
                <a:ea typeface="幼圆" panose="02010509060101010101" pitchFamily="49" charset="-122"/>
                <a:cs typeface="Times New Roman" panose="02020603050405020304" pitchFamily="18" charset="0"/>
              </a:rPr>
              <a:t>存在</a:t>
            </a:r>
            <a:r>
              <a:rPr lang="zh-CN" altLang="en-US" sz="2000" b="1" dirty="0">
                <a:solidFill>
                  <a:srgbClr val="000066"/>
                </a:solidFill>
                <a:ea typeface="幼圆" panose="02010509060101010101" pitchFamily="49" charset="-122"/>
                <a:cs typeface="Times New Roman" panose="02020603050405020304" pitchFamily="18" charset="0"/>
              </a:rPr>
              <a:t>黏聚</a:t>
            </a:r>
            <a:r>
              <a:rPr lang="zh-CN" altLang="en-US" sz="2000" b="1" dirty="0" smtClean="0">
                <a:solidFill>
                  <a:srgbClr val="000066"/>
                </a:solidFill>
                <a:ea typeface="幼圆" panose="02010509060101010101" pitchFamily="49" charset="-122"/>
                <a:cs typeface="Times New Roman" panose="02020603050405020304" pitchFamily="18" charset="0"/>
              </a:rPr>
              <a:t>力</a:t>
            </a:r>
            <a:r>
              <a:rPr lang="en-US" altLang="zh-CN" sz="2000" b="1" i="1" dirty="0" smtClean="0">
                <a:solidFill>
                  <a:srgbClr val="000066"/>
                </a:solidFill>
                <a:ea typeface="幼圆" panose="02010509060101010101" pitchFamily="49" charset="-122"/>
                <a:cs typeface="Times New Roman" panose="02020603050405020304" pitchFamily="18" charset="0"/>
              </a:rPr>
              <a:t>c</a:t>
            </a:r>
            <a:r>
              <a:rPr lang="zh-CN" altLang="en-US" sz="2000" b="1" dirty="0" smtClean="0">
                <a:solidFill>
                  <a:srgbClr val="000066"/>
                </a:solidFill>
                <a:ea typeface="幼圆" panose="02010509060101010101" pitchFamily="49" charset="-122"/>
                <a:cs typeface="Times New Roman" panose="02020603050405020304" pitchFamily="18" charset="0"/>
              </a:rPr>
              <a:t>，</a:t>
            </a:r>
            <a:r>
              <a:rPr lang="zh-CN" altLang="en-US" sz="2000" b="1" dirty="0">
                <a:solidFill>
                  <a:srgbClr val="000066"/>
                </a:solidFill>
                <a:ea typeface="幼圆" panose="02010509060101010101" pitchFamily="49" charset="-122"/>
                <a:cs typeface="Times New Roman" panose="02020603050405020304" pitchFamily="18" charset="0"/>
              </a:rPr>
              <a:t>与无黏性土坡</a:t>
            </a:r>
            <a:r>
              <a:rPr lang="zh-CN" altLang="en-US" sz="2000" b="1" dirty="0" smtClean="0">
                <a:solidFill>
                  <a:srgbClr val="000066"/>
                </a:solidFill>
                <a:ea typeface="幼圆" panose="02010509060101010101" pitchFamily="49" charset="-122"/>
                <a:cs typeface="Times New Roman" panose="02020603050405020304" pitchFamily="18" charset="0"/>
              </a:rPr>
              <a:t>不同</a:t>
            </a:r>
            <a:endParaRPr lang="en-US" altLang="zh-CN" sz="2000" b="1" dirty="0" smtClean="0">
              <a:solidFill>
                <a:srgbClr val="000066"/>
              </a:solidFill>
              <a:ea typeface="幼圆" panose="02010509060101010101" pitchFamily="49" charset="-122"/>
              <a:cs typeface="Times New Roman" panose="02020603050405020304" pitchFamily="18" charset="0"/>
            </a:endParaRPr>
          </a:p>
          <a:p>
            <a:pPr marL="342900" indent="-342900">
              <a:lnSpc>
                <a:spcPct val="120000"/>
              </a:lnSpc>
              <a:spcBef>
                <a:spcPts val="200"/>
              </a:spcBef>
              <a:spcAft>
                <a:spcPts val="200"/>
              </a:spcAft>
              <a:buClr>
                <a:srgbClr val="C00000"/>
              </a:buClr>
              <a:buSzPct val="130000"/>
              <a:buFont typeface="Wingdings" panose="05000000000000000000" pitchFamily="2" charset="2"/>
              <a:buChar char="F"/>
            </a:pPr>
            <a:r>
              <a:rPr lang="zh-CN" altLang="en-US" sz="2000" b="1" dirty="0" smtClean="0">
                <a:solidFill>
                  <a:srgbClr val="000066"/>
                </a:solidFill>
                <a:ea typeface="幼圆" panose="02010509060101010101" pitchFamily="49" charset="-122"/>
                <a:cs typeface="Times New Roman" panose="02020603050405020304" pitchFamily="18" charset="0"/>
              </a:rPr>
              <a:t>不会沿边坡表面滑动，最危险滑动面的位置</a:t>
            </a:r>
            <a:r>
              <a:rPr lang="zh-CN" altLang="en-US" sz="2000" b="1" dirty="0">
                <a:solidFill>
                  <a:srgbClr val="000066"/>
                </a:solidFill>
                <a:ea typeface="幼圆" panose="02010509060101010101" pitchFamily="49" charset="-122"/>
                <a:cs typeface="Times New Roman" panose="02020603050405020304" pitchFamily="18" charset="0"/>
              </a:rPr>
              <a:t>在土坡</a:t>
            </a:r>
            <a:r>
              <a:rPr lang="zh-CN" altLang="en-US" sz="2000" b="1" dirty="0" smtClean="0">
                <a:solidFill>
                  <a:srgbClr val="000066"/>
                </a:solidFill>
                <a:ea typeface="幼圆" panose="02010509060101010101" pitchFamily="49" charset="-122"/>
                <a:cs typeface="Times New Roman" panose="02020603050405020304" pitchFamily="18" charset="0"/>
              </a:rPr>
              <a:t>深处</a:t>
            </a:r>
            <a:endParaRPr lang="zh-CN" altLang="en-US" sz="2000" b="1" dirty="0">
              <a:solidFill>
                <a:srgbClr val="000066"/>
              </a:solidFill>
              <a:ea typeface="幼圆" panose="02010509060101010101" pitchFamily="49" charset="-122"/>
              <a:cs typeface="Times New Roman" panose="02020603050405020304" pitchFamily="18" charset="0"/>
            </a:endParaRPr>
          </a:p>
          <a:p>
            <a:pPr marL="342900" indent="-342900">
              <a:lnSpc>
                <a:spcPct val="120000"/>
              </a:lnSpc>
              <a:spcBef>
                <a:spcPts val="200"/>
              </a:spcBef>
              <a:spcAft>
                <a:spcPts val="200"/>
              </a:spcAft>
              <a:buClr>
                <a:srgbClr val="C00000"/>
              </a:buClr>
              <a:buSzPct val="130000"/>
              <a:buFont typeface="Wingdings" panose="05000000000000000000" pitchFamily="2" charset="2"/>
              <a:buChar char="F"/>
            </a:pPr>
            <a:r>
              <a:rPr lang="zh-CN" altLang="en-US" sz="2000" b="1" dirty="0">
                <a:solidFill>
                  <a:srgbClr val="000066"/>
                </a:solidFill>
                <a:ea typeface="幼圆" panose="02010509060101010101" pitchFamily="49" charset="-122"/>
                <a:cs typeface="Times New Roman" panose="02020603050405020304" pitchFamily="18" charset="0"/>
              </a:rPr>
              <a:t>对均匀</a:t>
            </a:r>
            <a:r>
              <a:rPr lang="zh-CN" altLang="en-US" sz="2000" b="1" dirty="0" smtClean="0">
                <a:solidFill>
                  <a:srgbClr val="000066"/>
                </a:solidFill>
                <a:ea typeface="幼圆" panose="02010509060101010101" pitchFamily="49" charset="-122"/>
                <a:cs typeface="Times New Roman" panose="02020603050405020304" pitchFamily="18" charset="0"/>
              </a:rPr>
              <a:t>平面应变土坡，滑裂面理论解是一对数螺旋线曲面，可用圆弧面近似</a:t>
            </a:r>
            <a:endParaRPr lang="en-US" altLang="zh-CN" sz="2000" b="1" dirty="0" smtClean="0">
              <a:solidFill>
                <a:srgbClr val="000066"/>
              </a:solidFill>
              <a:ea typeface="幼圆" panose="02010509060101010101" pitchFamily="49" charset="-122"/>
              <a:cs typeface="Times New Roman" panose="02020603050405020304" pitchFamily="18" charset="0"/>
            </a:endParaRPr>
          </a:p>
          <a:p>
            <a:pPr marL="342900" indent="-342900">
              <a:lnSpc>
                <a:spcPct val="120000"/>
              </a:lnSpc>
              <a:spcBef>
                <a:spcPts val="200"/>
              </a:spcBef>
              <a:spcAft>
                <a:spcPts val="200"/>
              </a:spcAft>
              <a:buClr>
                <a:srgbClr val="C00000"/>
              </a:buClr>
              <a:buSzPct val="130000"/>
              <a:buFont typeface="Wingdings" panose="05000000000000000000" pitchFamily="2" charset="2"/>
              <a:buChar char="F"/>
            </a:pPr>
            <a:r>
              <a:rPr lang="zh-CN" altLang="en-US" sz="2000" b="1" dirty="0">
                <a:solidFill>
                  <a:srgbClr val="C00000"/>
                </a:solidFill>
                <a:ea typeface="幼圆" panose="02010509060101010101" pitchFamily="49" charset="-122"/>
                <a:cs typeface="Times New Roman" panose="02020603050405020304" pitchFamily="18" charset="0"/>
              </a:rPr>
              <a:t>圆弧滑动</a:t>
            </a:r>
            <a:r>
              <a:rPr lang="zh-CN" altLang="en-US" sz="2000" b="1" dirty="0" smtClean="0">
                <a:solidFill>
                  <a:srgbClr val="C00000"/>
                </a:solidFill>
                <a:ea typeface="幼圆" panose="02010509060101010101" pitchFamily="49" charset="-122"/>
                <a:cs typeface="Times New Roman" panose="02020603050405020304" pitchFamily="18" charset="0"/>
              </a:rPr>
              <a:t>法：</a:t>
            </a:r>
            <a:r>
              <a:rPr lang="zh-CN" altLang="en-US" sz="2000" b="1" dirty="0" smtClean="0">
                <a:solidFill>
                  <a:srgbClr val="000066"/>
                </a:solidFill>
                <a:ea typeface="幼圆" panose="02010509060101010101" pitchFamily="49" charset="-122"/>
                <a:cs typeface="Times New Roman" panose="02020603050405020304" pitchFamily="18" charset="0"/>
              </a:rPr>
              <a:t>在工程设计中假定平面应变状态的土坡的滑动面为圆弧面</a:t>
            </a:r>
            <a:endParaRPr lang="zh-CN" altLang="en-US" sz="2000" b="1" dirty="0">
              <a:solidFill>
                <a:srgbClr val="C00000"/>
              </a:solidFill>
              <a:ea typeface="幼圆" panose="02010509060101010101" pitchFamily="49" charset="-122"/>
              <a:cs typeface="Times New Roman" panose="02020603050405020304" pitchFamily="18" charset="0"/>
            </a:endParaRPr>
          </a:p>
        </p:txBody>
      </p:sp>
      <p:sp>
        <p:nvSpPr>
          <p:cNvPr id="28" name="Text Box 68"/>
          <p:cNvSpPr txBox="1">
            <a:spLocks noChangeArrowheads="1"/>
          </p:cNvSpPr>
          <p:nvPr/>
        </p:nvSpPr>
        <p:spPr bwMode="auto">
          <a:xfrm>
            <a:off x="2488174" y="4531580"/>
            <a:ext cx="3224649" cy="923330"/>
          </a:xfrm>
          <a:prstGeom prst="rect">
            <a:avLst/>
          </a:prstGeom>
          <a:noFill/>
          <a:ln>
            <a:noFill/>
          </a:ln>
          <a:extLst/>
        </p:spPr>
        <p:txBody>
          <a:bodyPr wrap="square">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lnSpc>
                <a:spcPct val="135000"/>
              </a:lnSpc>
              <a:buClr>
                <a:srgbClr val="C00000"/>
              </a:buClr>
              <a:buSzPct val="130000"/>
            </a:pPr>
            <a:r>
              <a:rPr kumimoji="1" lang="zh-CN" altLang="en-US" sz="2000" b="1" dirty="0">
                <a:solidFill>
                  <a:srgbClr val="C00000"/>
                </a:solidFill>
                <a:latin typeface="幼圆" panose="02010509060101010101" pitchFamily="49" charset="-122"/>
                <a:ea typeface="幼圆" panose="02010509060101010101" pitchFamily="49" charset="-122"/>
              </a:rPr>
              <a:t>思考</a:t>
            </a:r>
            <a:r>
              <a:rPr kumimoji="1" lang="zh-CN" altLang="en-US" sz="2000" b="1" dirty="0" smtClean="0">
                <a:solidFill>
                  <a:srgbClr val="C00000"/>
                </a:solidFill>
                <a:latin typeface="幼圆" panose="02010509060101010101" pitchFamily="49" charset="-122"/>
                <a:ea typeface="幼圆" panose="02010509060101010101" pitchFamily="49" charset="-122"/>
              </a:rPr>
              <a:t>：</a:t>
            </a:r>
            <a:r>
              <a:rPr kumimoji="1" lang="zh-CN" altLang="en-US" sz="2000" b="1" dirty="0" smtClean="0">
                <a:solidFill>
                  <a:srgbClr val="000066"/>
                </a:solidFill>
                <a:latin typeface="幼圆" panose="02010509060101010101" pitchFamily="49" charset="-122"/>
                <a:ea typeface="幼圆" panose="02010509060101010101" pitchFamily="49" charset="-122"/>
              </a:rPr>
              <a:t>为什么黏性</a:t>
            </a:r>
            <a:r>
              <a:rPr kumimoji="1" lang="zh-CN" altLang="en-US" sz="2000" b="1" dirty="0">
                <a:solidFill>
                  <a:srgbClr val="000066"/>
                </a:solidFill>
                <a:latin typeface="幼圆" panose="02010509060101010101" pitchFamily="49" charset="-122"/>
                <a:ea typeface="幼圆" panose="02010509060101010101" pitchFamily="49" charset="-122"/>
              </a:rPr>
              <a:t>土坡通常不会发生表面滑动？</a:t>
            </a:r>
          </a:p>
        </p:txBody>
      </p:sp>
      <p:grpSp>
        <p:nvGrpSpPr>
          <p:cNvPr id="32" name="Group 12"/>
          <p:cNvGrpSpPr>
            <a:grpSpLocks/>
          </p:cNvGrpSpPr>
          <p:nvPr/>
        </p:nvGrpSpPr>
        <p:grpSpPr bwMode="auto">
          <a:xfrm>
            <a:off x="8583304" y="1459213"/>
            <a:ext cx="454614" cy="63332"/>
            <a:chOff x="2274" y="1204"/>
            <a:chExt cx="270" cy="44"/>
          </a:xfrm>
        </p:grpSpPr>
        <p:sp>
          <p:nvSpPr>
            <p:cNvPr id="33" name="Line 13"/>
            <p:cNvSpPr>
              <a:spLocks noChangeShapeType="1"/>
            </p:cNvSpPr>
            <p:nvPr/>
          </p:nvSpPr>
          <p:spPr bwMode="auto">
            <a:xfrm flipH="1">
              <a:off x="2274" y="1210"/>
              <a:ext cx="28" cy="34"/>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4" name="Line 14"/>
            <p:cNvSpPr>
              <a:spLocks noChangeShapeType="1"/>
            </p:cNvSpPr>
            <p:nvPr/>
          </p:nvSpPr>
          <p:spPr bwMode="auto">
            <a:xfrm flipH="1">
              <a:off x="2304" y="1214"/>
              <a:ext cx="34" cy="34"/>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 name="Line 15"/>
            <p:cNvSpPr>
              <a:spLocks noChangeShapeType="1"/>
            </p:cNvSpPr>
            <p:nvPr/>
          </p:nvSpPr>
          <p:spPr bwMode="auto">
            <a:xfrm flipH="1">
              <a:off x="2346" y="1206"/>
              <a:ext cx="36" cy="42"/>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 name="Line 16"/>
            <p:cNvSpPr>
              <a:spLocks noChangeShapeType="1"/>
            </p:cNvSpPr>
            <p:nvPr/>
          </p:nvSpPr>
          <p:spPr bwMode="auto">
            <a:xfrm>
              <a:off x="2376" y="1206"/>
              <a:ext cx="40" cy="38"/>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7" name="Line 17"/>
            <p:cNvSpPr>
              <a:spLocks noChangeShapeType="1"/>
            </p:cNvSpPr>
            <p:nvPr/>
          </p:nvSpPr>
          <p:spPr bwMode="auto">
            <a:xfrm>
              <a:off x="2420" y="1210"/>
              <a:ext cx="40" cy="34"/>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9" name="Line 18"/>
            <p:cNvSpPr>
              <a:spLocks noChangeShapeType="1"/>
            </p:cNvSpPr>
            <p:nvPr/>
          </p:nvSpPr>
          <p:spPr bwMode="auto">
            <a:xfrm flipV="1">
              <a:off x="2460" y="1204"/>
              <a:ext cx="46" cy="42"/>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0" name="Line 19"/>
            <p:cNvSpPr>
              <a:spLocks noChangeShapeType="1"/>
            </p:cNvSpPr>
            <p:nvPr/>
          </p:nvSpPr>
          <p:spPr bwMode="auto">
            <a:xfrm flipV="1">
              <a:off x="2512" y="1208"/>
              <a:ext cx="32" cy="36"/>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cxnSp>
        <p:nvCxnSpPr>
          <p:cNvPr id="43" name="直接连接符 42"/>
          <p:cNvCxnSpPr/>
          <p:nvPr/>
        </p:nvCxnSpPr>
        <p:spPr bwMode="auto">
          <a:xfrm>
            <a:off x="6516763" y="1206098"/>
            <a:ext cx="1815324" cy="241853"/>
          </a:xfrm>
          <a:prstGeom prst="line">
            <a:avLst/>
          </a:prstGeom>
          <a:noFill/>
          <a:ln w="19050" cap="flat" cmpd="sng" algn="ctr">
            <a:solidFill>
              <a:schemeClr val="tx1"/>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4" name="直接连接符 43"/>
          <p:cNvCxnSpPr>
            <a:endCxn id="68" idx="0"/>
          </p:cNvCxnSpPr>
          <p:nvPr/>
        </p:nvCxnSpPr>
        <p:spPr bwMode="auto">
          <a:xfrm>
            <a:off x="6516764" y="1206098"/>
            <a:ext cx="101394" cy="1908262"/>
          </a:xfrm>
          <a:prstGeom prst="line">
            <a:avLst/>
          </a:prstGeom>
          <a:noFill/>
          <a:ln w="19050" cap="flat" cmpd="sng" algn="ctr">
            <a:solidFill>
              <a:schemeClr val="tx1"/>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2" name="Text Box 2450"/>
          <p:cNvSpPr txBox="1">
            <a:spLocks noChangeArrowheads="1"/>
          </p:cNvSpPr>
          <p:nvPr/>
        </p:nvSpPr>
        <p:spPr bwMode="auto">
          <a:xfrm>
            <a:off x="6190920" y="959231"/>
            <a:ext cx="364202" cy="385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800" b="1" dirty="0"/>
              <a:t>O</a:t>
            </a:r>
            <a:endParaRPr kumimoji="1" lang="en-US" altLang="zh-CN" sz="1800" b="1" dirty="0">
              <a:latin typeface="Times New Roman" pitchFamily="18" charset="0"/>
            </a:endParaRPr>
          </a:p>
        </p:txBody>
      </p:sp>
      <p:sp>
        <p:nvSpPr>
          <p:cNvPr id="65" name="Text Box 2450"/>
          <p:cNvSpPr txBox="1">
            <a:spLocks noChangeArrowheads="1"/>
          </p:cNvSpPr>
          <p:nvPr/>
        </p:nvSpPr>
        <p:spPr bwMode="auto">
          <a:xfrm>
            <a:off x="7089212" y="918877"/>
            <a:ext cx="351378" cy="385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800" b="1" i="1" dirty="0"/>
              <a:t>R</a:t>
            </a:r>
          </a:p>
        </p:txBody>
      </p:sp>
      <p:sp>
        <p:nvSpPr>
          <p:cNvPr id="67" name="任意多边形 66"/>
          <p:cNvSpPr/>
          <p:nvPr/>
        </p:nvSpPr>
        <p:spPr bwMode="auto">
          <a:xfrm>
            <a:off x="5846808" y="1459464"/>
            <a:ext cx="3214425" cy="1654896"/>
          </a:xfrm>
          <a:custGeom>
            <a:avLst/>
            <a:gdLst>
              <a:gd name="connsiteX0" fmla="*/ 0 w 3214425"/>
              <a:gd name="connsiteY0" fmla="*/ 1654896 h 1654896"/>
              <a:gd name="connsiteX1" fmla="*/ 762935 w 3214425"/>
              <a:gd name="connsiteY1" fmla="*/ 1654896 h 1654896"/>
              <a:gd name="connsiteX2" fmla="*/ 1952216 w 3214425"/>
              <a:gd name="connsiteY2" fmla="*/ 0 h 1654896"/>
              <a:gd name="connsiteX3" fmla="*/ 3214425 w 3214425"/>
              <a:gd name="connsiteY3" fmla="*/ 0 h 1654896"/>
            </a:gdLst>
            <a:ahLst/>
            <a:cxnLst>
              <a:cxn ang="0">
                <a:pos x="connsiteX0" y="connsiteY0"/>
              </a:cxn>
              <a:cxn ang="0">
                <a:pos x="connsiteX1" y="connsiteY1"/>
              </a:cxn>
              <a:cxn ang="0">
                <a:pos x="connsiteX2" y="connsiteY2"/>
              </a:cxn>
              <a:cxn ang="0">
                <a:pos x="connsiteX3" y="connsiteY3"/>
              </a:cxn>
            </a:cxnLst>
            <a:rect l="l" t="t" r="r" b="b"/>
            <a:pathLst>
              <a:path w="3214425" h="1654896">
                <a:moveTo>
                  <a:pt x="0" y="1654896"/>
                </a:moveTo>
                <a:lnTo>
                  <a:pt x="762935" y="1654896"/>
                </a:lnTo>
                <a:lnTo>
                  <a:pt x="1952216" y="0"/>
                </a:lnTo>
                <a:lnTo>
                  <a:pt x="3214425" y="0"/>
                </a:lnTo>
              </a:path>
            </a:pathLst>
          </a:custGeom>
          <a:noFill/>
          <a:ln w="190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68" name="任意多边形 67"/>
          <p:cNvSpPr/>
          <p:nvPr/>
        </p:nvSpPr>
        <p:spPr bwMode="auto">
          <a:xfrm>
            <a:off x="6618158" y="1459464"/>
            <a:ext cx="1781117" cy="1654896"/>
          </a:xfrm>
          <a:custGeom>
            <a:avLst/>
            <a:gdLst>
              <a:gd name="connsiteX0" fmla="*/ 0 w 1781117"/>
              <a:gd name="connsiteY0" fmla="*/ 1654896 h 1654896"/>
              <a:gd name="connsiteX1" fmla="*/ 210368 w 1781117"/>
              <a:gd name="connsiteY1" fmla="*/ 1629652 h 1654896"/>
              <a:gd name="connsiteX2" fmla="*/ 490859 w 1781117"/>
              <a:gd name="connsiteY2" fmla="*/ 1553919 h 1654896"/>
              <a:gd name="connsiteX3" fmla="*/ 788179 w 1781117"/>
              <a:gd name="connsiteY3" fmla="*/ 1433308 h 1654896"/>
              <a:gd name="connsiteX4" fmla="*/ 1063060 w 1781117"/>
              <a:gd name="connsiteY4" fmla="*/ 1259404 h 1654896"/>
              <a:gd name="connsiteX5" fmla="*/ 1262209 w 1781117"/>
              <a:gd name="connsiteY5" fmla="*/ 1074280 h 1654896"/>
              <a:gd name="connsiteX6" fmla="*/ 1427698 w 1781117"/>
              <a:gd name="connsiteY6" fmla="*/ 869522 h 1654896"/>
              <a:gd name="connsiteX7" fmla="*/ 1576358 w 1781117"/>
              <a:gd name="connsiteY7" fmla="*/ 633910 h 1654896"/>
              <a:gd name="connsiteX8" fmla="*/ 1691359 w 1781117"/>
              <a:gd name="connsiteY8" fmla="*/ 398297 h 1654896"/>
              <a:gd name="connsiteX9" fmla="*/ 1747458 w 1781117"/>
              <a:gd name="connsiteY9" fmla="*/ 185124 h 1654896"/>
              <a:gd name="connsiteX10" fmla="*/ 1781117 w 1781117"/>
              <a:gd name="connsiteY10" fmla="*/ 0 h 1654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781117" h="1654896">
                <a:moveTo>
                  <a:pt x="0" y="1654896"/>
                </a:moveTo>
                <a:cubicBezTo>
                  <a:pt x="64279" y="1650688"/>
                  <a:pt x="128558" y="1646481"/>
                  <a:pt x="210368" y="1629652"/>
                </a:cubicBezTo>
                <a:cubicBezTo>
                  <a:pt x="292178" y="1612823"/>
                  <a:pt x="394557" y="1586643"/>
                  <a:pt x="490859" y="1553919"/>
                </a:cubicBezTo>
                <a:cubicBezTo>
                  <a:pt x="587161" y="1521195"/>
                  <a:pt x="692812" y="1482394"/>
                  <a:pt x="788179" y="1433308"/>
                </a:cubicBezTo>
                <a:cubicBezTo>
                  <a:pt x="883546" y="1384222"/>
                  <a:pt x="984055" y="1319242"/>
                  <a:pt x="1063060" y="1259404"/>
                </a:cubicBezTo>
                <a:cubicBezTo>
                  <a:pt x="1142065" y="1199566"/>
                  <a:pt x="1201436" y="1139260"/>
                  <a:pt x="1262209" y="1074280"/>
                </a:cubicBezTo>
                <a:cubicBezTo>
                  <a:pt x="1322982" y="1009300"/>
                  <a:pt x="1375340" y="942917"/>
                  <a:pt x="1427698" y="869522"/>
                </a:cubicBezTo>
                <a:cubicBezTo>
                  <a:pt x="1480056" y="796127"/>
                  <a:pt x="1532415" y="712447"/>
                  <a:pt x="1576358" y="633910"/>
                </a:cubicBezTo>
                <a:cubicBezTo>
                  <a:pt x="1620302" y="555372"/>
                  <a:pt x="1662842" y="473095"/>
                  <a:pt x="1691359" y="398297"/>
                </a:cubicBezTo>
                <a:cubicBezTo>
                  <a:pt x="1719876" y="323499"/>
                  <a:pt x="1732498" y="251507"/>
                  <a:pt x="1747458" y="185124"/>
                </a:cubicBezTo>
                <a:cubicBezTo>
                  <a:pt x="1762418" y="118741"/>
                  <a:pt x="1771767" y="59370"/>
                  <a:pt x="1781117" y="0"/>
                </a:cubicBezTo>
              </a:path>
            </a:pathLst>
          </a:custGeom>
          <a:noFill/>
          <a:ln w="19050" cap="flat" cmpd="sng" algn="ctr">
            <a:solidFill>
              <a:srgbClr val="C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76" name="Text Box 2450"/>
          <p:cNvSpPr txBox="1">
            <a:spLocks noChangeArrowheads="1"/>
          </p:cNvSpPr>
          <p:nvPr/>
        </p:nvSpPr>
        <p:spPr bwMode="auto">
          <a:xfrm>
            <a:off x="6385850" y="3057390"/>
            <a:ext cx="351378" cy="385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800" b="1" dirty="0"/>
              <a:t>A</a:t>
            </a:r>
            <a:endParaRPr kumimoji="1" lang="en-US" altLang="zh-CN" sz="1800" b="1" dirty="0">
              <a:latin typeface="Times New Roman" pitchFamily="18" charset="0"/>
            </a:endParaRPr>
          </a:p>
        </p:txBody>
      </p:sp>
      <p:sp>
        <p:nvSpPr>
          <p:cNvPr id="78" name="Text Box 2450"/>
          <p:cNvSpPr txBox="1">
            <a:spLocks noChangeArrowheads="1"/>
          </p:cNvSpPr>
          <p:nvPr/>
        </p:nvSpPr>
        <p:spPr bwMode="auto">
          <a:xfrm>
            <a:off x="8248319" y="1081509"/>
            <a:ext cx="351378" cy="385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800" b="1" dirty="0"/>
              <a:t>C</a:t>
            </a:r>
            <a:endParaRPr kumimoji="1" lang="en-US" altLang="zh-CN" sz="1800" b="1" dirty="0">
              <a:latin typeface="Times New Roman" pitchFamily="18" charset="0"/>
            </a:endParaRPr>
          </a:p>
        </p:txBody>
      </p:sp>
      <p:sp>
        <p:nvSpPr>
          <p:cNvPr id="2" name="下箭头 1"/>
          <p:cNvSpPr/>
          <p:nvPr/>
        </p:nvSpPr>
        <p:spPr bwMode="auto">
          <a:xfrm rot="2606010">
            <a:off x="7475563" y="2177924"/>
            <a:ext cx="292231" cy="405352"/>
          </a:xfrm>
          <a:prstGeom prst="downArrow">
            <a:avLst/>
          </a:prstGeom>
          <a:solidFill>
            <a:srgbClr val="FFFF00"/>
          </a:solid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pic>
        <p:nvPicPr>
          <p:cNvPr id="27" name="Picture 14"/>
          <p:cNvPicPr>
            <a:picLocks noChangeAspect="1" noChangeArrowheads="1"/>
          </p:cNvPicPr>
          <p:nvPr/>
        </p:nvPicPr>
        <p:blipFill rotWithShape="1">
          <a:blip r:embed="rId3">
            <a:extLst>
              <a:ext uri="{28A0092B-C50C-407E-A947-70E740481C1C}">
                <a14:useLocalDpi xmlns:a14="http://schemas.microsoft.com/office/drawing/2010/main" val="0"/>
              </a:ext>
            </a:extLst>
          </a:blip>
          <a:srcRect t="9823" r="5719" b="4912"/>
          <a:stretch/>
        </p:blipFill>
        <p:spPr bwMode="auto">
          <a:xfrm>
            <a:off x="5988268" y="3522205"/>
            <a:ext cx="3016576" cy="20456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 name="Picture 2" descr="H:\106-1F124102133934.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500106" y="4595896"/>
            <a:ext cx="976480" cy="890850"/>
          </a:xfrm>
          <a:prstGeom prst="rect">
            <a:avLst/>
          </a:prstGeom>
          <a:noFill/>
          <a:extLst>
            <a:ext uri="{909E8E84-426E-40DD-AFC4-6F175D3DCCD1}">
              <a14:hiddenFill xmlns:a14="http://schemas.microsoft.com/office/drawing/2010/main">
                <a:solidFill>
                  <a:srgbClr val="FFFFFF"/>
                </a:solidFill>
              </a14:hiddenFill>
            </a:ext>
          </a:extLst>
        </p:spPr>
      </p:pic>
      <p:sp>
        <p:nvSpPr>
          <p:cNvPr id="30" name="矩形 29"/>
          <p:cNvSpPr/>
          <p:nvPr/>
        </p:nvSpPr>
        <p:spPr bwMode="auto">
          <a:xfrm>
            <a:off x="1497875" y="4484914"/>
            <a:ext cx="4066902" cy="1123406"/>
          </a:xfrm>
          <a:prstGeom prst="rect">
            <a:avLst/>
          </a:prstGeom>
          <a:noFill/>
          <a:ln w="12700" cap="flat" cmpd="sng" algn="ctr">
            <a:solidFill>
              <a:srgbClr val="000066"/>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rot="0" spcFirstLastPara="0" vertOverflow="overflow" horzOverflow="overflow" vert="horz" wrap="none" lIns="90000" tIns="46800" rIns="90000" bIns="46800" numCol="1" spcCol="0" rtlCol="0" fromWordArt="0" anchor="t" anchorCtr="0" forceAA="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Tree>
    <p:extLst>
      <p:ext uri="{BB962C8B-B14F-4D97-AF65-F5344CB8AC3E}">
        <p14:creationId xmlns:p14="http://schemas.microsoft.com/office/powerpoint/2010/main" val="646355399"/>
      </p:ext>
    </p:extLst>
  </p:cSld>
  <p:clrMapOvr>
    <a:masterClrMapping/>
  </p:clrMapOvr>
  <p:transition spd="med">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up)">
                                      <p:cBhvr>
                                        <p:cTn id="7" dur="10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0"/>
                                        </p:tgtEl>
                                        <p:attrNameLst>
                                          <p:attrName>style.visibility</p:attrName>
                                        </p:attrNameLst>
                                      </p:cBhvr>
                                      <p:to>
                                        <p:strVal val="visible"/>
                                      </p:to>
                                    </p:set>
                                    <p:animEffect transition="in" filter="wipe(left)">
                                      <p:cBhvr>
                                        <p:cTn id="12" dur="1000"/>
                                        <p:tgtEl>
                                          <p:spTgt spid="30"/>
                                        </p:tgtEl>
                                      </p:cBhvr>
                                    </p:animEffect>
                                  </p:childTnLst>
                                </p:cTn>
                              </p:par>
                              <p:par>
                                <p:cTn id="13" presetID="22" presetClass="entr" presetSubtype="8" repeatCount="4000" fill="hold" nodeType="withEffect">
                                  <p:stCondLst>
                                    <p:cond delay="0"/>
                                  </p:stCondLst>
                                  <p:childTnLst>
                                    <p:set>
                                      <p:cBhvr>
                                        <p:cTn id="14" dur="1" fill="hold">
                                          <p:stCondLst>
                                            <p:cond delay="0"/>
                                          </p:stCondLst>
                                        </p:cTn>
                                        <p:tgtEl>
                                          <p:spTgt spid="29"/>
                                        </p:tgtEl>
                                        <p:attrNameLst>
                                          <p:attrName>style.visibility</p:attrName>
                                        </p:attrNameLst>
                                      </p:cBhvr>
                                      <p:to>
                                        <p:strVal val="visible"/>
                                      </p:to>
                                    </p:set>
                                    <p:animEffect transition="in" filter="wipe(left)">
                                      <p:cBhvr>
                                        <p:cTn id="15" dur="1000"/>
                                        <p:tgtEl>
                                          <p:spTgt spid="29"/>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28"/>
                                        </p:tgtEl>
                                        <p:attrNameLst>
                                          <p:attrName>style.visibility</p:attrName>
                                        </p:attrNameLst>
                                      </p:cBhvr>
                                      <p:to>
                                        <p:strVal val="visible"/>
                                      </p:to>
                                    </p:set>
                                    <p:animEffect transition="in" filter="wipe(left)">
                                      <p:cBhvr>
                                        <p:cTn id="18" dur="10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28" grpId="0"/>
      <p:bldP spid="30"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38</a:t>
            </a:fld>
            <a:endParaRPr lang="zh-CN" altLang="en-US" dirty="0">
              <a:solidFill>
                <a:srgbClr val="C00000"/>
              </a:solidFill>
            </a:endParaRPr>
          </a:p>
        </p:txBody>
      </p:sp>
      <p:sp>
        <p:nvSpPr>
          <p:cNvPr id="61" name="Text Box 2"/>
          <p:cNvSpPr txBox="1">
            <a:spLocks noChangeArrowheads="1"/>
          </p:cNvSpPr>
          <p:nvPr/>
        </p:nvSpPr>
        <p:spPr bwMode="auto">
          <a:xfrm>
            <a:off x="2083325" y="5682288"/>
            <a:ext cx="580691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gn="ctr" eaLnBrk="1" hangingPunct="1">
              <a:lnSpc>
                <a:spcPct val="100000"/>
              </a:lnSpc>
              <a:spcBef>
                <a:spcPct val="0"/>
              </a:spcBef>
              <a:spcAft>
                <a:spcPct val="0"/>
              </a:spcAft>
            </a:pPr>
            <a:r>
              <a:rPr kumimoji="1" lang="zh-CN" altLang="en-US" sz="4000" b="1" dirty="0" smtClean="0">
                <a:solidFill>
                  <a:srgbClr val="000066"/>
                </a:solidFill>
                <a:latin typeface="黑体" pitchFamily="2" charset="-122"/>
                <a:ea typeface="黑体" pitchFamily="2" charset="-122"/>
              </a:rPr>
              <a:t>瑞典圆弧法</a:t>
            </a:r>
            <a:endParaRPr kumimoji="1" lang="en-US" altLang="zh-CN" sz="4000" b="1" dirty="0">
              <a:solidFill>
                <a:srgbClr val="000066"/>
              </a:solidFill>
              <a:latin typeface="黑体" pitchFamily="2" charset="-122"/>
              <a:ea typeface="黑体" pitchFamily="2" charset="-122"/>
            </a:endParaRPr>
          </a:p>
        </p:txBody>
      </p:sp>
      <p:sp>
        <p:nvSpPr>
          <p:cNvPr id="63" name="Text Box 7"/>
          <p:cNvSpPr txBox="1">
            <a:spLocks noChangeArrowheads="1"/>
          </p:cNvSpPr>
          <p:nvPr/>
        </p:nvSpPr>
        <p:spPr bwMode="auto">
          <a:xfrm>
            <a:off x="0" y="0"/>
            <a:ext cx="5420412"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1800" b="1" kern="900" spc="130" dirty="0" smtClean="0">
                <a:solidFill>
                  <a:srgbClr val="000066"/>
                </a:solidFill>
                <a:ea typeface="黑体" panose="02010609060101010101" pitchFamily="49" charset="-122"/>
                <a:cs typeface="Times New Roman" panose="02020603050405020304" pitchFamily="18" charset="0"/>
              </a:rPr>
              <a:t>§7.3  </a:t>
            </a:r>
            <a:r>
              <a:rPr lang="zh-CN" altLang="en-US" sz="1800" b="1" kern="900" spc="130" dirty="0" smtClean="0">
                <a:solidFill>
                  <a:srgbClr val="000066"/>
                </a:solidFill>
                <a:ea typeface="黑体" panose="02010609060101010101" pitchFamily="49" charset="-122"/>
                <a:cs typeface="Times New Roman" panose="02020603050405020304" pitchFamily="18" charset="0"/>
              </a:rPr>
              <a:t>黏性</a:t>
            </a:r>
            <a:r>
              <a:rPr lang="zh-CN" altLang="en-US" sz="1800" b="1" kern="900" spc="130" dirty="0">
                <a:solidFill>
                  <a:srgbClr val="000066"/>
                </a:solidFill>
                <a:ea typeface="黑体" panose="02010609060101010101" pitchFamily="49" charset="-122"/>
                <a:cs typeface="Times New Roman" panose="02020603050405020304" pitchFamily="18" charset="0"/>
              </a:rPr>
              <a:t>土坡的稳定</a:t>
            </a:r>
            <a:r>
              <a:rPr lang="zh-CN" altLang="en-US" sz="1800" b="1" kern="900" spc="130" dirty="0" smtClean="0">
                <a:solidFill>
                  <a:srgbClr val="000066"/>
                </a:solidFill>
                <a:ea typeface="黑体" panose="02010609060101010101" pitchFamily="49" charset="-122"/>
                <a:cs typeface="Times New Roman" panose="02020603050405020304" pitchFamily="18" charset="0"/>
              </a:rPr>
              <a:t>分析 </a:t>
            </a:r>
            <a:r>
              <a:rPr lang="en-US" altLang="zh-CN" sz="1800" b="1" kern="900" spc="130" dirty="0" smtClean="0">
                <a:solidFill>
                  <a:srgbClr val="000066"/>
                </a:solidFill>
                <a:ea typeface="黑体" panose="02010609060101010101" pitchFamily="49" charset="-122"/>
                <a:cs typeface="Times New Roman" panose="02020603050405020304" pitchFamily="18" charset="0"/>
              </a:rPr>
              <a:t>- </a:t>
            </a:r>
            <a:r>
              <a:rPr lang="zh-CN" altLang="en-US" sz="1800" b="1" kern="900" spc="130" dirty="0" smtClean="0">
                <a:solidFill>
                  <a:srgbClr val="000066"/>
                </a:solidFill>
                <a:ea typeface="黑体" panose="02010609060101010101" pitchFamily="49" charset="-122"/>
                <a:cs typeface="Times New Roman" panose="02020603050405020304" pitchFamily="18" charset="0"/>
              </a:rPr>
              <a:t>瑞典</a:t>
            </a:r>
            <a:r>
              <a:rPr lang="zh-CN" altLang="en-US" sz="1800" b="1" kern="900" spc="130" dirty="0">
                <a:solidFill>
                  <a:srgbClr val="000066"/>
                </a:solidFill>
                <a:ea typeface="黑体" panose="02010609060101010101" pitchFamily="49" charset="-122"/>
                <a:cs typeface="Times New Roman" panose="02020603050405020304" pitchFamily="18" charset="0"/>
              </a:rPr>
              <a:t>圆弧法</a:t>
            </a:r>
          </a:p>
        </p:txBody>
      </p:sp>
      <p:sp>
        <p:nvSpPr>
          <p:cNvPr id="7" name="Text Box 46"/>
          <p:cNvSpPr txBox="1">
            <a:spLocks noChangeArrowheads="1"/>
          </p:cNvSpPr>
          <p:nvPr/>
        </p:nvSpPr>
        <p:spPr bwMode="auto">
          <a:xfrm>
            <a:off x="644027" y="1904828"/>
            <a:ext cx="264376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442913" indent="-358775" eaLnBrk="1" hangingPunct="1">
              <a:lnSpc>
                <a:spcPct val="100000"/>
              </a:lnSpc>
              <a:spcBef>
                <a:spcPct val="0"/>
              </a:spcBef>
              <a:spcAft>
                <a:spcPct val="0"/>
              </a:spcAft>
              <a:buSzPct val="130000"/>
              <a:buFont typeface="Wingdings" panose="05000000000000000000" pitchFamily="2" charset="2"/>
              <a:buChar char="F"/>
            </a:pPr>
            <a:r>
              <a:rPr lang="zh-CN" altLang="en-US" sz="2400" b="1" dirty="0" smtClean="0">
                <a:solidFill>
                  <a:srgbClr val="A50021"/>
                </a:solidFill>
                <a:latin typeface="黑体" panose="02010609060101010101" pitchFamily="49" charset="-122"/>
                <a:ea typeface="黑体" panose="02010609060101010101" pitchFamily="49" charset="-122"/>
              </a:rPr>
              <a:t>假设条件</a:t>
            </a:r>
            <a:endParaRPr lang="zh-CN" altLang="en-US" sz="2400" b="1" dirty="0">
              <a:solidFill>
                <a:srgbClr val="A50021"/>
              </a:solidFill>
              <a:latin typeface="黑体" panose="02010609060101010101" pitchFamily="49" charset="-122"/>
              <a:ea typeface="黑体" panose="02010609060101010101" pitchFamily="49" charset="-122"/>
            </a:endParaRPr>
          </a:p>
        </p:txBody>
      </p:sp>
      <p:sp>
        <p:nvSpPr>
          <p:cNvPr id="8" name="矩形 7"/>
          <p:cNvSpPr/>
          <p:nvPr/>
        </p:nvSpPr>
        <p:spPr>
          <a:xfrm>
            <a:off x="1053641" y="2539566"/>
            <a:ext cx="4554652" cy="2616101"/>
          </a:xfrm>
          <a:prstGeom prst="rect">
            <a:avLst/>
          </a:prstGeom>
        </p:spPr>
        <p:txBody>
          <a:bodyPr wrap="square">
            <a:spAutoFit/>
          </a:bodyPr>
          <a:lstStyle/>
          <a:p>
            <a:pPr marL="358775" indent="-358775">
              <a:lnSpc>
                <a:spcPct val="120000"/>
              </a:lnSpc>
              <a:spcBef>
                <a:spcPts val="300"/>
              </a:spcBef>
              <a:spcAft>
                <a:spcPts val="300"/>
              </a:spcAft>
              <a:buClr>
                <a:srgbClr val="C00000"/>
              </a:buClr>
              <a:buFont typeface="+mj-lt"/>
              <a:buAutoNum type="arabicPeriod"/>
            </a:pPr>
            <a:r>
              <a:rPr lang="zh-CN" altLang="en-US" sz="2400" b="1" dirty="0">
                <a:solidFill>
                  <a:srgbClr val="000066"/>
                </a:solidFill>
                <a:ea typeface="幼圆" panose="02010509060101010101" pitchFamily="49" charset="-122"/>
                <a:cs typeface="Times New Roman" panose="02020603050405020304" pitchFamily="18" charset="0"/>
              </a:rPr>
              <a:t>均质</a:t>
            </a:r>
            <a:r>
              <a:rPr lang="zh-CN" altLang="en-US" sz="2400" b="1" dirty="0" smtClean="0">
                <a:solidFill>
                  <a:srgbClr val="000066"/>
                </a:solidFill>
                <a:ea typeface="幼圆" panose="02010509060101010101" pitchFamily="49" charset="-122"/>
                <a:cs typeface="Times New Roman" panose="02020603050405020304" pitchFamily="18" charset="0"/>
              </a:rPr>
              <a:t>土土坡</a:t>
            </a:r>
            <a:endParaRPr lang="en-US" altLang="zh-CN" sz="2400" b="1" dirty="0" smtClean="0">
              <a:solidFill>
                <a:srgbClr val="000066"/>
              </a:solidFill>
              <a:ea typeface="幼圆" panose="02010509060101010101" pitchFamily="49" charset="-122"/>
              <a:cs typeface="Times New Roman" panose="02020603050405020304" pitchFamily="18" charset="0"/>
            </a:endParaRPr>
          </a:p>
          <a:p>
            <a:pPr marL="358775" indent="-358775">
              <a:lnSpc>
                <a:spcPct val="120000"/>
              </a:lnSpc>
              <a:spcBef>
                <a:spcPts val="300"/>
              </a:spcBef>
              <a:spcAft>
                <a:spcPts val="300"/>
              </a:spcAft>
              <a:buClr>
                <a:srgbClr val="C00000"/>
              </a:buClr>
              <a:buFont typeface="+mj-lt"/>
              <a:buAutoNum type="arabicPeriod"/>
            </a:pPr>
            <a:r>
              <a:rPr lang="zh-CN" altLang="en-US" sz="2400" b="1" dirty="0">
                <a:solidFill>
                  <a:srgbClr val="000066"/>
                </a:solidFill>
                <a:ea typeface="幼圆" panose="02010509060101010101" pitchFamily="49" charset="-122"/>
                <a:cs typeface="Times New Roman" panose="02020603050405020304" pitchFamily="18" charset="0"/>
              </a:rPr>
              <a:t>二</a:t>
            </a:r>
            <a:r>
              <a:rPr lang="zh-CN" altLang="en-US" sz="2400" b="1" dirty="0" smtClean="0">
                <a:solidFill>
                  <a:srgbClr val="000066"/>
                </a:solidFill>
                <a:ea typeface="幼圆" panose="02010509060101010101" pitchFamily="49" charset="-122"/>
                <a:cs typeface="Times New Roman" panose="02020603050405020304" pitchFamily="18" charset="0"/>
              </a:rPr>
              <a:t>维平面应变状态</a:t>
            </a:r>
            <a:endParaRPr lang="en-US" altLang="zh-CN" sz="2400" b="1" dirty="0" smtClean="0">
              <a:solidFill>
                <a:srgbClr val="000066"/>
              </a:solidFill>
              <a:ea typeface="幼圆" panose="02010509060101010101" pitchFamily="49" charset="-122"/>
              <a:cs typeface="Times New Roman" panose="02020603050405020304" pitchFamily="18" charset="0"/>
            </a:endParaRPr>
          </a:p>
          <a:p>
            <a:pPr marL="358775" indent="-358775">
              <a:lnSpc>
                <a:spcPct val="120000"/>
              </a:lnSpc>
              <a:spcBef>
                <a:spcPts val="300"/>
              </a:spcBef>
              <a:spcAft>
                <a:spcPts val="300"/>
              </a:spcAft>
              <a:buClr>
                <a:srgbClr val="C00000"/>
              </a:buClr>
              <a:buFont typeface="+mj-lt"/>
              <a:buAutoNum type="arabicPeriod"/>
            </a:pPr>
            <a:r>
              <a:rPr lang="zh-CN" altLang="en-US" sz="2400" b="1" dirty="0">
                <a:solidFill>
                  <a:srgbClr val="000066"/>
                </a:solidFill>
                <a:ea typeface="幼圆" panose="02010509060101010101" pitchFamily="49" charset="-122"/>
                <a:cs typeface="Times New Roman" panose="02020603050405020304" pitchFamily="18" charset="0"/>
              </a:rPr>
              <a:t>圆弧</a:t>
            </a:r>
            <a:r>
              <a:rPr lang="zh-CN" altLang="en-US" sz="2400" b="1" dirty="0" smtClean="0">
                <a:solidFill>
                  <a:srgbClr val="000066"/>
                </a:solidFill>
                <a:ea typeface="幼圆" panose="02010509060101010101" pitchFamily="49" charset="-122"/>
                <a:cs typeface="Times New Roman" panose="02020603050405020304" pitchFamily="18" charset="0"/>
              </a:rPr>
              <a:t>滑动面</a:t>
            </a:r>
            <a:endParaRPr lang="en-US" altLang="zh-CN" sz="2400" b="1" dirty="0" smtClean="0">
              <a:solidFill>
                <a:srgbClr val="000066"/>
              </a:solidFill>
              <a:ea typeface="幼圆" panose="02010509060101010101" pitchFamily="49" charset="-122"/>
              <a:cs typeface="Times New Roman" panose="02020603050405020304" pitchFamily="18" charset="0"/>
            </a:endParaRPr>
          </a:p>
          <a:p>
            <a:pPr marL="358775" indent="-358775">
              <a:lnSpc>
                <a:spcPct val="120000"/>
              </a:lnSpc>
              <a:spcBef>
                <a:spcPts val="300"/>
              </a:spcBef>
              <a:spcAft>
                <a:spcPts val="300"/>
              </a:spcAft>
              <a:buClr>
                <a:srgbClr val="C00000"/>
              </a:buClr>
              <a:buFont typeface="+mj-lt"/>
              <a:buAutoNum type="arabicPeriod"/>
            </a:pPr>
            <a:r>
              <a:rPr lang="zh-CN" altLang="en-US" sz="2400" b="1" smtClean="0">
                <a:solidFill>
                  <a:srgbClr val="000066"/>
                </a:solidFill>
                <a:ea typeface="幼圆" panose="02010509060101010101" pitchFamily="49" charset="-122"/>
                <a:cs typeface="Times New Roman" panose="02020603050405020304" pitchFamily="18" charset="0"/>
              </a:rPr>
              <a:t>滑动</a:t>
            </a:r>
            <a:r>
              <a:rPr lang="zh-CN" altLang="en-US" sz="2400" b="1" dirty="0">
                <a:solidFill>
                  <a:srgbClr val="000066"/>
                </a:solidFill>
                <a:ea typeface="幼圆" panose="02010509060101010101" pitchFamily="49" charset="-122"/>
                <a:cs typeface="Times New Roman" panose="02020603050405020304" pitchFamily="18" charset="0"/>
              </a:rPr>
              <a:t>土体呈刚性</a:t>
            </a:r>
            <a:r>
              <a:rPr lang="zh-CN" altLang="en-US" sz="2400" b="1" dirty="0" smtClean="0">
                <a:solidFill>
                  <a:srgbClr val="000066"/>
                </a:solidFill>
                <a:ea typeface="幼圆" panose="02010509060101010101" pitchFamily="49" charset="-122"/>
                <a:cs typeface="Times New Roman" panose="02020603050405020304" pitchFamily="18" charset="0"/>
              </a:rPr>
              <a:t>转动</a:t>
            </a:r>
            <a:endParaRPr lang="en-US" altLang="zh-CN" sz="2400" b="1" dirty="0" smtClean="0">
              <a:solidFill>
                <a:srgbClr val="000066"/>
              </a:solidFill>
              <a:ea typeface="幼圆" panose="02010509060101010101" pitchFamily="49" charset="-122"/>
              <a:cs typeface="Times New Roman" panose="02020603050405020304" pitchFamily="18" charset="0"/>
            </a:endParaRPr>
          </a:p>
          <a:p>
            <a:pPr marL="358775" indent="-358775">
              <a:lnSpc>
                <a:spcPct val="120000"/>
              </a:lnSpc>
              <a:spcBef>
                <a:spcPts val="300"/>
              </a:spcBef>
              <a:spcAft>
                <a:spcPts val="300"/>
              </a:spcAft>
              <a:buClr>
                <a:srgbClr val="C00000"/>
              </a:buClr>
              <a:buFont typeface="+mj-lt"/>
              <a:buAutoNum type="arabicPeriod"/>
            </a:pPr>
            <a:r>
              <a:rPr lang="zh-CN" altLang="en-US" sz="2400" b="1" dirty="0">
                <a:solidFill>
                  <a:srgbClr val="000066"/>
                </a:solidFill>
                <a:ea typeface="幼圆" panose="02010509060101010101" pitchFamily="49" charset="-122"/>
                <a:cs typeface="Times New Roman" panose="02020603050405020304" pitchFamily="18" charset="0"/>
              </a:rPr>
              <a:t>在滑动面上处于极限平衡状态</a:t>
            </a:r>
          </a:p>
        </p:txBody>
      </p:sp>
      <p:grpSp>
        <p:nvGrpSpPr>
          <p:cNvPr id="2" name="组合 1"/>
          <p:cNvGrpSpPr/>
          <p:nvPr/>
        </p:nvGrpSpPr>
        <p:grpSpPr>
          <a:xfrm>
            <a:off x="5340727" y="2106322"/>
            <a:ext cx="3329478" cy="2556595"/>
            <a:chOff x="5340727" y="2106322"/>
            <a:chExt cx="3329478" cy="2556595"/>
          </a:xfrm>
        </p:grpSpPr>
        <p:sp>
          <p:nvSpPr>
            <p:cNvPr id="26" name="任意多边形 25"/>
            <p:cNvSpPr/>
            <p:nvPr/>
          </p:nvSpPr>
          <p:spPr bwMode="auto">
            <a:xfrm>
              <a:off x="6105092" y="2679545"/>
              <a:ext cx="1786434" cy="1655805"/>
            </a:xfrm>
            <a:custGeom>
              <a:avLst/>
              <a:gdLst>
                <a:gd name="connsiteX0" fmla="*/ 0 w 1786434"/>
                <a:gd name="connsiteY0" fmla="*/ 1655805 h 1655805"/>
                <a:gd name="connsiteX1" fmla="*/ 204769 w 1786434"/>
                <a:gd name="connsiteY1" fmla="*/ 1620500 h 1655805"/>
                <a:gd name="connsiteX2" fmla="*/ 434252 w 1786434"/>
                <a:gd name="connsiteY2" fmla="*/ 1571073 h 1655805"/>
                <a:gd name="connsiteX3" fmla="*/ 695509 w 1786434"/>
                <a:gd name="connsiteY3" fmla="*/ 1486341 h 1655805"/>
                <a:gd name="connsiteX4" fmla="*/ 935583 w 1786434"/>
                <a:gd name="connsiteY4" fmla="*/ 1345121 h 1655805"/>
                <a:gd name="connsiteX5" fmla="*/ 1133291 w 1786434"/>
                <a:gd name="connsiteY5" fmla="*/ 1214493 h 1655805"/>
                <a:gd name="connsiteX6" fmla="*/ 1341591 w 1786434"/>
                <a:gd name="connsiteY6" fmla="*/ 988541 h 1655805"/>
                <a:gd name="connsiteX7" fmla="*/ 1518116 w 1786434"/>
                <a:gd name="connsiteY7" fmla="*/ 748466 h 1655805"/>
                <a:gd name="connsiteX8" fmla="*/ 1648744 w 1786434"/>
                <a:gd name="connsiteY8" fmla="*/ 508392 h 1655805"/>
                <a:gd name="connsiteX9" fmla="*/ 1744068 w 1786434"/>
                <a:gd name="connsiteY9" fmla="*/ 268318 h 1655805"/>
                <a:gd name="connsiteX10" fmla="*/ 1775842 w 1786434"/>
                <a:gd name="connsiteY10" fmla="*/ 98854 h 1655805"/>
                <a:gd name="connsiteX11" fmla="*/ 1786434 w 1786434"/>
                <a:gd name="connsiteY11" fmla="*/ 0 h 1655805"/>
                <a:gd name="connsiteX12" fmla="*/ 1200370 w 1786434"/>
                <a:gd name="connsiteY12" fmla="*/ 0 h 1655805"/>
                <a:gd name="connsiteX13" fmla="*/ 0 w 1786434"/>
                <a:gd name="connsiteY13" fmla="*/ 1655805 h 16558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86434" h="1655805">
                  <a:moveTo>
                    <a:pt x="0" y="1655805"/>
                  </a:moveTo>
                  <a:lnTo>
                    <a:pt x="204769" y="1620500"/>
                  </a:lnTo>
                  <a:lnTo>
                    <a:pt x="434252" y="1571073"/>
                  </a:lnTo>
                  <a:lnTo>
                    <a:pt x="695509" y="1486341"/>
                  </a:lnTo>
                  <a:lnTo>
                    <a:pt x="935583" y="1345121"/>
                  </a:lnTo>
                  <a:lnTo>
                    <a:pt x="1133291" y="1214493"/>
                  </a:lnTo>
                  <a:lnTo>
                    <a:pt x="1341591" y="988541"/>
                  </a:lnTo>
                  <a:lnTo>
                    <a:pt x="1518116" y="748466"/>
                  </a:lnTo>
                  <a:lnTo>
                    <a:pt x="1648744" y="508392"/>
                  </a:lnTo>
                  <a:lnTo>
                    <a:pt x="1744068" y="268318"/>
                  </a:lnTo>
                  <a:lnTo>
                    <a:pt x="1775842" y="98854"/>
                  </a:lnTo>
                  <a:lnTo>
                    <a:pt x="1786434" y="0"/>
                  </a:lnTo>
                  <a:lnTo>
                    <a:pt x="1200370" y="0"/>
                  </a:lnTo>
                  <a:lnTo>
                    <a:pt x="0" y="1655805"/>
                  </a:lnTo>
                  <a:close/>
                </a:path>
              </a:pathLst>
            </a:custGeom>
            <a:solidFill>
              <a:srgbClr val="FFC000"/>
            </a:solidFill>
            <a:ln w="12700" cap="flat" cmpd="sng" algn="ctr">
              <a:no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grpSp>
          <p:nvGrpSpPr>
            <p:cNvPr id="46" name="Group 12"/>
            <p:cNvGrpSpPr>
              <a:grpSpLocks/>
            </p:cNvGrpSpPr>
            <p:nvPr/>
          </p:nvGrpSpPr>
          <p:grpSpPr bwMode="auto">
            <a:xfrm>
              <a:off x="8077223" y="2674940"/>
              <a:ext cx="454614" cy="63332"/>
              <a:chOff x="2274" y="1204"/>
              <a:chExt cx="270" cy="44"/>
            </a:xfrm>
          </p:grpSpPr>
          <p:sp>
            <p:nvSpPr>
              <p:cNvPr id="47" name="Line 13"/>
              <p:cNvSpPr>
                <a:spLocks noChangeShapeType="1"/>
              </p:cNvSpPr>
              <p:nvPr/>
            </p:nvSpPr>
            <p:spPr bwMode="auto">
              <a:xfrm flipH="1">
                <a:off x="2274" y="1210"/>
                <a:ext cx="28" cy="34"/>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 name="Line 14"/>
              <p:cNvSpPr>
                <a:spLocks noChangeShapeType="1"/>
              </p:cNvSpPr>
              <p:nvPr/>
            </p:nvSpPr>
            <p:spPr bwMode="auto">
              <a:xfrm flipH="1">
                <a:off x="2304" y="1214"/>
                <a:ext cx="34" cy="34"/>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9" name="Line 15"/>
              <p:cNvSpPr>
                <a:spLocks noChangeShapeType="1"/>
              </p:cNvSpPr>
              <p:nvPr/>
            </p:nvSpPr>
            <p:spPr bwMode="auto">
              <a:xfrm flipH="1">
                <a:off x="2346" y="1206"/>
                <a:ext cx="36" cy="42"/>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0" name="Line 16"/>
              <p:cNvSpPr>
                <a:spLocks noChangeShapeType="1"/>
              </p:cNvSpPr>
              <p:nvPr/>
            </p:nvSpPr>
            <p:spPr bwMode="auto">
              <a:xfrm>
                <a:off x="2376" y="1206"/>
                <a:ext cx="40" cy="38"/>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1" name="Line 17"/>
              <p:cNvSpPr>
                <a:spLocks noChangeShapeType="1"/>
              </p:cNvSpPr>
              <p:nvPr/>
            </p:nvSpPr>
            <p:spPr bwMode="auto">
              <a:xfrm>
                <a:off x="2420" y="1210"/>
                <a:ext cx="40" cy="34"/>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2" name="Line 18"/>
              <p:cNvSpPr>
                <a:spLocks noChangeShapeType="1"/>
              </p:cNvSpPr>
              <p:nvPr/>
            </p:nvSpPr>
            <p:spPr bwMode="auto">
              <a:xfrm flipV="1">
                <a:off x="2460" y="1204"/>
                <a:ext cx="46" cy="42"/>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3" name="Line 19"/>
              <p:cNvSpPr>
                <a:spLocks noChangeShapeType="1"/>
              </p:cNvSpPr>
              <p:nvPr/>
            </p:nvSpPr>
            <p:spPr bwMode="auto">
              <a:xfrm flipV="1">
                <a:off x="2512" y="1208"/>
                <a:ext cx="32" cy="36"/>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cxnSp>
          <p:nvCxnSpPr>
            <p:cNvPr id="45" name="直接连接符 44"/>
            <p:cNvCxnSpPr/>
            <p:nvPr/>
          </p:nvCxnSpPr>
          <p:spPr bwMode="auto">
            <a:xfrm>
              <a:off x="6010682" y="2421825"/>
              <a:ext cx="1815324" cy="241853"/>
            </a:xfrm>
            <a:prstGeom prst="line">
              <a:avLst/>
            </a:prstGeom>
            <a:noFill/>
            <a:ln w="19050" cap="flat" cmpd="sng" algn="ctr">
              <a:solidFill>
                <a:schemeClr val="tx1"/>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6" name="直接连接符 65"/>
            <p:cNvCxnSpPr>
              <a:endCxn id="4" idx="0"/>
            </p:cNvCxnSpPr>
            <p:nvPr/>
          </p:nvCxnSpPr>
          <p:spPr bwMode="auto">
            <a:xfrm>
              <a:off x="6010683" y="2421825"/>
              <a:ext cx="101394" cy="1908262"/>
            </a:xfrm>
            <a:prstGeom prst="line">
              <a:avLst/>
            </a:prstGeom>
            <a:noFill/>
            <a:ln w="19050" cap="flat" cmpd="sng" algn="ctr">
              <a:solidFill>
                <a:schemeClr val="tx1"/>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9" name="Text Box 2450"/>
            <p:cNvSpPr txBox="1">
              <a:spLocks noChangeArrowheads="1"/>
            </p:cNvSpPr>
            <p:nvPr/>
          </p:nvSpPr>
          <p:spPr bwMode="auto">
            <a:xfrm>
              <a:off x="5684839" y="2174958"/>
              <a:ext cx="364202" cy="385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800" b="1" dirty="0"/>
                <a:t>O</a:t>
              </a:r>
              <a:endParaRPr kumimoji="1" lang="en-US" altLang="zh-CN" sz="1800" b="1" dirty="0">
                <a:latin typeface="Times New Roman" pitchFamily="18" charset="0"/>
              </a:endParaRPr>
            </a:p>
          </p:txBody>
        </p:sp>
        <p:sp>
          <p:nvSpPr>
            <p:cNvPr id="30" name="Text Box 2450"/>
            <p:cNvSpPr txBox="1">
              <a:spLocks noChangeArrowheads="1"/>
            </p:cNvSpPr>
            <p:nvPr/>
          </p:nvSpPr>
          <p:spPr bwMode="auto">
            <a:xfrm>
              <a:off x="6592558" y="2106322"/>
              <a:ext cx="351378" cy="385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800" b="1" i="1" dirty="0"/>
                <a:t>R</a:t>
              </a:r>
            </a:p>
          </p:txBody>
        </p:sp>
        <p:sp>
          <p:nvSpPr>
            <p:cNvPr id="3" name="任意多边形 2"/>
            <p:cNvSpPr/>
            <p:nvPr/>
          </p:nvSpPr>
          <p:spPr bwMode="auto">
            <a:xfrm>
              <a:off x="5340727" y="2675191"/>
              <a:ext cx="3214425" cy="1654896"/>
            </a:xfrm>
            <a:custGeom>
              <a:avLst/>
              <a:gdLst>
                <a:gd name="connsiteX0" fmla="*/ 0 w 3214425"/>
                <a:gd name="connsiteY0" fmla="*/ 1654896 h 1654896"/>
                <a:gd name="connsiteX1" fmla="*/ 762935 w 3214425"/>
                <a:gd name="connsiteY1" fmla="*/ 1654896 h 1654896"/>
                <a:gd name="connsiteX2" fmla="*/ 1952216 w 3214425"/>
                <a:gd name="connsiteY2" fmla="*/ 0 h 1654896"/>
                <a:gd name="connsiteX3" fmla="*/ 3214425 w 3214425"/>
                <a:gd name="connsiteY3" fmla="*/ 0 h 1654896"/>
              </a:gdLst>
              <a:ahLst/>
              <a:cxnLst>
                <a:cxn ang="0">
                  <a:pos x="connsiteX0" y="connsiteY0"/>
                </a:cxn>
                <a:cxn ang="0">
                  <a:pos x="connsiteX1" y="connsiteY1"/>
                </a:cxn>
                <a:cxn ang="0">
                  <a:pos x="connsiteX2" y="connsiteY2"/>
                </a:cxn>
                <a:cxn ang="0">
                  <a:pos x="connsiteX3" y="connsiteY3"/>
                </a:cxn>
              </a:cxnLst>
              <a:rect l="l" t="t" r="r" b="b"/>
              <a:pathLst>
                <a:path w="3214425" h="1654896">
                  <a:moveTo>
                    <a:pt x="0" y="1654896"/>
                  </a:moveTo>
                  <a:lnTo>
                    <a:pt x="762935" y="1654896"/>
                  </a:lnTo>
                  <a:lnTo>
                    <a:pt x="1952216" y="0"/>
                  </a:lnTo>
                  <a:lnTo>
                    <a:pt x="3214425" y="0"/>
                  </a:lnTo>
                </a:path>
              </a:pathLst>
            </a:custGeom>
            <a:noFill/>
            <a:ln w="190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4" name="任意多边形 3"/>
            <p:cNvSpPr/>
            <p:nvPr/>
          </p:nvSpPr>
          <p:spPr bwMode="auto">
            <a:xfrm>
              <a:off x="6112077" y="2675191"/>
              <a:ext cx="1781117" cy="1654896"/>
            </a:xfrm>
            <a:custGeom>
              <a:avLst/>
              <a:gdLst>
                <a:gd name="connsiteX0" fmla="*/ 0 w 1781117"/>
                <a:gd name="connsiteY0" fmla="*/ 1654896 h 1654896"/>
                <a:gd name="connsiteX1" fmla="*/ 210368 w 1781117"/>
                <a:gd name="connsiteY1" fmla="*/ 1629652 h 1654896"/>
                <a:gd name="connsiteX2" fmla="*/ 490859 w 1781117"/>
                <a:gd name="connsiteY2" fmla="*/ 1553919 h 1654896"/>
                <a:gd name="connsiteX3" fmla="*/ 788179 w 1781117"/>
                <a:gd name="connsiteY3" fmla="*/ 1433308 h 1654896"/>
                <a:gd name="connsiteX4" fmla="*/ 1063060 w 1781117"/>
                <a:gd name="connsiteY4" fmla="*/ 1259404 h 1654896"/>
                <a:gd name="connsiteX5" fmla="*/ 1262209 w 1781117"/>
                <a:gd name="connsiteY5" fmla="*/ 1074280 h 1654896"/>
                <a:gd name="connsiteX6" fmla="*/ 1427698 w 1781117"/>
                <a:gd name="connsiteY6" fmla="*/ 869522 h 1654896"/>
                <a:gd name="connsiteX7" fmla="*/ 1576358 w 1781117"/>
                <a:gd name="connsiteY7" fmla="*/ 633910 h 1654896"/>
                <a:gd name="connsiteX8" fmla="*/ 1691359 w 1781117"/>
                <a:gd name="connsiteY8" fmla="*/ 398297 h 1654896"/>
                <a:gd name="connsiteX9" fmla="*/ 1747458 w 1781117"/>
                <a:gd name="connsiteY9" fmla="*/ 185124 h 1654896"/>
                <a:gd name="connsiteX10" fmla="*/ 1781117 w 1781117"/>
                <a:gd name="connsiteY10" fmla="*/ 0 h 1654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781117" h="1654896">
                  <a:moveTo>
                    <a:pt x="0" y="1654896"/>
                  </a:moveTo>
                  <a:cubicBezTo>
                    <a:pt x="64279" y="1650688"/>
                    <a:pt x="128558" y="1646481"/>
                    <a:pt x="210368" y="1629652"/>
                  </a:cubicBezTo>
                  <a:cubicBezTo>
                    <a:pt x="292178" y="1612823"/>
                    <a:pt x="394557" y="1586643"/>
                    <a:pt x="490859" y="1553919"/>
                  </a:cubicBezTo>
                  <a:cubicBezTo>
                    <a:pt x="587161" y="1521195"/>
                    <a:pt x="692812" y="1482394"/>
                    <a:pt x="788179" y="1433308"/>
                  </a:cubicBezTo>
                  <a:cubicBezTo>
                    <a:pt x="883546" y="1384222"/>
                    <a:pt x="984055" y="1319242"/>
                    <a:pt x="1063060" y="1259404"/>
                  </a:cubicBezTo>
                  <a:cubicBezTo>
                    <a:pt x="1142065" y="1199566"/>
                    <a:pt x="1201436" y="1139260"/>
                    <a:pt x="1262209" y="1074280"/>
                  </a:cubicBezTo>
                  <a:cubicBezTo>
                    <a:pt x="1322982" y="1009300"/>
                    <a:pt x="1375340" y="942917"/>
                    <a:pt x="1427698" y="869522"/>
                  </a:cubicBezTo>
                  <a:cubicBezTo>
                    <a:pt x="1480056" y="796127"/>
                    <a:pt x="1532415" y="712447"/>
                    <a:pt x="1576358" y="633910"/>
                  </a:cubicBezTo>
                  <a:cubicBezTo>
                    <a:pt x="1620302" y="555372"/>
                    <a:pt x="1662842" y="473095"/>
                    <a:pt x="1691359" y="398297"/>
                  </a:cubicBezTo>
                  <a:cubicBezTo>
                    <a:pt x="1719876" y="323499"/>
                    <a:pt x="1732498" y="251507"/>
                    <a:pt x="1747458" y="185124"/>
                  </a:cubicBezTo>
                  <a:cubicBezTo>
                    <a:pt x="1762418" y="118741"/>
                    <a:pt x="1771767" y="59370"/>
                    <a:pt x="1781117" y="0"/>
                  </a:cubicBezTo>
                </a:path>
              </a:pathLst>
            </a:custGeom>
            <a:noFill/>
            <a:ln w="19050" cap="flat" cmpd="sng" algn="ctr">
              <a:solidFill>
                <a:srgbClr val="C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36" name="Text Box 75"/>
            <p:cNvSpPr txBox="1">
              <a:spLocks noChangeArrowheads="1"/>
            </p:cNvSpPr>
            <p:nvPr/>
          </p:nvSpPr>
          <p:spPr bwMode="auto">
            <a:xfrm>
              <a:off x="6712699" y="3451052"/>
              <a:ext cx="431727" cy="4178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2000" b="1" i="1" dirty="0" smtClean="0">
                  <a:solidFill>
                    <a:srgbClr val="000066"/>
                  </a:solidFill>
                  <a:latin typeface="Times New Roman" panose="02020603050405020304" pitchFamily="18" charset="0"/>
                  <a:sym typeface="Symbol" panose="05050102010706020507" pitchFamily="18" charset="2"/>
                </a:rPr>
                <a:t>W</a:t>
              </a:r>
              <a:endParaRPr kumimoji="1" lang="en-US" altLang="zh-CN" sz="2000" b="1" dirty="0">
                <a:solidFill>
                  <a:srgbClr val="000066"/>
                </a:solidFill>
                <a:latin typeface="Times New Roman" panose="02020603050405020304" pitchFamily="18" charset="0"/>
                <a:sym typeface="Symbol" panose="05050102010706020507" pitchFamily="18" charset="2"/>
              </a:endParaRPr>
            </a:p>
          </p:txBody>
        </p:sp>
        <p:cxnSp>
          <p:nvCxnSpPr>
            <p:cNvPr id="37" name="直接箭头连接符 36"/>
            <p:cNvCxnSpPr/>
            <p:nvPr/>
          </p:nvCxnSpPr>
          <p:spPr bwMode="auto">
            <a:xfrm>
              <a:off x="7177154" y="3390331"/>
              <a:ext cx="0" cy="427700"/>
            </a:xfrm>
            <a:prstGeom prst="straightConnector1">
              <a:avLst/>
            </a:prstGeom>
            <a:noFill/>
            <a:ln w="28575" cap="flat" cmpd="sng" algn="ctr">
              <a:solidFill>
                <a:srgbClr val="000066"/>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5" name="Text Box 2450"/>
            <p:cNvSpPr txBox="1">
              <a:spLocks noChangeArrowheads="1"/>
            </p:cNvSpPr>
            <p:nvPr/>
          </p:nvSpPr>
          <p:spPr bwMode="auto">
            <a:xfrm>
              <a:off x="5879769" y="4273117"/>
              <a:ext cx="351378" cy="385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800" b="1" dirty="0"/>
                <a:t>A</a:t>
              </a:r>
              <a:endParaRPr kumimoji="1" lang="en-US" altLang="zh-CN" sz="1800" b="1" dirty="0">
                <a:latin typeface="Times New Roman" pitchFamily="18" charset="0"/>
              </a:endParaRPr>
            </a:p>
          </p:txBody>
        </p:sp>
        <p:sp>
          <p:nvSpPr>
            <p:cNvPr id="67" name="Text Box 2450"/>
            <p:cNvSpPr txBox="1">
              <a:spLocks noChangeArrowheads="1"/>
            </p:cNvSpPr>
            <p:nvPr/>
          </p:nvSpPr>
          <p:spPr bwMode="auto">
            <a:xfrm>
              <a:off x="7164536" y="2612667"/>
              <a:ext cx="338554" cy="385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800" b="1" dirty="0"/>
                <a:t>B</a:t>
              </a:r>
              <a:endParaRPr kumimoji="1" lang="en-US" altLang="zh-CN" sz="1800" b="1" dirty="0">
                <a:latin typeface="Times New Roman" pitchFamily="18" charset="0"/>
              </a:endParaRPr>
            </a:p>
          </p:txBody>
        </p:sp>
        <p:sp>
          <p:nvSpPr>
            <p:cNvPr id="68" name="Text Box 2450"/>
            <p:cNvSpPr txBox="1">
              <a:spLocks noChangeArrowheads="1"/>
            </p:cNvSpPr>
            <p:nvPr/>
          </p:nvSpPr>
          <p:spPr bwMode="auto">
            <a:xfrm>
              <a:off x="7742238" y="2297236"/>
              <a:ext cx="351378" cy="385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800" b="1" dirty="0"/>
                <a:t>C</a:t>
              </a:r>
              <a:endParaRPr kumimoji="1" lang="en-US" altLang="zh-CN" sz="1800" b="1" dirty="0">
                <a:latin typeface="Times New Roman" pitchFamily="18" charset="0"/>
              </a:endParaRPr>
            </a:p>
          </p:txBody>
        </p:sp>
        <p:sp>
          <p:nvSpPr>
            <p:cNvPr id="19" name="任意多边形 18"/>
            <p:cNvSpPr/>
            <p:nvPr/>
          </p:nvSpPr>
          <p:spPr bwMode="auto">
            <a:xfrm>
              <a:off x="6176575" y="4337143"/>
              <a:ext cx="250032" cy="42863"/>
            </a:xfrm>
            <a:custGeom>
              <a:avLst/>
              <a:gdLst>
                <a:gd name="connsiteX0" fmla="*/ 0 w 250032"/>
                <a:gd name="connsiteY0" fmla="*/ 42863 h 42863"/>
                <a:gd name="connsiteX1" fmla="*/ 133350 w 250032"/>
                <a:gd name="connsiteY1" fmla="*/ 26194 h 42863"/>
                <a:gd name="connsiteX2" fmla="*/ 250032 w 250032"/>
                <a:gd name="connsiteY2" fmla="*/ 0 h 42863"/>
              </a:gdLst>
              <a:ahLst/>
              <a:cxnLst>
                <a:cxn ang="0">
                  <a:pos x="connsiteX0" y="connsiteY0"/>
                </a:cxn>
                <a:cxn ang="0">
                  <a:pos x="connsiteX1" y="connsiteY1"/>
                </a:cxn>
                <a:cxn ang="0">
                  <a:pos x="connsiteX2" y="connsiteY2"/>
                </a:cxn>
              </a:cxnLst>
              <a:rect l="l" t="t" r="r" b="b"/>
              <a:pathLst>
                <a:path w="250032" h="42863">
                  <a:moveTo>
                    <a:pt x="0" y="42863"/>
                  </a:moveTo>
                  <a:cubicBezTo>
                    <a:pt x="45839" y="38100"/>
                    <a:pt x="91678" y="33338"/>
                    <a:pt x="133350" y="26194"/>
                  </a:cubicBezTo>
                  <a:cubicBezTo>
                    <a:pt x="175022" y="19050"/>
                    <a:pt x="212527" y="9525"/>
                    <a:pt x="250032" y="0"/>
                  </a:cubicBezTo>
                </a:path>
              </a:pathLst>
            </a:custGeom>
            <a:noFill/>
            <a:ln w="12700" cap="flat" cmpd="sng" algn="ctr">
              <a:solidFill>
                <a:srgbClr val="000066"/>
              </a:solidFill>
              <a:prstDash val="solid"/>
              <a:round/>
              <a:headEnd type="none" w="med" len="med"/>
              <a:tailEnd type="triangle"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69" name="任意多边形 68"/>
            <p:cNvSpPr/>
            <p:nvPr/>
          </p:nvSpPr>
          <p:spPr bwMode="auto">
            <a:xfrm rot="20979530">
              <a:off x="6488517" y="4265707"/>
              <a:ext cx="250032" cy="42863"/>
            </a:xfrm>
            <a:custGeom>
              <a:avLst/>
              <a:gdLst>
                <a:gd name="connsiteX0" fmla="*/ 0 w 250032"/>
                <a:gd name="connsiteY0" fmla="*/ 42863 h 42863"/>
                <a:gd name="connsiteX1" fmla="*/ 133350 w 250032"/>
                <a:gd name="connsiteY1" fmla="*/ 26194 h 42863"/>
                <a:gd name="connsiteX2" fmla="*/ 250032 w 250032"/>
                <a:gd name="connsiteY2" fmla="*/ 0 h 42863"/>
              </a:gdLst>
              <a:ahLst/>
              <a:cxnLst>
                <a:cxn ang="0">
                  <a:pos x="connsiteX0" y="connsiteY0"/>
                </a:cxn>
                <a:cxn ang="0">
                  <a:pos x="connsiteX1" y="connsiteY1"/>
                </a:cxn>
                <a:cxn ang="0">
                  <a:pos x="connsiteX2" y="connsiteY2"/>
                </a:cxn>
              </a:cxnLst>
              <a:rect l="l" t="t" r="r" b="b"/>
              <a:pathLst>
                <a:path w="250032" h="42863">
                  <a:moveTo>
                    <a:pt x="0" y="42863"/>
                  </a:moveTo>
                  <a:cubicBezTo>
                    <a:pt x="45839" y="38100"/>
                    <a:pt x="91678" y="33338"/>
                    <a:pt x="133350" y="26194"/>
                  </a:cubicBezTo>
                  <a:cubicBezTo>
                    <a:pt x="175022" y="19050"/>
                    <a:pt x="212527" y="9525"/>
                    <a:pt x="250032" y="0"/>
                  </a:cubicBezTo>
                </a:path>
              </a:pathLst>
            </a:custGeom>
            <a:noFill/>
            <a:ln w="12700" cap="flat" cmpd="sng" algn="ctr">
              <a:solidFill>
                <a:srgbClr val="000066"/>
              </a:solidFill>
              <a:prstDash val="solid"/>
              <a:round/>
              <a:headEnd type="none" w="med" len="med"/>
              <a:tailEnd type="triangle"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70" name="任意多边形 69"/>
            <p:cNvSpPr/>
            <p:nvPr/>
          </p:nvSpPr>
          <p:spPr bwMode="auto">
            <a:xfrm rot="20632218">
              <a:off x="6790937" y="4141882"/>
              <a:ext cx="250032" cy="42863"/>
            </a:xfrm>
            <a:custGeom>
              <a:avLst/>
              <a:gdLst>
                <a:gd name="connsiteX0" fmla="*/ 0 w 250032"/>
                <a:gd name="connsiteY0" fmla="*/ 42863 h 42863"/>
                <a:gd name="connsiteX1" fmla="*/ 133350 w 250032"/>
                <a:gd name="connsiteY1" fmla="*/ 26194 h 42863"/>
                <a:gd name="connsiteX2" fmla="*/ 250032 w 250032"/>
                <a:gd name="connsiteY2" fmla="*/ 0 h 42863"/>
              </a:gdLst>
              <a:ahLst/>
              <a:cxnLst>
                <a:cxn ang="0">
                  <a:pos x="connsiteX0" y="connsiteY0"/>
                </a:cxn>
                <a:cxn ang="0">
                  <a:pos x="connsiteX1" y="connsiteY1"/>
                </a:cxn>
                <a:cxn ang="0">
                  <a:pos x="connsiteX2" y="connsiteY2"/>
                </a:cxn>
              </a:cxnLst>
              <a:rect l="l" t="t" r="r" b="b"/>
              <a:pathLst>
                <a:path w="250032" h="42863">
                  <a:moveTo>
                    <a:pt x="0" y="42863"/>
                  </a:moveTo>
                  <a:cubicBezTo>
                    <a:pt x="45839" y="38100"/>
                    <a:pt x="91678" y="33338"/>
                    <a:pt x="133350" y="26194"/>
                  </a:cubicBezTo>
                  <a:cubicBezTo>
                    <a:pt x="175022" y="19050"/>
                    <a:pt x="212527" y="9525"/>
                    <a:pt x="250032" y="0"/>
                  </a:cubicBezTo>
                </a:path>
              </a:pathLst>
            </a:custGeom>
            <a:noFill/>
            <a:ln w="12700" cap="flat" cmpd="sng" algn="ctr">
              <a:solidFill>
                <a:srgbClr val="000066"/>
              </a:solidFill>
              <a:prstDash val="solid"/>
              <a:round/>
              <a:headEnd type="none" w="med" len="med"/>
              <a:tailEnd type="triangle"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71" name="任意多边形 70"/>
            <p:cNvSpPr/>
            <p:nvPr/>
          </p:nvSpPr>
          <p:spPr bwMode="auto">
            <a:xfrm rot="19966723">
              <a:off x="7057638" y="3977576"/>
              <a:ext cx="250032" cy="42863"/>
            </a:xfrm>
            <a:custGeom>
              <a:avLst/>
              <a:gdLst>
                <a:gd name="connsiteX0" fmla="*/ 0 w 250032"/>
                <a:gd name="connsiteY0" fmla="*/ 42863 h 42863"/>
                <a:gd name="connsiteX1" fmla="*/ 133350 w 250032"/>
                <a:gd name="connsiteY1" fmla="*/ 26194 h 42863"/>
                <a:gd name="connsiteX2" fmla="*/ 250032 w 250032"/>
                <a:gd name="connsiteY2" fmla="*/ 0 h 42863"/>
              </a:gdLst>
              <a:ahLst/>
              <a:cxnLst>
                <a:cxn ang="0">
                  <a:pos x="connsiteX0" y="connsiteY0"/>
                </a:cxn>
                <a:cxn ang="0">
                  <a:pos x="connsiteX1" y="connsiteY1"/>
                </a:cxn>
                <a:cxn ang="0">
                  <a:pos x="connsiteX2" y="connsiteY2"/>
                </a:cxn>
              </a:cxnLst>
              <a:rect l="l" t="t" r="r" b="b"/>
              <a:pathLst>
                <a:path w="250032" h="42863">
                  <a:moveTo>
                    <a:pt x="0" y="42863"/>
                  </a:moveTo>
                  <a:cubicBezTo>
                    <a:pt x="45839" y="38100"/>
                    <a:pt x="91678" y="33338"/>
                    <a:pt x="133350" y="26194"/>
                  </a:cubicBezTo>
                  <a:cubicBezTo>
                    <a:pt x="175022" y="19050"/>
                    <a:pt x="212527" y="9525"/>
                    <a:pt x="250032" y="0"/>
                  </a:cubicBezTo>
                </a:path>
              </a:pathLst>
            </a:custGeom>
            <a:noFill/>
            <a:ln w="12700" cap="flat" cmpd="sng" algn="ctr">
              <a:solidFill>
                <a:srgbClr val="000066"/>
              </a:solidFill>
              <a:prstDash val="solid"/>
              <a:round/>
              <a:headEnd type="none" w="med" len="med"/>
              <a:tailEnd type="triangle"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72" name="任意多边形 71"/>
            <p:cNvSpPr/>
            <p:nvPr/>
          </p:nvSpPr>
          <p:spPr bwMode="auto">
            <a:xfrm rot="19322048">
              <a:off x="7288616" y="3782310"/>
              <a:ext cx="250032" cy="42863"/>
            </a:xfrm>
            <a:custGeom>
              <a:avLst/>
              <a:gdLst>
                <a:gd name="connsiteX0" fmla="*/ 0 w 250032"/>
                <a:gd name="connsiteY0" fmla="*/ 42863 h 42863"/>
                <a:gd name="connsiteX1" fmla="*/ 133350 w 250032"/>
                <a:gd name="connsiteY1" fmla="*/ 26194 h 42863"/>
                <a:gd name="connsiteX2" fmla="*/ 250032 w 250032"/>
                <a:gd name="connsiteY2" fmla="*/ 0 h 42863"/>
              </a:gdLst>
              <a:ahLst/>
              <a:cxnLst>
                <a:cxn ang="0">
                  <a:pos x="connsiteX0" y="connsiteY0"/>
                </a:cxn>
                <a:cxn ang="0">
                  <a:pos x="connsiteX1" y="connsiteY1"/>
                </a:cxn>
                <a:cxn ang="0">
                  <a:pos x="connsiteX2" y="connsiteY2"/>
                </a:cxn>
              </a:cxnLst>
              <a:rect l="l" t="t" r="r" b="b"/>
              <a:pathLst>
                <a:path w="250032" h="42863">
                  <a:moveTo>
                    <a:pt x="0" y="42863"/>
                  </a:moveTo>
                  <a:cubicBezTo>
                    <a:pt x="45839" y="38100"/>
                    <a:pt x="91678" y="33338"/>
                    <a:pt x="133350" y="26194"/>
                  </a:cubicBezTo>
                  <a:cubicBezTo>
                    <a:pt x="175022" y="19050"/>
                    <a:pt x="212527" y="9525"/>
                    <a:pt x="250032" y="0"/>
                  </a:cubicBezTo>
                </a:path>
              </a:pathLst>
            </a:custGeom>
            <a:noFill/>
            <a:ln w="12700" cap="flat" cmpd="sng" algn="ctr">
              <a:solidFill>
                <a:srgbClr val="000066"/>
              </a:solidFill>
              <a:prstDash val="solid"/>
              <a:round/>
              <a:headEnd type="none" w="med" len="med"/>
              <a:tailEnd type="triangle"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73" name="任意多边形 72"/>
            <p:cNvSpPr/>
            <p:nvPr/>
          </p:nvSpPr>
          <p:spPr bwMode="auto">
            <a:xfrm rot="18690191">
              <a:off x="7471974" y="3563236"/>
              <a:ext cx="250032" cy="42863"/>
            </a:xfrm>
            <a:custGeom>
              <a:avLst/>
              <a:gdLst>
                <a:gd name="connsiteX0" fmla="*/ 0 w 250032"/>
                <a:gd name="connsiteY0" fmla="*/ 42863 h 42863"/>
                <a:gd name="connsiteX1" fmla="*/ 133350 w 250032"/>
                <a:gd name="connsiteY1" fmla="*/ 26194 h 42863"/>
                <a:gd name="connsiteX2" fmla="*/ 250032 w 250032"/>
                <a:gd name="connsiteY2" fmla="*/ 0 h 42863"/>
              </a:gdLst>
              <a:ahLst/>
              <a:cxnLst>
                <a:cxn ang="0">
                  <a:pos x="connsiteX0" y="connsiteY0"/>
                </a:cxn>
                <a:cxn ang="0">
                  <a:pos x="connsiteX1" y="connsiteY1"/>
                </a:cxn>
                <a:cxn ang="0">
                  <a:pos x="connsiteX2" y="connsiteY2"/>
                </a:cxn>
              </a:cxnLst>
              <a:rect l="l" t="t" r="r" b="b"/>
              <a:pathLst>
                <a:path w="250032" h="42863">
                  <a:moveTo>
                    <a:pt x="0" y="42863"/>
                  </a:moveTo>
                  <a:cubicBezTo>
                    <a:pt x="45839" y="38100"/>
                    <a:pt x="91678" y="33338"/>
                    <a:pt x="133350" y="26194"/>
                  </a:cubicBezTo>
                  <a:cubicBezTo>
                    <a:pt x="175022" y="19050"/>
                    <a:pt x="212527" y="9525"/>
                    <a:pt x="250032" y="0"/>
                  </a:cubicBezTo>
                </a:path>
              </a:pathLst>
            </a:custGeom>
            <a:noFill/>
            <a:ln w="12700" cap="flat" cmpd="sng" algn="ctr">
              <a:solidFill>
                <a:srgbClr val="000066"/>
              </a:solidFill>
              <a:prstDash val="solid"/>
              <a:round/>
              <a:headEnd type="none" w="med" len="med"/>
              <a:tailEnd type="triangle"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75" name="任意多边形 74"/>
            <p:cNvSpPr/>
            <p:nvPr/>
          </p:nvSpPr>
          <p:spPr bwMode="auto">
            <a:xfrm rot="18399832">
              <a:off x="7626758" y="3313204"/>
              <a:ext cx="250032" cy="42863"/>
            </a:xfrm>
            <a:custGeom>
              <a:avLst/>
              <a:gdLst>
                <a:gd name="connsiteX0" fmla="*/ 0 w 250032"/>
                <a:gd name="connsiteY0" fmla="*/ 42863 h 42863"/>
                <a:gd name="connsiteX1" fmla="*/ 133350 w 250032"/>
                <a:gd name="connsiteY1" fmla="*/ 26194 h 42863"/>
                <a:gd name="connsiteX2" fmla="*/ 250032 w 250032"/>
                <a:gd name="connsiteY2" fmla="*/ 0 h 42863"/>
              </a:gdLst>
              <a:ahLst/>
              <a:cxnLst>
                <a:cxn ang="0">
                  <a:pos x="connsiteX0" y="connsiteY0"/>
                </a:cxn>
                <a:cxn ang="0">
                  <a:pos x="connsiteX1" y="connsiteY1"/>
                </a:cxn>
                <a:cxn ang="0">
                  <a:pos x="connsiteX2" y="connsiteY2"/>
                </a:cxn>
              </a:cxnLst>
              <a:rect l="l" t="t" r="r" b="b"/>
              <a:pathLst>
                <a:path w="250032" h="42863">
                  <a:moveTo>
                    <a:pt x="0" y="42863"/>
                  </a:moveTo>
                  <a:cubicBezTo>
                    <a:pt x="45839" y="38100"/>
                    <a:pt x="91678" y="33338"/>
                    <a:pt x="133350" y="26194"/>
                  </a:cubicBezTo>
                  <a:cubicBezTo>
                    <a:pt x="175022" y="19050"/>
                    <a:pt x="212527" y="9525"/>
                    <a:pt x="250032" y="0"/>
                  </a:cubicBezTo>
                </a:path>
              </a:pathLst>
            </a:custGeom>
            <a:noFill/>
            <a:ln w="12700" cap="flat" cmpd="sng" algn="ctr">
              <a:solidFill>
                <a:srgbClr val="000066"/>
              </a:solidFill>
              <a:prstDash val="solid"/>
              <a:round/>
              <a:headEnd type="none" w="med" len="med"/>
              <a:tailEnd type="triangle"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76" name="任意多边形 75"/>
            <p:cNvSpPr/>
            <p:nvPr/>
          </p:nvSpPr>
          <p:spPr bwMode="auto">
            <a:xfrm rot="17971067">
              <a:off x="7750587" y="3053645"/>
              <a:ext cx="250032" cy="42863"/>
            </a:xfrm>
            <a:custGeom>
              <a:avLst/>
              <a:gdLst>
                <a:gd name="connsiteX0" fmla="*/ 0 w 250032"/>
                <a:gd name="connsiteY0" fmla="*/ 42863 h 42863"/>
                <a:gd name="connsiteX1" fmla="*/ 133350 w 250032"/>
                <a:gd name="connsiteY1" fmla="*/ 26194 h 42863"/>
                <a:gd name="connsiteX2" fmla="*/ 250032 w 250032"/>
                <a:gd name="connsiteY2" fmla="*/ 0 h 42863"/>
              </a:gdLst>
              <a:ahLst/>
              <a:cxnLst>
                <a:cxn ang="0">
                  <a:pos x="connsiteX0" y="connsiteY0"/>
                </a:cxn>
                <a:cxn ang="0">
                  <a:pos x="connsiteX1" y="connsiteY1"/>
                </a:cxn>
                <a:cxn ang="0">
                  <a:pos x="connsiteX2" y="connsiteY2"/>
                </a:cxn>
              </a:cxnLst>
              <a:rect l="l" t="t" r="r" b="b"/>
              <a:pathLst>
                <a:path w="250032" h="42863">
                  <a:moveTo>
                    <a:pt x="0" y="42863"/>
                  </a:moveTo>
                  <a:cubicBezTo>
                    <a:pt x="45839" y="38100"/>
                    <a:pt x="91678" y="33338"/>
                    <a:pt x="133350" y="26194"/>
                  </a:cubicBezTo>
                  <a:cubicBezTo>
                    <a:pt x="175022" y="19050"/>
                    <a:pt x="212527" y="9525"/>
                    <a:pt x="250032" y="0"/>
                  </a:cubicBezTo>
                </a:path>
              </a:pathLst>
            </a:custGeom>
            <a:noFill/>
            <a:ln w="12700" cap="flat" cmpd="sng" algn="ctr">
              <a:solidFill>
                <a:srgbClr val="000066"/>
              </a:solidFill>
              <a:prstDash val="solid"/>
              <a:round/>
              <a:headEnd type="none" w="med" len="med"/>
              <a:tailEnd type="triangle"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77" name="任意多边形 76"/>
            <p:cNvSpPr/>
            <p:nvPr/>
          </p:nvSpPr>
          <p:spPr bwMode="auto">
            <a:xfrm rot="17396563">
              <a:off x="7817266" y="2786946"/>
              <a:ext cx="250032" cy="42863"/>
            </a:xfrm>
            <a:custGeom>
              <a:avLst/>
              <a:gdLst>
                <a:gd name="connsiteX0" fmla="*/ 0 w 250032"/>
                <a:gd name="connsiteY0" fmla="*/ 42863 h 42863"/>
                <a:gd name="connsiteX1" fmla="*/ 133350 w 250032"/>
                <a:gd name="connsiteY1" fmla="*/ 26194 h 42863"/>
                <a:gd name="connsiteX2" fmla="*/ 250032 w 250032"/>
                <a:gd name="connsiteY2" fmla="*/ 0 h 42863"/>
              </a:gdLst>
              <a:ahLst/>
              <a:cxnLst>
                <a:cxn ang="0">
                  <a:pos x="connsiteX0" y="connsiteY0"/>
                </a:cxn>
                <a:cxn ang="0">
                  <a:pos x="connsiteX1" y="connsiteY1"/>
                </a:cxn>
                <a:cxn ang="0">
                  <a:pos x="connsiteX2" y="connsiteY2"/>
                </a:cxn>
              </a:cxnLst>
              <a:rect l="l" t="t" r="r" b="b"/>
              <a:pathLst>
                <a:path w="250032" h="42863">
                  <a:moveTo>
                    <a:pt x="0" y="42863"/>
                  </a:moveTo>
                  <a:cubicBezTo>
                    <a:pt x="45839" y="38100"/>
                    <a:pt x="91678" y="33338"/>
                    <a:pt x="133350" y="26194"/>
                  </a:cubicBezTo>
                  <a:cubicBezTo>
                    <a:pt x="175022" y="19050"/>
                    <a:pt x="212527" y="9525"/>
                    <a:pt x="250032" y="0"/>
                  </a:cubicBezTo>
                </a:path>
              </a:pathLst>
            </a:custGeom>
            <a:noFill/>
            <a:ln w="12700" cap="flat" cmpd="sng" algn="ctr">
              <a:solidFill>
                <a:srgbClr val="000066"/>
              </a:solidFill>
              <a:prstDash val="solid"/>
              <a:round/>
              <a:headEnd type="none" w="med" len="med"/>
              <a:tailEnd type="triangle"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78" name="Text Box 75"/>
            <p:cNvSpPr txBox="1">
              <a:spLocks noChangeArrowheads="1"/>
            </p:cNvSpPr>
            <p:nvPr/>
          </p:nvSpPr>
          <p:spPr bwMode="auto">
            <a:xfrm>
              <a:off x="6905914" y="4216641"/>
              <a:ext cx="1764291" cy="446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2000" b="1" i="1" dirty="0" smtClean="0">
                  <a:solidFill>
                    <a:srgbClr val="000066"/>
                  </a:solidFill>
                  <a:latin typeface="Times New Roman" panose="02020603050405020304" pitchFamily="18" charset="0"/>
                  <a:sym typeface="Symbol" panose="05050102010706020507" pitchFamily="18" charset="2"/>
                </a:rPr>
                <a:t></a:t>
              </a:r>
              <a:r>
                <a:rPr kumimoji="1" lang="en-US" altLang="zh-CN" sz="2000" b="1" baseline="-25000" dirty="0" smtClean="0">
                  <a:solidFill>
                    <a:srgbClr val="000066"/>
                  </a:solidFill>
                  <a:latin typeface="Times New Roman" panose="02020603050405020304" pitchFamily="18" charset="0"/>
                  <a:sym typeface="Symbol" panose="05050102010706020507" pitchFamily="18" charset="2"/>
                </a:rPr>
                <a:t>f</a:t>
              </a:r>
              <a:r>
                <a:rPr kumimoji="1" lang="en-US" altLang="zh-CN" sz="2000" b="1" i="1" baseline="-25000" dirty="0" smtClean="0">
                  <a:solidFill>
                    <a:srgbClr val="000066"/>
                  </a:solidFill>
                  <a:latin typeface="Times New Roman" panose="02020603050405020304" pitchFamily="18" charset="0"/>
                  <a:sym typeface="Symbol" panose="05050102010706020507" pitchFamily="18" charset="2"/>
                </a:rPr>
                <a:t> </a:t>
              </a:r>
              <a:r>
                <a:rPr kumimoji="1" lang="en-US" altLang="zh-CN" sz="2000" b="1" i="1" dirty="0" smtClean="0">
                  <a:solidFill>
                    <a:srgbClr val="000066"/>
                  </a:solidFill>
                  <a:latin typeface="Times New Roman" panose="02020603050405020304" pitchFamily="18" charset="0"/>
                  <a:sym typeface="Symbol" panose="05050102010706020507" pitchFamily="18" charset="2"/>
                </a:rPr>
                <a:t>= c + </a:t>
              </a:r>
              <a:r>
                <a:rPr kumimoji="1" lang="en-US" altLang="zh-CN" sz="2000" b="1" baseline="-25000" dirty="0" err="1" smtClean="0">
                  <a:solidFill>
                    <a:srgbClr val="000066"/>
                  </a:solidFill>
                  <a:latin typeface="Times New Roman" panose="02020603050405020304" pitchFamily="18" charset="0"/>
                  <a:sym typeface="Symbol" panose="05050102010706020507" pitchFamily="18" charset="2"/>
                </a:rPr>
                <a:t>n</a:t>
              </a:r>
              <a:r>
                <a:rPr kumimoji="1" lang="en-US" altLang="zh-CN" sz="2000" b="1" dirty="0" err="1" smtClean="0">
                  <a:solidFill>
                    <a:srgbClr val="000066"/>
                  </a:solidFill>
                  <a:latin typeface="Times New Roman" panose="02020603050405020304" pitchFamily="18" charset="0"/>
                  <a:sym typeface="Symbol" panose="05050102010706020507" pitchFamily="18" charset="2"/>
                </a:rPr>
                <a:t>tan</a:t>
              </a:r>
              <a:r>
                <a:rPr kumimoji="1" lang="en-US" altLang="zh-CN" sz="2000" b="1" i="1" dirty="0" smtClean="0">
                  <a:solidFill>
                    <a:srgbClr val="000066"/>
                  </a:solidFill>
                  <a:latin typeface="Times New Roman" panose="02020603050405020304" pitchFamily="18" charset="0"/>
                  <a:sym typeface="Symbol" panose="05050102010706020507" pitchFamily="18" charset="2"/>
                </a:rPr>
                <a:t></a:t>
              </a:r>
              <a:endParaRPr kumimoji="1" lang="en-US" altLang="zh-CN" sz="2000" b="1" baseline="-25000" dirty="0">
                <a:solidFill>
                  <a:srgbClr val="000066"/>
                </a:solidFill>
                <a:latin typeface="Times New Roman" panose="02020603050405020304" pitchFamily="18" charset="0"/>
                <a:sym typeface="Symbol" panose="05050102010706020507" pitchFamily="18" charset="2"/>
              </a:endParaRPr>
            </a:p>
          </p:txBody>
        </p:sp>
        <p:cxnSp>
          <p:nvCxnSpPr>
            <p:cNvPr id="22" name="直接连接符 21"/>
            <p:cNvCxnSpPr/>
            <p:nvPr/>
          </p:nvCxnSpPr>
          <p:spPr bwMode="auto">
            <a:xfrm>
              <a:off x="6985551" y="4204529"/>
              <a:ext cx="116378" cy="95597"/>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56" name="Text Box 4"/>
          <p:cNvSpPr txBox="1">
            <a:spLocks noChangeArrowheads="1"/>
          </p:cNvSpPr>
          <p:nvPr/>
        </p:nvSpPr>
        <p:spPr bwMode="auto">
          <a:xfrm>
            <a:off x="356695" y="745760"/>
            <a:ext cx="7844624" cy="9787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358775" indent="-358775" eaLnBrk="1" hangingPunct="1">
              <a:lnSpc>
                <a:spcPct val="120000"/>
              </a:lnSpc>
              <a:spcBef>
                <a:spcPts val="600"/>
              </a:spcBef>
              <a:spcAft>
                <a:spcPts val="0"/>
              </a:spcAft>
              <a:buClr>
                <a:srgbClr val="A50021"/>
              </a:buClr>
              <a:buSzPct val="100000"/>
              <a:buFont typeface="Wingdings" panose="05000000000000000000" pitchFamily="2" charset="2"/>
              <a:buChar char="n"/>
            </a:pPr>
            <a:r>
              <a:rPr lang="zh-CN" altLang="en-US" sz="2400" b="1" dirty="0">
                <a:solidFill>
                  <a:srgbClr val="A50021"/>
                </a:solidFill>
                <a:latin typeface="微软雅黑" panose="020B0503020204020204" pitchFamily="34" charset="-122"/>
                <a:ea typeface="微软雅黑" panose="020B0503020204020204" pitchFamily="34" charset="-122"/>
              </a:rPr>
              <a:t>瑞典圆弧法：</a:t>
            </a:r>
            <a:r>
              <a:rPr lang="en-US" altLang="zh-CN" sz="2400" b="1" dirty="0" smtClean="0">
                <a:solidFill>
                  <a:srgbClr val="000066"/>
                </a:solidFill>
                <a:ea typeface="幼圆" pitchFamily="49" charset="-122"/>
              </a:rPr>
              <a:t>1915年瑞典彼得森用</a:t>
            </a:r>
            <a:r>
              <a:rPr lang="zh-CN" altLang="en-US" sz="2400" b="1" dirty="0" smtClean="0">
                <a:solidFill>
                  <a:srgbClr val="A50021"/>
                </a:solidFill>
                <a:ea typeface="幼圆" pitchFamily="49" charset="-122"/>
              </a:rPr>
              <a:t>整体</a:t>
            </a:r>
            <a:r>
              <a:rPr lang="en-US" altLang="zh-CN" sz="2400" b="1" dirty="0" err="1" smtClean="0">
                <a:solidFill>
                  <a:srgbClr val="A50021"/>
                </a:solidFill>
                <a:ea typeface="幼圆" pitchFamily="49" charset="-122"/>
              </a:rPr>
              <a:t>圆弧滑动法</a:t>
            </a:r>
            <a:r>
              <a:rPr lang="en-US" altLang="zh-CN" sz="2400" b="1" dirty="0" err="1" smtClean="0">
                <a:solidFill>
                  <a:srgbClr val="000066"/>
                </a:solidFill>
                <a:ea typeface="幼圆" pitchFamily="49" charset="-122"/>
              </a:rPr>
              <a:t>分析边坡的稳定性，以后此法在各国得到广泛应用</a:t>
            </a:r>
            <a:endParaRPr lang="zh-CN" altLang="en-US" sz="2400" b="1" dirty="0">
              <a:solidFill>
                <a:srgbClr val="000066"/>
              </a:solidFill>
              <a:ea typeface="幼圆" pitchFamily="49" charset="-122"/>
            </a:endParaRPr>
          </a:p>
        </p:txBody>
      </p:sp>
    </p:spTree>
    <p:extLst>
      <p:ext uri="{BB962C8B-B14F-4D97-AF65-F5344CB8AC3E}">
        <p14:creationId xmlns:p14="http://schemas.microsoft.com/office/powerpoint/2010/main" val="2864482287"/>
      </p:ext>
    </p:extLst>
  </p:cSld>
  <p:clrMapOvr>
    <a:masterClrMapping/>
  </p:clrMapOvr>
  <p:transition spd="med">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1000"/>
                                        <p:tgtEl>
                                          <p:spTgt spid="7"/>
                                        </p:tgtEl>
                                      </p:cBhvr>
                                    </p:animEffect>
                                  </p:childTnLst>
                                </p:cTn>
                              </p:par>
                            </p:childTnLst>
                          </p:cTn>
                        </p:par>
                        <p:par>
                          <p:cTn id="8" fill="hold">
                            <p:stCondLst>
                              <p:cond delay="1000"/>
                            </p:stCondLst>
                            <p:childTnLst>
                              <p:par>
                                <p:cTn id="9" presetID="1" presetClass="entr" presetSubtype="0"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par>
                          <p:cTn id="11" fill="hold">
                            <p:stCondLst>
                              <p:cond delay="1000"/>
                            </p:stCondLst>
                            <p:childTnLst>
                              <p:par>
                                <p:cTn id="12" presetID="22" presetClass="entr" presetSubtype="1" fill="hold" grpId="0" nodeType="after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wipe(up)">
                                      <p:cBhvr>
                                        <p:cTn id="14"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2" name="Object 1"/>
          <p:cNvGraphicFramePr>
            <a:graphicFrameLocks noChangeAspect="1"/>
          </p:cNvGraphicFramePr>
          <p:nvPr>
            <p:extLst>
              <p:ext uri="{D42A27DB-BD31-4B8C-83A1-F6EECF244321}">
                <p14:modId xmlns:p14="http://schemas.microsoft.com/office/powerpoint/2010/main" val="3333039280"/>
              </p:ext>
            </p:extLst>
          </p:nvPr>
        </p:nvGraphicFramePr>
        <p:xfrm>
          <a:off x="1222375" y="2333625"/>
          <a:ext cx="3848100" cy="1065213"/>
        </p:xfrm>
        <a:graphic>
          <a:graphicData uri="http://schemas.openxmlformats.org/presentationml/2006/ole">
            <mc:AlternateContent xmlns:mc="http://schemas.openxmlformats.org/markup-compatibility/2006">
              <mc:Choice xmlns:v="urn:schemas-microsoft-com:vml" Requires="v">
                <p:oleObj spid="_x0000_s1763106" name="Equation" r:id="rId4" imgW="2565360" imgH="711000" progId="Equation.DSMT4">
                  <p:embed/>
                </p:oleObj>
              </mc:Choice>
              <mc:Fallback>
                <p:oleObj name="Equation" r:id="rId4" imgW="2565360" imgH="711000" progId="Equation.DSMT4">
                  <p:embed/>
                  <p:pic>
                    <p:nvPicPr>
                      <p:cNvPr id="809985" name="Object 1"/>
                      <p:cNvPicPr>
                        <a:picLocks noChangeAspect="1" noChangeArrowheads="1"/>
                      </p:cNvPicPr>
                      <p:nvPr/>
                    </p:nvPicPr>
                    <p:blipFill>
                      <a:blip r:embed="rId5"/>
                      <a:srcRect/>
                      <a:stretch>
                        <a:fillRect/>
                      </a:stretch>
                    </p:blipFill>
                    <p:spPr bwMode="auto">
                      <a:xfrm>
                        <a:off x="1222375" y="2333625"/>
                        <a:ext cx="3848100" cy="1065213"/>
                      </a:xfrm>
                      <a:prstGeom prst="rect">
                        <a:avLst/>
                      </a:prstGeom>
                      <a:noFill/>
                      <a:ln>
                        <a:noFill/>
                      </a:ln>
                      <a:effectLst/>
                      <a:extLst/>
                    </p:spPr>
                  </p:pic>
                </p:oleObj>
              </mc:Fallback>
            </mc:AlternateContent>
          </a:graphicData>
        </a:graphic>
      </p:graphicFrame>
      <p:sp>
        <p:nvSpPr>
          <p:cNvPr id="26" name="任意多边形 25"/>
          <p:cNvSpPr/>
          <p:nvPr/>
        </p:nvSpPr>
        <p:spPr bwMode="auto">
          <a:xfrm>
            <a:off x="6095554" y="1635861"/>
            <a:ext cx="1786434" cy="1655805"/>
          </a:xfrm>
          <a:custGeom>
            <a:avLst/>
            <a:gdLst>
              <a:gd name="connsiteX0" fmla="*/ 0 w 1786434"/>
              <a:gd name="connsiteY0" fmla="*/ 1655805 h 1655805"/>
              <a:gd name="connsiteX1" fmla="*/ 204769 w 1786434"/>
              <a:gd name="connsiteY1" fmla="*/ 1620500 h 1655805"/>
              <a:gd name="connsiteX2" fmla="*/ 434252 w 1786434"/>
              <a:gd name="connsiteY2" fmla="*/ 1571073 h 1655805"/>
              <a:gd name="connsiteX3" fmla="*/ 695509 w 1786434"/>
              <a:gd name="connsiteY3" fmla="*/ 1486341 h 1655805"/>
              <a:gd name="connsiteX4" fmla="*/ 935583 w 1786434"/>
              <a:gd name="connsiteY4" fmla="*/ 1345121 h 1655805"/>
              <a:gd name="connsiteX5" fmla="*/ 1133291 w 1786434"/>
              <a:gd name="connsiteY5" fmla="*/ 1214493 h 1655805"/>
              <a:gd name="connsiteX6" fmla="*/ 1341591 w 1786434"/>
              <a:gd name="connsiteY6" fmla="*/ 988541 h 1655805"/>
              <a:gd name="connsiteX7" fmla="*/ 1518116 w 1786434"/>
              <a:gd name="connsiteY7" fmla="*/ 748466 h 1655805"/>
              <a:gd name="connsiteX8" fmla="*/ 1648744 w 1786434"/>
              <a:gd name="connsiteY8" fmla="*/ 508392 h 1655805"/>
              <a:gd name="connsiteX9" fmla="*/ 1744068 w 1786434"/>
              <a:gd name="connsiteY9" fmla="*/ 268318 h 1655805"/>
              <a:gd name="connsiteX10" fmla="*/ 1775842 w 1786434"/>
              <a:gd name="connsiteY10" fmla="*/ 98854 h 1655805"/>
              <a:gd name="connsiteX11" fmla="*/ 1786434 w 1786434"/>
              <a:gd name="connsiteY11" fmla="*/ 0 h 1655805"/>
              <a:gd name="connsiteX12" fmla="*/ 1200370 w 1786434"/>
              <a:gd name="connsiteY12" fmla="*/ 0 h 1655805"/>
              <a:gd name="connsiteX13" fmla="*/ 0 w 1786434"/>
              <a:gd name="connsiteY13" fmla="*/ 1655805 h 16558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86434" h="1655805">
                <a:moveTo>
                  <a:pt x="0" y="1655805"/>
                </a:moveTo>
                <a:lnTo>
                  <a:pt x="204769" y="1620500"/>
                </a:lnTo>
                <a:lnTo>
                  <a:pt x="434252" y="1571073"/>
                </a:lnTo>
                <a:lnTo>
                  <a:pt x="695509" y="1486341"/>
                </a:lnTo>
                <a:lnTo>
                  <a:pt x="935583" y="1345121"/>
                </a:lnTo>
                <a:lnTo>
                  <a:pt x="1133291" y="1214493"/>
                </a:lnTo>
                <a:lnTo>
                  <a:pt x="1341591" y="988541"/>
                </a:lnTo>
                <a:lnTo>
                  <a:pt x="1518116" y="748466"/>
                </a:lnTo>
                <a:lnTo>
                  <a:pt x="1648744" y="508392"/>
                </a:lnTo>
                <a:lnTo>
                  <a:pt x="1744068" y="268318"/>
                </a:lnTo>
                <a:lnTo>
                  <a:pt x="1775842" y="98854"/>
                </a:lnTo>
                <a:lnTo>
                  <a:pt x="1786434" y="0"/>
                </a:lnTo>
                <a:lnTo>
                  <a:pt x="1200370" y="0"/>
                </a:lnTo>
                <a:lnTo>
                  <a:pt x="0" y="1655805"/>
                </a:lnTo>
                <a:close/>
              </a:path>
            </a:pathLst>
          </a:custGeom>
          <a:solidFill>
            <a:srgbClr val="FFC000"/>
          </a:solidFill>
          <a:ln w="12700" cap="flat" cmpd="sng" algn="ctr">
            <a:no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6"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39</a:t>
            </a:fld>
            <a:endParaRPr lang="zh-CN" altLang="en-US" dirty="0">
              <a:solidFill>
                <a:srgbClr val="C00000"/>
              </a:solidFill>
            </a:endParaRPr>
          </a:p>
        </p:txBody>
      </p:sp>
      <p:sp>
        <p:nvSpPr>
          <p:cNvPr id="7" name="Text Box 46"/>
          <p:cNvSpPr txBox="1">
            <a:spLocks noChangeArrowheads="1"/>
          </p:cNvSpPr>
          <p:nvPr/>
        </p:nvSpPr>
        <p:spPr bwMode="auto">
          <a:xfrm>
            <a:off x="331965" y="719519"/>
            <a:ext cx="540399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442913" indent="-358775" eaLnBrk="1" hangingPunct="1">
              <a:lnSpc>
                <a:spcPct val="100000"/>
              </a:lnSpc>
              <a:spcBef>
                <a:spcPct val="0"/>
              </a:spcBef>
              <a:spcAft>
                <a:spcPct val="0"/>
              </a:spcAft>
              <a:buSzPct val="130000"/>
              <a:buFont typeface="Wingdings" panose="05000000000000000000" pitchFamily="2" charset="2"/>
              <a:buChar char="F"/>
            </a:pPr>
            <a:r>
              <a:rPr lang="zh-CN" altLang="en-US" sz="2400" b="1" dirty="0" smtClean="0">
                <a:solidFill>
                  <a:srgbClr val="A50021"/>
                </a:solidFill>
                <a:latin typeface="黑体" panose="02010609060101010101" pitchFamily="49" charset="-122"/>
                <a:ea typeface="黑体" panose="02010609060101010101" pitchFamily="49" charset="-122"/>
              </a:rPr>
              <a:t>平衡条件</a:t>
            </a:r>
            <a:r>
              <a:rPr lang="en-US" altLang="zh-CN" sz="2200" b="1" dirty="0" smtClean="0">
                <a:solidFill>
                  <a:srgbClr val="000066"/>
                </a:solidFill>
                <a:ea typeface="幼圆" panose="02010509060101010101" pitchFamily="49" charset="-122"/>
                <a:cs typeface="Times New Roman" panose="02020603050405020304" pitchFamily="18" charset="0"/>
              </a:rPr>
              <a:t>:  </a:t>
            </a:r>
            <a:r>
              <a:rPr lang="zh-CN" altLang="en-US" sz="2200" b="1" dirty="0" smtClean="0">
                <a:solidFill>
                  <a:srgbClr val="000066"/>
                </a:solidFill>
                <a:ea typeface="幼圆" panose="02010509060101010101" pitchFamily="49" charset="-122"/>
                <a:cs typeface="Times New Roman" panose="02020603050405020304" pitchFamily="18" charset="0"/>
              </a:rPr>
              <a:t>各</a:t>
            </a:r>
            <a:r>
              <a:rPr lang="zh-CN" altLang="en-US" sz="2200" b="1" dirty="0">
                <a:solidFill>
                  <a:srgbClr val="000066"/>
                </a:solidFill>
                <a:ea typeface="幼圆" panose="02010509060101010101" pitchFamily="49" charset="-122"/>
                <a:cs typeface="Times New Roman" panose="02020603050405020304" pitchFamily="18" charset="0"/>
              </a:rPr>
              <a:t>力对圆心</a:t>
            </a:r>
            <a:r>
              <a:rPr lang="en-US" altLang="zh-CN" sz="2200" b="1" dirty="0">
                <a:solidFill>
                  <a:srgbClr val="000066"/>
                </a:solidFill>
                <a:ea typeface="幼圆" panose="02010509060101010101" pitchFamily="49" charset="-122"/>
                <a:cs typeface="Times New Roman" panose="02020603050405020304" pitchFamily="18" charset="0"/>
              </a:rPr>
              <a:t>O</a:t>
            </a:r>
            <a:r>
              <a:rPr lang="zh-CN" altLang="en-US" sz="2200" b="1" dirty="0">
                <a:solidFill>
                  <a:srgbClr val="000066"/>
                </a:solidFill>
                <a:ea typeface="幼圆" panose="02010509060101010101" pitchFamily="49" charset="-122"/>
                <a:cs typeface="Times New Roman" panose="02020603050405020304" pitchFamily="18" charset="0"/>
              </a:rPr>
              <a:t>的力矩平衡</a:t>
            </a:r>
          </a:p>
        </p:txBody>
      </p:sp>
      <p:sp>
        <p:nvSpPr>
          <p:cNvPr id="8" name="矩形 7"/>
          <p:cNvSpPr/>
          <p:nvPr/>
        </p:nvSpPr>
        <p:spPr>
          <a:xfrm>
            <a:off x="817119" y="1413389"/>
            <a:ext cx="1609579" cy="461665"/>
          </a:xfrm>
          <a:prstGeom prst="rect">
            <a:avLst/>
          </a:prstGeom>
        </p:spPr>
        <p:txBody>
          <a:bodyPr wrap="square">
            <a:spAutoFit/>
          </a:bodyPr>
          <a:lstStyle/>
          <a:p>
            <a:pPr marL="269875" indent="-269875">
              <a:lnSpc>
                <a:spcPct val="120000"/>
              </a:lnSpc>
              <a:spcBef>
                <a:spcPts val="300"/>
              </a:spcBef>
              <a:spcAft>
                <a:spcPts val="300"/>
              </a:spcAft>
              <a:buClr>
                <a:srgbClr val="C00000"/>
              </a:buClr>
              <a:buFont typeface="+mj-lt"/>
              <a:buAutoNum type="arabicPeriod"/>
            </a:pPr>
            <a:r>
              <a:rPr lang="zh-CN" altLang="en-US" sz="2000" b="1" dirty="0">
                <a:solidFill>
                  <a:srgbClr val="000066"/>
                </a:solidFill>
                <a:ea typeface="幼圆" panose="02010509060101010101" pitchFamily="49" charset="-122"/>
                <a:cs typeface="Times New Roman" panose="02020603050405020304" pitchFamily="18" charset="0"/>
              </a:rPr>
              <a:t>滑动</a:t>
            </a:r>
            <a:r>
              <a:rPr lang="zh-CN" altLang="en-US" sz="2000" b="1" dirty="0" smtClean="0">
                <a:solidFill>
                  <a:srgbClr val="000066"/>
                </a:solidFill>
                <a:ea typeface="幼圆" panose="02010509060101010101" pitchFamily="49" charset="-122"/>
                <a:cs typeface="Times New Roman" panose="02020603050405020304" pitchFamily="18" charset="0"/>
              </a:rPr>
              <a:t>力矩</a:t>
            </a:r>
            <a:endParaRPr lang="en-US" altLang="zh-CN" sz="2000" b="1" dirty="0" smtClean="0">
              <a:solidFill>
                <a:srgbClr val="000066"/>
              </a:solidFill>
              <a:ea typeface="幼圆" panose="02010509060101010101" pitchFamily="49" charset="-122"/>
              <a:cs typeface="Times New Roman" panose="02020603050405020304" pitchFamily="18" charset="0"/>
            </a:endParaRPr>
          </a:p>
        </p:txBody>
      </p:sp>
      <p:grpSp>
        <p:nvGrpSpPr>
          <p:cNvPr id="46" name="Group 12"/>
          <p:cNvGrpSpPr>
            <a:grpSpLocks/>
          </p:cNvGrpSpPr>
          <p:nvPr/>
        </p:nvGrpSpPr>
        <p:grpSpPr bwMode="auto">
          <a:xfrm>
            <a:off x="8067685" y="1631256"/>
            <a:ext cx="454614" cy="63332"/>
            <a:chOff x="2274" y="1204"/>
            <a:chExt cx="270" cy="44"/>
          </a:xfrm>
        </p:grpSpPr>
        <p:sp>
          <p:nvSpPr>
            <p:cNvPr id="47" name="Line 13"/>
            <p:cNvSpPr>
              <a:spLocks noChangeShapeType="1"/>
            </p:cNvSpPr>
            <p:nvPr/>
          </p:nvSpPr>
          <p:spPr bwMode="auto">
            <a:xfrm flipH="1">
              <a:off x="2274" y="1210"/>
              <a:ext cx="28" cy="34"/>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 name="Line 14"/>
            <p:cNvSpPr>
              <a:spLocks noChangeShapeType="1"/>
            </p:cNvSpPr>
            <p:nvPr/>
          </p:nvSpPr>
          <p:spPr bwMode="auto">
            <a:xfrm flipH="1">
              <a:off x="2304" y="1214"/>
              <a:ext cx="34" cy="34"/>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9" name="Line 15"/>
            <p:cNvSpPr>
              <a:spLocks noChangeShapeType="1"/>
            </p:cNvSpPr>
            <p:nvPr/>
          </p:nvSpPr>
          <p:spPr bwMode="auto">
            <a:xfrm flipH="1">
              <a:off x="2346" y="1206"/>
              <a:ext cx="36" cy="42"/>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0" name="Line 16"/>
            <p:cNvSpPr>
              <a:spLocks noChangeShapeType="1"/>
            </p:cNvSpPr>
            <p:nvPr/>
          </p:nvSpPr>
          <p:spPr bwMode="auto">
            <a:xfrm>
              <a:off x="2376" y="1206"/>
              <a:ext cx="40" cy="38"/>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1" name="Line 17"/>
            <p:cNvSpPr>
              <a:spLocks noChangeShapeType="1"/>
            </p:cNvSpPr>
            <p:nvPr/>
          </p:nvSpPr>
          <p:spPr bwMode="auto">
            <a:xfrm>
              <a:off x="2420" y="1210"/>
              <a:ext cx="40" cy="34"/>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2" name="Line 18"/>
            <p:cNvSpPr>
              <a:spLocks noChangeShapeType="1"/>
            </p:cNvSpPr>
            <p:nvPr/>
          </p:nvSpPr>
          <p:spPr bwMode="auto">
            <a:xfrm flipV="1">
              <a:off x="2460" y="1204"/>
              <a:ext cx="46" cy="42"/>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3" name="Line 19"/>
            <p:cNvSpPr>
              <a:spLocks noChangeShapeType="1"/>
            </p:cNvSpPr>
            <p:nvPr/>
          </p:nvSpPr>
          <p:spPr bwMode="auto">
            <a:xfrm flipV="1">
              <a:off x="2512" y="1208"/>
              <a:ext cx="32" cy="36"/>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cxnSp>
        <p:nvCxnSpPr>
          <p:cNvPr id="45" name="直接连接符 44"/>
          <p:cNvCxnSpPr/>
          <p:nvPr/>
        </p:nvCxnSpPr>
        <p:spPr bwMode="auto">
          <a:xfrm>
            <a:off x="6001144" y="1378141"/>
            <a:ext cx="1815324" cy="241853"/>
          </a:xfrm>
          <a:prstGeom prst="line">
            <a:avLst/>
          </a:prstGeom>
          <a:noFill/>
          <a:ln w="19050" cap="flat" cmpd="sng" algn="ctr">
            <a:solidFill>
              <a:schemeClr val="tx1"/>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6" name="直接连接符 65"/>
          <p:cNvCxnSpPr>
            <a:endCxn id="4" idx="0"/>
          </p:cNvCxnSpPr>
          <p:nvPr/>
        </p:nvCxnSpPr>
        <p:spPr bwMode="auto">
          <a:xfrm>
            <a:off x="6001145" y="1378141"/>
            <a:ext cx="101394" cy="1908262"/>
          </a:xfrm>
          <a:prstGeom prst="line">
            <a:avLst/>
          </a:prstGeom>
          <a:noFill/>
          <a:ln w="19050" cap="flat" cmpd="sng" algn="ctr">
            <a:solidFill>
              <a:schemeClr val="tx1"/>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9" name="Text Box 2450"/>
          <p:cNvSpPr txBox="1">
            <a:spLocks noChangeArrowheads="1"/>
          </p:cNvSpPr>
          <p:nvPr/>
        </p:nvSpPr>
        <p:spPr bwMode="auto">
          <a:xfrm>
            <a:off x="5675301" y="1131274"/>
            <a:ext cx="364202" cy="385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800" b="1" dirty="0"/>
              <a:t>O</a:t>
            </a:r>
            <a:endParaRPr kumimoji="1" lang="en-US" altLang="zh-CN" sz="1800" b="1" dirty="0">
              <a:latin typeface="Times New Roman" pitchFamily="18" charset="0"/>
            </a:endParaRPr>
          </a:p>
        </p:txBody>
      </p:sp>
      <p:sp>
        <p:nvSpPr>
          <p:cNvPr id="30" name="Text Box 2450"/>
          <p:cNvSpPr txBox="1">
            <a:spLocks noChangeArrowheads="1"/>
          </p:cNvSpPr>
          <p:nvPr/>
        </p:nvSpPr>
        <p:spPr bwMode="auto">
          <a:xfrm>
            <a:off x="5705343" y="2123930"/>
            <a:ext cx="351378" cy="385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800" b="1" i="1" dirty="0"/>
              <a:t>R</a:t>
            </a:r>
          </a:p>
        </p:txBody>
      </p:sp>
      <p:sp>
        <p:nvSpPr>
          <p:cNvPr id="3" name="任意多边形 2"/>
          <p:cNvSpPr/>
          <p:nvPr/>
        </p:nvSpPr>
        <p:spPr bwMode="auto">
          <a:xfrm>
            <a:off x="5331189" y="1631507"/>
            <a:ext cx="3214425" cy="1654896"/>
          </a:xfrm>
          <a:custGeom>
            <a:avLst/>
            <a:gdLst>
              <a:gd name="connsiteX0" fmla="*/ 0 w 3214425"/>
              <a:gd name="connsiteY0" fmla="*/ 1654896 h 1654896"/>
              <a:gd name="connsiteX1" fmla="*/ 762935 w 3214425"/>
              <a:gd name="connsiteY1" fmla="*/ 1654896 h 1654896"/>
              <a:gd name="connsiteX2" fmla="*/ 1952216 w 3214425"/>
              <a:gd name="connsiteY2" fmla="*/ 0 h 1654896"/>
              <a:gd name="connsiteX3" fmla="*/ 3214425 w 3214425"/>
              <a:gd name="connsiteY3" fmla="*/ 0 h 1654896"/>
            </a:gdLst>
            <a:ahLst/>
            <a:cxnLst>
              <a:cxn ang="0">
                <a:pos x="connsiteX0" y="connsiteY0"/>
              </a:cxn>
              <a:cxn ang="0">
                <a:pos x="connsiteX1" y="connsiteY1"/>
              </a:cxn>
              <a:cxn ang="0">
                <a:pos x="connsiteX2" y="connsiteY2"/>
              </a:cxn>
              <a:cxn ang="0">
                <a:pos x="connsiteX3" y="connsiteY3"/>
              </a:cxn>
            </a:cxnLst>
            <a:rect l="l" t="t" r="r" b="b"/>
            <a:pathLst>
              <a:path w="3214425" h="1654896">
                <a:moveTo>
                  <a:pt x="0" y="1654896"/>
                </a:moveTo>
                <a:lnTo>
                  <a:pt x="762935" y="1654896"/>
                </a:lnTo>
                <a:lnTo>
                  <a:pt x="1952216" y="0"/>
                </a:lnTo>
                <a:lnTo>
                  <a:pt x="3214425" y="0"/>
                </a:lnTo>
              </a:path>
            </a:pathLst>
          </a:custGeom>
          <a:noFill/>
          <a:ln w="190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4" name="任意多边形 3"/>
          <p:cNvSpPr/>
          <p:nvPr/>
        </p:nvSpPr>
        <p:spPr bwMode="auto">
          <a:xfrm>
            <a:off x="6102539" y="1631507"/>
            <a:ext cx="1781117" cy="1654896"/>
          </a:xfrm>
          <a:custGeom>
            <a:avLst/>
            <a:gdLst>
              <a:gd name="connsiteX0" fmla="*/ 0 w 1781117"/>
              <a:gd name="connsiteY0" fmla="*/ 1654896 h 1654896"/>
              <a:gd name="connsiteX1" fmla="*/ 210368 w 1781117"/>
              <a:gd name="connsiteY1" fmla="*/ 1629652 h 1654896"/>
              <a:gd name="connsiteX2" fmla="*/ 490859 w 1781117"/>
              <a:gd name="connsiteY2" fmla="*/ 1553919 h 1654896"/>
              <a:gd name="connsiteX3" fmla="*/ 788179 w 1781117"/>
              <a:gd name="connsiteY3" fmla="*/ 1433308 h 1654896"/>
              <a:gd name="connsiteX4" fmla="*/ 1063060 w 1781117"/>
              <a:gd name="connsiteY4" fmla="*/ 1259404 h 1654896"/>
              <a:gd name="connsiteX5" fmla="*/ 1262209 w 1781117"/>
              <a:gd name="connsiteY5" fmla="*/ 1074280 h 1654896"/>
              <a:gd name="connsiteX6" fmla="*/ 1427698 w 1781117"/>
              <a:gd name="connsiteY6" fmla="*/ 869522 h 1654896"/>
              <a:gd name="connsiteX7" fmla="*/ 1576358 w 1781117"/>
              <a:gd name="connsiteY7" fmla="*/ 633910 h 1654896"/>
              <a:gd name="connsiteX8" fmla="*/ 1691359 w 1781117"/>
              <a:gd name="connsiteY8" fmla="*/ 398297 h 1654896"/>
              <a:gd name="connsiteX9" fmla="*/ 1747458 w 1781117"/>
              <a:gd name="connsiteY9" fmla="*/ 185124 h 1654896"/>
              <a:gd name="connsiteX10" fmla="*/ 1781117 w 1781117"/>
              <a:gd name="connsiteY10" fmla="*/ 0 h 1654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781117" h="1654896">
                <a:moveTo>
                  <a:pt x="0" y="1654896"/>
                </a:moveTo>
                <a:cubicBezTo>
                  <a:pt x="64279" y="1650688"/>
                  <a:pt x="128558" y="1646481"/>
                  <a:pt x="210368" y="1629652"/>
                </a:cubicBezTo>
                <a:cubicBezTo>
                  <a:pt x="292178" y="1612823"/>
                  <a:pt x="394557" y="1586643"/>
                  <a:pt x="490859" y="1553919"/>
                </a:cubicBezTo>
                <a:cubicBezTo>
                  <a:pt x="587161" y="1521195"/>
                  <a:pt x="692812" y="1482394"/>
                  <a:pt x="788179" y="1433308"/>
                </a:cubicBezTo>
                <a:cubicBezTo>
                  <a:pt x="883546" y="1384222"/>
                  <a:pt x="984055" y="1319242"/>
                  <a:pt x="1063060" y="1259404"/>
                </a:cubicBezTo>
                <a:cubicBezTo>
                  <a:pt x="1142065" y="1199566"/>
                  <a:pt x="1201436" y="1139260"/>
                  <a:pt x="1262209" y="1074280"/>
                </a:cubicBezTo>
                <a:cubicBezTo>
                  <a:pt x="1322982" y="1009300"/>
                  <a:pt x="1375340" y="942917"/>
                  <a:pt x="1427698" y="869522"/>
                </a:cubicBezTo>
                <a:cubicBezTo>
                  <a:pt x="1480056" y="796127"/>
                  <a:pt x="1532415" y="712447"/>
                  <a:pt x="1576358" y="633910"/>
                </a:cubicBezTo>
                <a:cubicBezTo>
                  <a:pt x="1620302" y="555372"/>
                  <a:pt x="1662842" y="473095"/>
                  <a:pt x="1691359" y="398297"/>
                </a:cubicBezTo>
                <a:cubicBezTo>
                  <a:pt x="1719876" y="323499"/>
                  <a:pt x="1732498" y="251507"/>
                  <a:pt x="1747458" y="185124"/>
                </a:cubicBezTo>
                <a:cubicBezTo>
                  <a:pt x="1762418" y="118741"/>
                  <a:pt x="1771767" y="59370"/>
                  <a:pt x="1781117" y="0"/>
                </a:cubicBezTo>
              </a:path>
            </a:pathLst>
          </a:custGeom>
          <a:noFill/>
          <a:ln w="19050" cap="flat" cmpd="sng" algn="ctr">
            <a:solidFill>
              <a:srgbClr val="C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65" name="Text Box 2450"/>
          <p:cNvSpPr txBox="1">
            <a:spLocks noChangeArrowheads="1"/>
          </p:cNvSpPr>
          <p:nvPr/>
        </p:nvSpPr>
        <p:spPr bwMode="auto">
          <a:xfrm>
            <a:off x="5870231" y="3229433"/>
            <a:ext cx="351378" cy="385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800" b="1" dirty="0"/>
              <a:t>A</a:t>
            </a:r>
            <a:endParaRPr kumimoji="1" lang="en-US" altLang="zh-CN" sz="1800" b="1" dirty="0">
              <a:latin typeface="Times New Roman" pitchFamily="18" charset="0"/>
            </a:endParaRPr>
          </a:p>
        </p:txBody>
      </p:sp>
      <p:sp>
        <p:nvSpPr>
          <p:cNvPr id="67" name="Text Box 2450"/>
          <p:cNvSpPr txBox="1">
            <a:spLocks noChangeArrowheads="1"/>
          </p:cNvSpPr>
          <p:nvPr/>
        </p:nvSpPr>
        <p:spPr bwMode="auto">
          <a:xfrm>
            <a:off x="7154998" y="1568983"/>
            <a:ext cx="338554" cy="385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800" b="1" dirty="0"/>
              <a:t>B</a:t>
            </a:r>
            <a:endParaRPr kumimoji="1" lang="en-US" altLang="zh-CN" sz="1800" b="1" dirty="0">
              <a:latin typeface="Times New Roman" pitchFamily="18" charset="0"/>
            </a:endParaRPr>
          </a:p>
        </p:txBody>
      </p:sp>
      <p:sp>
        <p:nvSpPr>
          <p:cNvPr id="68" name="Text Box 2450"/>
          <p:cNvSpPr txBox="1">
            <a:spLocks noChangeArrowheads="1"/>
          </p:cNvSpPr>
          <p:nvPr/>
        </p:nvSpPr>
        <p:spPr bwMode="auto">
          <a:xfrm>
            <a:off x="7732700" y="1253552"/>
            <a:ext cx="351378" cy="385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800" b="1" dirty="0"/>
              <a:t>C</a:t>
            </a:r>
            <a:endParaRPr kumimoji="1" lang="en-US" altLang="zh-CN" sz="1800" b="1" dirty="0">
              <a:latin typeface="Times New Roman" pitchFamily="18" charset="0"/>
            </a:endParaRPr>
          </a:p>
        </p:txBody>
      </p:sp>
      <p:grpSp>
        <p:nvGrpSpPr>
          <p:cNvPr id="12" name="组合 11"/>
          <p:cNvGrpSpPr/>
          <p:nvPr/>
        </p:nvGrpSpPr>
        <p:grpSpPr>
          <a:xfrm>
            <a:off x="6167037" y="1639678"/>
            <a:ext cx="1787138" cy="1696644"/>
            <a:chOff x="6167037" y="1639678"/>
            <a:chExt cx="1787138" cy="1696644"/>
          </a:xfrm>
        </p:grpSpPr>
        <p:sp>
          <p:nvSpPr>
            <p:cNvPr id="19" name="任意多边形 18"/>
            <p:cNvSpPr/>
            <p:nvPr/>
          </p:nvSpPr>
          <p:spPr bwMode="auto">
            <a:xfrm>
              <a:off x="6167037" y="3293459"/>
              <a:ext cx="250032" cy="42863"/>
            </a:xfrm>
            <a:custGeom>
              <a:avLst/>
              <a:gdLst>
                <a:gd name="connsiteX0" fmla="*/ 0 w 250032"/>
                <a:gd name="connsiteY0" fmla="*/ 42863 h 42863"/>
                <a:gd name="connsiteX1" fmla="*/ 133350 w 250032"/>
                <a:gd name="connsiteY1" fmla="*/ 26194 h 42863"/>
                <a:gd name="connsiteX2" fmla="*/ 250032 w 250032"/>
                <a:gd name="connsiteY2" fmla="*/ 0 h 42863"/>
              </a:gdLst>
              <a:ahLst/>
              <a:cxnLst>
                <a:cxn ang="0">
                  <a:pos x="connsiteX0" y="connsiteY0"/>
                </a:cxn>
                <a:cxn ang="0">
                  <a:pos x="connsiteX1" y="connsiteY1"/>
                </a:cxn>
                <a:cxn ang="0">
                  <a:pos x="connsiteX2" y="connsiteY2"/>
                </a:cxn>
              </a:cxnLst>
              <a:rect l="l" t="t" r="r" b="b"/>
              <a:pathLst>
                <a:path w="250032" h="42863">
                  <a:moveTo>
                    <a:pt x="0" y="42863"/>
                  </a:moveTo>
                  <a:cubicBezTo>
                    <a:pt x="45839" y="38100"/>
                    <a:pt x="91678" y="33338"/>
                    <a:pt x="133350" y="26194"/>
                  </a:cubicBezTo>
                  <a:cubicBezTo>
                    <a:pt x="175022" y="19050"/>
                    <a:pt x="212527" y="9525"/>
                    <a:pt x="250032" y="0"/>
                  </a:cubicBezTo>
                </a:path>
              </a:pathLst>
            </a:custGeom>
            <a:noFill/>
            <a:ln w="12700" cap="flat" cmpd="sng" algn="ctr">
              <a:solidFill>
                <a:srgbClr val="000066"/>
              </a:solidFill>
              <a:prstDash val="solid"/>
              <a:round/>
              <a:headEnd type="none" w="med" len="med"/>
              <a:tailEnd type="triangle"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69" name="任意多边形 68"/>
            <p:cNvSpPr/>
            <p:nvPr/>
          </p:nvSpPr>
          <p:spPr bwMode="auto">
            <a:xfrm rot="20979530">
              <a:off x="6478979" y="3222023"/>
              <a:ext cx="250032" cy="42863"/>
            </a:xfrm>
            <a:custGeom>
              <a:avLst/>
              <a:gdLst>
                <a:gd name="connsiteX0" fmla="*/ 0 w 250032"/>
                <a:gd name="connsiteY0" fmla="*/ 42863 h 42863"/>
                <a:gd name="connsiteX1" fmla="*/ 133350 w 250032"/>
                <a:gd name="connsiteY1" fmla="*/ 26194 h 42863"/>
                <a:gd name="connsiteX2" fmla="*/ 250032 w 250032"/>
                <a:gd name="connsiteY2" fmla="*/ 0 h 42863"/>
              </a:gdLst>
              <a:ahLst/>
              <a:cxnLst>
                <a:cxn ang="0">
                  <a:pos x="connsiteX0" y="connsiteY0"/>
                </a:cxn>
                <a:cxn ang="0">
                  <a:pos x="connsiteX1" y="connsiteY1"/>
                </a:cxn>
                <a:cxn ang="0">
                  <a:pos x="connsiteX2" y="connsiteY2"/>
                </a:cxn>
              </a:cxnLst>
              <a:rect l="l" t="t" r="r" b="b"/>
              <a:pathLst>
                <a:path w="250032" h="42863">
                  <a:moveTo>
                    <a:pt x="0" y="42863"/>
                  </a:moveTo>
                  <a:cubicBezTo>
                    <a:pt x="45839" y="38100"/>
                    <a:pt x="91678" y="33338"/>
                    <a:pt x="133350" y="26194"/>
                  </a:cubicBezTo>
                  <a:cubicBezTo>
                    <a:pt x="175022" y="19050"/>
                    <a:pt x="212527" y="9525"/>
                    <a:pt x="250032" y="0"/>
                  </a:cubicBezTo>
                </a:path>
              </a:pathLst>
            </a:custGeom>
            <a:noFill/>
            <a:ln w="12700" cap="flat" cmpd="sng" algn="ctr">
              <a:solidFill>
                <a:srgbClr val="000066"/>
              </a:solidFill>
              <a:prstDash val="solid"/>
              <a:round/>
              <a:headEnd type="none" w="med" len="med"/>
              <a:tailEnd type="triangle"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70" name="任意多边形 69"/>
            <p:cNvSpPr/>
            <p:nvPr/>
          </p:nvSpPr>
          <p:spPr bwMode="auto">
            <a:xfrm rot="20632218">
              <a:off x="6781399" y="3098198"/>
              <a:ext cx="250032" cy="42863"/>
            </a:xfrm>
            <a:custGeom>
              <a:avLst/>
              <a:gdLst>
                <a:gd name="connsiteX0" fmla="*/ 0 w 250032"/>
                <a:gd name="connsiteY0" fmla="*/ 42863 h 42863"/>
                <a:gd name="connsiteX1" fmla="*/ 133350 w 250032"/>
                <a:gd name="connsiteY1" fmla="*/ 26194 h 42863"/>
                <a:gd name="connsiteX2" fmla="*/ 250032 w 250032"/>
                <a:gd name="connsiteY2" fmla="*/ 0 h 42863"/>
              </a:gdLst>
              <a:ahLst/>
              <a:cxnLst>
                <a:cxn ang="0">
                  <a:pos x="connsiteX0" y="connsiteY0"/>
                </a:cxn>
                <a:cxn ang="0">
                  <a:pos x="connsiteX1" y="connsiteY1"/>
                </a:cxn>
                <a:cxn ang="0">
                  <a:pos x="connsiteX2" y="connsiteY2"/>
                </a:cxn>
              </a:cxnLst>
              <a:rect l="l" t="t" r="r" b="b"/>
              <a:pathLst>
                <a:path w="250032" h="42863">
                  <a:moveTo>
                    <a:pt x="0" y="42863"/>
                  </a:moveTo>
                  <a:cubicBezTo>
                    <a:pt x="45839" y="38100"/>
                    <a:pt x="91678" y="33338"/>
                    <a:pt x="133350" y="26194"/>
                  </a:cubicBezTo>
                  <a:cubicBezTo>
                    <a:pt x="175022" y="19050"/>
                    <a:pt x="212527" y="9525"/>
                    <a:pt x="250032" y="0"/>
                  </a:cubicBezTo>
                </a:path>
              </a:pathLst>
            </a:custGeom>
            <a:noFill/>
            <a:ln w="12700" cap="flat" cmpd="sng" algn="ctr">
              <a:solidFill>
                <a:srgbClr val="000066"/>
              </a:solidFill>
              <a:prstDash val="solid"/>
              <a:round/>
              <a:headEnd type="none" w="med" len="med"/>
              <a:tailEnd type="triangle"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71" name="任意多边形 70"/>
            <p:cNvSpPr/>
            <p:nvPr/>
          </p:nvSpPr>
          <p:spPr bwMode="auto">
            <a:xfrm rot="19966723">
              <a:off x="7048100" y="2933892"/>
              <a:ext cx="250032" cy="42863"/>
            </a:xfrm>
            <a:custGeom>
              <a:avLst/>
              <a:gdLst>
                <a:gd name="connsiteX0" fmla="*/ 0 w 250032"/>
                <a:gd name="connsiteY0" fmla="*/ 42863 h 42863"/>
                <a:gd name="connsiteX1" fmla="*/ 133350 w 250032"/>
                <a:gd name="connsiteY1" fmla="*/ 26194 h 42863"/>
                <a:gd name="connsiteX2" fmla="*/ 250032 w 250032"/>
                <a:gd name="connsiteY2" fmla="*/ 0 h 42863"/>
              </a:gdLst>
              <a:ahLst/>
              <a:cxnLst>
                <a:cxn ang="0">
                  <a:pos x="connsiteX0" y="connsiteY0"/>
                </a:cxn>
                <a:cxn ang="0">
                  <a:pos x="connsiteX1" y="connsiteY1"/>
                </a:cxn>
                <a:cxn ang="0">
                  <a:pos x="connsiteX2" y="connsiteY2"/>
                </a:cxn>
              </a:cxnLst>
              <a:rect l="l" t="t" r="r" b="b"/>
              <a:pathLst>
                <a:path w="250032" h="42863">
                  <a:moveTo>
                    <a:pt x="0" y="42863"/>
                  </a:moveTo>
                  <a:cubicBezTo>
                    <a:pt x="45839" y="38100"/>
                    <a:pt x="91678" y="33338"/>
                    <a:pt x="133350" y="26194"/>
                  </a:cubicBezTo>
                  <a:cubicBezTo>
                    <a:pt x="175022" y="19050"/>
                    <a:pt x="212527" y="9525"/>
                    <a:pt x="250032" y="0"/>
                  </a:cubicBezTo>
                </a:path>
              </a:pathLst>
            </a:custGeom>
            <a:noFill/>
            <a:ln w="12700" cap="flat" cmpd="sng" algn="ctr">
              <a:solidFill>
                <a:srgbClr val="000066"/>
              </a:solidFill>
              <a:prstDash val="solid"/>
              <a:round/>
              <a:headEnd type="none" w="med" len="med"/>
              <a:tailEnd type="triangle"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72" name="任意多边形 71"/>
            <p:cNvSpPr/>
            <p:nvPr/>
          </p:nvSpPr>
          <p:spPr bwMode="auto">
            <a:xfrm rot="19322048">
              <a:off x="7279078" y="2738626"/>
              <a:ext cx="250032" cy="42863"/>
            </a:xfrm>
            <a:custGeom>
              <a:avLst/>
              <a:gdLst>
                <a:gd name="connsiteX0" fmla="*/ 0 w 250032"/>
                <a:gd name="connsiteY0" fmla="*/ 42863 h 42863"/>
                <a:gd name="connsiteX1" fmla="*/ 133350 w 250032"/>
                <a:gd name="connsiteY1" fmla="*/ 26194 h 42863"/>
                <a:gd name="connsiteX2" fmla="*/ 250032 w 250032"/>
                <a:gd name="connsiteY2" fmla="*/ 0 h 42863"/>
              </a:gdLst>
              <a:ahLst/>
              <a:cxnLst>
                <a:cxn ang="0">
                  <a:pos x="connsiteX0" y="connsiteY0"/>
                </a:cxn>
                <a:cxn ang="0">
                  <a:pos x="connsiteX1" y="connsiteY1"/>
                </a:cxn>
                <a:cxn ang="0">
                  <a:pos x="connsiteX2" y="connsiteY2"/>
                </a:cxn>
              </a:cxnLst>
              <a:rect l="l" t="t" r="r" b="b"/>
              <a:pathLst>
                <a:path w="250032" h="42863">
                  <a:moveTo>
                    <a:pt x="0" y="42863"/>
                  </a:moveTo>
                  <a:cubicBezTo>
                    <a:pt x="45839" y="38100"/>
                    <a:pt x="91678" y="33338"/>
                    <a:pt x="133350" y="26194"/>
                  </a:cubicBezTo>
                  <a:cubicBezTo>
                    <a:pt x="175022" y="19050"/>
                    <a:pt x="212527" y="9525"/>
                    <a:pt x="250032" y="0"/>
                  </a:cubicBezTo>
                </a:path>
              </a:pathLst>
            </a:custGeom>
            <a:noFill/>
            <a:ln w="12700" cap="flat" cmpd="sng" algn="ctr">
              <a:solidFill>
                <a:srgbClr val="000066"/>
              </a:solidFill>
              <a:prstDash val="solid"/>
              <a:round/>
              <a:headEnd type="none" w="med" len="med"/>
              <a:tailEnd type="triangle"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73" name="任意多边形 72"/>
            <p:cNvSpPr/>
            <p:nvPr/>
          </p:nvSpPr>
          <p:spPr bwMode="auto">
            <a:xfrm rot="18690191">
              <a:off x="7462436" y="2519552"/>
              <a:ext cx="250032" cy="42863"/>
            </a:xfrm>
            <a:custGeom>
              <a:avLst/>
              <a:gdLst>
                <a:gd name="connsiteX0" fmla="*/ 0 w 250032"/>
                <a:gd name="connsiteY0" fmla="*/ 42863 h 42863"/>
                <a:gd name="connsiteX1" fmla="*/ 133350 w 250032"/>
                <a:gd name="connsiteY1" fmla="*/ 26194 h 42863"/>
                <a:gd name="connsiteX2" fmla="*/ 250032 w 250032"/>
                <a:gd name="connsiteY2" fmla="*/ 0 h 42863"/>
              </a:gdLst>
              <a:ahLst/>
              <a:cxnLst>
                <a:cxn ang="0">
                  <a:pos x="connsiteX0" y="connsiteY0"/>
                </a:cxn>
                <a:cxn ang="0">
                  <a:pos x="connsiteX1" y="connsiteY1"/>
                </a:cxn>
                <a:cxn ang="0">
                  <a:pos x="connsiteX2" y="connsiteY2"/>
                </a:cxn>
              </a:cxnLst>
              <a:rect l="l" t="t" r="r" b="b"/>
              <a:pathLst>
                <a:path w="250032" h="42863">
                  <a:moveTo>
                    <a:pt x="0" y="42863"/>
                  </a:moveTo>
                  <a:cubicBezTo>
                    <a:pt x="45839" y="38100"/>
                    <a:pt x="91678" y="33338"/>
                    <a:pt x="133350" y="26194"/>
                  </a:cubicBezTo>
                  <a:cubicBezTo>
                    <a:pt x="175022" y="19050"/>
                    <a:pt x="212527" y="9525"/>
                    <a:pt x="250032" y="0"/>
                  </a:cubicBezTo>
                </a:path>
              </a:pathLst>
            </a:custGeom>
            <a:noFill/>
            <a:ln w="12700" cap="flat" cmpd="sng" algn="ctr">
              <a:solidFill>
                <a:srgbClr val="000066"/>
              </a:solidFill>
              <a:prstDash val="solid"/>
              <a:round/>
              <a:headEnd type="none" w="med" len="med"/>
              <a:tailEnd type="triangle"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75" name="任意多边形 74"/>
            <p:cNvSpPr/>
            <p:nvPr/>
          </p:nvSpPr>
          <p:spPr bwMode="auto">
            <a:xfrm rot="18399832">
              <a:off x="7617220" y="2269520"/>
              <a:ext cx="250032" cy="42863"/>
            </a:xfrm>
            <a:custGeom>
              <a:avLst/>
              <a:gdLst>
                <a:gd name="connsiteX0" fmla="*/ 0 w 250032"/>
                <a:gd name="connsiteY0" fmla="*/ 42863 h 42863"/>
                <a:gd name="connsiteX1" fmla="*/ 133350 w 250032"/>
                <a:gd name="connsiteY1" fmla="*/ 26194 h 42863"/>
                <a:gd name="connsiteX2" fmla="*/ 250032 w 250032"/>
                <a:gd name="connsiteY2" fmla="*/ 0 h 42863"/>
              </a:gdLst>
              <a:ahLst/>
              <a:cxnLst>
                <a:cxn ang="0">
                  <a:pos x="connsiteX0" y="connsiteY0"/>
                </a:cxn>
                <a:cxn ang="0">
                  <a:pos x="connsiteX1" y="connsiteY1"/>
                </a:cxn>
                <a:cxn ang="0">
                  <a:pos x="connsiteX2" y="connsiteY2"/>
                </a:cxn>
              </a:cxnLst>
              <a:rect l="l" t="t" r="r" b="b"/>
              <a:pathLst>
                <a:path w="250032" h="42863">
                  <a:moveTo>
                    <a:pt x="0" y="42863"/>
                  </a:moveTo>
                  <a:cubicBezTo>
                    <a:pt x="45839" y="38100"/>
                    <a:pt x="91678" y="33338"/>
                    <a:pt x="133350" y="26194"/>
                  </a:cubicBezTo>
                  <a:cubicBezTo>
                    <a:pt x="175022" y="19050"/>
                    <a:pt x="212527" y="9525"/>
                    <a:pt x="250032" y="0"/>
                  </a:cubicBezTo>
                </a:path>
              </a:pathLst>
            </a:custGeom>
            <a:noFill/>
            <a:ln w="12700" cap="flat" cmpd="sng" algn="ctr">
              <a:solidFill>
                <a:srgbClr val="000066"/>
              </a:solidFill>
              <a:prstDash val="solid"/>
              <a:round/>
              <a:headEnd type="none" w="med" len="med"/>
              <a:tailEnd type="triangle"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76" name="任意多边形 75"/>
            <p:cNvSpPr/>
            <p:nvPr/>
          </p:nvSpPr>
          <p:spPr bwMode="auto">
            <a:xfrm rot="17971067">
              <a:off x="7741049" y="2009961"/>
              <a:ext cx="250032" cy="42863"/>
            </a:xfrm>
            <a:custGeom>
              <a:avLst/>
              <a:gdLst>
                <a:gd name="connsiteX0" fmla="*/ 0 w 250032"/>
                <a:gd name="connsiteY0" fmla="*/ 42863 h 42863"/>
                <a:gd name="connsiteX1" fmla="*/ 133350 w 250032"/>
                <a:gd name="connsiteY1" fmla="*/ 26194 h 42863"/>
                <a:gd name="connsiteX2" fmla="*/ 250032 w 250032"/>
                <a:gd name="connsiteY2" fmla="*/ 0 h 42863"/>
              </a:gdLst>
              <a:ahLst/>
              <a:cxnLst>
                <a:cxn ang="0">
                  <a:pos x="connsiteX0" y="connsiteY0"/>
                </a:cxn>
                <a:cxn ang="0">
                  <a:pos x="connsiteX1" y="connsiteY1"/>
                </a:cxn>
                <a:cxn ang="0">
                  <a:pos x="connsiteX2" y="connsiteY2"/>
                </a:cxn>
              </a:cxnLst>
              <a:rect l="l" t="t" r="r" b="b"/>
              <a:pathLst>
                <a:path w="250032" h="42863">
                  <a:moveTo>
                    <a:pt x="0" y="42863"/>
                  </a:moveTo>
                  <a:cubicBezTo>
                    <a:pt x="45839" y="38100"/>
                    <a:pt x="91678" y="33338"/>
                    <a:pt x="133350" y="26194"/>
                  </a:cubicBezTo>
                  <a:cubicBezTo>
                    <a:pt x="175022" y="19050"/>
                    <a:pt x="212527" y="9525"/>
                    <a:pt x="250032" y="0"/>
                  </a:cubicBezTo>
                </a:path>
              </a:pathLst>
            </a:custGeom>
            <a:noFill/>
            <a:ln w="12700" cap="flat" cmpd="sng" algn="ctr">
              <a:solidFill>
                <a:srgbClr val="000066"/>
              </a:solidFill>
              <a:prstDash val="solid"/>
              <a:round/>
              <a:headEnd type="none" w="med" len="med"/>
              <a:tailEnd type="triangle"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77" name="任意多边形 76"/>
            <p:cNvSpPr/>
            <p:nvPr/>
          </p:nvSpPr>
          <p:spPr bwMode="auto">
            <a:xfrm rot="17396563">
              <a:off x="7807728" y="1743262"/>
              <a:ext cx="250032" cy="42863"/>
            </a:xfrm>
            <a:custGeom>
              <a:avLst/>
              <a:gdLst>
                <a:gd name="connsiteX0" fmla="*/ 0 w 250032"/>
                <a:gd name="connsiteY0" fmla="*/ 42863 h 42863"/>
                <a:gd name="connsiteX1" fmla="*/ 133350 w 250032"/>
                <a:gd name="connsiteY1" fmla="*/ 26194 h 42863"/>
                <a:gd name="connsiteX2" fmla="*/ 250032 w 250032"/>
                <a:gd name="connsiteY2" fmla="*/ 0 h 42863"/>
              </a:gdLst>
              <a:ahLst/>
              <a:cxnLst>
                <a:cxn ang="0">
                  <a:pos x="connsiteX0" y="connsiteY0"/>
                </a:cxn>
                <a:cxn ang="0">
                  <a:pos x="connsiteX1" y="connsiteY1"/>
                </a:cxn>
                <a:cxn ang="0">
                  <a:pos x="connsiteX2" y="connsiteY2"/>
                </a:cxn>
              </a:cxnLst>
              <a:rect l="l" t="t" r="r" b="b"/>
              <a:pathLst>
                <a:path w="250032" h="42863">
                  <a:moveTo>
                    <a:pt x="0" y="42863"/>
                  </a:moveTo>
                  <a:cubicBezTo>
                    <a:pt x="45839" y="38100"/>
                    <a:pt x="91678" y="33338"/>
                    <a:pt x="133350" y="26194"/>
                  </a:cubicBezTo>
                  <a:cubicBezTo>
                    <a:pt x="175022" y="19050"/>
                    <a:pt x="212527" y="9525"/>
                    <a:pt x="250032" y="0"/>
                  </a:cubicBezTo>
                </a:path>
              </a:pathLst>
            </a:custGeom>
            <a:noFill/>
            <a:ln w="12700" cap="flat" cmpd="sng" algn="ctr">
              <a:solidFill>
                <a:srgbClr val="000066"/>
              </a:solidFill>
              <a:prstDash val="solid"/>
              <a:round/>
              <a:headEnd type="none" w="med" len="med"/>
              <a:tailEnd type="triangle"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grpSp>
      <p:grpSp>
        <p:nvGrpSpPr>
          <p:cNvPr id="13" name="组合 12"/>
          <p:cNvGrpSpPr/>
          <p:nvPr/>
        </p:nvGrpSpPr>
        <p:grpSpPr>
          <a:xfrm>
            <a:off x="6896376" y="3160845"/>
            <a:ext cx="1764291" cy="458388"/>
            <a:chOff x="6896376" y="3160845"/>
            <a:chExt cx="1764291" cy="458388"/>
          </a:xfrm>
        </p:grpSpPr>
        <p:sp>
          <p:nvSpPr>
            <p:cNvPr id="78" name="Text Box 75"/>
            <p:cNvSpPr txBox="1">
              <a:spLocks noChangeArrowheads="1"/>
            </p:cNvSpPr>
            <p:nvPr/>
          </p:nvSpPr>
          <p:spPr bwMode="auto">
            <a:xfrm>
              <a:off x="6896376" y="3172957"/>
              <a:ext cx="1764291" cy="446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2000" b="1" i="1" dirty="0" smtClean="0">
                  <a:solidFill>
                    <a:srgbClr val="000066"/>
                  </a:solidFill>
                  <a:latin typeface="Times New Roman" panose="02020603050405020304" pitchFamily="18" charset="0"/>
                  <a:sym typeface="Symbol" panose="05050102010706020507" pitchFamily="18" charset="2"/>
                </a:rPr>
                <a:t></a:t>
              </a:r>
              <a:r>
                <a:rPr kumimoji="1" lang="en-US" altLang="zh-CN" sz="2000" b="1" baseline="-25000" dirty="0" smtClean="0">
                  <a:solidFill>
                    <a:srgbClr val="000066"/>
                  </a:solidFill>
                  <a:latin typeface="Times New Roman" panose="02020603050405020304" pitchFamily="18" charset="0"/>
                  <a:sym typeface="Symbol" panose="05050102010706020507" pitchFamily="18" charset="2"/>
                </a:rPr>
                <a:t>f </a:t>
              </a:r>
              <a:r>
                <a:rPr kumimoji="1" lang="en-US" altLang="zh-CN" sz="2000" b="1" i="1" dirty="0" smtClean="0">
                  <a:solidFill>
                    <a:srgbClr val="000066"/>
                  </a:solidFill>
                  <a:latin typeface="Times New Roman" panose="02020603050405020304" pitchFamily="18" charset="0"/>
                  <a:sym typeface="Symbol" panose="05050102010706020507" pitchFamily="18" charset="2"/>
                </a:rPr>
                <a:t>= c + </a:t>
              </a:r>
              <a:r>
                <a:rPr kumimoji="1" lang="en-US" altLang="zh-CN" sz="2000" b="1" baseline="-25000" dirty="0" err="1" smtClean="0">
                  <a:solidFill>
                    <a:srgbClr val="000066"/>
                  </a:solidFill>
                  <a:latin typeface="Times New Roman" panose="02020603050405020304" pitchFamily="18" charset="0"/>
                  <a:sym typeface="Symbol" panose="05050102010706020507" pitchFamily="18" charset="2"/>
                </a:rPr>
                <a:t>n</a:t>
              </a:r>
              <a:r>
                <a:rPr kumimoji="1" lang="en-US" altLang="zh-CN" sz="2000" b="1" dirty="0" err="1" smtClean="0">
                  <a:solidFill>
                    <a:srgbClr val="000066"/>
                  </a:solidFill>
                  <a:latin typeface="Times New Roman" panose="02020603050405020304" pitchFamily="18" charset="0"/>
                  <a:sym typeface="Symbol" panose="05050102010706020507" pitchFamily="18" charset="2"/>
                </a:rPr>
                <a:t>tan</a:t>
              </a:r>
              <a:r>
                <a:rPr kumimoji="1" lang="en-US" altLang="zh-CN" sz="2000" b="1" i="1" dirty="0" smtClean="0">
                  <a:solidFill>
                    <a:srgbClr val="000066"/>
                  </a:solidFill>
                  <a:latin typeface="Times New Roman" panose="02020603050405020304" pitchFamily="18" charset="0"/>
                  <a:sym typeface="Symbol" panose="05050102010706020507" pitchFamily="18" charset="2"/>
                </a:rPr>
                <a:t></a:t>
              </a:r>
              <a:endParaRPr kumimoji="1" lang="en-US" altLang="zh-CN" sz="2000" b="1" baseline="-25000" dirty="0">
                <a:solidFill>
                  <a:srgbClr val="000066"/>
                </a:solidFill>
                <a:latin typeface="Times New Roman" panose="02020603050405020304" pitchFamily="18" charset="0"/>
                <a:sym typeface="Symbol" panose="05050102010706020507" pitchFamily="18" charset="2"/>
              </a:endParaRPr>
            </a:p>
          </p:txBody>
        </p:sp>
        <p:cxnSp>
          <p:nvCxnSpPr>
            <p:cNvPr id="22" name="直接连接符 21"/>
            <p:cNvCxnSpPr/>
            <p:nvPr/>
          </p:nvCxnSpPr>
          <p:spPr bwMode="auto">
            <a:xfrm>
              <a:off x="6976013" y="3160845"/>
              <a:ext cx="116378" cy="95597"/>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2" name="组合 1"/>
          <p:cNvGrpSpPr/>
          <p:nvPr/>
        </p:nvGrpSpPr>
        <p:grpSpPr>
          <a:xfrm>
            <a:off x="5997235" y="803777"/>
            <a:ext cx="1170381" cy="2021462"/>
            <a:chOff x="5997235" y="803777"/>
            <a:chExt cx="1170381" cy="2021462"/>
          </a:xfrm>
        </p:grpSpPr>
        <p:sp>
          <p:nvSpPr>
            <p:cNvPr id="36" name="Text Box 75"/>
            <p:cNvSpPr txBox="1">
              <a:spLocks noChangeArrowheads="1"/>
            </p:cNvSpPr>
            <p:nvPr/>
          </p:nvSpPr>
          <p:spPr bwMode="auto">
            <a:xfrm>
              <a:off x="6703161" y="2407368"/>
              <a:ext cx="431727" cy="4178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2000" b="1" i="1" dirty="0" smtClean="0">
                  <a:solidFill>
                    <a:srgbClr val="000066"/>
                  </a:solidFill>
                  <a:latin typeface="Times New Roman" panose="02020603050405020304" pitchFamily="18" charset="0"/>
                  <a:sym typeface="Symbol" panose="05050102010706020507" pitchFamily="18" charset="2"/>
                </a:rPr>
                <a:t>W</a:t>
              </a:r>
              <a:endParaRPr kumimoji="1" lang="en-US" altLang="zh-CN" sz="2000" b="1" dirty="0">
                <a:solidFill>
                  <a:srgbClr val="000066"/>
                </a:solidFill>
                <a:latin typeface="Times New Roman" panose="02020603050405020304" pitchFamily="18" charset="0"/>
                <a:sym typeface="Symbol" panose="05050102010706020507" pitchFamily="18" charset="2"/>
              </a:endParaRPr>
            </a:p>
          </p:txBody>
        </p:sp>
        <p:cxnSp>
          <p:nvCxnSpPr>
            <p:cNvPr id="37" name="直接箭头连接符 36"/>
            <p:cNvCxnSpPr/>
            <p:nvPr/>
          </p:nvCxnSpPr>
          <p:spPr bwMode="auto">
            <a:xfrm>
              <a:off x="7167616" y="2346647"/>
              <a:ext cx="0" cy="427700"/>
            </a:xfrm>
            <a:prstGeom prst="straightConnector1">
              <a:avLst/>
            </a:prstGeom>
            <a:noFill/>
            <a:ln w="28575" cap="flat" cmpd="sng" algn="ctr">
              <a:solidFill>
                <a:srgbClr val="000066"/>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2" name="直接连接符 41"/>
            <p:cNvCxnSpPr/>
            <p:nvPr/>
          </p:nvCxnSpPr>
          <p:spPr bwMode="auto">
            <a:xfrm>
              <a:off x="5997236" y="1073303"/>
              <a:ext cx="0" cy="217967"/>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3" name="直接连接符 42"/>
            <p:cNvCxnSpPr/>
            <p:nvPr/>
          </p:nvCxnSpPr>
          <p:spPr bwMode="auto">
            <a:xfrm>
              <a:off x="7154412" y="1082163"/>
              <a:ext cx="0" cy="217967"/>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4" name="直接箭头连接符 43"/>
            <p:cNvCxnSpPr/>
            <p:nvPr/>
          </p:nvCxnSpPr>
          <p:spPr bwMode="auto">
            <a:xfrm>
              <a:off x="5997235" y="1174313"/>
              <a:ext cx="1158949" cy="0"/>
            </a:xfrm>
            <a:prstGeom prst="straightConnector1">
              <a:avLst/>
            </a:prstGeom>
            <a:noFill/>
            <a:ln w="12700" cap="flat" cmpd="sng" algn="ctr">
              <a:solidFill>
                <a:schemeClr val="tx1"/>
              </a:solidFill>
              <a:prstDash val="solid"/>
              <a:round/>
              <a:headEnd type="triangl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7" name="Text Box 2450"/>
            <p:cNvSpPr txBox="1">
              <a:spLocks noChangeArrowheads="1"/>
            </p:cNvSpPr>
            <p:nvPr/>
          </p:nvSpPr>
          <p:spPr bwMode="auto">
            <a:xfrm>
              <a:off x="6414394" y="803777"/>
              <a:ext cx="300082" cy="385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800" b="1" i="1" dirty="0" smtClean="0"/>
                <a:t>d</a:t>
              </a:r>
              <a:endParaRPr kumimoji="1" lang="en-US" altLang="zh-CN" sz="1800" b="1" i="1" dirty="0"/>
            </a:p>
          </p:txBody>
        </p:sp>
        <p:cxnSp>
          <p:nvCxnSpPr>
            <p:cNvPr id="5" name="直接连接符 4"/>
            <p:cNvCxnSpPr/>
            <p:nvPr/>
          </p:nvCxnSpPr>
          <p:spPr bwMode="auto">
            <a:xfrm>
              <a:off x="7152812" y="1333866"/>
              <a:ext cx="0" cy="921745"/>
            </a:xfrm>
            <a:prstGeom prst="line">
              <a:avLst/>
            </a:prstGeom>
            <a:noFill/>
            <a:ln w="12700" cap="flat" cmpd="sng" algn="ctr">
              <a:solidFill>
                <a:schemeClr val="tx1"/>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aphicFrame>
        <p:nvGraphicFramePr>
          <p:cNvPr id="58" name="Object 0"/>
          <p:cNvGraphicFramePr>
            <a:graphicFrameLocks noChangeAspect="1"/>
          </p:cNvGraphicFramePr>
          <p:nvPr>
            <p:extLst>
              <p:ext uri="{D42A27DB-BD31-4B8C-83A1-F6EECF244321}">
                <p14:modId xmlns:p14="http://schemas.microsoft.com/office/powerpoint/2010/main" val="796514451"/>
              </p:ext>
            </p:extLst>
          </p:nvPr>
        </p:nvGraphicFramePr>
        <p:xfrm>
          <a:off x="2536554" y="1506720"/>
          <a:ext cx="909048" cy="333434"/>
        </p:xfrm>
        <a:graphic>
          <a:graphicData uri="http://schemas.openxmlformats.org/presentationml/2006/ole">
            <mc:AlternateContent xmlns:mc="http://schemas.openxmlformats.org/markup-compatibility/2006">
              <mc:Choice xmlns:v="urn:schemas-microsoft-com:vml" Requires="v">
                <p:oleObj spid="_x0000_s1763107" name="Equation" r:id="rId6" imgW="622080" imgH="228600" progId="Equation.DSMT4">
                  <p:embed/>
                </p:oleObj>
              </mc:Choice>
              <mc:Fallback>
                <p:oleObj name="Equation" r:id="rId6" imgW="622080" imgH="228600" progId="Equation.DSMT4">
                  <p:embed/>
                  <p:pic>
                    <p:nvPicPr>
                      <p:cNvPr id="809984" name="Object 0"/>
                      <p:cNvPicPr>
                        <a:picLocks noChangeAspect="1" noChangeArrowheads="1"/>
                      </p:cNvPicPr>
                      <p:nvPr/>
                    </p:nvPicPr>
                    <p:blipFill>
                      <a:blip r:embed="rId7"/>
                      <a:srcRect/>
                      <a:stretch>
                        <a:fillRect/>
                      </a:stretch>
                    </p:blipFill>
                    <p:spPr bwMode="auto">
                      <a:xfrm>
                        <a:off x="2536554" y="1506720"/>
                        <a:ext cx="909048" cy="333434"/>
                      </a:xfrm>
                      <a:prstGeom prst="rect">
                        <a:avLst/>
                      </a:prstGeom>
                      <a:noFill/>
                      <a:ln>
                        <a:noFill/>
                      </a:ln>
                      <a:effectLst/>
                      <a:extLst/>
                    </p:spPr>
                  </p:pic>
                </p:oleObj>
              </mc:Fallback>
            </mc:AlternateContent>
          </a:graphicData>
        </a:graphic>
      </p:graphicFrame>
      <p:sp>
        <p:nvSpPr>
          <p:cNvPr id="60" name="矩形 59"/>
          <p:cNvSpPr/>
          <p:nvPr/>
        </p:nvSpPr>
        <p:spPr>
          <a:xfrm>
            <a:off x="838891" y="1856709"/>
            <a:ext cx="1753270" cy="426335"/>
          </a:xfrm>
          <a:prstGeom prst="rect">
            <a:avLst/>
          </a:prstGeom>
        </p:spPr>
        <p:txBody>
          <a:bodyPr wrap="square">
            <a:spAutoFit/>
          </a:bodyPr>
          <a:lstStyle/>
          <a:p>
            <a:pPr marL="269875" indent="-269875">
              <a:lnSpc>
                <a:spcPct val="120000"/>
              </a:lnSpc>
              <a:spcBef>
                <a:spcPts val="300"/>
              </a:spcBef>
              <a:spcAft>
                <a:spcPts val="300"/>
              </a:spcAft>
              <a:buClr>
                <a:srgbClr val="C00000"/>
              </a:buClr>
              <a:buFont typeface="+mj-lt"/>
              <a:buAutoNum type="arabicPeriod" startAt="2"/>
            </a:pPr>
            <a:r>
              <a:rPr lang="zh-CN" altLang="en-US" sz="2000" b="1" dirty="0" smtClean="0">
                <a:solidFill>
                  <a:srgbClr val="000066"/>
                </a:solidFill>
                <a:ea typeface="幼圆" panose="02010509060101010101" pitchFamily="49" charset="-122"/>
                <a:cs typeface="Times New Roman" panose="02020603050405020304" pitchFamily="18" charset="0"/>
              </a:rPr>
              <a:t>抗滑力矩</a:t>
            </a:r>
            <a:endParaRPr lang="en-US" altLang="zh-CN" sz="2000" b="1" dirty="0" smtClean="0">
              <a:solidFill>
                <a:srgbClr val="000066"/>
              </a:solidFill>
              <a:ea typeface="幼圆" panose="02010509060101010101" pitchFamily="49" charset="-122"/>
              <a:cs typeface="Times New Roman" panose="02020603050405020304" pitchFamily="18" charset="0"/>
            </a:endParaRPr>
          </a:p>
        </p:txBody>
      </p:sp>
      <p:sp>
        <p:nvSpPr>
          <p:cNvPr id="10" name="矩形 9"/>
          <p:cNvSpPr/>
          <p:nvPr/>
        </p:nvSpPr>
        <p:spPr bwMode="auto">
          <a:xfrm>
            <a:off x="3071133" y="2961731"/>
            <a:ext cx="287382" cy="435428"/>
          </a:xfrm>
          <a:prstGeom prst="rect">
            <a:avLst/>
          </a:prstGeom>
          <a:noFill/>
          <a:ln w="19050" cap="flat" cmpd="sng" algn="ctr">
            <a:solidFill>
              <a:srgbClr val="C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grpSp>
        <p:nvGrpSpPr>
          <p:cNvPr id="14" name="组合 13"/>
          <p:cNvGrpSpPr/>
          <p:nvPr/>
        </p:nvGrpSpPr>
        <p:grpSpPr>
          <a:xfrm>
            <a:off x="3236595" y="3423286"/>
            <a:ext cx="4241075" cy="646203"/>
            <a:chOff x="3236595" y="3423286"/>
            <a:chExt cx="4241075" cy="646203"/>
          </a:xfrm>
        </p:grpSpPr>
        <p:sp>
          <p:nvSpPr>
            <p:cNvPr id="64" name="Text Box 4"/>
            <p:cNvSpPr txBox="1">
              <a:spLocks noChangeArrowheads="1"/>
            </p:cNvSpPr>
            <p:nvPr/>
          </p:nvSpPr>
          <p:spPr bwMode="auto">
            <a:xfrm>
              <a:off x="3623310" y="3607824"/>
              <a:ext cx="385436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20000"/>
                </a:lnSpc>
                <a:spcBef>
                  <a:spcPts val="0"/>
                </a:spcBef>
                <a:spcAft>
                  <a:spcPts val="0"/>
                </a:spcAft>
                <a:buClr>
                  <a:srgbClr val="A50021"/>
                </a:buClr>
                <a:buSzPct val="130000"/>
              </a:pPr>
              <a:r>
                <a:rPr lang="zh-CN" altLang="en-US" sz="2000" b="1" i="1" dirty="0" smtClean="0">
                  <a:solidFill>
                    <a:srgbClr val="000066"/>
                  </a:solidFill>
                  <a:ea typeface="幼圆" pitchFamily="49" charset="-122"/>
                  <a:sym typeface="Symbol" panose="05050102010706020507" pitchFamily="18" charset="2"/>
                </a:rPr>
                <a:t></a:t>
              </a:r>
              <a:r>
                <a:rPr lang="en-US" altLang="zh-CN" sz="2000" b="1" baseline="-25000" dirty="0" smtClean="0">
                  <a:solidFill>
                    <a:srgbClr val="000066"/>
                  </a:solidFill>
                  <a:ea typeface="幼圆" pitchFamily="49" charset="-122"/>
                  <a:sym typeface="Symbol" panose="05050102010706020507" pitchFamily="18" charset="2"/>
                </a:rPr>
                <a:t>n</a:t>
              </a:r>
              <a:r>
                <a:rPr lang="zh-CN" altLang="en-US" sz="2000" b="1" dirty="0" smtClean="0">
                  <a:solidFill>
                    <a:srgbClr val="000066"/>
                  </a:solidFill>
                  <a:ea typeface="幼圆" pitchFamily="49" charset="-122"/>
                </a:rPr>
                <a:t>无法</a:t>
              </a:r>
              <a:r>
                <a:rPr lang="zh-CN" altLang="en-US" sz="2000" b="1" dirty="0">
                  <a:solidFill>
                    <a:srgbClr val="000066"/>
                  </a:solidFill>
                  <a:ea typeface="幼圆" pitchFamily="49" charset="-122"/>
                </a:rPr>
                <a:t>确定，积分无法直接求得</a:t>
              </a:r>
            </a:p>
          </p:txBody>
        </p:sp>
        <p:sp>
          <p:nvSpPr>
            <p:cNvPr id="11" name="任意多边形 10"/>
            <p:cNvSpPr/>
            <p:nvPr/>
          </p:nvSpPr>
          <p:spPr bwMode="auto">
            <a:xfrm>
              <a:off x="3236595" y="3423286"/>
              <a:ext cx="383177" cy="383177"/>
            </a:xfrm>
            <a:custGeom>
              <a:avLst/>
              <a:gdLst>
                <a:gd name="connsiteX0" fmla="*/ 0 w 383177"/>
                <a:gd name="connsiteY0" fmla="*/ 0 h 383177"/>
                <a:gd name="connsiteX1" fmla="*/ 0 w 383177"/>
                <a:gd name="connsiteY1" fmla="*/ 383177 h 383177"/>
                <a:gd name="connsiteX2" fmla="*/ 383177 w 383177"/>
                <a:gd name="connsiteY2" fmla="*/ 383177 h 383177"/>
              </a:gdLst>
              <a:ahLst/>
              <a:cxnLst>
                <a:cxn ang="0">
                  <a:pos x="connsiteX0" y="connsiteY0"/>
                </a:cxn>
                <a:cxn ang="0">
                  <a:pos x="connsiteX1" y="connsiteY1"/>
                </a:cxn>
                <a:cxn ang="0">
                  <a:pos x="connsiteX2" y="connsiteY2"/>
                </a:cxn>
              </a:cxnLst>
              <a:rect l="l" t="t" r="r" b="b"/>
              <a:pathLst>
                <a:path w="383177" h="383177">
                  <a:moveTo>
                    <a:pt x="0" y="0"/>
                  </a:moveTo>
                  <a:lnTo>
                    <a:pt x="0" y="383177"/>
                  </a:lnTo>
                  <a:lnTo>
                    <a:pt x="383177" y="383177"/>
                  </a:lnTo>
                </a:path>
              </a:pathLst>
            </a:custGeom>
            <a:noFill/>
            <a:ln w="19050" cap="flat" cmpd="sng" algn="ctr">
              <a:solidFill>
                <a:srgbClr val="C00000"/>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grpSp>
      <p:sp>
        <p:nvSpPr>
          <p:cNvPr id="82" name="Text Box 46"/>
          <p:cNvSpPr txBox="1">
            <a:spLocks noChangeArrowheads="1"/>
          </p:cNvSpPr>
          <p:nvPr/>
        </p:nvSpPr>
        <p:spPr bwMode="auto">
          <a:xfrm>
            <a:off x="315913" y="4110419"/>
            <a:ext cx="821196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442913" indent="-358775" eaLnBrk="1" hangingPunct="1">
              <a:lnSpc>
                <a:spcPct val="100000"/>
              </a:lnSpc>
              <a:spcBef>
                <a:spcPct val="0"/>
              </a:spcBef>
              <a:spcAft>
                <a:spcPct val="0"/>
              </a:spcAft>
              <a:buSzPct val="130000"/>
              <a:buFont typeface="Wingdings" panose="05000000000000000000" pitchFamily="2" charset="2"/>
              <a:buChar char="F"/>
            </a:pPr>
            <a:r>
              <a:rPr lang="zh-CN" altLang="en-US" sz="2400" b="1" dirty="0">
                <a:solidFill>
                  <a:srgbClr val="A50021"/>
                </a:solidFill>
                <a:latin typeface="黑体" panose="02010609060101010101" pitchFamily="49" charset="-122"/>
                <a:ea typeface="黑体" panose="02010609060101010101" pitchFamily="49" charset="-122"/>
              </a:rPr>
              <a:t>安全系数</a:t>
            </a:r>
            <a:r>
              <a:rPr lang="en-US" altLang="zh-CN" sz="2400" b="1" dirty="0" smtClean="0">
                <a:solidFill>
                  <a:srgbClr val="000066"/>
                </a:solidFill>
                <a:ea typeface="幼圆" panose="02010509060101010101" pitchFamily="49" charset="-122"/>
                <a:cs typeface="Times New Roman" panose="02020603050405020304" pitchFamily="18" charset="0"/>
              </a:rPr>
              <a:t>: </a:t>
            </a:r>
            <a:r>
              <a:rPr lang="zh-CN" altLang="en-US" sz="2000" b="1" dirty="0" smtClean="0">
                <a:solidFill>
                  <a:srgbClr val="000066"/>
                </a:solidFill>
                <a:ea typeface="幼圆" pitchFamily="49" charset="-122"/>
                <a:sym typeface="Symbol" panose="05050102010706020507" pitchFamily="18" charset="2"/>
              </a:rPr>
              <a:t>仅适用于饱和</a:t>
            </a:r>
            <a:r>
              <a:rPr lang="zh-CN" altLang="en-US" sz="2000" b="1" dirty="0">
                <a:solidFill>
                  <a:srgbClr val="000066"/>
                </a:solidFill>
                <a:ea typeface="幼圆" pitchFamily="49" charset="-122"/>
                <a:sym typeface="Symbol" panose="05050102010706020507" pitchFamily="18" charset="2"/>
              </a:rPr>
              <a:t>黏土不排水强度（</a:t>
            </a:r>
            <a:r>
              <a:rPr lang="zh-CN" altLang="en-US" sz="2000" b="1" i="1" dirty="0">
                <a:solidFill>
                  <a:srgbClr val="000066"/>
                </a:solidFill>
                <a:ea typeface="幼圆" pitchFamily="49" charset="-122"/>
                <a:sym typeface="Symbol" panose="05050102010706020507" pitchFamily="18" charset="2"/>
              </a:rPr>
              <a:t></a:t>
            </a:r>
            <a:r>
              <a:rPr lang="en-US" altLang="zh-CN" sz="2000" b="1" baseline="-25000" dirty="0">
                <a:solidFill>
                  <a:srgbClr val="000066"/>
                </a:solidFill>
                <a:ea typeface="幼圆" pitchFamily="49" charset="-122"/>
                <a:sym typeface="Symbol" panose="05050102010706020507" pitchFamily="18" charset="2"/>
              </a:rPr>
              <a:t>u</a:t>
            </a:r>
            <a:r>
              <a:rPr lang="en-US" altLang="zh-CN" sz="2000" b="1" dirty="0">
                <a:solidFill>
                  <a:srgbClr val="000066"/>
                </a:solidFill>
                <a:ea typeface="幼圆" pitchFamily="49" charset="-122"/>
                <a:sym typeface="Symbol" panose="05050102010706020507" pitchFamily="18" charset="2"/>
              </a:rPr>
              <a:t>=0</a:t>
            </a:r>
            <a:r>
              <a:rPr lang="zh-CN" altLang="en-US" sz="2000" b="1" dirty="0">
                <a:solidFill>
                  <a:srgbClr val="000066"/>
                </a:solidFill>
                <a:ea typeface="幼圆" pitchFamily="49" charset="-122"/>
                <a:sym typeface="Symbol" panose="05050102010706020507" pitchFamily="18" charset="2"/>
              </a:rPr>
              <a:t>，</a:t>
            </a:r>
            <a:r>
              <a:rPr lang="en-US" altLang="zh-CN" sz="2000" b="1" i="1" dirty="0">
                <a:solidFill>
                  <a:srgbClr val="000066"/>
                </a:solidFill>
                <a:ea typeface="幼圆" pitchFamily="49" charset="-122"/>
                <a:sym typeface="Symbol" panose="05050102010706020507" pitchFamily="18" charset="2"/>
              </a:rPr>
              <a:t>c</a:t>
            </a:r>
            <a:r>
              <a:rPr lang="en-US" altLang="zh-CN" sz="2000" b="1" dirty="0">
                <a:solidFill>
                  <a:srgbClr val="000066"/>
                </a:solidFill>
                <a:ea typeface="幼圆" pitchFamily="49" charset="-122"/>
                <a:sym typeface="Symbol" panose="05050102010706020507" pitchFamily="18" charset="2"/>
              </a:rPr>
              <a:t>=</a:t>
            </a:r>
            <a:r>
              <a:rPr lang="en-US" altLang="zh-CN" sz="2000" b="1" i="1" dirty="0">
                <a:solidFill>
                  <a:srgbClr val="000066"/>
                </a:solidFill>
                <a:ea typeface="幼圆" pitchFamily="49" charset="-122"/>
                <a:sym typeface="Symbol" panose="05050102010706020507" pitchFamily="18" charset="2"/>
              </a:rPr>
              <a:t>c</a:t>
            </a:r>
            <a:r>
              <a:rPr lang="en-US" altLang="zh-CN" sz="2000" b="1" baseline="-25000" dirty="0">
                <a:solidFill>
                  <a:srgbClr val="000066"/>
                </a:solidFill>
                <a:ea typeface="幼圆" pitchFamily="49" charset="-122"/>
                <a:sym typeface="Symbol" panose="05050102010706020507" pitchFamily="18" charset="2"/>
              </a:rPr>
              <a:t>u</a:t>
            </a:r>
            <a:r>
              <a:rPr lang="zh-CN" altLang="en-US" sz="2000" b="1" dirty="0">
                <a:solidFill>
                  <a:srgbClr val="000066"/>
                </a:solidFill>
                <a:ea typeface="幼圆" pitchFamily="49" charset="-122"/>
                <a:sym typeface="Symbol" panose="05050102010706020507" pitchFamily="18" charset="2"/>
              </a:rPr>
              <a:t>）的</a:t>
            </a:r>
            <a:r>
              <a:rPr lang="zh-CN" altLang="en-US" sz="2000" b="1" dirty="0" smtClean="0">
                <a:solidFill>
                  <a:srgbClr val="000066"/>
                </a:solidFill>
                <a:ea typeface="幼圆" pitchFamily="49" charset="-122"/>
                <a:sym typeface="Symbol" panose="05050102010706020507" pitchFamily="18" charset="2"/>
              </a:rPr>
              <a:t>分析</a:t>
            </a:r>
            <a:endParaRPr lang="zh-CN" altLang="en-US" sz="2000" b="1" dirty="0">
              <a:solidFill>
                <a:srgbClr val="000066"/>
              </a:solidFill>
              <a:ea typeface="幼圆" pitchFamily="49" charset="-122"/>
            </a:endParaRPr>
          </a:p>
        </p:txBody>
      </p:sp>
      <p:graphicFrame>
        <p:nvGraphicFramePr>
          <p:cNvPr id="83" name="Object 2"/>
          <p:cNvGraphicFramePr>
            <a:graphicFrameLocks noChangeAspect="1"/>
          </p:cNvGraphicFramePr>
          <p:nvPr>
            <p:extLst>
              <p:ext uri="{D42A27DB-BD31-4B8C-83A1-F6EECF244321}">
                <p14:modId xmlns:p14="http://schemas.microsoft.com/office/powerpoint/2010/main" val="3023169320"/>
              </p:ext>
            </p:extLst>
          </p:nvPr>
        </p:nvGraphicFramePr>
        <p:xfrm>
          <a:off x="1374775" y="4614863"/>
          <a:ext cx="3760788" cy="842962"/>
        </p:xfrm>
        <a:graphic>
          <a:graphicData uri="http://schemas.openxmlformats.org/presentationml/2006/ole">
            <mc:AlternateContent xmlns:mc="http://schemas.openxmlformats.org/markup-compatibility/2006">
              <mc:Choice xmlns:v="urn:schemas-microsoft-com:vml" Requires="v">
                <p:oleObj spid="_x0000_s1763108" name="Equation" r:id="rId8" imgW="2145960" imgH="482400" progId="Equation.DSMT4">
                  <p:embed/>
                </p:oleObj>
              </mc:Choice>
              <mc:Fallback>
                <p:oleObj name="Equation" r:id="rId8" imgW="2145960" imgH="482400" progId="Equation.DSMT4">
                  <p:embed/>
                  <p:pic>
                    <p:nvPicPr>
                      <p:cNvPr id="809986" name="Object 2"/>
                      <p:cNvPicPr>
                        <a:picLocks noChangeAspect="1" noChangeArrowheads="1"/>
                      </p:cNvPicPr>
                      <p:nvPr/>
                    </p:nvPicPr>
                    <p:blipFill>
                      <a:blip r:embed="rId9"/>
                      <a:srcRect/>
                      <a:stretch>
                        <a:fillRect/>
                      </a:stretch>
                    </p:blipFill>
                    <p:spPr bwMode="auto">
                      <a:xfrm>
                        <a:off x="1374775" y="4614863"/>
                        <a:ext cx="3760788" cy="842962"/>
                      </a:xfrm>
                      <a:prstGeom prst="rect">
                        <a:avLst/>
                      </a:prstGeom>
                      <a:noFill/>
                      <a:ln>
                        <a:noFill/>
                      </a:ln>
                      <a:effectLst/>
                      <a:extLst/>
                    </p:spPr>
                  </p:pic>
                </p:oleObj>
              </mc:Fallback>
            </mc:AlternateContent>
          </a:graphicData>
        </a:graphic>
      </p:graphicFrame>
      <p:grpSp>
        <p:nvGrpSpPr>
          <p:cNvPr id="56" name="组合 55"/>
          <p:cNvGrpSpPr/>
          <p:nvPr/>
        </p:nvGrpSpPr>
        <p:grpSpPr>
          <a:xfrm>
            <a:off x="7424752" y="2249382"/>
            <a:ext cx="940468" cy="782798"/>
            <a:chOff x="7487644" y="3253722"/>
            <a:chExt cx="940468" cy="782798"/>
          </a:xfrm>
        </p:grpSpPr>
        <p:cxnSp>
          <p:nvCxnSpPr>
            <p:cNvPr id="59" name="直接箭头连接符 58"/>
            <p:cNvCxnSpPr/>
            <p:nvPr/>
          </p:nvCxnSpPr>
          <p:spPr bwMode="auto">
            <a:xfrm flipH="1" flipV="1">
              <a:off x="7569740" y="3813839"/>
              <a:ext cx="205537" cy="170484"/>
            </a:xfrm>
            <a:prstGeom prst="straightConnector1">
              <a:avLst/>
            </a:prstGeom>
            <a:noFill/>
            <a:ln w="9525" cap="flat" cmpd="sng" algn="ctr">
              <a:solidFill>
                <a:srgbClr val="000066"/>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4" name="Text Box 75"/>
            <p:cNvSpPr txBox="1">
              <a:spLocks noChangeArrowheads="1"/>
            </p:cNvSpPr>
            <p:nvPr/>
          </p:nvSpPr>
          <p:spPr bwMode="auto">
            <a:xfrm>
              <a:off x="7989044" y="3417144"/>
              <a:ext cx="439068" cy="412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2000" b="1" i="1" dirty="0" smtClean="0">
                  <a:solidFill>
                    <a:srgbClr val="000066"/>
                  </a:solidFill>
                  <a:latin typeface="Times New Roman" panose="02020603050405020304" pitchFamily="18" charset="0"/>
                  <a:sym typeface="Symbol" panose="05050102010706020507" pitchFamily="18" charset="2"/>
                </a:rPr>
                <a:t></a:t>
              </a:r>
              <a:r>
                <a:rPr kumimoji="1" lang="en-US" altLang="zh-CN" sz="2000" b="1" baseline="-25000" dirty="0" smtClean="0">
                  <a:solidFill>
                    <a:srgbClr val="000066"/>
                  </a:solidFill>
                  <a:latin typeface="Times New Roman" panose="02020603050405020304" pitchFamily="18" charset="0"/>
                  <a:sym typeface="Symbol" panose="05050102010706020507" pitchFamily="18" charset="2"/>
                </a:rPr>
                <a:t>n</a:t>
              </a:r>
              <a:endParaRPr kumimoji="1" lang="en-US" altLang="zh-CN" sz="2000" b="1" baseline="-25000" dirty="0">
                <a:solidFill>
                  <a:srgbClr val="000066"/>
                </a:solidFill>
                <a:latin typeface="Times New Roman" panose="02020603050405020304" pitchFamily="18" charset="0"/>
                <a:sym typeface="Symbol" panose="05050102010706020507" pitchFamily="18" charset="2"/>
              </a:endParaRPr>
            </a:p>
          </p:txBody>
        </p:sp>
        <p:cxnSp>
          <p:nvCxnSpPr>
            <p:cNvPr id="79" name="直接箭头连接符 78"/>
            <p:cNvCxnSpPr/>
            <p:nvPr/>
          </p:nvCxnSpPr>
          <p:spPr bwMode="auto">
            <a:xfrm flipH="1" flipV="1">
              <a:off x="7656340" y="3718920"/>
              <a:ext cx="203417" cy="156503"/>
            </a:xfrm>
            <a:prstGeom prst="straightConnector1">
              <a:avLst/>
            </a:prstGeom>
            <a:noFill/>
            <a:ln w="9525" cap="flat" cmpd="sng" algn="ctr">
              <a:solidFill>
                <a:srgbClr val="000066"/>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0" name="直接箭头连接符 79"/>
            <p:cNvCxnSpPr/>
            <p:nvPr/>
          </p:nvCxnSpPr>
          <p:spPr bwMode="auto">
            <a:xfrm flipH="1" flipV="1">
              <a:off x="7733864" y="3624002"/>
              <a:ext cx="203039" cy="131165"/>
            </a:xfrm>
            <a:prstGeom prst="straightConnector1">
              <a:avLst/>
            </a:prstGeom>
            <a:noFill/>
            <a:ln w="9525" cap="flat" cmpd="sng" algn="ctr">
              <a:solidFill>
                <a:srgbClr val="000066"/>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1" name="直接箭头连接符 80"/>
            <p:cNvCxnSpPr/>
            <p:nvPr/>
          </p:nvCxnSpPr>
          <p:spPr bwMode="auto">
            <a:xfrm flipH="1" flipV="1">
              <a:off x="7806851" y="3517740"/>
              <a:ext cx="179969" cy="110364"/>
            </a:xfrm>
            <a:prstGeom prst="straightConnector1">
              <a:avLst/>
            </a:prstGeom>
            <a:noFill/>
            <a:ln w="9525" cap="flat" cmpd="sng" algn="ctr">
              <a:solidFill>
                <a:srgbClr val="000066"/>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4" name="直接箭头连接符 83"/>
            <p:cNvCxnSpPr/>
            <p:nvPr/>
          </p:nvCxnSpPr>
          <p:spPr bwMode="auto">
            <a:xfrm flipH="1" flipV="1">
              <a:off x="7875301" y="3411478"/>
              <a:ext cx="161437" cy="91832"/>
            </a:xfrm>
            <a:prstGeom prst="straightConnector1">
              <a:avLst/>
            </a:prstGeom>
            <a:noFill/>
            <a:ln w="9525" cap="flat" cmpd="sng" algn="ctr">
              <a:solidFill>
                <a:srgbClr val="000066"/>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5" name="任意多边形 84"/>
            <p:cNvSpPr/>
            <p:nvPr/>
          </p:nvSpPr>
          <p:spPr bwMode="auto">
            <a:xfrm>
              <a:off x="7487644" y="3253722"/>
              <a:ext cx="462873" cy="651198"/>
            </a:xfrm>
            <a:custGeom>
              <a:avLst/>
              <a:gdLst>
                <a:gd name="connsiteX0" fmla="*/ 0 w 462873"/>
                <a:gd name="connsiteY0" fmla="*/ 651198 h 651198"/>
                <a:gd name="connsiteX1" fmla="*/ 93028 w 462873"/>
                <a:gd name="connsiteY1" fmla="*/ 546824 h 651198"/>
                <a:gd name="connsiteX2" fmla="*/ 233705 w 462873"/>
                <a:gd name="connsiteY2" fmla="*/ 372113 h 651198"/>
                <a:gd name="connsiteX3" fmla="*/ 308582 w 462873"/>
                <a:gd name="connsiteY3" fmla="*/ 263202 h 651198"/>
                <a:gd name="connsiteX4" fmla="*/ 401610 w 462873"/>
                <a:gd name="connsiteY4" fmla="*/ 115718 h 651198"/>
                <a:gd name="connsiteX5" fmla="*/ 462873 w 462873"/>
                <a:gd name="connsiteY5" fmla="*/ 0 h 6511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2873" h="651198">
                  <a:moveTo>
                    <a:pt x="0" y="651198"/>
                  </a:moveTo>
                  <a:cubicBezTo>
                    <a:pt x="27038" y="622268"/>
                    <a:pt x="54077" y="593338"/>
                    <a:pt x="93028" y="546824"/>
                  </a:cubicBezTo>
                  <a:cubicBezTo>
                    <a:pt x="131979" y="500310"/>
                    <a:pt x="197779" y="419383"/>
                    <a:pt x="233705" y="372113"/>
                  </a:cubicBezTo>
                  <a:cubicBezTo>
                    <a:pt x="269631" y="324843"/>
                    <a:pt x="280598" y="305935"/>
                    <a:pt x="308582" y="263202"/>
                  </a:cubicBezTo>
                  <a:cubicBezTo>
                    <a:pt x="336566" y="220469"/>
                    <a:pt x="375895" y="159585"/>
                    <a:pt x="401610" y="115718"/>
                  </a:cubicBezTo>
                  <a:cubicBezTo>
                    <a:pt x="427325" y="71851"/>
                    <a:pt x="445099" y="35925"/>
                    <a:pt x="462873" y="0"/>
                  </a:cubicBezTo>
                </a:path>
              </a:pathLst>
            </a:custGeom>
            <a:noFill/>
            <a:ln w="12700" cap="flat" cmpd="sng" algn="ctr">
              <a:solidFill>
                <a:schemeClr val="tx1"/>
              </a:solidFill>
              <a:prstDash val="sysDot"/>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86" name="任意多边形 85"/>
            <p:cNvSpPr/>
            <p:nvPr/>
          </p:nvSpPr>
          <p:spPr bwMode="auto">
            <a:xfrm>
              <a:off x="7710004" y="3385323"/>
              <a:ext cx="338079" cy="651197"/>
            </a:xfrm>
            <a:custGeom>
              <a:avLst/>
              <a:gdLst>
                <a:gd name="connsiteX0" fmla="*/ 0 w 329003"/>
                <a:gd name="connsiteY0" fmla="*/ 664811 h 664811"/>
                <a:gd name="connsiteX1" fmla="*/ 58994 w 329003"/>
                <a:gd name="connsiteY1" fmla="*/ 587666 h 664811"/>
                <a:gd name="connsiteX2" fmla="*/ 142946 w 329003"/>
                <a:gd name="connsiteY2" fmla="*/ 487831 h 664811"/>
                <a:gd name="connsiteX3" fmla="*/ 213285 w 329003"/>
                <a:gd name="connsiteY3" fmla="*/ 369844 h 664811"/>
                <a:gd name="connsiteX4" fmla="*/ 272278 w 329003"/>
                <a:gd name="connsiteY4" fmla="*/ 235974 h 664811"/>
                <a:gd name="connsiteX5" fmla="*/ 315389 w 329003"/>
                <a:gd name="connsiteY5" fmla="*/ 108911 h 664811"/>
                <a:gd name="connsiteX6" fmla="*/ 329003 w 329003"/>
                <a:gd name="connsiteY6" fmla="*/ 0 h 664811"/>
                <a:gd name="connsiteX0" fmla="*/ 0 w 338079"/>
                <a:gd name="connsiteY0" fmla="*/ 651197 h 651197"/>
                <a:gd name="connsiteX1" fmla="*/ 68070 w 338079"/>
                <a:gd name="connsiteY1" fmla="*/ 587666 h 651197"/>
                <a:gd name="connsiteX2" fmla="*/ 152022 w 338079"/>
                <a:gd name="connsiteY2" fmla="*/ 487831 h 651197"/>
                <a:gd name="connsiteX3" fmla="*/ 222361 w 338079"/>
                <a:gd name="connsiteY3" fmla="*/ 369844 h 651197"/>
                <a:gd name="connsiteX4" fmla="*/ 281354 w 338079"/>
                <a:gd name="connsiteY4" fmla="*/ 235974 h 651197"/>
                <a:gd name="connsiteX5" fmla="*/ 324465 w 338079"/>
                <a:gd name="connsiteY5" fmla="*/ 108911 h 651197"/>
                <a:gd name="connsiteX6" fmla="*/ 338079 w 338079"/>
                <a:gd name="connsiteY6" fmla="*/ 0 h 651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8079" h="651197">
                  <a:moveTo>
                    <a:pt x="0" y="651197"/>
                  </a:moveTo>
                  <a:cubicBezTo>
                    <a:pt x="17585" y="627373"/>
                    <a:pt x="42733" y="614894"/>
                    <a:pt x="68070" y="587666"/>
                  </a:cubicBezTo>
                  <a:cubicBezTo>
                    <a:pt x="93407" y="560438"/>
                    <a:pt x="126307" y="524135"/>
                    <a:pt x="152022" y="487831"/>
                  </a:cubicBezTo>
                  <a:cubicBezTo>
                    <a:pt x="177737" y="451527"/>
                    <a:pt x="200806" y="411820"/>
                    <a:pt x="222361" y="369844"/>
                  </a:cubicBezTo>
                  <a:cubicBezTo>
                    <a:pt x="243916" y="327868"/>
                    <a:pt x="264337" y="279463"/>
                    <a:pt x="281354" y="235974"/>
                  </a:cubicBezTo>
                  <a:cubicBezTo>
                    <a:pt x="298371" y="192485"/>
                    <a:pt x="315011" y="148240"/>
                    <a:pt x="324465" y="108911"/>
                  </a:cubicBezTo>
                  <a:cubicBezTo>
                    <a:pt x="333919" y="69582"/>
                    <a:pt x="335999" y="34791"/>
                    <a:pt x="338079" y="0"/>
                  </a:cubicBezTo>
                </a:path>
              </a:pathLst>
            </a:cu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grpSp>
      <p:sp>
        <p:nvSpPr>
          <p:cNvPr id="87" name="Text Box 7"/>
          <p:cNvSpPr txBox="1">
            <a:spLocks noChangeArrowheads="1"/>
          </p:cNvSpPr>
          <p:nvPr/>
        </p:nvSpPr>
        <p:spPr bwMode="auto">
          <a:xfrm>
            <a:off x="0" y="0"/>
            <a:ext cx="5420412"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1800" b="1" kern="900" spc="130" dirty="0" smtClean="0">
                <a:solidFill>
                  <a:srgbClr val="000066"/>
                </a:solidFill>
                <a:ea typeface="黑体" panose="02010609060101010101" pitchFamily="49" charset="-122"/>
                <a:cs typeface="Times New Roman" panose="02020603050405020304" pitchFamily="18" charset="0"/>
              </a:rPr>
              <a:t>§7.3  </a:t>
            </a:r>
            <a:r>
              <a:rPr lang="zh-CN" altLang="en-US" sz="1800" b="1" kern="900" spc="130" dirty="0" smtClean="0">
                <a:solidFill>
                  <a:srgbClr val="000066"/>
                </a:solidFill>
                <a:ea typeface="黑体" panose="02010609060101010101" pitchFamily="49" charset="-122"/>
                <a:cs typeface="Times New Roman" panose="02020603050405020304" pitchFamily="18" charset="0"/>
              </a:rPr>
              <a:t>黏性</a:t>
            </a:r>
            <a:r>
              <a:rPr lang="zh-CN" altLang="en-US" sz="1800" b="1" kern="900" spc="130" dirty="0">
                <a:solidFill>
                  <a:srgbClr val="000066"/>
                </a:solidFill>
                <a:ea typeface="黑体" panose="02010609060101010101" pitchFamily="49" charset="-122"/>
                <a:cs typeface="Times New Roman" panose="02020603050405020304" pitchFamily="18" charset="0"/>
              </a:rPr>
              <a:t>土坡的稳定</a:t>
            </a:r>
            <a:r>
              <a:rPr lang="zh-CN" altLang="en-US" sz="1800" b="1" kern="900" spc="130" dirty="0" smtClean="0">
                <a:solidFill>
                  <a:srgbClr val="000066"/>
                </a:solidFill>
                <a:ea typeface="黑体" panose="02010609060101010101" pitchFamily="49" charset="-122"/>
                <a:cs typeface="Times New Roman" panose="02020603050405020304" pitchFamily="18" charset="0"/>
              </a:rPr>
              <a:t>分析 </a:t>
            </a:r>
            <a:r>
              <a:rPr lang="en-US" altLang="zh-CN" sz="1800" b="1" kern="900" spc="130" dirty="0" smtClean="0">
                <a:solidFill>
                  <a:srgbClr val="000066"/>
                </a:solidFill>
                <a:ea typeface="黑体" panose="02010609060101010101" pitchFamily="49" charset="-122"/>
                <a:cs typeface="Times New Roman" panose="02020603050405020304" pitchFamily="18" charset="0"/>
              </a:rPr>
              <a:t>- </a:t>
            </a:r>
            <a:r>
              <a:rPr lang="zh-CN" altLang="en-US" sz="1800" b="1" kern="900" spc="130" dirty="0" smtClean="0">
                <a:solidFill>
                  <a:srgbClr val="000066"/>
                </a:solidFill>
                <a:ea typeface="黑体" panose="02010609060101010101" pitchFamily="49" charset="-122"/>
                <a:cs typeface="Times New Roman" panose="02020603050405020304" pitchFamily="18" charset="0"/>
              </a:rPr>
              <a:t>瑞典</a:t>
            </a:r>
            <a:r>
              <a:rPr lang="zh-CN" altLang="en-US" sz="1800" b="1" kern="900" spc="130" dirty="0">
                <a:solidFill>
                  <a:srgbClr val="000066"/>
                </a:solidFill>
                <a:ea typeface="黑体" panose="02010609060101010101" pitchFamily="49" charset="-122"/>
                <a:cs typeface="Times New Roman" panose="02020603050405020304" pitchFamily="18" charset="0"/>
              </a:rPr>
              <a:t>圆弧法</a:t>
            </a:r>
          </a:p>
        </p:txBody>
      </p:sp>
      <p:sp>
        <p:nvSpPr>
          <p:cNvPr id="63" name="Text Box 2"/>
          <p:cNvSpPr txBox="1">
            <a:spLocks noChangeArrowheads="1"/>
          </p:cNvSpPr>
          <p:nvPr/>
        </p:nvSpPr>
        <p:spPr bwMode="auto">
          <a:xfrm>
            <a:off x="2083325" y="5682288"/>
            <a:ext cx="580691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gn="ctr" eaLnBrk="1" hangingPunct="1">
              <a:lnSpc>
                <a:spcPct val="100000"/>
              </a:lnSpc>
              <a:spcBef>
                <a:spcPct val="0"/>
              </a:spcBef>
              <a:spcAft>
                <a:spcPct val="0"/>
              </a:spcAft>
            </a:pPr>
            <a:r>
              <a:rPr kumimoji="1" lang="zh-CN" altLang="en-US" sz="4000" b="1" dirty="0" smtClean="0">
                <a:solidFill>
                  <a:srgbClr val="000066"/>
                </a:solidFill>
                <a:latin typeface="黑体" pitchFamily="2" charset="-122"/>
                <a:ea typeface="黑体" pitchFamily="2" charset="-122"/>
              </a:rPr>
              <a:t>瑞典圆弧法</a:t>
            </a:r>
            <a:endParaRPr kumimoji="1" lang="en-US" altLang="zh-CN" sz="4000" b="1" dirty="0">
              <a:solidFill>
                <a:srgbClr val="000066"/>
              </a:solidFill>
              <a:latin typeface="黑体" pitchFamily="2" charset="-122"/>
              <a:ea typeface="黑体" pitchFamily="2" charset="-122"/>
            </a:endParaRPr>
          </a:p>
        </p:txBody>
      </p:sp>
    </p:spTree>
    <p:extLst>
      <p:ext uri="{BB962C8B-B14F-4D97-AF65-F5344CB8AC3E}">
        <p14:creationId xmlns:p14="http://schemas.microsoft.com/office/powerpoint/2010/main" val="783616761"/>
      </p:ext>
    </p:extLst>
  </p:cSld>
  <p:clrMapOvr>
    <a:masterClrMapping/>
  </p:clrMapOvr>
  <p:transition spd="med">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arn(inVertical)">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left)">
                                      <p:cBhvr>
                                        <p:cTn id="12" dur="500"/>
                                        <p:tgtEl>
                                          <p:spTgt spid="8"/>
                                        </p:tgtEl>
                                      </p:cBhvr>
                                    </p:animEffect>
                                  </p:childTnLst>
                                </p:cTn>
                              </p:par>
                            </p:childTnLst>
                          </p:cTn>
                        </p:par>
                        <p:par>
                          <p:cTn id="13" fill="hold">
                            <p:stCondLst>
                              <p:cond delay="500"/>
                            </p:stCondLst>
                            <p:childTnLst>
                              <p:par>
                                <p:cTn id="14" presetID="9" presetClass="entr" presetSubtype="0" fill="hold" nodeType="afterEffect">
                                  <p:stCondLst>
                                    <p:cond delay="0"/>
                                  </p:stCondLst>
                                  <p:childTnLst>
                                    <p:set>
                                      <p:cBhvr>
                                        <p:cTn id="15" dur="1" fill="hold">
                                          <p:stCondLst>
                                            <p:cond delay="0"/>
                                          </p:stCondLst>
                                        </p:cTn>
                                        <p:tgtEl>
                                          <p:spTgt spid="58"/>
                                        </p:tgtEl>
                                        <p:attrNameLst>
                                          <p:attrName>style.visibility</p:attrName>
                                        </p:attrNameLst>
                                      </p:cBhvr>
                                      <p:to>
                                        <p:strVal val="visible"/>
                                      </p:to>
                                    </p:set>
                                    <p:animEffect transition="in" filter="dissolve">
                                      <p:cBhvr>
                                        <p:cTn id="16" dur="500"/>
                                        <p:tgtEl>
                                          <p:spTgt spid="58"/>
                                        </p:tgtEl>
                                      </p:cBhvr>
                                    </p:animEffect>
                                  </p:childTnLst>
                                </p:cTn>
                              </p:par>
                            </p:childTnLst>
                          </p:cTn>
                        </p:par>
                        <p:par>
                          <p:cTn id="17" fill="hold">
                            <p:stCondLst>
                              <p:cond delay="1000"/>
                            </p:stCondLst>
                            <p:childTnLst>
                              <p:par>
                                <p:cTn id="18" presetID="22" presetClass="entr" presetSubtype="2" fill="hold" nodeType="afterEffect">
                                  <p:stCondLst>
                                    <p:cond delay="0"/>
                                  </p:stCondLst>
                                  <p:childTnLst>
                                    <p:set>
                                      <p:cBhvr>
                                        <p:cTn id="19" dur="1" fill="hold">
                                          <p:stCondLst>
                                            <p:cond delay="0"/>
                                          </p:stCondLst>
                                        </p:cTn>
                                        <p:tgtEl>
                                          <p:spTgt spid="2"/>
                                        </p:tgtEl>
                                        <p:attrNameLst>
                                          <p:attrName>style.visibility</p:attrName>
                                        </p:attrNameLst>
                                      </p:cBhvr>
                                      <p:to>
                                        <p:strVal val="visible"/>
                                      </p:to>
                                    </p:set>
                                    <p:animEffect transition="in" filter="wipe(right)">
                                      <p:cBhvr>
                                        <p:cTn id="20" dur="1000"/>
                                        <p:tgtEl>
                                          <p:spTgt spid="2"/>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60"/>
                                        </p:tgtEl>
                                        <p:attrNameLst>
                                          <p:attrName>style.visibility</p:attrName>
                                        </p:attrNameLst>
                                      </p:cBhvr>
                                      <p:to>
                                        <p:strVal val="visible"/>
                                      </p:to>
                                    </p:set>
                                    <p:animEffect transition="in" filter="wipe(left)">
                                      <p:cBhvr>
                                        <p:cTn id="25" dur="1000"/>
                                        <p:tgtEl>
                                          <p:spTgt spid="60"/>
                                        </p:tgtEl>
                                      </p:cBhvr>
                                    </p:animEffect>
                                  </p:childTnLst>
                                </p:cTn>
                              </p:par>
                            </p:childTnLst>
                          </p:cTn>
                        </p:par>
                        <p:par>
                          <p:cTn id="26" fill="hold">
                            <p:stCondLst>
                              <p:cond delay="1000"/>
                            </p:stCondLst>
                            <p:childTnLst>
                              <p:par>
                                <p:cTn id="27" presetID="22" presetClass="entr" presetSubtype="8" fill="hold" nodeType="after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wipe(left)">
                                      <p:cBhvr>
                                        <p:cTn id="29" dur="1000"/>
                                        <p:tgtEl>
                                          <p:spTgt spid="12"/>
                                        </p:tgtEl>
                                      </p:cBhvr>
                                    </p:animEffect>
                                  </p:childTnLst>
                                </p:cTn>
                              </p:par>
                            </p:childTnLst>
                          </p:cTn>
                        </p:par>
                        <p:par>
                          <p:cTn id="30" fill="hold">
                            <p:stCondLst>
                              <p:cond delay="2000"/>
                            </p:stCondLst>
                            <p:childTnLst>
                              <p:par>
                                <p:cTn id="31" presetID="16" presetClass="entr" presetSubtype="21" fill="hold" nodeType="after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barn(inVertical)">
                                      <p:cBhvr>
                                        <p:cTn id="33" dur="500"/>
                                        <p:tgtEl>
                                          <p:spTgt spid="13"/>
                                        </p:tgtEl>
                                      </p:cBhvr>
                                    </p:animEffect>
                                  </p:childTnLst>
                                </p:cTn>
                              </p:par>
                            </p:childTnLst>
                          </p:cTn>
                        </p:par>
                        <p:par>
                          <p:cTn id="34" fill="hold">
                            <p:stCondLst>
                              <p:cond delay="2500"/>
                            </p:stCondLst>
                            <p:childTnLst>
                              <p:par>
                                <p:cTn id="35" presetID="9" presetClass="entr" presetSubtype="0" fill="hold" nodeType="afterEffect">
                                  <p:stCondLst>
                                    <p:cond delay="0"/>
                                  </p:stCondLst>
                                  <p:childTnLst>
                                    <p:set>
                                      <p:cBhvr>
                                        <p:cTn id="36" dur="1" fill="hold">
                                          <p:stCondLst>
                                            <p:cond delay="0"/>
                                          </p:stCondLst>
                                        </p:cTn>
                                        <p:tgtEl>
                                          <p:spTgt spid="62"/>
                                        </p:tgtEl>
                                        <p:attrNameLst>
                                          <p:attrName>style.visibility</p:attrName>
                                        </p:attrNameLst>
                                      </p:cBhvr>
                                      <p:to>
                                        <p:strVal val="visible"/>
                                      </p:to>
                                    </p:set>
                                    <p:animEffect transition="in" filter="dissolve">
                                      <p:cBhvr>
                                        <p:cTn id="37" dur="500"/>
                                        <p:tgtEl>
                                          <p:spTgt spid="62"/>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repeatCount="4000" fill="hold" grpId="0" nodeType="clickEffect">
                                  <p:stCondLst>
                                    <p:cond delay="0"/>
                                  </p:stCondLst>
                                  <p:childTnLst>
                                    <p:set>
                                      <p:cBhvr>
                                        <p:cTn id="41" dur="1" fill="hold">
                                          <p:stCondLst>
                                            <p:cond delay="0"/>
                                          </p:stCondLst>
                                        </p:cTn>
                                        <p:tgtEl>
                                          <p:spTgt spid="10"/>
                                        </p:tgtEl>
                                        <p:attrNameLst>
                                          <p:attrName>style.visibility</p:attrName>
                                        </p:attrNameLst>
                                      </p:cBhvr>
                                      <p:to>
                                        <p:strVal val="visible"/>
                                      </p:to>
                                    </p:set>
                                    <p:animEffect transition="in" filter="wipe(left)">
                                      <p:cBhvr>
                                        <p:cTn id="42" dur="500"/>
                                        <p:tgtEl>
                                          <p:spTgt spid="10"/>
                                        </p:tgtEl>
                                      </p:cBhvr>
                                    </p:animEffect>
                                  </p:childTnLst>
                                </p:cTn>
                              </p:par>
                            </p:childTnLst>
                          </p:cTn>
                        </p:par>
                        <p:par>
                          <p:cTn id="43" fill="hold">
                            <p:stCondLst>
                              <p:cond delay="2000"/>
                            </p:stCondLst>
                            <p:childTnLst>
                              <p:par>
                                <p:cTn id="44" presetID="22" presetClass="entr" presetSubtype="4" fill="hold" nodeType="afterEffect">
                                  <p:stCondLst>
                                    <p:cond delay="0"/>
                                  </p:stCondLst>
                                  <p:childTnLst>
                                    <p:set>
                                      <p:cBhvr>
                                        <p:cTn id="45" dur="1" fill="hold">
                                          <p:stCondLst>
                                            <p:cond delay="0"/>
                                          </p:stCondLst>
                                        </p:cTn>
                                        <p:tgtEl>
                                          <p:spTgt spid="56"/>
                                        </p:tgtEl>
                                        <p:attrNameLst>
                                          <p:attrName>style.visibility</p:attrName>
                                        </p:attrNameLst>
                                      </p:cBhvr>
                                      <p:to>
                                        <p:strVal val="visible"/>
                                      </p:to>
                                    </p:set>
                                    <p:animEffect transition="in" filter="wipe(down)">
                                      <p:cBhvr>
                                        <p:cTn id="46" dur="500"/>
                                        <p:tgtEl>
                                          <p:spTgt spid="56"/>
                                        </p:tgtEl>
                                      </p:cBhvr>
                                    </p:animEffect>
                                  </p:childTnLst>
                                </p:cTn>
                              </p:par>
                            </p:childTnLst>
                          </p:cTn>
                        </p:par>
                        <p:par>
                          <p:cTn id="47" fill="hold">
                            <p:stCondLst>
                              <p:cond delay="2500"/>
                            </p:stCondLst>
                            <p:childTnLst>
                              <p:par>
                                <p:cTn id="48" presetID="22" presetClass="entr" presetSubtype="8" fill="hold" nodeType="afterEffect">
                                  <p:stCondLst>
                                    <p:cond delay="0"/>
                                  </p:stCondLst>
                                  <p:childTnLst>
                                    <p:set>
                                      <p:cBhvr>
                                        <p:cTn id="49" dur="1" fill="hold">
                                          <p:stCondLst>
                                            <p:cond delay="0"/>
                                          </p:stCondLst>
                                        </p:cTn>
                                        <p:tgtEl>
                                          <p:spTgt spid="14"/>
                                        </p:tgtEl>
                                        <p:attrNameLst>
                                          <p:attrName>style.visibility</p:attrName>
                                        </p:attrNameLst>
                                      </p:cBhvr>
                                      <p:to>
                                        <p:strVal val="visible"/>
                                      </p:to>
                                    </p:set>
                                    <p:animEffect transition="in" filter="wipe(left)">
                                      <p:cBhvr>
                                        <p:cTn id="50" dur="1000"/>
                                        <p:tgtEl>
                                          <p:spTgt spid="14"/>
                                        </p:tgtEl>
                                      </p:cBhvr>
                                    </p:animEffect>
                                  </p:childTnLst>
                                </p:cTn>
                              </p:par>
                            </p:childTnLst>
                          </p:cTn>
                        </p:par>
                      </p:childTnLst>
                    </p:cTn>
                  </p:par>
                  <p:par>
                    <p:cTn id="51" fill="hold">
                      <p:stCondLst>
                        <p:cond delay="indefinite"/>
                      </p:stCondLst>
                      <p:childTnLst>
                        <p:par>
                          <p:cTn id="52" fill="hold">
                            <p:stCondLst>
                              <p:cond delay="0"/>
                            </p:stCondLst>
                            <p:childTnLst>
                              <p:par>
                                <p:cTn id="53" presetID="31" presetClass="entr" presetSubtype="0" fill="hold" grpId="0" nodeType="clickEffect">
                                  <p:stCondLst>
                                    <p:cond delay="0"/>
                                  </p:stCondLst>
                                  <p:childTnLst>
                                    <p:set>
                                      <p:cBhvr>
                                        <p:cTn id="54" dur="1" fill="hold">
                                          <p:stCondLst>
                                            <p:cond delay="0"/>
                                          </p:stCondLst>
                                        </p:cTn>
                                        <p:tgtEl>
                                          <p:spTgt spid="82"/>
                                        </p:tgtEl>
                                        <p:attrNameLst>
                                          <p:attrName>style.visibility</p:attrName>
                                        </p:attrNameLst>
                                      </p:cBhvr>
                                      <p:to>
                                        <p:strVal val="visible"/>
                                      </p:to>
                                    </p:set>
                                    <p:anim calcmode="lin" valueType="num">
                                      <p:cBhvr>
                                        <p:cTn id="55" dur="1000" fill="hold"/>
                                        <p:tgtEl>
                                          <p:spTgt spid="82"/>
                                        </p:tgtEl>
                                        <p:attrNameLst>
                                          <p:attrName>ppt_w</p:attrName>
                                        </p:attrNameLst>
                                      </p:cBhvr>
                                      <p:tavLst>
                                        <p:tav tm="0">
                                          <p:val>
                                            <p:fltVal val="0"/>
                                          </p:val>
                                        </p:tav>
                                        <p:tav tm="100000">
                                          <p:val>
                                            <p:strVal val="#ppt_w"/>
                                          </p:val>
                                        </p:tav>
                                      </p:tavLst>
                                    </p:anim>
                                    <p:anim calcmode="lin" valueType="num">
                                      <p:cBhvr>
                                        <p:cTn id="56" dur="1000" fill="hold"/>
                                        <p:tgtEl>
                                          <p:spTgt spid="82"/>
                                        </p:tgtEl>
                                        <p:attrNameLst>
                                          <p:attrName>ppt_h</p:attrName>
                                        </p:attrNameLst>
                                      </p:cBhvr>
                                      <p:tavLst>
                                        <p:tav tm="0">
                                          <p:val>
                                            <p:fltVal val="0"/>
                                          </p:val>
                                        </p:tav>
                                        <p:tav tm="100000">
                                          <p:val>
                                            <p:strVal val="#ppt_h"/>
                                          </p:val>
                                        </p:tav>
                                      </p:tavLst>
                                    </p:anim>
                                    <p:anim calcmode="lin" valueType="num">
                                      <p:cBhvr>
                                        <p:cTn id="57" dur="1000" fill="hold"/>
                                        <p:tgtEl>
                                          <p:spTgt spid="82"/>
                                        </p:tgtEl>
                                        <p:attrNameLst>
                                          <p:attrName>style.rotation</p:attrName>
                                        </p:attrNameLst>
                                      </p:cBhvr>
                                      <p:tavLst>
                                        <p:tav tm="0">
                                          <p:val>
                                            <p:fltVal val="90"/>
                                          </p:val>
                                        </p:tav>
                                        <p:tav tm="100000">
                                          <p:val>
                                            <p:fltVal val="0"/>
                                          </p:val>
                                        </p:tav>
                                      </p:tavLst>
                                    </p:anim>
                                    <p:animEffect transition="in" filter="fade">
                                      <p:cBhvr>
                                        <p:cTn id="58" dur="1000"/>
                                        <p:tgtEl>
                                          <p:spTgt spid="82"/>
                                        </p:tgtEl>
                                      </p:cBhvr>
                                    </p:animEffect>
                                  </p:childTnLst>
                                </p:cTn>
                              </p:par>
                            </p:childTnLst>
                          </p:cTn>
                        </p:par>
                        <p:par>
                          <p:cTn id="59" fill="hold">
                            <p:stCondLst>
                              <p:cond delay="1000"/>
                            </p:stCondLst>
                            <p:childTnLst>
                              <p:par>
                                <p:cTn id="60" presetID="22" presetClass="entr" presetSubtype="8" fill="hold" nodeType="afterEffect">
                                  <p:stCondLst>
                                    <p:cond delay="0"/>
                                  </p:stCondLst>
                                  <p:childTnLst>
                                    <p:set>
                                      <p:cBhvr>
                                        <p:cTn id="61" dur="1" fill="hold">
                                          <p:stCondLst>
                                            <p:cond delay="0"/>
                                          </p:stCondLst>
                                        </p:cTn>
                                        <p:tgtEl>
                                          <p:spTgt spid="83"/>
                                        </p:tgtEl>
                                        <p:attrNameLst>
                                          <p:attrName>style.visibility</p:attrName>
                                        </p:attrNameLst>
                                      </p:cBhvr>
                                      <p:to>
                                        <p:strVal val="visible"/>
                                      </p:to>
                                    </p:set>
                                    <p:animEffect transition="in" filter="wipe(left)">
                                      <p:cBhvr>
                                        <p:cTn id="62" dur="500"/>
                                        <p:tgtEl>
                                          <p:spTgt spid="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60" grpId="0"/>
      <p:bldP spid="10" grpId="0" animBg="1"/>
      <p:bldP spid="82"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任意多边形 25"/>
          <p:cNvSpPr/>
          <p:nvPr/>
        </p:nvSpPr>
        <p:spPr bwMode="auto">
          <a:xfrm>
            <a:off x="6095554" y="1635861"/>
            <a:ext cx="1786434" cy="1655805"/>
          </a:xfrm>
          <a:custGeom>
            <a:avLst/>
            <a:gdLst>
              <a:gd name="connsiteX0" fmla="*/ 0 w 1786434"/>
              <a:gd name="connsiteY0" fmla="*/ 1655805 h 1655805"/>
              <a:gd name="connsiteX1" fmla="*/ 204769 w 1786434"/>
              <a:gd name="connsiteY1" fmla="*/ 1620500 h 1655805"/>
              <a:gd name="connsiteX2" fmla="*/ 434252 w 1786434"/>
              <a:gd name="connsiteY2" fmla="*/ 1571073 h 1655805"/>
              <a:gd name="connsiteX3" fmla="*/ 695509 w 1786434"/>
              <a:gd name="connsiteY3" fmla="*/ 1486341 h 1655805"/>
              <a:gd name="connsiteX4" fmla="*/ 935583 w 1786434"/>
              <a:gd name="connsiteY4" fmla="*/ 1345121 h 1655805"/>
              <a:gd name="connsiteX5" fmla="*/ 1133291 w 1786434"/>
              <a:gd name="connsiteY5" fmla="*/ 1214493 h 1655805"/>
              <a:gd name="connsiteX6" fmla="*/ 1341591 w 1786434"/>
              <a:gd name="connsiteY6" fmla="*/ 988541 h 1655805"/>
              <a:gd name="connsiteX7" fmla="*/ 1518116 w 1786434"/>
              <a:gd name="connsiteY7" fmla="*/ 748466 h 1655805"/>
              <a:gd name="connsiteX8" fmla="*/ 1648744 w 1786434"/>
              <a:gd name="connsiteY8" fmla="*/ 508392 h 1655805"/>
              <a:gd name="connsiteX9" fmla="*/ 1744068 w 1786434"/>
              <a:gd name="connsiteY9" fmla="*/ 268318 h 1655805"/>
              <a:gd name="connsiteX10" fmla="*/ 1775842 w 1786434"/>
              <a:gd name="connsiteY10" fmla="*/ 98854 h 1655805"/>
              <a:gd name="connsiteX11" fmla="*/ 1786434 w 1786434"/>
              <a:gd name="connsiteY11" fmla="*/ 0 h 1655805"/>
              <a:gd name="connsiteX12" fmla="*/ 1200370 w 1786434"/>
              <a:gd name="connsiteY12" fmla="*/ 0 h 1655805"/>
              <a:gd name="connsiteX13" fmla="*/ 0 w 1786434"/>
              <a:gd name="connsiteY13" fmla="*/ 1655805 h 16558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86434" h="1655805">
                <a:moveTo>
                  <a:pt x="0" y="1655805"/>
                </a:moveTo>
                <a:lnTo>
                  <a:pt x="204769" y="1620500"/>
                </a:lnTo>
                <a:lnTo>
                  <a:pt x="434252" y="1571073"/>
                </a:lnTo>
                <a:lnTo>
                  <a:pt x="695509" y="1486341"/>
                </a:lnTo>
                <a:lnTo>
                  <a:pt x="935583" y="1345121"/>
                </a:lnTo>
                <a:lnTo>
                  <a:pt x="1133291" y="1214493"/>
                </a:lnTo>
                <a:lnTo>
                  <a:pt x="1341591" y="988541"/>
                </a:lnTo>
                <a:lnTo>
                  <a:pt x="1518116" y="748466"/>
                </a:lnTo>
                <a:lnTo>
                  <a:pt x="1648744" y="508392"/>
                </a:lnTo>
                <a:lnTo>
                  <a:pt x="1744068" y="268318"/>
                </a:lnTo>
                <a:lnTo>
                  <a:pt x="1775842" y="98854"/>
                </a:lnTo>
                <a:lnTo>
                  <a:pt x="1786434" y="0"/>
                </a:lnTo>
                <a:lnTo>
                  <a:pt x="1200370" y="0"/>
                </a:lnTo>
                <a:lnTo>
                  <a:pt x="0" y="1655805"/>
                </a:lnTo>
                <a:close/>
              </a:path>
            </a:pathLst>
          </a:custGeom>
          <a:solidFill>
            <a:srgbClr val="FFC000"/>
          </a:solidFill>
          <a:ln w="12700" cap="flat" cmpd="sng" algn="ctr">
            <a:no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6"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40</a:t>
            </a:fld>
            <a:endParaRPr lang="zh-CN" altLang="en-US" dirty="0">
              <a:solidFill>
                <a:srgbClr val="C00000"/>
              </a:solidFill>
            </a:endParaRPr>
          </a:p>
        </p:txBody>
      </p:sp>
      <p:sp>
        <p:nvSpPr>
          <p:cNvPr id="7" name="Text Box 46"/>
          <p:cNvSpPr txBox="1">
            <a:spLocks noChangeArrowheads="1"/>
          </p:cNvSpPr>
          <p:nvPr/>
        </p:nvSpPr>
        <p:spPr bwMode="auto">
          <a:xfrm>
            <a:off x="331965" y="719519"/>
            <a:ext cx="540399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442913" indent="-358775" eaLnBrk="1" hangingPunct="1">
              <a:lnSpc>
                <a:spcPct val="100000"/>
              </a:lnSpc>
              <a:spcBef>
                <a:spcPct val="0"/>
              </a:spcBef>
              <a:spcAft>
                <a:spcPct val="0"/>
              </a:spcAft>
              <a:buSzPct val="130000"/>
              <a:buFont typeface="Wingdings" panose="05000000000000000000" pitchFamily="2" charset="2"/>
              <a:buChar char="F"/>
            </a:pPr>
            <a:r>
              <a:rPr lang="zh-CN" altLang="en-US" sz="2400" b="1" dirty="0" smtClean="0">
                <a:solidFill>
                  <a:srgbClr val="A50021"/>
                </a:solidFill>
                <a:latin typeface="黑体" panose="02010609060101010101" pitchFamily="49" charset="-122"/>
                <a:ea typeface="黑体" panose="02010609060101010101" pitchFamily="49" charset="-122"/>
              </a:rPr>
              <a:t>讨 论</a:t>
            </a:r>
            <a:endParaRPr lang="zh-CN" altLang="en-US" sz="2000" b="1" dirty="0">
              <a:solidFill>
                <a:srgbClr val="000066"/>
              </a:solidFill>
              <a:ea typeface="幼圆" panose="02010509060101010101" pitchFamily="49" charset="-122"/>
              <a:cs typeface="Times New Roman" panose="02020603050405020304" pitchFamily="18" charset="0"/>
            </a:endParaRPr>
          </a:p>
        </p:txBody>
      </p:sp>
      <p:sp>
        <p:nvSpPr>
          <p:cNvPr id="8" name="矩形 7"/>
          <p:cNvSpPr/>
          <p:nvPr/>
        </p:nvSpPr>
        <p:spPr>
          <a:xfrm>
            <a:off x="817118" y="1349781"/>
            <a:ext cx="4390985" cy="2793072"/>
          </a:xfrm>
          <a:prstGeom prst="rect">
            <a:avLst/>
          </a:prstGeom>
        </p:spPr>
        <p:txBody>
          <a:bodyPr wrap="square">
            <a:spAutoFit/>
          </a:bodyPr>
          <a:lstStyle/>
          <a:p>
            <a:pPr marL="269875" indent="-269875">
              <a:lnSpc>
                <a:spcPct val="120000"/>
              </a:lnSpc>
              <a:spcBef>
                <a:spcPts val="600"/>
              </a:spcBef>
              <a:spcAft>
                <a:spcPts val="600"/>
              </a:spcAft>
              <a:buClr>
                <a:srgbClr val="C00000"/>
              </a:buClr>
              <a:buFont typeface="+mj-lt"/>
              <a:buAutoNum type="arabicPeriod"/>
            </a:pPr>
            <a:r>
              <a:rPr lang="zh-CN" altLang="en-US" sz="2000" b="1" dirty="0" smtClean="0">
                <a:solidFill>
                  <a:srgbClr val="000066"/>
                </a:solidFill>
                <a:ea typeface="幼圆" pitchFamily="49" charset="-122"/>
              </a:rPr>
              <a:t>一般</a:t>
            </a:r>
            <a:r>
              <a:rPr lang="zh-CN" altLang="en-US" sz="2000" b="1" i="1" dirty="0" smtClean="0">
                <a:solidFill>
                  <a:srgbClr val="000066"/>
                </a:solidFill>
                <a:ea typeface="幼圆" pitchFamily="49" charset="-122"/>
                <a:sym typeface="Symbol" panose="05050102010706020507" pitchFamily="18" charset="2"/>
              </a:rPr>
              <a:t></a:t>
            </a:r>
            <a:r>
              <a:rPr lang="en-US" altLang="zh-CN" sz="2000" b="1" baseline="-25000" dirty="0" smtClean="0">
                <a:solidFill>
                  <a:srgbClr val="000066"/>
                </a:solidFill>
                <a:ea typeface="幼圆" pitchFamily="49" charset="-122"/>
                <a:sym typeface="Symbol" panose="05050102010706020507" pitchFamily="18" charset="2"/>
              </a:rPr>
              <a:t>n</a:t>
            </a:r>
            <a:r>
              <a:rPr lang="zh-CN" altLang="en-US" sz="2000" b="1" dirty="0" smtClean="0">
                <a:solidFill>
                  <a:srgbClr val="000066"/>
                </a:solidFill>
                <a:ea typeface="幼圆" pitchFamily="49" charset="-122"/>
              </a:rPr>
              <a:t>在滑动圆弧上不是常数，大小不易</a:t>
            </a:r>
            <a:r>
              <a:rPr lang="zh-CN" altLang="en-US" sz="2000" b="1" dirty="0">
                <a:solidFill>
                  <a:srgbClr val="000066"/>
                </a:solidFill>
                <a:ea typeface="幼圆" pitchFamily="49" charset="-122"/>
              </a:rPr>
              <a:t>确定，当</a:t>
            </a:r>
            <a:r>
              <a:rPr lang="zh-CN" altLang="en-US" sz="2000" b="1" i="1" dirty="0">
                <a:solidFill>
                  <a:srgbClr val="000066"/>
                </a:solidFill>
                <a:ea typeface="幼圆" pitchFamily="49" charset="-122"/>
              </a:rPr>
              <a:t> </a:t>
            </a:r>
            <a:r>
              <a:rPr lang="zh-CN" altLang="en-US" sz="2000" b="1" i="1" dirty="0" smtClean="0">
                <a:solidFill>
                  <a:srgbClr val="000066"/>
                </a:solidFill>
                <a:ea typeface="幼圆" pitchFamily="49" charset="-122"/>
                <a:sym typeface="Symbol"/>
              </a:rPr>
              <a:t> </a:t>
            </a:r>
            <a:r>
              <a:rPr lang="zh-CN" altLang="en-US" sz="2000" b="1" dirty="0" smtClean="0">
                <a:solidFill>
                  <a:srgbClr val="000066"/>
                </a:solidFill>
                <a:ea typeface="幼圆" pitchFamily="49" charset="-122"/>
                <a:sym typeface="Symbol"/>
              </a:rPr>
              <a:t> </a:t>
            </a:r>
            <a:r>
              <a:rPr lang="en-US" altLang="zh-CN" sz="2000" b="1" dirty="0" smtClean="0">
                <a:solidFill>
                  <a:srgbClr val="000066"/>
                </a:solidFill>
                <a:ea typeface="幼圆" pitchFamily="49" charset="-122"/>
                <a:sym typeface="Symbol"/>
              </a:rPr>
              <a:t>0</a:t>
            </a:r>
            <a:r>
              <a:rPr lang="en-US" altLang="zh-CN" sz="2000" b="1" dirty="0" smtClean="0">
                <a:solidFill>
                  <a:srgbClr val="000066"/>
                </a:solidFill>
                <a:ea typeface="幼圆" pitchFamily="49" charset="-122"/>
              </a:rPr>
              <a:t> </a:t>
            </a:r>
            <a:r>
              <a:rPr lang="zh-CN" altLang="en-US" sz="2000" b="1" dirty="0">
                <a:solidFill>
                  <a:srgbClr val="000066"/>
                </a:solidFill>
                <a:ea typeface="幼圆" pitchFamily="49" charset="-122"/>
              </a:rPr>
              <a:t>时</a:t>
            </a:r>
            <a:r>
              <a:rPr lang="zh-CN" altLang="en-US" sz="2000" b="1" dirty="0" smtClean="0">
                <a:solidFill>
                  <a:srgbClr val="000066"/>
                </a:solidFill>
                <a:ea typeface="幼圆" pitchFamily="49" charset="-122"/>
              </a:rPr>
              <a:t>，无法</a:t>
            </a:r>
            <a:r>
              <a:rPr lang="zh-CN" altLang="en-US" sz="2000" b="1" dirty="0">
                <a:solidFill>
                  <a:srgbClr val="000066"/>
                </a:solidFill>
                <a:ea typeface="幼圆" pitchFamily="49" charset="-122"/>
              </a:rPr>
              <a:t>得到 </a:t>
            </a:r>
            <a:r>
              <a:rPr lang="en-US" altLang="zh-CN" sz="2000" b="1" i="1" dirty="0">
                <a:solidFill>
                  <a:srgbClr val="000066"/>
                </a:solidFill>
                <a:ea typeface="幼圆" pitchFamily="49" charset="-122"/>
              </a:rPr>
              <a:t>F</a:t>
            </a:r>
            <a:r>
              <a:rPr lang="en-US" altLang="zh-CN" sz="2000" b="1" baseline="-25000" dirty="0">
                <a:solidFill>
                  <a:srgbClr val="000066"/>
                </a:solidFill>
                <a:ea typeface="幼圆" pitchFamily="49" charset="-122"/>
              </a:rPr>
              <a:t>s</a:t>
            </a:r>
            <a:r>
              <a:rPr lang="en-US" altLang="zh-CN" sz="2000" b="1" dirty="0">
                <a:solidFill>
                  <a:srgbClr val="000066"/>
                </a:solidFill>
                <a:ea typeface="幼圆" pitchFamily="49" charset="-122"/>
              </a:rPr>
              <a:t> </a:t>
            </a:r>
            <a:r>
              <a:rPr lang="zh-CN" altLang="en-US" sz="2000" b="1" dirty="0">
                <a:solidFill>
                  <a:srgbClr val="000066"/>
                </a:solidFill>
                <a:ea typeface="幼圆" pitchFamily="49" charset="-122"/>
              </a:rPr>
              <a:t>的理论解</a:t>
            </a:r>
          </a:p>
          <a:p>
            <a:pPr marL="269875" indent="-269875">
              <a:lnSpc>
                <a:spcPct val="120000"/>
              </a:lnSpc>
              <a:spcBef>
                <a:spcPts val="300"/>
              </a:spcBef>
              <a:spcAft>
                <a:spcPts val="300"/>
              </a:spcAft>
              <a:buClr>
                <a:srgbClr val="C00000"/>
              </a:buClr>
              <a:buFont typeface="+mj-lt"/>
              <a:buAutoNum type="arabicPeriod"/>
            </a:pPr>
            <a:r>
              <a:rPr lang="zh-CN" altLang="en-US" sz="2000" b="1" dirty="0">
                <a:solidFill>
                  <a:srgbClr val="000066"/>
                </a:solidFill>
                <a:ea typeface="幼圆" panose="02010509060101010101" pitchFamily="49" charset="-122"/>
                <a:cs typeface="Times New Roman" panose="02020603050405020304" pitchFamily="18" charset="0"/>
              </a:rPr>
              <a:t>圆心 </a:t>
            </a:r>
            <a:r>
              <a:rPr lang="en-US" altLang="zh-CN" sz="2000" b="1" dirty="0">
                <a:solidFill>
                  <a:srgbClr val="000066"/>
                </a:solidFill>
                <a:ea typeface="幼圆" panose="02010509060101010101" pitchFamily="49" charset="-122"/>
                <a:cs typeface="Times New Roman" panose="02020603050405020304" pitchFamily="18" charset="0"/>
              </a:rPr>
              <a:t>O </a:t>
            </a:r>
            <a:r>
              <a:rPr lang="zh-CN" altLang="en-US" sz="2000" b="1" dirty="0">
                <a:solidFill>
                  <a:srgbClr val="000066"/>
                </a:solidFill>
                <a:ea typeface="幼圆" panose="02010509060101010101" pitchFamily="49" charset="-122"/>
                <a:cs typeface="Times New Roman" panose="02020603050405020304" pitchFamily="18" charset="0"/>
              </a:rPr>
              <a:t>及半径 </a:t>
            </a:r>
            <a:r>
              <a:rPr lang="en-US" altLang="zh-CN" sz="2000" b="1" i="1" dirty="0">
                <a:solidFill>
                  <a:srgbClr val="000066"/>
                </a:solidFill>
                <a:ea typeface="幼圆" panose="02010509060101010101" pitchFamily="49" charset="-122"/>
                <a:cs typeface="Times New Roman" panose="02020603050405020304" pitchFamily="18" charset="0"/>
              </a:rPr>
              <a:t>R</a:t>
            </a:r>
            <a:r>
              <a:rPr lang="en-US" altLang="zh-CN" sz="2000" b="1" dirty="0">
                <a:solidFill>
                  <a:srgbClr val="000066"/>
                </a:solidFill>
                <a:ea typeface="幼圆" panose="02010509060101010101" pitchFamily="49" charset="-122"/>
                <a:cs typeface="Times New Roman" panose="02020603050405020304" pitchFamily="18" charset="0"/>
              </a:rPr>
              <a:t> </a:t>
            </a:r>
            <a:r>
              <a:rPr lang="zh-CN" altLang="en-US" sz="2000" b="1" dirty="0">
                <a:solidFill>
                  <a:srgbClr val="000066"/>
                </a:solidFill>
                <a:ea typeface="幼圆" panose="02010509060101010101" pitchFamily="49" charset="-122"/>
                <a:cs typeface="Times New Roman" panose="02020603050405020304" pitchFamily="18" charset="0"/>
              </a:rPr>
              <a:t>是任意假设的，还必须计算若干组（</a:t>
            </a:r>
            <a:r>
              <a:rPr lang="en-US" altLang="zh-CN" sz="2000" b="1" dirty="0">
                <a:solidFill>
                  <a:srgbClr val="000066"/>
                </a:solidFill>
                <a:ea typeface="幼圆" panose="02010509060101010101" pitchFamily="49" charset="-122"/>
                <a:cs typeface="Times New Roman" panose="02020603050405020304" pitchFamily="18" charset="0"/>
              </a:rPr>
              <a:t>O, </a:t>
            </a:r>
            <a:r>
              <a:rPr lang="en-US" altLang="zh-CN" sz="2000" b="1" i="1" dirty="0">
                <a:solidFill>
                  <a:srgbClr val="000066"/>
                </a:solidFill>
                <a:ea typeface="幼圆" panose="02010509060101010101" pitchFamily="49" charset="-122"/>
                <a:cs typeface="Times New Roman" panose="02020603050405020304" pitchFamily="18" charset="0"/>
              </a:rPr>
              <a:t>R</a:t>
            </a:r>
            <a:r>
              <a:rPr lang="zh-CN" altLang="en-US" sz="2000" b="1" dirty="0">
                <a:solidFill>
                  <a:srgbClr val="000066"/>
                </a:solidFill>
                <a:ea typeface="幼圆" panose="02010509060101010101" pitchFamily="49" charset="-122"/>
                <a:cs typeface="Times New Roman" panose="02020603050405020304" pitchFamily="18" charset="0"/>
              </a:rPr>
              <a:t>）找到</a:t>
            </a:r>
            <a:r>
              <a:rPr lang="zh-CN" altLang="en-US" sz="2000" b="1" dirty="0" smtClean="0">
                <a:solidFill>
                  <a:srgbClr val="000066"/>
                </a:solidFill>
                <a:ea typeface="幼圆" panose="02010509060101010101" pitchFamily="49" charset="-122"/>
                <a:cs typeface="Times New Roman" panose="02020603050405020304" pitchFamily="18" charset="0"/>
              </a:rPr>
              <a:t>最小的安全系数 。具有最小安全系数的滑裂面才是</a:t>
            </a:r>
            <a:r>
              <a:rPr lang="zh-CN" altLang="en-US" sz="2000" b="1" dirty="0">
                <a:solidFill>
                  <a:srgbClr val="C00000"/>
                </a:solidFill>
                <a:latin typeface="黑体" panose="02010609060101010101" pitchFamily="49" charset="-122"/>
                <a:ea typeface="黑体" panose="02010609060101010101" pitchFamily="49" charset="-122"/>
                <a:cs typeface="Times New Roman" panose="02020603050405020304" pitchFamily="18" charset="0"/>
              </a:rPr>
              <a:t>最可能的</a:t>
            </a:r>
            <a:r>
              <a:rPr lang="zh-CN" altLang="en-US" sz="2000" b="1" dirty="0" smtClean="0">
                <a:solidFill>
                  <a:srgbClr val="C00000"/>
                </a:solidFill>
                <a:latin typeface="黑体" panose="02010609060101010101" pitchFamily="49" charset="-122"/>
                <a:ea typeface="黑体" panose="02010609060101010101" pitchFamily="49" charset="-122"/>
                <a:cs typeface="Times New Roman" panose="02020603050405020304" pitchFamily="18" charset="0"/>
              </a:rPr>
              <a:t>滑动面</a:t>
            </a:r>
            <a:endParaRPr lang="zh-CN" altLang="en-US" sz="2000" b="1" dirty="0">
              <a:solidFill>
                <a:srgbClr val="C00000"/>
              </a:solidFill>
              <a:latin typeface="黑体" panose="02010609060101010101" pitchFamily="49" charset="-122"/>
              <a:ea typeface="黑体" panose="02010609060101010101" pitchFamily="49" charset="-122"/>
              <a:cs typeface="Times New Roman" panose="02020603050405020304" pitchFamily="18" charset="0"/>
            </a:endParaRPr>
          </a:p>
        </p:txBody>
      </p:sp>
      <p:grpSp>
        <p:nvGrpSpPr>
          <p:cNvPr id="46" name="Group 12"/>
          <p:cNvGrpSpPr>
            <a:grpSpLocks/>
          </p:cNvGrpSpPr>
          <p:nvPr/>
        </p:nvGrpSpPr>
        <p:grpSpPr bwMode="auto">
          <a:xfrm>
            <a:off x="8067685" y="1631256"/>
            <a:ext cx="454614" cy="63332"/>
            <a:chOff x="2274" y="1204"/>
            <a:chExt cx="270" cy="44"/>
          </a:xfrm>
        </p:grpSpPr>
        <p:sp>
          <p:nvSpPr>
            <p:cNvPr id="47" name="Line 13"/>
            <p:cNvSpPr>
              <a:spLocks noChangeShapeType="1"/>
            </p:cNvSpPr>
            <p:nvPr/>
          </p:nvSpPr>
          <p:spPr bwMode="auto">
            <a:xfrm flipH="1">
              <a:off x="2274" y="1210"/>
              <a:ext cx="28" cy="34"/>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 name="Line 14"/>
            <p:cNvSpPr>
              <a:spLocks noChangeShapeType="1"/>
            </p:cNvSpPr>
            <p:nvPr/>
          </p:nvSpPr>
          <p:spPr bwMode="auto">
            <a:xfrm flipH="1">
              <a:off x="2304" y="1214"/>
              <a:ext cx="34" cy="34"/>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9" name="Line 15"/>
            <p:cNvSpPr>
              <a:spLocks noChangeShapeType="1"/>
            </p:cNvSpPr>
            <p:nvPr/>
          </p:nvSpPr>
          <p:spPr bwMode="auto">
            <a:xfrm flipH="1">
              <a:off x="2346" y="1206"/>
              <a:ext cx="36" cy="42"/>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0" name="Line 16"/>
            <p:cNvSpPr>
              <a:spLocks noChangeShapeType="1"/>
            </p:cNvSpPr>
            <p:nvPr/>
          </p:nvSpPr>
          <p:spPr bwMode="auto">
            <a:xfrm>
              <a:off x="2376" y="1206"/>
              <a:ext cx="40" cy="38"/>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1" name="Line 17"/>
            <p:cNvSpPr>
              <a:spLocks noChangeShapeType="1"/>
            </p:cNvSpPr>
            <p:nvPr/>
          </p:nvSpPr>
          <p:spPr bwMode="auto">
            <a:xfrm>
              <a:off x="2420" y="1210"/>
              <a:ext cx="40" cy="34"/>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2" name="Line 18"/>
            <p:cNvSpPr>
              <a:spLocks noChangeShapeType="1"/>
            </p:cNvSpPr>
            <p:nvPr/>
          </p:nvSpPr>
          <p:spPr bwMode="auto">
            <a:xfrm flipV="1">
              <a:off x="2460" y="1204"/>
              <a:ext cx="46" cy="42"/>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3" name="Line 19"/>
            <p:cNvSpPr>
              <a:spLocks noChangeShapeType="1"/>
            </p:cNvSpPr>
            <p:nvPr/>
          </p:nvSpPr>
          <p:spPr bwMode="auto">
            <a:xfrm flipV="1">
              <a:off x="2512" y="1208"/>
              <a:ext cx="32" cy="36"/>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cxnSp>
        <p:nvCxnSpPr>
          <p:cNvPr id="45" name="直接连接符 44"/>
          <p:cNvCxnSpPr/>
          <p:nvPr/>
        </p:nvCxnSpPr>
        <p:spPr bwMode="auto">
          <a:xfrm>
            <a:off x="6001144" y="1378141"/>
            <a:ext cx="1815324" cy="241853"/>
          </a:xfrm>
          <a:prstGeom prst="line">
            <a:avLst/>
          </a:prstGeom>
          <a:noFill/>
          <a:ln w="19050" cap="flat" cmpd="sng" algn="ctr">
            <a:solidFill>
              <a:schemeClr val="tx1"/>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6" name="直接连接符 65"/>
          <p:cNvCxnSpPr>
            <a:endCxn id="4" idx="0"/>
          </p:cNvCxnSpPr>
          <p:nvPr/>
        </p:nvCxnSpPr>
        <p:spPr bwMode="auto">
          <a:xfrm>
            <a:off x="6001145" y="1378141"/>
            <a:ext cx="101394" cy="1908262"/>
          </a:xfrm>
          <a:prstGeom prst="line">
            <a:avLst/>
          </a:prstGeom>
          <a:noFill/>
          <a:ln w="19050" cap="flat" cmpd="sng" algn="ctr">
            <a:solidFill>
              <a:schemeClr val="tx1"/>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9" name="Text Box 2450"/>
          <p:cNvSpPr txBox="1">
            <a:spLocks noChangeArrowheads="1"/>
          </p:cNvSpPr>
          <p:nvPr/>
        </p:nvSpPr>
        <p:spPr bwMode="auto">
          <a:xfrm>
            <a:off x="5675301" y="1131274"/>
            <a:ext cx="364202" cy="385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800" b="1" dirty="0"/>
              <a:t>O</a:t>
            </a:r>
            <a:endParaRPr kumimoji="1" lang="en-US" altLang="zh-CN" sz="1800" b="1" dirty="0">
              <a:latin typeface="Times New Roman" pitchFamily="18" charset="0"/>
            </a:endParaRPr>
          </a:p>
        </p:txBody>
      </p:sp>
      <p:sp>
        <p:nvSpPr>
          <p:cNvPr id="30" name="Text Box 2450"/>
          <p:cNvSpPr txBox="1">
            <a:spLocks noChangeArrowheads="1"/>
          </p:cNvSpPr>
          <p:nvPr/>
        </p:nvSpPr>
        <p:spPr bwMode="auto">
          <a:xfrm>
            <a:off x="5705343" y="2123930"/>
            <a:ext cx="351378" cy="385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800" b="1" i="1" dirty="0"/>
              <a:t>R</a:t>
            </a:r>
          </a:p>
        </p:txBody>
      </p:sp>
      <p:sp>
        <p:nvSpPr>
          <p:cNvPr id="3" name="任意多边形 2"/>
          <p:cNvSpPr/>
          <p:nvPr/>
        </p:nvSpPr>
        <p:spPr bwMode="auto">
          <a:xfrm>
            <a:off x="5331189" y="1631507"/>
            <a:ext cx="3214425" cy="1654896"/>
          </a:xfrm>
          <a:custGeom>
            <a:avLst/>
            <a:gdLst>
              <a:gd name="connsiteX0" fmla="*/ 0 w 3214425"/>
              <a:gd name="connsiteY0" fmla="*/ 1654896 h 1654896"/>
              <a:gd name="connsiteX1" fmla="*/ 762935 w 3214425"/>
              <a:gd name="connsiteY1" fmla="*/ 1654896 h 1654896"/>
              <a:gd name="connsiteX2" fmla="*/ 1952216 w 3214425"/>
              <a:gd name="connsiteY2" fmla="*/ 0 h 1654896"/>
              <a:gd name="connsiteX3" fmla="*/ 3214425 w 3214425"/>
              <a:gd name="connsiteY3" fmla="*/ 0 h 1654896"/>
            </a:gdLst>
            <a:ahLst/>
            <a:cxnLst>
              <a:cxn ang="0">
                <a:pos x="connsiteX0" y="connsiteY0"/>
              </a:cxn>
              <a:cxn ang="0">
                <a:pos x="connsiteX1" y="connsiteY1"/>
              </a:cxn>
              <a:cxn ang="0">
                <a:pos x="connsiteX2" y="connsiteY2"/>
              </a:cxn>
              <a:cxn ang="0">
                <a:pos x="connsiteX3" y="connsiteY3"/>
              </a:cxn>
            </a:cxnLst>
            <a:rect l="l" t="t" r="r" b="b"/>
            <a:pathLst>
              <a:path w="3214425" h="1654896">
                <a:moveTo>
                  <a:pt x="0" y="1654896"/>
                </a:moveTo>
                <a:lnTo>
                  <a:pt x="762935" y="1654896"/>
                </a:lnTo>
                <a:lnTo>
                  <a:pt x="1952216" y="0"/>
                </a:lnTo>
                <a:lnTo>
                  <a:pt x="3214425" y="0"/>
                </a:lnTo>
              </a:path>
            </a:pathLst>
          </a:custGeom>
          <a:noFill/>
          <a:ln w="190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4" name="任意多边形 3"/>
          <p:cNvSpPr/>
          <p:nvPr/>
        </p:nvSpPr>
        <p:spPr bwMode="auto">
          <a:xfrm>
            <a:off x="6102539" y="1631507"/>
            <a:ext cx="1781117" cy="1654896"/>
          </a:xfrm>
          <a:custGeom>
            <a:avLst/>
            <a:gdLst>
              <a:gd name="connsiteX0" fmla="*/ 0 w 1781117"/>
              <a:gd name="connsiteY0" fmla="*/ 1654896 h 1654896"/>
              <a:gd name="connsiteX1" fmla="*/ 210368 w 1781117"/>
              <a:gd name="connsiteY1" fmla="*/ 1629652 h 1654896"/>
              <a:gd name="connsiteX2" fmla="*/ 490859 w 1781117"/>
              <a:gd name="connsiteY2" fmla="*/ 1553919 h 1654896"/>
              <a:gd name="connsiteX3" fmla="*/ 788179 w 1781117"/>
              <a:gd name="connsiteY3" fmla="*/ 1433308 h 1654896"/>
              <a:gd name="connsiteX4" fmla="*/ 1063060 w 1781117"/>
              <a:gd name="connsiteY4" fmla="*/ 1259404 h 1654896"/>
              <a:gd name="connsiteX5" fmla="*/ 1262209 w 1781117"/>
              <a:gd name="connsiteY5" fmla="*/ 1074280 h 1654896"/>
              <a:gd name="connsiteX6" fmla="*/ 1427698 w 1781117"/>
              <a:gd name="connsiteY6" fmla="*/ 869522 h 1654896"/>
              <a:gd name="connsiteX7" fmla="*/ 1576358 w 1781117"/>
              <a:gd name="connsiteY7" fmla="*/ 633910 h 1654896"/>
              <a:gd name="connsiteX8" fmla="*/ 1691359 w 1781117"/>
              <a:gd name="connsiteY8" fmla="*/ 398297 h 1654896"/>
              <a:gd name="connsiteX9" fmla="*/ 1747458 w 1781117"/>
              <a:gd name="connsiteY9" fmla="*/ 185124 h 1654896"/>
              <a:gd name="connsiteX10" fmla="*/ 1781117 w 1781117"/>
              <a:gd name="connsiteY10" fmla="*/ 0 h 1654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781117" h="1654896">
                <a:moveTo>
                  <a:pt x="0" y="1654896"/>
                </a:moveTo>
                <a:cubicBezTo>
                  <a:pt x="64279" y="1650688"/>
                  <a:pt x="128558" y="1646481"/>
                  <a:pt x="210368" y="1629652"/>
                </a:cubicBezTo>
                <a:cubicBezTo>
                  <a:pt x="292178" y="1612823"/>
                  <a:pt x="394557" y="1586643"/>
                  <a:pt x="490859" y="1553919"/>
                </a:cubicBezTo>
                <a:cubicBezTo>
                  <a:pt x="587161" y="1521195"/>
                  <a:pt x="692812" y="1482394"/>
                  <a:pt x="788179" y="1433308"/>
                </a:cubicBezTo>
                <a:cubicBezTo>
                  <a:pt x="883546" y="1384222"/>
                  <a:pt x="984055" y="1319242"/>
                  <a:pt x="1063060" y="1259404"/>
                </a:cubicBezTo>
                <a:cubicBezTo>
                  <a:pt x="1142065" y="1199566"/>
                  <a:pt x="1201436" y="1139260"/>
                  <a:pt x="1262209" y="1074280"/>
                </a:cubicBezTo>
                <a:cubicBezTo>
                  <a:pt x="1322982" y="1009300"/>
                  <a:pt x="1375340" y="942917"/>
                  <a:pt x="1427698" y="869522"/>
                </a:cubicBezTo>
                <a:cubicBezTo>
                  <a:pt x="1480056" y="796127"/>
                  <a:pt x="1532415" y="712447"/>
                  <a:pt x="1576358" y="633910"/>
                </a:cubicBezTo>
                <a:cubicBezTo>
                  <a:pt x="1620302" y="555372"/>
                  <a:pt x="1662842" y="473095"/>
                  <a:pt x="1691359" y="398297"/>
                </a:cubicBezTo>
                <a:cubicBezTo>
                  <a:pt x="1719876" y="323499"/>
                  <a:pt x="1732498" y="251507"/>
                  <a:pt x="1747458" y="185124"/>
                </a:cubicBezTo>
                <a:cubicBezTo>
                  <a:pt x="1762418" y="118741"/>
                  <a:pt x="1771767" y="59370"/>
                  <a:pt x="1781117" y="0"/>
                </a:cubicBezTo>
              </a:path>
            </a:pathLst>
          </a:custGeom>
          <a:noFill/>
          <a:ln w="19050" cap="flat" cmpd="sng" algn="ctr">
            <a:solidFill>
              <a:srgbClr val="C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36" name="Text Box 75"/>
          <p:cNvSpPr txBox="1">
            <a:spLocks noChangeArrowheads="1"/>
          </p:cNvSpPr>
          <p:nvPr/>
        </p:nvSpPr>
        <p:spPr bwMode="auto">
          <a:xfrm>
            <a:off x="6703161" y="2407368"/>
            <a:ext cx="431727" cy="4178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2000" b="1" i="1" dirty="0" smtClean="0">
                <a:solidFill>
                  <a:srgbClr val="000066"/>
                </a:solidFill>
                <a:latin typeface="Times New Roman" panose="02020603050405020304" pitchFamily="18" charset="0"/>
                <a:sym typeface="Symbol" panose="05050102010706020507" pitchFamily="18" charset="2"/>
              </a:rPr>
              <a:t>W</a:t>
            </a:r>
            <a:endParaRPr kumimoji="1" lang="en-US" altLang="zh-CN" sz="2000" b="1" dirty="0">
              <a:solidFill>
                <a:srgbClr val="000066"/>
              </a:solidFill>
              <a:latin typeface="Times New Roman" panose="02020603050405020304" pitchFamily="18" charset="0"/>
              <a:sym typeface="Symbol" panose="05050102010706020507" pitchFamily="18" charset="2"/>
            </a:endParaRPr>
          </a:p>
        </p:txBody>
      </p:sp>
      <p:cxnSp>
        <p:nvCxnSpPr>
          <p:cNvPr id="37" name="直接箭头连接符 36"/>
          <p:cNvCxnSpPr/>
          <p:nvPr/>
        </p:nvCxnSpPr>
        <p:spPr bwMode="auto">
          <a:xfrm>
            <a:off x="7167616" y="2346647"/>
            <a:ext cx="0" cy="427700"/>
          </a:xfrm>
          <a:prstGeom prst="straightConnector1">
            <a:avLst/>
          </a:prstGeom>
          <a:noFill/>
          <a:ln w="28575" cap="flat" cmpd="sng" algn="ctr">
            <a:solidFill>
              <a:srgbClr val="000066"/>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5" name="Text Box 2450"/>
          <p:cNvSpPr txBox="1">
            <a:spLocks noChangeArrowheads="1"/>
          </p:cNvSpPr>
          <p:nvPr/>
        </p:nvSpPr>
        <p:spPr bwMode="auto">
          <a:xfrm>
            <a:off x="5870231" y="3229433"/>
            <a:ext cx="351378" cy="385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800" b="1" dirty="0"/>
              <a:t>A</a:t>
            </a:r>
            <a:endParaRPr kumimoji="1" lang="en-US" altLang="zh-CN" sz="1800" b="1" dirty="0">
              <a:latin typeface="Times New Roman" pitchFamily="18" charset="0"/>
            </a:endParaRPr>
          </a:p>
        </p:txBody>
      </p:sp>
      <p:sp>
        <p:nvSpPr>
          <p:cNvPr id="67" name="Text Box 2450"/>
          <p:cNvSpPr txBox="1">
            <a:spLocks noChangeArrowheads="1"/>
          </p:cNvSpPr>
          <p:nvPr/>
        </p:nvSpPr>
        <p:spPr bwMode="auto">
          <a:xfrm>
            <a:off x="7154998" y="1568983"/>
            <a:ext cx="338554" cy="385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800" b="1" dirty="0"/>
              <a:t>B</a:t>
            </a:r>
            <a:endParaRPr kumimoji="1" lang="en-US" altLang="zh-CN" sz="1800" b="1" dirty="0">
              <a:latin typeface="Times New Roman" pitchFamily="18" charset="0"/>
            </a:endParaRPr>
          </a:p>
        </p:txBody>
      </p:sp>
      <p:sp>
        <p:nvSpPr>
          <p:cNvPr id="68" name="Text Box 2450"/>
          <p:cNvSpPr txBox="1">
            <a:spLocks noChangeArrowheads="1"/>
          </p:cNvSpPr>
          <p:nvPr/>
        </p:nvSpPr>
        <p:spPr bwMode="auto">
          <a:xfrm>
            <a:off x="7732700" y="1253552"/>
            <a:ext cx="351378" cy="385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800" b="1" dirty="0"/>
              <a:t>C</a:t>
            </a:r>
            <a:endParaRPr kumimoji="1" lang="en-US" altLang="zh-CN" sz="1800" b="1" dirty="0">
              <a:latin typeface="Times New Roman" pitchFamily="18" charset="0"/>
            </a:endParaRPr>
          </a:p>
        </p:txBody>
      </p:sp>
      <p:sp>
        <p:nvSpPr>
          <p:cNvPr id="19" name="任意多边形 18"/>
          <p:cNvSpPr/>
          <p:nvPr/>
        </p:nvSpPr>
        <p:spPr bwMode="auto">
          <a:xfrm>
            <a:off x="6167037" y="3293459"/>
            <a:ext cx="250032" cy="42863"/>
          </a:xfrm>
          <a:custGeom>
            <a:avLst/>
            <a:gdLst>
              <a:gd name="connsiteX0" fmla="*/ 0 w 250032"/>
              <a:gd name="connsiteY0" fmla="*/ 42863 h 42863"/>
              <a:gd name="connsiteX1" fmla="*/ 133350 w 250032"/>
              <a:gd name="connsiteY1" fmla="*/ 26194 h 42863"/>
              <a:gd name="connsiteX2" fmla="*/ 250032 w 250032"/>
              <a:gd name="connsiteY2" fmla="*/ 0 h 42863"/>
            </a:gdLst>
            <a:ahLst/>
            <a:cxnLst>
              <a:cxn ang="0">
                <a:pos x="connsiteX0" y="connsiteY0"/>
              </a:cxn>
              <a:cxn ang="0">
                <a:pos x="connsiteX1" y="connsiteY1"/>
              </a:cxn>
              <a:cxn ang="0">
                <a:pos x="connsiteX2" y="connsiteY2"/>
              </a:cxn>
            </a:cxnLst>
            <a:rect l="l" t="t" r="r" b="b"/>
            <a:pathLst>
              <a:path w="250032" h="42863">
                <a:moveTo>
                  <a:pt x="0" y="42863"/>
                </a:moveTo>
                <a:cubicBezTo>
                  <a:pt x="45839" y="38100"/>
                  <a:pt x="91678" y="33338"/>
                  <a:pt x="133350" y="26194"/>
                </a:cubicBezTo>
                <a:cubicBezTo>
                  <a:pt x="175022" y="19050"/>
                  <a:pt x="212527" y="9525"/>
                  <a:pt x="250032" y="0"/>
                </a:cubicBezTo>
              </a:path>
            </a:pathLst>
          </a:custGeom>
          <a:noFill/>
          <a:ln w="12700" cap="flat" cmpd="sng" algn="ctr">
            <a:solidFill>
              <a:srgbClr val="000066"/>
            </a:solidFill>
            <a:prstDash val="solid"/>
            <a:round/>
            <a:headEnd type="none" w="med" len="med"/>
            <a:tailEnd type="triangle"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69" name="任意多边形 68"/>
          <p:cNvSpPr/>
          <p:nvPr/>
        </p:nvSpPr>
        <p:spPr bwMode="auto">
          <a:xfrm rot="20979530">
            <a:off x="6478979" y="3222023"/>
            <a:ext cx="250032" cy="42863"/>
          </a:xfrm>
          <a:custGeom>
            <a:avLst/>
            <a:gdLst>
              <a:gd name="connsiteX0" fmla="*/ 0 w 250032"/>
              <a:gd name="connsiteY0" fmla="*/ 42863 h 42863"/>
              <a:gd name="connsiteX1" fmla="*/ 133350 w 250032"/>
              <a:gd name="connsiteY1" fmla="*/ 26194 h 42863"/>
              <a:gd name="connsiteX2" fmla="*/ 250032 w 250032"/>
              <a:gd name="connsiteY2" fmla="*/ 0 h 42863"/>
            </a:gdLst>
            <a:ahLst/>
            <a:cxnLst>
              <a:cxn ang="0">
                <a:pos x="connsiteX0" y="connsiteY0"/>
              </a:cxn>
              <a:cxn ang="0">
                <a:pos x="connsiteX1" y="connsiteY1"/>
              </a:cxn>
              <a:cxn ang="0">
                <a:pos x="connsiteX2" y="connsiteY2"/>
              </a:cxn>
            </a:cxnLst>
            <a:rect l="l" t="t" r="r" b="b"/>
            <a:pathLst>
              <a:path w="250032" h="42863">
                <a:moveTo>
                  <a:pt x="0" y="42863"/>
                </a:moveTo>
                <a:cubicBezTo>
                  <a:pt x="45839" y="38100"/>
                  <a:pt x="91678" y="33338"/>
                  <a:pt x="133350" y="26194"/>
                </a:cubicBezTo>
                <a:cubicBezTo>
                  <a:pt x="175022" y="19050"/>
                  <a:pt x="212527" y="9525"/>
                  <a:pt x="250032" y="0"/>
                </a:cubicBezTo>
              </a:path>
            </a:pathLst>
          </a:custGeom>
          <a:noFill/>
          <a:ln w="12700" cap="flat" cmpd="sng" algn="ctr">
            <a:solidFill>
              <a:srgbClr val="000066"/>
            </a:solidFill>
            <a:prstDash val="solid"/>
            <a:round/>
            <a:headEnd type="none" w="med" len="med"/>
            <a:tailEnd type="triangle"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70" name="任意多边形 69"/>
          <p:cNvSpPr/>
          <p:nvPr/>
        </p:nvSpPr>
        <p:spPr bwMode="auto">
          <a:xfrm rot="20632218">
            <a:off x="6781399" y="3098198"/>
            <a:ext cx="250032" cy="42863"/>
          </a:xfrm>
          <a:custGeom>
            <a:avLst/>
            <a:gdLst>
              <a:gd name="connsiteX0" fmla="*/ 0 w 250032"/>
              <a:gd name="connsiteY0" fmla="*/ 42863 h 42863"/>
              <a:gd name="connsiteX1" fmla="*/ 133350 w 250032"/>
              <a:gd name="connsiteY1" fmla="*/ 26194 h 42863"/>
              <a:gd name="connsiteX2" fmla="*/ 250032 w 250032"/>
              <a:gd name="connsiteY2" fmla="*/ 0 h 42863"/>
            </a:gdLst>
            <a:ahLst/>
            <a:cxnLst>
              <a:cxn ang="0">
                <a:pos x="connsiteX0" y="connsiteY0"/>
              </a:cxn>
              <a:cxn ang="0">
                <a:pos x="connsiteX1" y="connsiteY1"/>
              </a:cxn>
              <a:cxn ang="0">
                <a:pos x="connsiteX2" y="connsiteY2"/>
              </a:cxn>
            </a:cxnLst>
            <a:rect l="l" t="t" r="r" b="b"/>
            <a:pathLst>
              <a:path w="250032" h="42863">
                <a:moveTo>
                  <a:pt x="0" y="42863"/>
                </a:moveTo>
                <a:cubicBezTo>
                  <a:pt x="45839" y="38100"/>
                  <a:pt x="91678" y="33338"/>
                  <a:pt x="133350" y="26194"/>
                </a:cubicBezTo>
                <a:cubicBezTo>
                  <a:pt x="175022" y="19050"/>
                  <a:pt x="212527" y="9525"/>
                  <a:pt x="250032" y="0"/>
                </a:cubicBezTo>
              </a:path>
            </a:pathLst>
          </a:custGeom>
          <a:noFill/>
          <a:ln w="12700" cap="flat" cmpd="sng" algn="ctr">
            <a:solidFill>
              <a:srgbClr val="000066"/>
            </a:solidFill>
            <a:prstDash val="solid"/>
            <a:round/>
            <a:headEnd type="none" w="med" len="med"/>
            <a:tailEnd type="triangle"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71" name="任意多边形 70"/>
          <p:cNvSpPr/>
          <p:nvPr/>
        </p:nvSpPr>
        <p:spPr bwMode="auto">
          <a:xfrm rot="19966723">
            <a:off x="7048100" y="2933892"/>
            <a:ext cx="250032" cy="42863"/>
          </a:xfrm>
          <a:custGeom>
            <a:avLst/>
            <a:gdLst>
              <a:gd name="connsiteX0" fmla="*/ 0 w 250032"/>
              <a:gd name="connsiteY0" fmla="*/ 42863 h 42863"/>
              <a:gd name="connsiteX1" fmla="*/ 133350 w 250032"/>
              <a:gd name="connsiteY1" fmla="*/ 26194 h 42863"/>
              <a:gd name="connsiteX2" fmla="*/ 250032 w 250032"/>
              <a:gd name="connsiteY2" fmla="*/ 0 h 42863"/>
            </a:gdLst>
            <a:ahLst/>
            <a:cxnLst>
              <a:cxn ang="0">
                <a:pos x="connsiteX0" y="connsiteY0"/>
              </a:cxn>
              <a:cxn ang="0">
                <a:pos x="connsiteX1" y="connsiteY1"/>
              </a:cxn>
              <a:cxn ang="0">
                <a:pos x="connsiteX2" y="connsiteY2"/>
              </a:cxn>
            </a:cxnLst>
            <a:rect l="l" t="t" r="r" b="b"/>
            <a:pathLst>
              <a:path w="250032" h="42863">
                <a:moveTo>
                  <a:pt x="0" y="42863"/>
                </a:moveTo>
                <a:cubicBezTo>
                  <a:pt x="45839" y="38100"/>
                  <a:pt x="91678" y="33338"/>
                  <a:pt x="133350" y="26194"/>
                </a:cubicBezTo>
                <a:cubicBezTo>
                  <a:pt x="175022" y="19050"/>
                  <a:pt x="212527" y="9525"/>
                  <a:pt x="250032" y="0"/>
                </a:cubicBezTo>
              </a:path>
            </a:pathLst>
          </a:custGeom>
          <a:noFill/>
          <a:ln w="12700" cap="flat" cmpd="sng" algn="ctr">
            <a:solidFill>
              <a:srgbClr val="000066"/>
            </a:solidFill>
            <a:prstDash val="solid"/>
            <a:round/>
            <a:headEnd type="none" w="med" len="med"/>
            <a:tailEnd type="triangle"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72" name="任意多边形 71"/>
          <p:cNvSpPr/>
          <p:nvPr/>
        </p:nvSpPr>
        <p:spPr bwMode="auto">
          <a:xfrm rot="19322048">
            <a:off x="7279078" y="2738626"/>
            <a:ext cx="250032" cy="42863"/>
          </a:xfrm>
          <a:custGeom>
            <a:avLst/>
            <a:gdLst>
              <a:gd name="connsiteX0" fmla="*/ 0 w 250032"/>
              <a:gd name="connsiteY0" fmla="*/ 42863 h 42863"/>
              <a:gd name="connsiteX1" fmla="*/ 133350 w 250032"/>
              <a:gd name="connsiteY1" fmla="*/ 26194 h 42863"/>
              <a:gd name="connsiteX2" fmla="*/ 250032 w 250032"/>
              <a:gd name="connsiteY2" fmla="*/ 0 h 42863"/>
            </a:gdLst>
            <a:ahLst/>
            <a:cxnLst>
              <a:cxn ang="0">
                <a:pos x="connsiteX0" y="connsiteY0"/>
              </a:cxn>
              <a:cxn ang="0">
                <a:pos x="connsiteX1" y="connsiteY1"/>
              </a:cxn>
              <a:cxn ang="0">
                <a:pos x="connsiteX2" y="connsiteY2"/>
              </a:cxn>
            </a:cxnLst>
            <a:rect l="l" t="t" r="r" b="b"/>
            <a:pathLst>
              <a:path w="250032" h="42863">
                <a:moveTo>
                  <a:pt x="0" y="42863"/>
                </a:moveTo>
                <a:cubicBezTo>
                  <a:pt x="45839" y="38100"/>
                  <a:pt x="91678" y="33338"/>
                  <a:pt x="133350" y="26194"/>
                </a:cubicBezTo>
                <a:cubicBezTo>
                  <a:pt x="175022" y="19050"/>
                  <a:pt x="212527" y="9525"/>
                  <a:pt x="250032" y="0"/>
                </a:cubicBezTo>
              </a:path>
            </a:pathLst>
          </a:custGeom>
          <a:noFill/>
          <a:ln w="12700" cap="flat" cmpd="sng" algn="ctr">
            <a:solidFill>
              <a:srgbClr val="000066"/>
            </a:solidFill>
            <a:prstDash val="solid"/>
            <a:round/>
            <a:headEnd type="none" w="med" len="med"/>
            <a:tailEnd type="triangle"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73" name="任意多边形 72"/>
          <p:cNvSpPr/>
          <p:nvPr/>
        </p:nvSpPr>
        <p:spPr bwMode="auto">
          <a:xfrm rot="18690191">
            <a:off x="7462436" y="2519552"/>
            <a:ext cx="250032" cy="42863"/>
          </a:xfrm>
          <a:custGeom>
            <a:avLst/>
            <a:gdLst>
              <a:gd name="connsiteX0" fmla="*/ 0 w 250032"/>
              <a:gd name="connsiteY0" fmla="*/ 42863 h 42863"/>
              <a:gd name="connsiteX1" fmla="*/ 133350 w 250032"/>
              <a:gd name="connsiteY1" fmla="*/ 26194 h 42863"/>
              <a:gd name="connsiteX2" fmla="*/ 250032 w 250032"/>
              <a:gd name="connsiteY2" fmla="*/ 0 h 42863"/>
            </a:gdLst>
            <a:ahLst/>
            <a:cxnLst>
              <a:cxn ang="0">
                <a:pos x="connsiteX0" y="connsiteY0"/>
              </a:cxn>
              <a:cxn ang="0">
                <a:pos x="connsiteX1" y="connsiteY1"/>
              </a:cxn>
              <a:cxn ang="0">
                <a:pos x="connsiteX2" y="connsiteY2"/>
              </a:cxn>
            </a:cxnLst>
            <a:rect l="l" t="t" r="r" b="b"/>
            <a:pathLst>
              <a:path w="250032" h="42863">
                <a:moveTo>
                  <a:pt x="0" y="42863"/>
                </a:moveTo>
                <a:cubicBezTo>
                  <a:pt x="45839" y="38100"/>
                  <a:pt x="91678" y="33338"/>
                  <a:pt x="133350" y="26194"/>
                </a:cubicBezTo>
                <a:cubicBezTo>
                  <a:pt x="175022" y="19050"/>
                  <a:pt x="212527" y="9525"/>
                  <a:pt x="250032" y="0"/>
                </a:cubicBezTo>
              </a:path>
            </a:pathLst>
          </a:custGeom>
          <a:noFill/>
          <a:ln w="12700" cap="flat" cmpd="sng" algn="ctr">
            <a:solidFill>
              <a:srgbClr val="000066"/>
            </a:solidFill>
            <a:prstDash val="solid"/>
            <a:round/>
            <a:headEnd type="none" w="med" len="med"/>
            <a:tailEnd type="triangle"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75" name="任意多边形 74"/>
          <p:cNvSpPr/>
          <p:nvPr/>
        </p:nvSpPr>
        <p:spPr bwMode="auto">
          <a:xfrm rot="18399832">
            <a:off x="7617220" y="2269520"/>
            <a:ext cx="250032" cy="42863"/>
          </a:xfrm>
          <a:custGeom>
            <a:avLst/>
            <a:gdLst>
              <a:gd name="connsiteX0" fmla="*/ 0 w 250032"/>
              <a:gd name="connsiteY0" fmla="*/ 42863 h 42863"/>
              <a:gd name="connsiteX1" fmla="*/ 133350 w 250032"/>
              <a:gd name="connsiteY1" fmla="*/ 26194 h 42863"/>
              <a:gd name="connsiteX2" fmla="*/ 250032 w 250032"/>
              <a:gd name="connsiteY2" fmla="*/ 0 h 42863"/>
            </a:gdLst>
            <a:ahLst/>
            <a:cxnLst>
              <a:cxn ang="0">
                <a:pos x="connsiteX0" y="connsiteY0"/>
              </a:cxn>
              <a:cxn ang="0">
                <a:pos x="connsiteX1" y="connsiteY1"/>
              </a:cxn>
              <a:cxn ang="0">
                <a:pos x="connsiteX2" y="connsiteY2"/>
              </a:cxn>
            </a:cxnLst>
            <a:rect l="l" t="t" r="r" b="b"/>
            <a:pathLst>
              <a:path w="250032" h="42863">
                <a:moveTo>
                  <a:pt x="0" y="42863"/>
                </a:moveTo>
                <a:cubicBezTo>
                  <a:pt x="45839" y="38100"/>
                  <a:pt x="91678" y="33338"/>
                  <a:pt x="133350" y="26194"/>
                </a:cubicBezTo>
                <a:cubicBezTo>
                  <a:pt x="175022" y="19050"/>
                  <a:pt x="212527" y="9525"/>
                  <a:pt x="250032" y="0"/>
                </a:cubicBezTo>
              </a:path>
            </a:pathLst>
          </a:custGeom>
          <a:noFill/>
          <a:ln w="12700" cap="flat" cmpd="sng" algn="ctr">
            <a:solidFill>
              <a:srgbClr val="000066"/>
            </a:solidFill>
            <a:prstDash val="solid"/>
            <a:round/>
            <a:headEnd type="none" w="med" len="med"/>
            <a:tailEnd type="triangle"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76" name="任意多边形 75"/>
          <p:cNvSpPr/>
          <p:nvPr/>
        </p:nvSpPr>
        <p:spPr bwMode="auto">
          <a:xfrm rot="17971067">
            <a:off x="7741049" y="2009961"/>
            <a:ext cx="250032" cy="42863"/>
          </a:xfrm>
          <a:custGeom>
            <a:avLst/>
            <a:gdLst>
              <a:gd name="connsiteX0" fmla="*/ 0 w 250032"/>
              <a:gd name="connsiteY0" fmla="*/ 42863 h 42863"/>
              <a:gd name="connsiteX1" fmla="*/ 133350 w 250032"/>
              <a:gd name="connsiteY1" fmla="*/ 26194 h 42863"/>
              <a:gd name="connsiteX2" fmla="*/ 250032 w 250032"/>
              <a:gd name="connsiteY2" fmla="*/ 0 h 42863"/>
            </a:gdLst>
            <a:ahLst/>
            <a:cxnLst>
              <a:cxn ang="0">
                <a:pos x="connsiteX0" y="connsiteY0"/>
              </a:cxn>
              <a:cxn ang="0">
                <a:pos x="connsiteX1" y="connsiteY1"/>
              </a:cxn>
              <a:cxn ang="0">
                <a:pos x="connsiteX2" y="connsiteY2"/>
              </a:cxn>
            </a:cxnLst>
            <a:rect l="l" t="t" r="r" b="b"/>
            <a:pathLst>
              <a:path w="250032" h="42863">
                <a:moveTo>
                  <a:pt x="0" y="42863"/>
                </a:moveTo>
                <a:cubicBezTo>
                  <a:pt x="45839" y="38100"/>
                  <a:pt x="91678" y="33338"/>
                  <a:pt x="133350" y="26194"/>
                </a:cubicBezTo>
                <a:cubicBezTo>
                  <a:pt x="175022" y="19050"/>
                  <a:pt x="212527" y="9525"/>
                  <a:pt x="250032" y="0"/>
                </a:cubicBezTo>
              </a:path>
            </a:pathLst>
          </a:custGeom>
          <a:noFill/>
          <a:ln w="12700" cap="flat" cmpd="sng" algn="ctr">
            <a:solidFill>
              <a:srgbClr val="000066"/>
            </a:solidFill>
            <a:prstDash val="solid"/>
            <a:round/>
            <a:headEnd type="none" w="med" len="med"/>
            <a:tailEnd type="triangle"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77" name="任意多边形 76"/>
          <p:cNvSpPr/>
          <p:nvPr/>
        </p:nvSpPr>
        <p:spPr bwMode="auto">
          <a:xfrm rot="17396563">
            <a:off x="7807728" y="1743262"/>
            <a:ext cx="250032" cy="42863"/>
          </a:xfrm>
          <a:custGeom>
            <a:avLst/>
            <a:gdLst>
              <a:gd name="connsiteX0" fmla="*/ 0 w 250032"/>
              <a:gd name="connsiteY0" fmla="*/ 42863 h 42863"/>
              <a:gd name="connsiteX1" fmla="*/ 133350 w 250032"/>
              <a:gd name="connsiteY1" fmla="*/ 26194 h 42863"/>
              <a:gd name="connsiteX2" fmla="*/ 250032 w 250032"/>
              <a:gd name="connsiteY2" fmla="*/ 0 h 42863"/>
            </a:gdLst>
            <a:ahLst/>
            <a:cxnLst>
              <a:cxn ang="0">
                <a:pos x="connsiteX0" y="connsiteY0"/>
              </a:cxn>
              <a:cxn ang="0">
                <a:pos x="connsiteX1" y="connsiteY1"/>
              </a:cxn>
              <a:cxn ang="0">
                <a:pos x="connsiteX2" y="connsiteY2"/>
              </a:cxn>
            </a:cxnLst>
            <a:rect l="l" t="t" r="r" b="b"/>
            <a:pathLst>
              <a:path w="250032" h="42863">
                <a:moveTo>
                  <a:pt x="0" y="42863"/>
                </a:moveTo>
                <a:cubicBezTo>
                  <a:pt x="45839" y="38100"/>
                  <a:pt x="91678" y="33338"/>
                  <a:pt x="133350" y="26194"/>
                </a:cubicBezTo>
                <a:cubicBezTo>
                  <a:pt x="175022" y="19050"/>
                  <a:pt x="212527" y="9525"/>
                  <a:pt x="250032" y="0"/>
                </a:cubicBezTo>
              </a:path>
            </a:pathLst>
          </a:custGeom>
          <a:noFill/>
          <a:ln w="12700" cap="flat" cmpd="sng" algn="ctr">
            <a:solidFill>
              <a:srgbClr val="000066"/>
            </a:solidFill>
            <a:prstDash val="solid"/>
            <a:round/>
            <a:headEnd type="none" w="med" len="med"/>
            <a:tailEnd type="triangle"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78" name="Text Box 75"/>
          <p:cNvSpPr txBox="1">
            <a:spLocks noChangeArrowheads="1"/>
          </p:cNvSpPr>
          <p:nvPr/>
        </p:nvSpPr>
        <p:spPr bwMode="auto">
          <a:xfrm>
            <a:off x="6896376" y="3172957"/>
            <a:ext cx="1764291" cy="446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2000" b="1" i="1" dirty="0" smtClean="0">
                <a:solidFill>
                  <a:srgbClr val="000066"/>
                </a:solidFill>
                <a:latin typeface="Times New Roman" panose="02020603050405020304" pitchFamily="18" charset="0"/>
                <a:sym typeface="Symbol" panose="05050102010706020507" pitchFamily="18" charset="2"/>
              </a:rPr>
              <a:t></a:t>
            </a:r>
            <a:r>
              <a:rPr kumimoji="1" lang="en-US" altLang="zh-CN" sz="2000" b="1" baseline="-25000" dirty="0" smtClean="0">
                <a:solidFill>
                  <a:srgbClr val="000066"/>
                </a:solidFill>
                <a:latin typeface="Times New Roman" panose="02020603050405020304" pitchFamily="18" charset="0"/>
                <a:sym typeface="Symbol" panose="05050102010706020507" pitchFamily="18" charset="2"/>
              </a:rPr>
              <a:t>f</a:t>
            </a:r>
            <a:r>
              <a:rPr kumimoji="1" lang="en-US" altLang="zh-CN" sz="2000" b="1" i="1" baseline="-25000" dirty="0" smtClean="0">
                <a:solidFill>
                  <a:srgbClr val="000066"/>
                </a:solidFill>
                <a:latin typeface="Times New Roman" panose="02020603050405020304" pitchFamily="18" charset="0"/>
                <a:sym typeface="Symbol" panose="05050102010706020507" pitchFamily="18" charset="2"/>
              </a:rPr>
              <a:t> </a:t>
            </a:r>
            <a:r>
              <a:rPr kumimoji="1" lang="en-US" altLang="zh-CN" sz="2000" b="1" i="1" dirty="0" smtClean="0">
                <a:solidFill>
                  <a:srgbClr val="000066"/>
                </a:solidFill>
                <a:latin typeface="Times New Roman" panose="02020603050405020304" pitchFamily="18" charset="0"/>
                <a:sym typeface="Symbol" panose="05050102010706020507" pitchFamily="18" charset="2"/>
              </a:rPr>
              <a:t>= c + </a:t>
            </a:r>
            <a:r>
              <a:rPr kumimoji="1" lang="en-US" altLang="zh-CN" sz="2000" b="1" baseline="-25000" dirty="0" err="1" smtClean="0">
                <a:solidFill>
                  <a:srgbClr val="000066"/>
                </a:solidFill>
                <a:latin typeface="Times New Roman" panose="02020603050405020304" pitchFamily="18" charset="0"/>
                <a:sym typeface="Symbol" panose="05050102010706020507" pitchFamily="18" charset="2"/>
              </a:rPr>
              <a:t>n</a:t>
            </a:r>
            <a:r>
              <a:rPr kumimoji="1" lang="en-US" altLang="zh-CN" sz="2000" b="1" dirty="0" err="1" smtClean="0">
                <a:solidFill>
                  <a:srgbClr val="000066"/>
                </a:solidFill>
                <a:latin typeface="Times New Roman" panose="02020603050405020304" pitchFamily="18" charset="0"/>
                <a:sym typeface="Symbol" panose="05050102010706020507" pitchFamily="18" charset="2"/>
              </a:rPr>
              <a:t>tan</a:t>
            </a:r>
            <a:r>
              <a:rPr kumimoji="1" lang="en-US" altLang="zh-CN" sz="2000" b="1" i="1" dirty="0" smtClean="0">
                <a:solidFill>
                  <a:srgbClr val="000066"/>
                </a:solidFill>
                <a:latin typeface="Times New Roman" panose="02020603050405020304" pitchFamily="18" charset="0"/>
                <a:sym typeface="Symbol" panose="05050102010706020507" pitchFamily="18" charset="2"/>
              </a:rPr>
              <a:t></a:t>
            </a:r>
            <a:endParaRPr kumimoji="1" lang="en-US" altLang="zh-CN" sz="2000" b="1" baseline="-25000" dirty="0">
              <a:solidFill>
                <a:srgbClr val="000066"/>
              </a:solidFill>
              <a:latin typeface="Times New Roman" panose="02020603050405020304" pitchFamily="18" charset="0"/>
              <a:sym typeface="Symbol" panose="05050102010706020507" pitchFamily="18" charset="2"/>
            </a:endParaRPr>
          </a:p>
        </p:txBody>
      </p:sp>
      <p:cxnSp>
        <p:nvCxnSpPr>
          <p:cNvPr id="22" name="直接连接符 21"/>
          <p:cNvCxnSpPr/>
          <p:nvPr/>
        </p:nvCxnSpPr>
        <p:spPr bwMode="auto">
          <a:xfrm>
            <a:off x="6976013" y="3160845"/>
            <a:ext cx="116378" cy="95597"/>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2" name="直接连接符 41"/>
          <p:cNvCxnSpPr/>
          <p:nvPr/>
        </p:nvCxnSpPr>
        <p:spPr bwMode="auto">
          <a:xfrm>
            <a:off x="5997236" y="1073303"/>
            <a:ext cx="0" cy="217967"/>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3" name="直接连接符 42"/>
          <p:cNvCxnSpPr/>
          <p:nvPr/>
        </p:nvCxnSpPr>
        <p:spPr bwMode="auto">
          <a:xfrm>
            <a:off x="7154412" y="1082163"/>
            <a:ext cx="0" cy="217967"/>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4" name="直接箭头连接符 43"/>
          <p:cNvCxnSpPr/>
          <p:nvPr/>
        </p:nvCxnSpPr>
        <p:spPr bwMode="auto">
          <a:xfrm>
            <a:off x="5997235" y="1174313"/>
            <a:ext cx="1158949" cy="0"/>
          </a:xfrm>
          <a:prstGeom prst="straightConnector1">
            <a:avLst/>
          </a:prstGeom>
          <a:noFill/>
          <a:ln w="12700" cap="flat" cmpd="sng" algn="ctr">
            <a:solidFill>
              <a:schemeClr val="tx1"/>
            </a:solidFill>
            <a:prstDash val="solid"/>
            <a:round/>
            <a:headEnd type="triangl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7" name="Text Box 2450"/>
          <p:cNvSpPr txBox="1">
            <a:spLocks noChangeArrowheads="1"/>
          </p:cNvSpPr>
          <p:nvPr/>
        </p:nvSpPr>
        <p:spPr bwMode="auto">
          <a:xfrm>
            <a:off x="6414394" y="803777"/>
            <a:ext cx="300082" cy="385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800" b="1" i="1" dirty="0" smtClean="0"/>
              <a:t>d</a:t>
            </a:r>
            <a:endParaRPr kumimoji="1" lang="en-US" altLang="zh-CN" sz="1800" b="1" i="1" dirty="0"/>
          </a:p>
        </p:txBody>
      </p:sp>
      <p:cxnSp>
        <p:nvCxnSpPr>
          <p:cNvPr id="5" name="直接连接符 4"/>
          <p:cNvCxnSpPr/>
          <p:nvPr/>
        </p:nvCxnSpPr>
        <p:spPr bwMode="auto">
          <a:xfrm>
            <a:off x="7152812" y="1333866"/>
            <a:ext cx="0" cy="921745"/>
          </a:xfrm>
          <a:prstGeom prst="line">
            <a:avLst/>
          </a:prstGeom>
          <a:noFill/>
          <a:ln w="12700" cap="flat" cmpd="sng" algn="ctr">
            <a:solidFill>
              <a:schemeClr val="tx1"/>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56" name="组合 55"/>
          <p:cNvGrpSpPr/>
          <p:nvPr/>
        </p:nvGrpSpPr>
        <p:grpSpPr>
          <a:xfrm>
            <a:off x="7424752" y="2249382"/>
            <a:ext cx="940468" cy="782798"/>
            <a:chOff x="7487644" y="3253722"/>
            <a:chExt cx="940468" cy="782798"/>
          </a:xfrm>
        </p:grpSpPr>
        <p:cxnSp>
          <p:nvCxnSpPr>
            <p:cNvPr id="59" name="直接箭头连接符 58"/>
            <p:cNvCxnSpPr/>
            <p:nvPr/>
          </p:nvCxnSpPr>
          <p:spPr bwMode="auto">
            <a:xfrm flipH="1" flipV="1">
              <a:off x="7569740" y="3813839"/>
              <a:ext cx="205537" cy="170484"/>
            </a:xfrm>
            <a:prstGeom prst="straightConnector1">
              <a:avLst/>
            </a:prstGeom>
            <a:noFill/>
            <a:ln w="9525" cap="flat" cmpd="sng" algn="ctr">
              <a:solidFill>
                <a:srgbClr val="000066"/>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4" name="Text Box 75"/>
            <p:cNvSpPr txBox="1">
              <a:spLocks noChangeArrowheads="1"/>
            </p:cNvSpPr>
            <p:nvPr/>
          </p:nvSpPr>
          <p:spPr bwMode="auto">
            <a:xfrm>
              <a:off x="7989044" y="3417144"/>
              <a:ext cx="439068" cy="412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2000" b="1" i="1" dirty="0" smtClean="0">
                  <a:solidFill>
                    <a:srgbClr val="000066"/>
                  </a:solidFill>
                  <a:latin typeface="Times New Roman" panose="02020603050405020304" pitchFamily="18" charset="0"/>
                  <a:sym typeface="Symbol" panose="05050102010706020507" pitchFamily="18" charset="2"/>
                </a:rPr>
                <a:t></a:t>
              </a:r>
              <a:r>
                <a:rPr kumimoji="1" lang="en-US" altLang="zh-CN" sz="2000" b="1" baseline="-25000" dirty="0" smtClean="0">
                  <a:solidFill>
                    <a:srgbClr val="000066"/>
                  </a:solidFill>
                  <a:latin typeface="Times New Roman" panose="02020603050405020304" pitchFamily="18" charset="0"/>
                  <a:sym typeface="Symbol" panose="05050102010706020507" pitchFamily="18" charset="2"/>
                </a:rPr>
                <a:t>n</a:t>
              </a:r>
              <a:endParaRPr kumimoji="1" lang="en-US" altLang="zh-CN" sz="2000" b="1" baseline="-25000" dirty="0">
                <a:solidFill>
                  <a:srgbClr val="000066"/>
                </a:solidFill>
                <a:latin typeface="Times New Roman" panose="02020603050405020304" pitchFamily="18" charset="0"/>
                <a:sym typeface="Symbol" panose="05050102010706020507" pitchFamily="18" charset="2"/>
              </a:endParaRPr>
            </a:p>
          </p:txBody>
        </p:sp>
        <p:cxnSp>
          <p:nvCxnSpPr>
            <p:cNvPr id="79" name="直接箭头连接符 78"/>
            <p:cNvCxnSpPr/>
            <p:nvPr/>
          </p:nvCxnSpPr>
          <p:spPr bwMode="auto">
            <a:xfrm flipH="1" flipV="1">
              <a:off x="7656340" y="3718920"/>
              <a:ext cx="203417" cy="156503"/>
            </a:xfrm>
            <a:prstGeom prst="straightConnector1">
              <a:avLst/>
            </a:prstGeom>
            <a:noFill/>
            <a:ln w="9525" cap="flat" cmpd="sng" algn="ctr">
              <a:solidFill>
                <a:srgbClr val="000066"/>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0" name="直接箭头连接符 79"/>
            <p:cNvCxnSpPr/>
            <p:nvPr/>
          </p:nvCxnSpPr>
          <p:spPr bwMode="auto">
            <a:xfrm flipH="1" flipV="1">
              <a:off x="7733864" y="3624002"/>
              <a:ext cx="203039" cy="131165"/>
            </a:xfrm>
            <a:prstGeom prst="straightConnector1">
              <a:avLst/>
            </a:prstGeom>
            <a:noFill/>
            <a:ln w="9525" cap="flat" cmpd="sng" algn="ctr">
              <a:solidFill>
                <a:srgbClr val="000066"/>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1" name="直接箭头连接符 80"/>
            <p:cNvCxnSpPr/>
            <p:nvPr/>
          </p:nvCxnSpPr>
          <p:spPr bwMode="auto">
            <a:xfrm flipH="1" flipV="1">
              <a:off x="7806851" y="3517740"/>
              <a:ext cx="179969" cy="110364"/>
            </a:xfrm>
            <a:prstGeom prst="straightConnector1">
              <a:avLst/>
            </a:prstGeom>
            <a:noFill/>
            <a:ln w="9525" cap="flat" cmpd="sng" algn="ctr">
              <a:solidFill>
                <a:srgbClr val="000066"/>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4" name="直接箭头连接符 83"/>
            <p:cNvCxnSpPr/>
            <p:nvPr/>
          </p:nvCxnSpPr>
          <p:spPr bwMode="auto">
            <a:xfrm flipH="1" flipV="1">
              <a:off x="7875301" y="3411478"/>
              <a:ext cx="161437" cy="91832"/>
            </a:xfrm>
            <a:prstGeom prst="straightConnector1">
              <a:avLst/>
            </a:prstGeom>
            <a:noFill/>
            <a:ln w="9525" cap="flat" cmpd="sng" algn="ctr">
              <a:solidFill>
                <a:srgbClr val="000066"/>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5" name="任意多边形 84"/>
            <p:cNvSpPr/>
            <p:nvPr/>
          </p:nvSpPr>
          <p:spPr bwMode="auto">
            <a:xfrm>
              <a:off x="7487644" y="3253722"/>
              <a:ext cx="462873" cy="651198"/>
            </a:xfrm>
            <a:custGeom>
              <a:avLst/>
              <a:gdLst>
                <a:gd name="connsiteX0" fmla="*/ 0 w 462873"/>
                <a:gd name="connsiteY0" fmla="*/ 651198 h 651198"/>
                <a:gd name="connsiteX1" fmla="*/ 93028 w 462873"/>
                <a:gd name="connsiteY1" fmla="*/ 546824 h 651198"/>
                <a:gd name="connsiteX2" fmla="*/ 233705 w 462873"/>
                <a:gd name="connsiteY2" fmla="*/ 372113 h 651198"/>
                <a:gd name="connsiteX3" fmla="*/ 308582 w 462873"/>
                <a:gd name="connsiteY3" fmla="*/ 263202 h 651198"/>
                <a:gd name="connsiteX4" fmla="*/ 401610 w 462873"/>
                <a:gd name="connsiteY4" fmla="*/ 115718 h 651198"/>
                <a:gd name="connsiteX5" fmla="*/ 462873 w 462873"/>
                <a:gd name="connsiteY5" fmla="*/ 0 h 6511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2873" h="651198">
                  <a:moveTo>
                    <a:pt x="0" y="651198"/>
                  </a:moveTo>
                  <a:cubicBezTo>
                    <a:pt x="27038" y="622268"/>
                    <a:pt x="54077" y="593338"/>
                    <a:pt x="93028" y="546824"/>
                  </a:cubicBezTo>
                  <a:cubicBezTo>
                    <a:pt x="131979" y="500310"/>
                    <a:pt x="197779" y="419383"/>
                    <a:pt x="233705" y="372113"/>
                  </a:cubicBezTo>
                  <a:cubicBezTo>
                    <a:pt x="269631" y="324843"/>
                    <a:pt x="280598" y="305935"/>
                    <a:pt x="308582" y="263202"/>
                  </a:cubicBezTo>
                  <a:cubicBezTo>
                    <a:pt x="336566" y="220469"/>
                    <a:pt x="375895" y="159585"/>
                    <a:pt x="401610" y="115718"/>
                  </a:cubicBezTo>
                  <a:cubicBezTo>
                    <a:pt x="427325" y="71851"/>
                    <a:pt x="445099" y="35925"/>
                    <a:pt x="462873" y="0"/>
                  </a:cubicBezTo>
                </a:path>
              </a:pathLst>
            </a:custGeom>
            <a:noFill/>
            <a:ln w="12700" cap="flat" cmpd="sng" algn="ctr">
              <a:solidFill>
                <a:schemeClr val="tx1"/>
              </a:solidFill>
              <a:prstDash val="sysDot"/>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86" name="任意多边形 85"/>
            <p:cNvSpPr/>
            <p:nvPr/>
          </p:nvSpPr>
          <p:spPr bwMode="auto">
            <a:xfrm>
              <a:off x="7710004" y="3385323"/>
              <a:ext cx="338079" cy="651197"/>
            </a:xfrm>
            <a:custGeom>
              <a:avLst/>
              <a:gdLst>
                <a:gd name="connsiteX0" fmla="*/ 0 w 329003"/>
                <a:gd name="connsiteY0" fmla="*/ 664811 h 664811"/>
                <a:gd name="connsiteX1" fmla="*/ 58994 w 329003"/>
                <a:gd name="connsiteY1" fmla="*/ 587666 h 664811"/>
                <a:gd name="connsiteX2" fmla="*/ 142946 w 329003"/>
                <a:gd name="connsiteY2" fmla="*/ 487831 h 664811"/>
                <a:gd name="connsiteX3" fmla="*/ 213285 w 329003"/>
                <a:gd name="connsiteY3" fmla="*/ 369844 h 664811"/>
                <a:gd name="connsiteX4" fmla="*/ 272278 w 329003"/>
                <a:gd name="connsiteY4" fmla="*/ 235974 h 664811"/>
                <a:gd name="connsiteX5" fmla="*/ 315389 w 329003"/>
                <a:gd name="connsiteY5" fmla="*/ 108911 h 664811"/>
                <a:gd name="connsiteX6" fmla="*/ 329003 w 329003"/>
                <a:gd name="connsiteY6" fmla="*/ 0 h 664811"/>
                <a:gd name="connsiteX0" fmla="*/ 0 w 338079"/>
                <a:gd name="connsiteY0" fmla="*/ 651197 h 651197"/>
                <a:gd name="connsiteX1" fmla="*/ 68070 w 338079"/>
                <a:gd name="connsiteY1" fmla="*/ 587666 h 651197"/>
                <a:gd name="connsiteX2" fmla="*/ 152022 w 338079"/>
                <a:gd name="connsiteY2" fmla="*/ 487831 h 651197"/>
                <a:gd name="connsiteX3" fmla="*/ 222361 w 338079"/>
                <a:gd name="connsiteY3" fmla="*/ 369844 h 651197"/>
                <a:gd name="connsiteX4" fmla="*/ 281354 w 338079"/>
                <a:gd name="connsiteY4" fmla="*/ 235974 h 651197"/>
                <a:gd name="connsiteX5" fmla="*/ 324465 w 338079"/>
                <a:gd name="connsiteY5" fmla="*/ 108911 h 651197"/>
                <a:gd name="connsiteX6" fmla="*/ 338079 w 338079"/>
                <a:gd name="connsiteY6" fmla="*/ 0 h 651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8079" h="651197">
                  <a:moveTo>
                    <a:pt x="0" y="651197"/>
                  </a:moveTo>
                  <a:cubicBezTo>
                    <a:pt x="17585" y="627373"/>
                    <a:pt x="42733" y="614894"/>
                    <a:pt x="68070" y="587666"/>
                  </a:cubicBezTo>
                  <a:cubicBezTo>
                    <a:pt x="93407" y="560438"/>
                    <a:pt x="126307" y="524135"/>
                    <a:pt x="152022" y="487831"/>
                  </a:cubicBezTo>
                  <a:cubicBezTo>
                    <a:pt x="177737" y="451527"/>
                    <a:pt x="200806" y="411820"/>
                    <a:pt x="222361" y="369844"/>
                  </a:cubicBezTo>
                  <a:cubicBezTo>
                    <a:pt x="243916" y="327868"/>
                    <a:pt x="264337" y="279463"/>
                    <a:pt x="281354" y="235974"/>
                  </a:cubicBezTo>
                  <a:cubicBezTo>
                    <a:pt x="298371" y="192485"/>
                    <a:pt x="315011" y="148240"/>
                    <a:pt x="324465" y="108911"/>
                  </a:cubicBezTo>
                  <a:cubicBezTo>
                    <a:pt x="333919" y="69582"/>
                    <a:pt x="335999" y="34791"/>
                    <a:pt x="338079" y="0"/>
                  </a:cubicBezTo>
                </a:path>
              </a:pathLst>
            </a:cu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grpSp>
      <p:sp>
        <p:nvSpPr>
          <p:cNvPr id="88" name="矩形 87"/>
          <p:cNvSpPr/>
          <p:nvPr/>
        </p:nvSpPr>
        <p:spPr>
          <a:xfrm>
            <a:off x="831514" y="4292146"/>
            <a:ext cx="7200378" cy="461665"/>
          </a:xfrm>
          <a:prstGeom prst="rect">
            <a:avLst/>
          </a:prstGeom>
        </p:spPr>
        <p:txBody>
          <a:bodyPr wrap="square">
            <a:spAutoFit/>
          </a:bodyPr>
          <a:lstStyle/>
          <a:p>
            <a:pPr marL="457200" indent="-457200">
              <a:lnSpc>
                <a:spcPct val="120000"/>
              </a:lnSpc>
              <a:spcBef>
                <a:spcPts val="300"/>
              </a:spcBef>
              <a:spcAft>
                <a:spcPts val="300"/>
              </a:spcAft>
              <a:buClr>
                <a:srgbClr val="C00000"/>
              </a:buClr>
              <a:buFont typeface="+mj-lt"/>
              <a:buAutoNum type="arabicPeriod" startAt="3"/>
            </a:pPr>
            <a:r>
              <a:rPr lang="zh-CN" altLang="en-US" sz="2000" b="1" dirty="0">
                <a:solidFill>
                  <a:srgbClr val="000066"/>
                </a:solidFill>
                <a:ea typeface="幼圆" pitchFamily="49" charset="-122"/>
              </a:rPr>
              <a:t>适用于饱和软</a:t>
            </a:r>
            <a:r>
              <a:rPr lang="zh-CN" altLang="en-US" sz="2000" b="1" dirty="0" smtClean="0">
                <a:solidFill>
                  <a:srgbClr val="000066"/>
                </a:solidFill>
                <a:ea typeface="幼圆" pitchFamily="49" charset="-122"/>
              </a:rPr>
              <a:t>黏土不排水的情况，</a:t>
            </a:r>
            <a:r>
              <a:rPr lang="zh-CN" altLang="en-US" sz="2000" b="1" dirty="0">
                <a:solidFill>
                  <a:srgbClr val="000066"/>
                </a:solidFill>
                <a:ea typeface="幼圆" pitchFamily="49" charset="-122"/>
              </a:rPr>
              <a:t>即 </a:t>
            </a:r>
            <a:r>
              <a:rPr lang="zh-CN" altLang="en-US" sz="2000" b="1" dirty="0" smtClean="0">
                <a:solidFill>
                  <a:srgbClr val="000066"/>
                </a:solidFill>
                <a:ea typeface="幼圆" pitchFamily="49" charset="-122"/>
                <a:sym typeface="Symbol" panose="05050102010706020507" pitchFamily="18" charset="2"/>
              </a:rPr>
              <a:t>（</a:t>
            </a:r>
            <a:r>
              <a:rPr lang="zh-CN" altLang="en-US" sz="2000" b="1" i="1" dirty="0" smtClean="0">
                <a:solidFill>
                  <a:srgbClr val="000066"/>
                </a:solidFill>
                <a:ea typeface="幼圆" pitchFamily="49" charset="-122"/>
                <a:sym typeface="Symbol" panose="05050102010706020507" pitchFamily="18" charset="2"/>
              </a:rPr>
              <a:t></a:t>
            </a:r>
            <a:r>
              <a:rPr lang="en-US" altLang="zh-CN" sz="2000" b="1" baseline="-25000" dirty="0">
                <a:solidFill>
                  <a:srgbClr val="000066"/>
                </a:solidFill>
                <a:ea typeface="幼圆" pitchFamily="49" charset="-122"/>
                <a:sym typeface="Symbol" panose="05050102010706020507" pitchFamily="18" charset="2"/>
              </a:rPr>
              <a:t>u</a:t>
            </a:r>
            <a:r>
              <a:rPr lang="en-US" altLang="zh-CN" sz="2000" b="1" dirty="0">
                <a:solidFill>
                  <a:srgbClr val="000066"/>
                </a:solidFill>
                <a:ea typeface="幼圆" pitchFamily="49" charset="-122"/>
                <a:sym typeface="Symbol" panose="05050102010706020507" pitchFamily="18" charset="2"/>
              </a:rPr>
              <a:t>=0</a:t>
            </a:r>
            <a:r>
              <a:rPr lang="zh-CN" altLang="en-US" sz="2000" b="1" dirty="0">
                <a:solidFill>
                  <a:srgbClr val="000066"/>
                </a:solidFill>
                <a:ea typeface="幼圆" pitchFamily="49" charset="-122"/>
                <a:sym typeface="Symbol" panose="05050102010706020507" pitchFamily="18" charset="2"/>
              </a:rPr>
              <a:t>，</a:t>
            </a:r>
            <a:r>
              <a:rPr lang="en-US" altLang="zh-CN" sz="2000" b="1" i="1" dirty="0">
                <a:solidFill>
                  <a:srgbClr val="000066"/>
                </a:solidFill>
                <a:ea typeface="幼圆" pitchFamily="49" charset="-122"/>
                <a:sym typeface="Symbol" panose="05050102010706020507" pitchFamily="18" charset="2"/>
              </a:rPr>
              <a:t>c</a:t>
            </a:r>
            <a:r>
              <a:rPr lang="en-US" altLang="zh-CN" sz="2000" b="1" dirty="0">
                <a:solidFill>
                  <a:srgbClr val="000066"/>
                </a:solidFill>
                <a:ea typeface="幼圆" pitchFamily="49" charset="-122"/>
                <a:sym typeface="Symbol" panose="05050102010706020507" pitchFamily="18" charset="2"/>
              </a:rPr>
              <a:t>=</a:t>
            </a:r>
            <a:r>
              <a:rPr lang="en-US" altLang="zh-CN" sz="2000" b="1" i="1" dirty="0">
                <a:solidFill>
                  <a:srgbClr val="000066"/>
                </a:solidFill>
                <a:ea typeface="幼圆" pitchFamily="49" charset="-122"/>
                <a:sym typeface="Symbol" panose="05050102010706020507" pitchFamily="18" charset="2"/>
              </a:rPr>
              <a:t>c</a:t>
            </a:r>
            <a:r>
              <a:rPr lang="en-US" altLang="zh-CN" sz="2000" b="1" baseline="-25000" dirty="0">
                <a:solidFill>
                  <a:srgbClr val="000066"/>
                </a:solidFill>
                <a:ea typeface="幼圆" pitchFamily="49" charset="-122"/>
                <a:sym typeface="Symbol" panose="05050102010706020507" pitchFamily="18" charset="2"/>
              </a:rPr>
              <a:t>u</a:t>
            </a:r>
            <a:r>
              <a:rPr lang="zh-CN" altLang="en-US" sz="2000" b="1" dirty="0">
                <a:solidFill>
                  <a:srgbClr val="000066"/>
                </a:solidFill>
                <a:ea typeface="幼圆" pitchFamily="49" charset="-122"/>
                <a:sym typeface="Symbol" panose="05050102010706020507" pitchFamily="18" charset="2"/>
              </a:rPr>
              <a:t>）</a:t>
            </a:r>
            <a:r>
              <a:rPr lang="en-US" altLang="zh-CN" sz="2000" b="1" dirty="0" smtClean="0">
                <a:solidFill>
                  <a:srgbClr val="000066"/>
                </a:solidFill>
                <a:ea typeface="幼圆" pitchFamily="49" charset="-122"/>
              </a:rPr>
              <a:t> </a:t>
            </a:r>
            <a:r>
              <a:rPr lang="zh-CN" altLang="en-US" sz="2000" b="1" dirty="0" smtClean="0">
                <a:solidFill>
                  <a:srgbClr val="000066"/>
                </a:solidFill>
                <a:ea typeface="幼圆" pitchFamily="49" charset="-122"/>
              </a:rPr>
              <a:t>情况</a:t>
            </a:r>
            <a:endParaRPr lang="zh-CN" altLang="en-US" sz="2000" b="1" dirty="0">
              <a:solidFill>
                <a:srgbClr val="000066"/>
              </a:solidFill>
              <a:ea typeface="幼圆" pitchFamily="49" charset="-122"/>
            </a:endParaRPr>
          </a:p>
        </p:txBody>
      </p:sp>
      <p:sp>
        <p:nvSpPr>
          <p:cNvPr id="89" name="Text Box 7"/>
          <p:cNvSpPr txBox="1">
            <a:spLocks noChangeArrowheads="1"/>
          </p:cNvSpPr>
          <p:nvPr/>
        </p:nvSpPr>
        <p:spPr bwMode="auto">
          <a:xfrm>
            <a:off x="0" y="0"/>
            <a:ext cx="5420412"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1800" b="1" kern="900" spc="130" dirty="0" smtClean="0">
                <a:solidFill>
                  <a:srgbClr val="000066"/>
                </a:solidFill>
                <a:ea typeface="黑体" panose="02010609060101010101" pitchFamily="49" charset="-122"/>
                <a:cs typeface="Times New Roman" panose="02020603050405020304" pitchFamily="18" charset="0"/>
              </a:rPr>
              <a:t>§7.3  </a:t>
            </a:r>
            <a:r>
              <a:rPr lang="zh-CN" altLang="en-US" sz="1800" b="1" kern="900" spc="130" dirty="0" smtClean="0">
                <a:solidFill>
                  <a:srgbClr val="000066"/>
                </a:solidFill>
                <a:ea typeface="黑体" panose="02010609060101010101" pitchFamily="49" charset="-122"/>
                <a:cs typeface="Times New Roman" panose="02020603050405020304" pitchFamily="18" charset="0"/>
              </a:rPr>
              <a:t>黏性</a:t>
            </a:r>
            <a:r>
              <a:rPr lang="zh-CN" altLang="en-US" sz="1800" b="1" kern="900" spc="130" dirty="0">
                <a:solidFill>
                  <a:srgbClr val="000066"/>
                </a:solidFill>
                <a:ea typeface="黑体" panose="02010609060101010101" pitchFamily="49" charset="-122"/>
                <a:cs typeface="Times New Roman" panose="02020603050405020304" pitchFamily="18" charset="0"/>
              </a:rPr>
              <a:t>土坡的稳定</a:t>
            </a:r>
            <a:r>
              <a:rPr lang="zh-CN" altLang="en-US" sz="1800" b="1" kern="900" spc="130" dirty="0" smtClean="0">
                <a:solidFill>
                  <a:srgbClr val="000066"/>
                </a:solidFill>
                <a:ea typeface="黑体" panose="02010609060101010101" pitchFamily="49" charset="-122"/>
                <a:cs typeface="Times New Roman" panose="02020603050405020304" pitchFamily="18" charset="0"/>
              </a:rPr>
              <a:t>分析 </a:t>
            </a:r>
            <a:r>
              <a:rPr lang="en-US" altLang="zh-CN" sz="1800" b="1" kern="900" spc="130" dirty="0" smtClean="0">
                <a:solidFill>
                  <a:srgbClr val="000066"/>
                </a:solidFill>
                <a:ea typeface="黑体" panose="02010609060101010101" pitchFamily="49" charset="-122"/>
                <a:cs typeface="Times New Roman" panose="02020603050405020304" pitchFamily="18" charset="0"/>
              </a:rPr>
              <a:t>- </a:t>
            </a:r>
            <a:r>
              <a:rPr lang="zh-CN" altLang="en-US" sz="1800" b="1" kern="900" spc="130" dirty="0" smtClean="0">
                <a:solidFill>
                  <a:srgbClr val="000066"/>
                </a:solidFill>
                <a:ea typeface="黑体" panose="02010609060101010101" pitchFamily="49" charset="-122"/>
                <a:cs typeface="Times New Roman" panose="02020603050405020304" pitchFamily="18" charset="0"/>
              </a:rPr>
              <a:t>瑞典</a:t>
            </a:r>
            <a:r>
              <a:rPr lang="zh-CN" altLang="en-US" sz="1800" b="1" kern="900" spc="130" dirty="0">
                <a:solidFill>
                  <a:srgbClr val="000066"/>
                </a:solidFill>
                <a:ea typeface="黑体" panose="02010609060101010101" pitchFamily="49" charset="-122"/>
                <a:cs typeface="Times New Roman" panose="02020603050405020304" pitchFamily="18" charset="0"/>
              </a:rPr>
              <a:t>圆弧法</a:t>
            </a:r>
          </a:p>
        </p:txBody>
      </p:sp>
      <p:sp>
        <p:nvSpPr>
          <p:cNvPr id="55" name="Text Box 2"/>
          <p:cNvSpPr txBox="1">
            <a:spLocks noChangeArrowheads="1"/>
          </p:cNvSpPr>
          <p:nvPr/>
        </p:nvSpPr>
        <p:spPr bwMode="auto">
          <a:xfrm>
            <a:off x="2083325" y="5682288"/>
            <a:ext cx="580691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gn="ctr" eaLnBrk="1" hangingPunct="1">
              <a:lnSpc>
                <a:spcPct val="100000"/>
              </a:lnSpc>
              <a:spcBef>
                <a:spcPct val="0"/>
              </a:spcBef>
              <a:spcAft>
                <a:spcPct val="0"/>
              </a:spcAft>
            </a:pPr>
            <a:r>
              <a:rPr kumimoji="1" lang="zh-CN" altLang="en-US" sz="4000" b="1" dirty="0" smtClean="0">
                <a:solidFill>
                  <a:srgbClr val="000066"/>
                </a:solidFill>
                <a:latin typeface="黑体" pitchFamily="2" charset="-122"/>
                <a:ea typeface="黑体" pitchFamily="2" charset="-122"/>
              </a:rPr>
              <a:t>瑞典圆弧法</a:t>
            </a:r>
            <a:endParaRPr kumimoji="1" lang="en-US" altLang="zh-CN" sz="4000" b="1" dirty="0">
              <a:solidFill>
                <a:srgbClr val="000066"/>
              </a:solidFill>
              <a:latin typeface="黑体" pitchFamily="2" charset="-122"/>
              <a:ea typeface="黑体" pitchFamily="2" charset="-122"/>
            </a:endParaRPr>
          </a:p>
        </p:txBody>
      </p:sp>
    </p:spTree>
    <p:extLst>
      <p:ext uri="{BB962C8B-B14F-4D97-AF65-F5344CB8AC3E}">
        <p14:creationId xmlns:p14="http://schemas.microsoft.com/office/powerpoint/2010/main" val="73519714"/>
      </p:ext>
    </p:extLst>
  </p:cSld>
  <p:clrMapOvr>
    <a:masterClrMapping/>
  </p:clrMapOvr>
  <p:transition spd="med">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wipe(left)">
                                      <p:cBhvr>
                                        <p:cTn id="7" dur="1000"/>
                                        <p:tgtEl>
                                          <p:spTgt spid="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
                                            <p:txEl>
                                              <p:pRg st="1" end="1"/>
                                            </p:txEl>
                                          </p:spTgt>
                                        </p:tgtEl>
                                        <p:attrNameLst>
                                          <p:attrName>style.visibility</p:attrName>
                                        </p:attrNameLst>
                                      </p:cBhvr>
                                      <p:to>
                                        <p:strVal val="visible"/>
                                      </p:to>
                                    </p:set>
                                    <p:animEffect transition="in" filter="wipe(left)">
                                      <p:cBhvr>
                                        <p:cTn id="12" dur="1000"/>
                                        <p:tgtEl>
                                          <p:spTgt spid="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88"/>
                                        </p:tgtEl>
                                        <p:attrNameLst>
                                          <p:attrName>style.visibility</p:attrName>
                                        </p:attrNameLst>
                                      </p:cBhvr>
                                      <p:to>
                                        <p:strVal val="visible"/>
                                      </p:to>
                                    </p:set>
                                    <p:animEffect transition="in" filter="wipe(left)">
                                      <p:cBhvr>
                                        <p:cTn id="17" dur="1000"/>
                                        <p:tgtEl>
                                          <p:spTgt spid="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uiExpand="1" build="p"/>
      <p:bldP spid="88"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 name="任意多边形 206"/>
          <p:cNvSpPr/>
          <p:nvPr/>
        </p:nvSpPr>
        <p:spPr bwMode="auto">
          <a:xfrm>
            <a:off x="4994846" y="2519204"/>
            <a:ext cx="3450692" cy="1785416"/>
          </a:xfrm>
          <a:custGeom>
            <a:avLst/>
            <a:gdLst>
              <a:gd name="connsiteX0" fmla="*/ 0 w 3450692"/>
              <a:gd name="connsiteY0" fmla="*/ 1561822 h 1785416"/>
              <a:gd name="connsiteX1" fmla="*/ 313700 w 3450692"/>
              <a:gd name="connsiteY1" fmla="*/ 1561822 h 1785416"/>
              <a:gd name="connsiteX2" fmla="*/ 2833305 w 3450692"/>
              <a:gd name="connsiteY2" fmla="*/ 0 h 1785416"/>
              <a:gd name="connsiteX3" fmla="*/ 3450692 w 3450692"/>
              <a:gd name="connsiteY3" fmla="*/ 0 h 1785416"/>
              <a:gd name="connsiteX4" fmla="*/ 3310529 w 3450692"/>
              <a:gd name="connsiteY4" fmla="*/ 367095 h 1785416"/>
              <a:gd name="connsiteX5" fmla="*/ 3080260 w 3450692"/>
              <a:gd name="connsiteY5" fmla="*/ 760888 h 1785416"/>
              <a:gd name="connsiteX6" fmla="*/ 2746538 w 3450692"/>
              <a:gd name="connsiteY6" fmla="*/ 1131320 h 1785416"/>
              <a:gd name="connsiteX7" fmla="*/ 2312698 w 3450692"/>
              <a:gd name="connsiteY7" fmla="*/ 1461706 h 1785416"/>
              <a:gd name="connsiteX8" fmla="*/ 1908894 w 3450692"/>
              <a:gd name="connsiteY8" fmla="*/ 1641916 h 1785416"/>
              <a:gd name="connsiteX9" fmla="*/ 1578508 w 3450692"/>
              <a:gd name="connsiteY9" fmla="*/ 1738695 h 1785416"/>
              <a:gd name="connsiteX10" fmla="*/ 1261472 w 3450692"/>
              <a:gd name="connsiteY10" fmla="*/ 1778742 h 1785416"/>
              <a:gd name="connsiteX11" fmla="*/ 957784 w 3450692"/>
              <a:gd name="connsiteY11" fmla="*/ 1785416 h 1785416"/>
              <a:gd name="connsiteX12" fmla="*/ 660771 w 3450692"/>
              <a:gd name="connsiteY12" fmla="*/ 1755381 h 1785416"/>
              <a:gd name="connsiteX13" fmla="*/ 323711 w 3450692"/>
              <a:gd name="connsiteY13" fmla="*/ 1678625 h 1785416"/>
              <a:gd name="connsiteX14" fmla="*/ 0 w 3450692"/>
              <a:gd name="connsiteY14" fmla="*/ 1561822 h 1785416"/>
              <a:gd name="connsiteX0" fmla="*/ 0 w 3450692"/>
              <a:gd name="connsiteY0" fmla="*/ 1561822 h 1785416"/>
              <a:gd name="connsiteX1" fmla="*/ 313700 w 3450692"/>
              <a:gd name="connsiteY1" fmla="*/ 1561822 h 1785416"/>
              <a:gd name="connsiteX2" fmla="*/ 2833305 w 3450692"/>
              <a:gd name="connsiteY2" fmla="*/ 0 h 1785416"/>
              <a:gd name="connsiteX3" fmla="*/ 3450692 w 3450692"/>
              <a:gd name="connsiteY3" fmla="*/ 0 h 1785416"/>
              <a:gd name="connsiteX4" fmla="*/ 3310529 w 3450692"/>
              <a:gd name="connsiteY4" fmla="*/ 367095 h 1785416"/>
              <a:gd name="connsiteX5" fmla="*/ 3080260 w 3450692"/>
              <a:gd name="connsiteY5" fmla="*/ 760888 h 1785416"/>
              <a:gd name="connsiteX6" fmla="*/ 2746538 w 3450692"/>
              <a:gd name="connsiteY6" fmla="*/ 1131320 h 1785416"/>
              <a:gd name="connsiteX7" fmla="*/ 2312698 w 3450692"/>
              <a:gd name="connsiteY7" fmla="*/ 1461706 h 1785416"/>
              <a:gd name="connsiteX8" fmla="*/ 1908894 w 3450692"/>
              <a:gd name="connsiteY8" fmla="*/ 1641916 h 1785416"/>
              <a:gd name="connsiteX9" fmla="*/ 1578508 w 3450692"/>
              <a:gd name="connsiteY9" fmla="*/ 1738695 h 1785416"/>
              <a:gd name="connsiteX10" fmla="*/ 1261472 w 3450692"/>
              <a:gd name="connsiteY10" fmla="*/ 1778742 h 1785416"/>
              <a:gd name="connsiteX11" fmla="*/ 957784 w 3450692"/>
              <a:gd name="connsiteY11" fmla="*/ 1785416 h 1785416"/>
              <a:gd name="connsiteX12" fmla="*/ 660771 w 3450692"/>
              <a:gd name="connsiteY12" fmla="*/ 1755381 h 1785416"/>
              <a:gd name="connsiteX13" fmla="*/ 489791 w 3450692"/>
              <a:gd name="connsiteY13" fmla="*/ 1727823 h 1785416"/>
              <a:gd name="connsiteX14" fmla="*/ 323711 w 3450692"/>
              <a:gd name="connsiteY14" fmla="*/ 1678625 h 1785416"/>
              <a:gd name="connsiteX15" fmla="*/ 0 w 3450692"/>
              <a:gd name="connsiteY15" fmla="*/ 1561822 h 1785416"/>
              <a:gd name="connsiteX0" fmla="*/ 0 w 3450692"/>
              <a:gd name="connsiteY0" fmla="*/ 1561822 h 1785416"/>
              <a:gd name="connsiteX1" fmla="*/ 313700 w 3450692"/>
              <a:gd name="connsiteY1" fmla="*/ 1561822 h 1785416"/>
              <a:gd name="connsiteX2" fmla="*/ 2833305 w 3450692"/>
              <a:gd name="connsiteY2" fmla="*/ 0 h 1785416"/>
              <a:gd name="connsiteX3" fmla="*/ 3450692 w 3450692"/>
              <a:gd name="connsiteY3" fmla="*/ 0 h 1785416"/>
              <a:gd name="connsiteX4" fmla="*/ 3343186 w 3450692"/>
              <a:gd name="connsiteY4" fmla="*/ 307224 h 1785416"/>
              <a:gd name="connsiteX5" fmla="*/ 3080260 w 3450692"/>
              <a:gd name="connsiteY5" fmla="*/ 760888 h 1785416"/>
              <a:gd name="connsiteX6" fmla="*/ 2746538 w 3450692"/>
              <a:gd name="connsiteY6" fmla="*/ 1131320 h 1785416"/>
              <a:gd name="connsiteX7" fmla="*/ 2312698 w 3450692"/>
              <a:gd name="connsiteY7" fmla="*/ 1461706 h 1785416"/>
              <a:gd name="connsiteX8" fmla="*/ 1908894 w 3450692"/>
              <a:gd name="connsiteY8" fmla="*/ 1641916 h 1785416"/>
              <a:gd name="connsiteX9" fmla="*/ 1578508 w 3450692"/>
              <a:gd name="connsiteY9" fmla="*/ 1738695 h 1785416"/>
              <a:gd name="connsiteX10" fmla="*/ 1261472 w 3450692"/>
              <a:gd name="connsiteY10" fmla="*/ 1778742 h 1785416"/>
              <a:gd name="connsiteX11" fmla="*/ 957784 w 3450692"/>
              <a:gd name="connsiteY11" fmla="*/ 1785416 h 1785416"/>
              <a:gd name="connsiteX12" fmla="*/ 660771 w 3450692"/>
              <a:gd name="connsiteY12" fmla="*/ 1755381 h 1785416"/>
              <a:gd name="connsiteX13" fmla="*/ 489791 w 3450692"/>
              <a:gd name="connsiteY13" fmla="*/ 1727823 h 1785416"/>
              <a:gd name="connsiteX14" fmla="*/ 323711 w 3450692"/>
              <a:gd name="connsiteY14" fmla="*/ 1678625 h 1785416"/>
              <a:gd name="connsiteX15" fmla="*/ 0 w 3450692"/>
              <a:gd name="connsiteY15" fmla="*/ 1561822 h 1785416"/>
              <a:gd name="connsiteX0" fmla="*/ 0 w 3450692"/>
              <a:gd name="connsiteY0" fmla="*/ 1561822 h 1785416"/>
              <a:gd name="connsiteX1" fmla="*/ 313700 w 3450692"/>
              <a:gd name="connsiteY1" fmla="*/ 1561822 h 1785416"/>
              <a:gd name="connsiteX2" fmla="*/ 2833305 w 3450692"/>
              <a:gd name="connsiteY2" fmla="*/ 0 h 1785416"/>
              <a:gd name="connsiteX3" fmla="*/ 3450692 w 3450692"/>
              <a:gd name="connsiteY3" fmla="*/ 0 h 1785416"/>
              <a:gd name="connsiteX4" fmla="*/ 3403534 w 3450692"/>
              <a:gd name="connsiteY4" fmla="*/ 151209 h 1785416"/>
              <a:gd name="connsiteX5" fmla="*/ 3343186 w 3450692"/>
              <a:gd name="connsiteY5" fmla="*/ 307224 h 1785416"/>
              <a:gd name="connsiteX6" fmla="*/ 3080260 w 3450692"/>
              <a:gd name="connsiteY6" fmla="*/ 760888 h 1785416"/>
              <a:gd name="connsiteX7" fmla="*/ 2746538 w 3450692"/>
              <a:gd name="connsiteY7" fmla="*/ 1131320 h 1785416"/>
              <a:gd name="connsiteX8" fmla="*/ 2312698 w 3450692"/>
              <a:gd name="connsiteY8" fmla="*/ 1461706 h 1785416"/>
              <a:gd name="connsiteX9" fmla="*/ 1908894 w 3450692"/>
              <a:gd name="connsiteY9" fmla="*/ 1641916 h 1785416"/>
              <a:gd name="connsiteX10" fmla="*/ 1578508 w 3450692"/>
              <a:gd name="connsiteY10" fmla="*/ 1738695 h 1785416"/>
              <a:gd name="connsiteX11" fmla="*/ 1261472 w 3450692"/>
              <a:gd name="connsiteY11" fmla="*/ 1778742 h 1785416"/>
              <a:gd name="connsiteX12" fmla="*/ 957784 w 3450692"/>
              <a:gd name="connsiteY12" fmla="*/ 1785416 h 1785416"/>
              <a:gd name="connsiteX13" fmla="*/ 660771 w 3450692"/>
              <a:gd name="connsiteY13" fmla="*/ 1755381 h 1785416"/>
              <a:gd name="connsiteX14" fmla="*/ 489791 w 3450692"/>
              <a:gd name="connsiteY14" fmla="*/ 1727823 h 1785416"/>
              <a:gd name="connsiteX15" fmla="*/ 323711 w 3450692"/>
              <a:gd name="connsiteY15" fmla="*/ 1678625 h 1785416"/>
              <a:gd name="connsiteX16" fmla="*/ 0 w 3450692"/>
              <a:gd name="connsiteY16" fmla="*/ 1561822 h 17854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450692" h="1785416">
                <a:moveTo>
                  <a:pt x="0" y="1561822"/>
                </a:moveTo>
                <a:lnTo>
                  <a:pt x="313700" y="1561822"/>
                </a:lnTo>
                <a:lnTo>
                  <a:pt x="2833305" y="0"/>
                </a:lnTo>
                <a:lnTo>
                  <a:pt x="3450692" y="0"/>
                </a:lnTo>
                <a:cubicBezTo>
                  <a:pt x="3431949" y="50403"/>
                  <a:pt x="3422277" y="100806"/>
                  <a:pt x="3403534" y="151209"/>
                </a:cubicBezTo>
                <a:lnTo>
                  <a:pt x="3343186" y="307224"/>
                </a:lnTo>
                <a:lnTo>
                  <a:pt x="3080260" y="760888"/>
                </a:lnTo>
                <a:lnTo>
                  <a:pt x="2746538" y="1131320"/>
                </a:lnTo>
                <a:lnTo>
                  <a:pt x="2312698" y="1461706"/>
                </a:lnTo>
                <a:lnTo>
                  <a:pt x="1908894" y="1641916"/>
                </a:lnTo>
                <a:lnTo>
                  <a:pt x="1578508" y="1738695"/>
                </a:lnTo>
                <a:lnTo>
                  <a:pt x="1261472" y="1778742"/>
                </a:lnTo>
                <a:lnTo>
                  <a:pt x="957784" y="1785416"/>
                </a:lnTo>
                <a:lnTo>
                  <a:pt x="660771" y="1755381"/>
                </a:lnTo>
                <a:cubicBezTo>
                  <a:pt x="604383" y="1742566"/>
                  <a:pt x="546179" y="1740638"/>
                  <a:pt x="489791" y="1727823"/>
                </a:cubicBezTo>
                <a:lnTo>
                  <a:pt x="323711" y="1678625"/>
                </a:lnTo>
                <a:lnTo>
                  <a:pt x="0" y="1561822"/>
                </a:lnTo>
                <a:close/>
              </a:path>
            </a:pathLst>
          </a:custGeom>
          <a:solidFill>
            <a:srgbClr val="FFC000"/>
          </a:solidFill>
          <a:ln w="12700" cap="flat" cmpd="sng" algn="ctr">
            <a:no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cxnSp>
        <p:nvCxnSpPr>
          <p:cNvPr id="170" name="直接连接符 169"/>
          <p:cNvCxnSpPr/>
          <p:nvPr/>
        </p:nvCxnSpPr>
        <p:spPr bwMode="auto">
          <a:xfrm>
            <a:off x="5952723" y="3670547"/>
            <a:ext cx="0" cy="630736"/>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9" name="直接连接符 168"/>
          <p:cNvCxnSpPr/>
          <p:nvPr/>
        </p:nvCxnSpPr>
        <p:spPr bwMode="auto">
          <a:xfrm>
            <a:off x="5641573" y="3860769"/>
            <a:ext cx="0" cy="420491"/>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41</a:t>
            </a:fld>
            <a:endParaRPr lang="zh-CN" altLang="en-US" dirty="0">
              <a:solidFill>
                <a:srgbClr val="C00000"/>
              </a:solidFill>
            </a:endParaRPr>
          </a:p>
        </p:txBody>
      </p:sp>
      <p:sp>
        <p:nvSpPr>
          <p:cNvPr id="61" name="Text Box 2"/>
          <p:cNvSpPr txBox="1">
            <a:spLocks noChangeArrowheads="1"/>
          </p:cNvSpPr>
          <p:nvPr/>
        </p:nvSpPr>
        <p:spPr bwMode="auto">
          <a:xfrm>
            <a:off x="2083325" y="5682288"/>
            <a:ext cx="580691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gn="ctr" eaLnBrk="1" hangingPunct="1">
              <a:lnSpc>
                <a:spcPct val="100000"/>
              </a:lnSpc>
              <a:spcBef>
                <a:spcPct val="0"/>
              </a:spcBef>
              <a:spcAft>
                <a:spcPct val="0"/>
              </a:spcAft>
            </a:pPr>
            <a:r>
              <a:rPr kumimoji="1" lang="zh-CN" altLang="en-US" sz="4000" b="1" dirty="0">
                <a:solidFill>
                  <a:srgbClr val="000066"/>
                </a:solidFill>
                <a:latin typeface="黑体" pitchFamily="2" charset="-122"/>
                <a:ea typeface="黑体" pitchFamily="2" charset="-122"/>
              </a:rPr>
              <a:t>条分法基本原理</a:t>
            </a:r>
          </a:p>
        </p:txBody>
      </p:sp>
      <p:sp>
        <p:nvSpPr>
          <p:cNvPr id="55" name="Text Box 7"/>
          <p:cNvSpPr txBox="1">
            <a:spLocks noChangeArrowheads="1"/>
          </p:cNvSpPr>
          <p:nvPr/>
        </p:nvSpPr>
        <p:spPr bwMode="auto">
          <a:xfrm>
            <a:off x="0" y="0"/>
            <a:ext cx="5420412"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1800" b="1" kern="900" spc="130" dirty="0" smtClean="0">
                <a:solidFill>
                  <a:srgbClr val="000066"/>
                </a:solidFill>
                <a:ea typeface="黑体" panose="02010609060101010101" pitchFamily="49" charset="-122"/>
                <a:cs typeface="Times New Roman" panose="02020603050405020304" pitchFamily="18" charset="0"/>
              </a:rPr>
              <a:t>§7.3  </a:t>
            </a:r>
            <a:r>
              <a:rPr lang="zh-CN" altLang="en-US" sz="1800" b="1" kern="900" spc="130" dirty="0" smtClean="0">
                <a:solidFill>
                  <a:srgbClr val="000066"/>
                </a:solidFill>
                <a:ea typeface="黑体" panose="02010609060101010101" pitchFamily="49" charset="-122"/>
                <a:cs typeface="Times New Roman" panose="02020603050405020304" pitchFamily="18" charset="0"/>
              </a:rPr>
              <a:t>黏性</a:t>
            </a:r>
            <a:r>
              <a:rPr lang="zh-CN" altLang="en-US" sz="1800" b="1" kern="900" spc="130" dirty="0">
                <a:solidFill>
                  <a:srgbClr val="000066"/>
                </a:solidFill>
                <a:ea typeface="黑体" panose="02010609060101010101" pitchFamily="49" charset="-122"/>
                <a:cs typeface="Times New Roman" panose="02020603050405020304" pitchFamily="18" charset="0"/>
              </a:rPr>
              <a:t>土坡的稳定</a:t>
            </a:r>
            <a:r>
              <a:rPr lang="zh-CN" altLang="en-US" sz="1800" b="1" kern="900" spc="130" dirty="0" smtClean="0">
                <a:solidFill>
                  <a:srgbClr val="000066"/>
                </a:solidFill>
                <a:ea typeface="黑体" panose="02010609060101010101" pitchFamily="49" charset="-122"/>
                <a:cs typeface="Times New Roman" panose="02020603050405020304" pitchFamily="18" charset="0"/>
              </a:rPr>
              <a:t>分析 </a:t>
            </a:r>
            <a:r>
              <a:rPr lang="en-US" altLang="zh-CN" sz="1800" b="1" kern="900" spc="130" dirty="0" smtClean="0">
                <a:solidFill>
                  <a:srgbClr val="000066"/>
                </a:solidFill>
                <a:ea typeface="黑体" panose="02010609060101010101" pitchFamily="49" charset="-122"/>
                <a:cs typeface="Times New Roman" panose="02020603050405020304" pitchFamily="18" charset="0"/>
              </a:rPr>
              <a:t>- </a:t>
            </a:r>
            <a:r>
              <a:rPr lang="zh-CN" altLang="en-US" sz="1800" b="1" kern="900" spc="130" dirty="0" smtClean="0">
                <a:solidFill>
                  <a:srgbClr val="000066"/>
                </a:solidFill>
                <a:ea typeface="黑体" panose="02010609060101010101" pitchFamily="49" charset="-122"/>
                <a:cs typeface="Times New Roman" panose="02020603050405020304" pitchFamily="18" charset="0"/>
              </a:rPr>
              <a:t>条</a:t>
            </a:r>
            <a:r>
              <a:rPr lang="zh-CN" altLang="en-US" sz="1800" b="1" kern="900" spc="130" dirty="0">
                <a:solidFill>
                  <a:srgbClr val="000066"/>
                </a:solidFill>
                <a:ea typeface="黑体" panose="02010609060101010101" pitchFamily="49" charset="-122"/>
                <a:cs typeface="Times New Roman" panose="02020603050405020304" pitchFamily="18" charset="0"/>
              </a:rPr>
              <a:t>分法基本原理</a:t>
            </a:r>
          </a:p>
        </p:txBody>
      </p:sp>
      <p:sp>
        <p:nvSpPr>
          <p:cNvPr id="131" name="Text Box 115"/>
          <p:cNvSpPr txBox="1">
            <a:spLocks noChangeArrowheads="1"/>
          </p:cNvSpPr>
          <p:nvPr/>
        </p:nvSpPr>
        <p:spPr bwMode="auto">
          <a:xfrm>
            <a:off x="4568926" y="3978342"/>
            <a:ext cx="654050" cy="385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1800" b="1">
                <a:solidFill>
                  <a:schemeClr val="tx1"/>
                </a:solidFill>
                <a:latin typeface="Times New Roman" panose="02020603050405020304" pitchFamily="18" charset="0"/>
              </a:rPr>
              <a:t>A</a:t>
            </a:r>
          </a:p>
        </p:txBody>
      </p:sp>
      <p:sp>
        <p:nvSpPr>
          <p:cNvPr id="166" name="Text Box 133"/>
          <p:cNvSpPr txBox="1">
            <a:spLocks noChangeArrowheads="1"/>
          </p:cNvSpPr>
          <p:nvPr/>
        </p:nvSpPr>
        <p:spPr bwMode="auto">
          <a:xfrm>
            <a:off x="5769313" y="1515559"/>
            <a:ext cx="414108" cy="410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1800" b="1" dirty="0">
                <a:solidFill>
                  <a:schemeClr val="tx1"/>
                </a:solidFill>
                <a:latin typeface="Times New Roman" panose="02020603050405020304" pitchFamily="18" charset="0"/>
              </a:rPr>
              <a:t>O</a:t>
            </a:r>
          </a:p>
        </p:txBody>
      </p:sp>
      <p:sp>
        <p:nvSpPr>
          <p:cNvPr id="138" name="Text Box 141"/>
          <p:cNvSpPr txBox="1">
            <a:spLocks noChangeArrowheads="1"/>
          </p:cNvSpPr>
          <p:nvPr/>
        </p:nvSpPr>
        <p:spPr bwMode="auto">
          <a:xfrm>
            <a:off x="7538595" y="2228286"/>
            <a:ext cx="450850" cy="385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1800" b="1" dirty="0">
                <a:solidFill>
                  <a:schemeClr val="tx1"/>
                </a:solidFill>
                <a:latin typeface="Times New Roman" panose="02020603050405020304" pitchFamily="18" charset="0"/>
              </a:rPr>
              <a:t>B</a:t>
            </a:r>
          </a:p>
        </p:txBody>
      </p:sp>
      <p:sp>
        <p:nvSpPr>
          <p:cNvPr id="10" name="任意多边形 9"/>
          <p:cNvSpPr/>
          <p:nvPr/>
        </p:nvSpPr>
        <p:spPr bwMode="auto">
          <a:xfrm>
            <a:off x="4562550" y="2520844"/>
            <a:ext cx="4476860" cy="1553952"/>
          </a:xfrm>
          <a:custGeom>
            <a:avLst/>
            <a:gdLst>
              <a:gd name="connsiteX0" fmla="*/ 0 w 4476860"/>
              <a:gd name="connsiteY0" fmla="*/ 1553952 h 1553952"/>
              <a:gd name="connsiteX1" fmla="*/ 745263 w 4476860"/>
              <a:gd name="connsiteY1" fmla="*/ 1553952 h 1553952"/>
              <a:gd name="connsiteX2" fmla="*/ 3255898 w 4476860"/>
              <a:gd name="connsiteY2" fmla="*/ 0 h 1553952"/>
              <a:gd name="connsiteX3" fmla="*/ 4476860 w 4476860"/>
              <a:gd name="connsiteY3" fmla="*/ 0 h 1553952"/>
            </a:gdLst>
            <a:ahLst/>
            <a:cxnLst>
              <a:cxn ang="0">
                <a:pos x="connsiteX0" y="connsiteY0"/>
              </a:cxn>
              <a:cxn ang="0">
                <a:pos x="connsiteX1" y="connsiteY1"/>
              </a:cxn>
              <a:cxn ang="0">
                <a:pos x="connsiteX2" y="connsiteY2"/>
              </a:cxn>
              <a:cxn ang="0">
                <a:pos x="connsiteX3" y="connsiteY3"/>
              </a:cxn>
            </a:cxnLst>
            <a:rect l="l" t="t" r="r" b="b"/>
            <a:pathLst>
              <a:path w="4476860" h="1553952">
                <a:moveTo>
                  <a:pt x="0" y="1553952"/>
                </a:moveTo>
                <a:lnTo>
                  <a:pt x="745263" y="1553952"/>
                </a:lnTo>
                <a:lnTo>
                  <a:pt x="3255898" y="0"/>
                </a:lnTo>
                <a:lnTo>
                  <a:pt x="4476860" y="0"/>
                </a:lnTo>
              </a:path>
            </a:pathLst>
          </a:custGeom>
          <a:noFill/>
          <a:ln w="19050" cap="flat" cmpd="sng" algn="ctr">
            <a:solidFill>
              <a:srgbClr val="000066"/>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cxnSp>
        <p:nvCxnSpPr>
          <p:cNvPr id="17" name="直接连接符 16"/>
          <p:cNvCxnSpPr/>
          <p:nvPr/>
        </p:nvCxnSpPr>
        <p:spPr bwMode="auto">
          <a:xfrm>
            <a:off x="5313738" y="4077689"/>
            <a:ext cx="0" cy="123477"/>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1" name="直接连接符 170"/>
          <p:cNvCxnSpPr/>
          <p:nvPr/>
        </p:nvCxnSpPr>
        <p:spPr bwMode="auto">
          <a:xfrm>
            <a:off x="6263873" y="3483663"/>
            <a:ext cx="0" cy="817791"/>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2" name="直接连接符 171"/>
          <p:cNvCxnSpPr/>
          <p:nvPr/>
        </p:nvCxnSpPr>
        <p:spPr bwMode="auto">
          <a:xfrm>
            <a:off x="6575023" y="3290104"/>
            <a:ext cx="0" cy="967548"/>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3" name="直接连接符 172"/>
          <p:cNvCxnSpPr/>
          <p:nvPr/>
        </p:nvCxnSpPr>
        <p:spPr bwMode="auto">
          <a:xfrm>
            <a:off x="6886173" y="3089870"/>
            <a:ext cx="0" cy="1079433"/>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4" name="直接连接符 173"/>
          <p:cNvCxnSpPr/>
          <p:nvPr/>
        </p:nvCxnSpPr>
        <p:spPr bwMode="auto">
          <a:xfrm>
            <a:off x="7197323" y="2906323"/>
            <a:ext cx="0" cy="1127492"/>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5" name="直接连接符 174"/>
          <p:cNvCxnSpPr/>
          <p:nvPr/>
        </p:nvCxnSpPr>
        <p:spPr bwMode="auto">
          <a:xfrm>
            <a:off x="7508473" y="2712764"/>
            <a:ext cx="0" cy="1135508"/>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6" name="直接连接符 175"/>
          <p:cNvCxnSpPr>
            <a:stCxn id="10" idx="2"/>
          </p:cNvCxnSpPr>
          <p:nvPr/>
        </p:nvCxnSpPr>
        <p:spPr bwMode="auto">
          <a:xfrm>
            <a:off x="7818448" y="2520844"/>
            <a:ext cx="1175" cy="1055123"/>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7" name="直接连接符 176"/>
          <p:cNvCxnSpPr/>
          <p:nvPr/>
        </p:nvCxnSpPr>
        <p:spPr bwMode="auto">
          <a:xfrm>
            <a:off x="8130773" y="2512530"/>
            <a:ext cx="0" cy="681011"/>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 name="直接箭头连接符 19"/>
          <p:cNvCxnSpPr/>
          <p:nvPr/>
        </p:nvCxnSpPr>
        <p:spPr bwMode="auto">
          <a:xfrm>
            <a:off x="6068611" y="1816046"/>
            <a:ext cx="2341562" cy="708025"/>
          </a:xfrm>
          <a:prstGeom prst="straightConnector1">
            <a:avLst/>
          </a:prstGeom>
          <a:noFill/>
          <a:ln w="12700" cap="flat" cmpd="sng" algn="ctr">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 name="直接箭头连接符 22"/>
          <p:cNvCxnSpPr>
            <a:endCxn id="11" idx="0"/>
          </p:cNvCxnSpPr>
          <p:nvPr/>
        </p:nvCxnSpPr>
        <p:spPr bwMode="auto">
          <a:xfrm flipH="1">
            <a:off x="4982751" y="1812709"/>
            <a:ext cx="1085860" cy="2264729"/>
          </a:xfrm>
          <a:prstGeom prst="straightConnector1">
            <a:avLst/>
          </a:prstGeom>
          <a:noFill/>
          <a:ln w="12700" cap="flat" cmpd="sng" algn="ctr">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186" name="Group 12"/>
          <p:cNvGrpSpPr>
            <a:grpSpLocks/>
          </p:cNvGrpSpPr>
          <p:nvPr/>
        </p:nvGrpSpPr>
        <p:grpSpPr bwMode="auto">
          <a:xfrm>
            <a:off x="8538407" y="2527081"/>
            <a:ext cx="454614" cy="63332"/>
            <a:chOff x="2274" y="1204"/>
            <a:chExt cx="270" cy="44"/>
          </a:xfrm>
        </p:grpSpPr>
        <p:sp>
          <p:nvSpPr>
            <p:cNvPr id="187" name="Line 13"/>
            <p:cNvSpPr>
              <a:spLocks noChangeShapeType="1"/>
            </p:cNvSpPr>
            <p:nvPr/>
          </p:nvSpPr>
          <p:spPr bwMode="auto">
            <a:xfrm flipH="1">
              <a:off x="2274" y="1210"/>
              <a:ext cx="28" cy="34"/>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8" name="Line 14"/>
            <p:cNvSpPr>
              <a:spLocks noChangeShapeType="1"/>
            </p:cNvSpPr>
            <p:nvPr/>
          </p:nvSpPr>
          <p:spPr bwMode="auto">
            <a:xfrm flipH="1">
              <a:off x="2304" y="1214"/>
              <a:ext cx="34" cy="34"/>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9" name="Line 15"/>
            <p:cNvSpPr>
              <a:spLocks noChangeShapeType="1"/>
            </p:cNvSpPr>
            <p:nvPr/>
          </p:nvSpPr>
          <p:spPr bwMode="auto">
            <a:xfrm flipH="1">
              <a:off x="2346" y="1206"/>
              <a:ext cx="36" cy="42"/>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0" name="Line 16"/>
            <p:cNvSpPr>
              <a:spLocks noChangeShapeType="1"/>
            </p:cNvSpPr>
            <p:nvPr/>
          </p:nvSpPr>
          <p:spPr bwMode="auto">
            <a:xfrm>
              <a:off x="2376" y="1206"/>
              <a:ext cx="40" cy="38"/>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1" name="Line 17"/>
            <p:cNvSpPr>
              <a:spLocks noChangeShapeType="1"/>
            </p:cNvSpPr>
            <p:nvPr/>
          </p:nvSpPr>
          <p:spPr bwMode="auto">
            <a:xfrm>
              <a:off x="2420" y="1210"/>
              <a:ext cx="40" cy="34"/>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2" name="Line 18"/>
            <p:cNvSpPr>
              <a:spLocks noChangeShapeType="1"/>
            </p:cNvSpPr>
            <p:nvPr/>
          </p:nvSpPr>
          <p:spPr bwMode="auto">
            <a:xfrm flipV="1">
              <a:off x="2460" y="1204"/>
              <a:ext cx="46" cy="42"/>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3" name="Line 19"/>
            <p:cNvSpPr>
              <a:spLocks noChangeShapeType="1"/>
            </p:cNvSpPr>
            <p:nvPr/>
          </p:nvSpPr>
          <p:spPr bwMode="auto">
            <a:xfrm flipV="1">
              <a:off x="2512" y="1208"/>
              <a:ext cx="32" cy="36"/>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1" name="任意多边形 10"/>
          <p:cNvSpPr/>
          <p:nvPr/>
        </p:nvSpPr>
        <p:spPr bwMode="auto">
          <a:xfrm>
            <a:off x="4982751" y="2518201"/>
            <a:ext cx="3464678" cy="1789468"/>
          </a:xfrm>
          <a:custGeom>
            <a:avLst/>
            <a:gdLst>
              <a:gd name="connsiteX0" fmla="*/ 0 w 3464678"/>
              <a:gd name="connsiteY0" fmla="*/ 1559237 h 1789468"/>
              <a:gd name="connsiteX1" fmla="*/ 224636 w 3464678"/>
              <a:gd name="connsiteY1" fmla="*/ 1646449 h 1789468"/>
              <a:gd name="connsiteX2" fmla="*/ 502127 w 3464678"/>
              <a:gd name="connsiteY2" fmla="*/ 1731018 h 1789468"/>
              <a:gd name="connsiteX3" fmla="*/ 824546 w 3464678"/>
              <a:gd name="connsiteY3" fmla="*/ 1778588 h 1789468"/>
              <a:gd name="connsiteX4" fmla="*/ 1218319 w 3464678"/>
              <a:gd name="connsiteY4" fmla="*/ 1786516 h 1789468"/>
              <a:gd name="connsiteX5" fmla="*/ 1585665 w 3464678"/>
              <a:gd name="connsiteY5" fmla="*/ 1738946 h 1789468"/>
              <a:gd name="connsiteX6" fmla="*/ 1910726 w 3464678"/>
              <a:gd name="connsiteY6" fmla="*/ 1646449 h 1789468"/>
              <a:gd name="connsiteX7" fmla="*/ 2145933 w 3464678"/>
              <a:gd name="connsiteY7" fmla="*/ 1548666 h 1789468"/>
              <a:gd name="connsiteX8" fmla="*/ 2402282 w 3464678"/>
              <a:gd name="connsiteY8" fmla="*/ 1411242 h 1789468"/>
              <a:gd name="connsiteX9" fmla="*/ 2648060 w 3464678"/>
              <a:gd name="connsiteY9" fmla="*/ 1228891 h 1789468"/>
              <a:gd name="connsiteX10" fmla="*/ 2880625 w 3464678"/>
              <a:gd name="connsiteY10" fmla="*/ 1001612 h 1789468"/>
              <a:gd name="connsiteX11" fmla="*/ 3121117 w 3464678"/>
              <a:gd name="connsiteY11" fmla="*/ 713549 h 1789468"/>
              <a:gd name="connsiteX12" fmla="*/ 3282326 w 3464678"/>
              <a:gd name="connsiteY12" fmla="*/ 443986 h 1789468"/>
              <a:gd name="connsiteX13" fmla="*/ 3409180 w 3464678"/>
              <a:gd name="connsiteY13" fmla="*/ 177066 h 1789468"/>
              <a:gd name="connsiteX14" fmla="*/ 3464678 w 3464678"/>
              <a:gd name="connsiteY14" fmla="*/ 0 h 1789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464678" h="1789468">
                <a:moveTo>
                  <a:pt x="0" y="1559237"/>
                </a:moveTo>
                <a:cubicBezTo>
                  <a:pt x="70474" y="1588528"/>
                  <a:pt x="140948" y="1617819"/>
                  <a:pt x="224636" y="1646449"/>
                </a:cubicBezTo>
                <a:cubicBezTo>
                  <a:pt x="308324" y="1675079"/>
                  <a:pt x="402142" y="1708995"/>
                  <a:pt x="502127" y="1731018"/>
                </a:cubicBezTo>
                <a:cubicBezTo>
                  <a:pt x="602112" y="1753041"/>
                  <a:pt x="705181" y="1769338"/>
                  <a:pt x="824546" y="1778588"/>
                </a:cubicBezTo>
                <a:cubicBezTo>
                  <a:pt x="943911" y="1787838"/>
                  <a:pt x="1091466" y="1793123"/>
                  <a:pt x="1218319" y="1786516"/>
                </a:cubicBezTo>
                <a:cubicBezTo>
                  <a:pt x="1345172" y="1779909"/>
                  <a:pt x="1470264" y="1762290"/>
                  <a:pt x="1585665" y="1738946"/>
                </a:cubicBezTo>
                <a:cubicBezTo>
                  <a:pt x="1701066" y="1715602"/>
                  <a:pt x="1817348" y="1678162"/>
                  <a:pt x="1910726" y="1646449"/>
                </a:cubicBezTo>
                <a:cubicBezTo>
                  <a:pt x="2004104" y="1614736"/>
                  <a:pt x="2064007" y="1587867"/>
                  <a:pt x="2145933" y="1548666"/>
                </a:cubicBezTo>
                <a:cubicBezTo>
                  <a:pt x="2227859" y="1509465"/>
                  <a:pt x="2318594" y="1464538"/>
                  <a:pt x="2402282" y="1411242"/>
                </a:cubicBezTo>
                <a:cubicBezTo>
                  <a:pt x="2485970" y="1357946"/>
                  <a:pt x="2568336" y="1297163"/>
                  <a:pt x="2648060" y="1228891"/>
                </a:cubicBezTo>
                <a:cubicBezTo>
                  <a:pt x="2727784" y="1160619"/>
                  <a:pt x="2801782" y="1087502"/>
                  <a:pt x="2880625" y="1001612"/>
                </a:cubicBezTo>
                <a:cubicBezTo>
                  <a:pt x="2959468" y="915722"/>
                  <a:pt x="3054167" y="806487"/>
                  <a:pt x="3121117" y="713549"/>
                </a:cubicBezTo>
                <a:cubicBezTo>
                  <a:pt x="3188067" y="620611"/>
                  <a:pt x="3234316" y="533400"/>
                  <a:pt x="3282326" y="443986"/>
                </a:cubicBezTo>
                <a:cubicBezTo>
                  <a:pt x="3330336" y="354572"/>
                  <a:pt x="3378788" y="251064"/>
                  <a:pt x="3409180" y="177066"/>
                </a:cubicBezTo>
                <a:cubicBezTo>
                  <a:pt x="3439572" y="103068"/>
                  <a:pt x="3452125" y="51534"/>
                  <a:pt x="3464678" y="0"/>
                </a:cubicBezTo>
              </a:path>
            </a:pathLst>
          </a:custGeom>
          <a:noFill/>
          <a:ln w="19050" cap="flat" cmpd="sng" algn="ctr">
            <a:solidFill>
              <a:srgbClr val="C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213" name="Text Box 2450"/>
          <p:cNvSpPr txBox="1">
            <a:spLocks noChangeArrowheads="1"/>
          </p:cNvSpPr>
          <p:nvPr/>
        </p:nvSpPr>
        <p:spPr bwMode="auto">
          <a:xfrm>
            <a:off x="6977298" y="1779433"/>
            <a:ext cx="351378" cy="385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800" b="1" i="1" dirty="0"/>
              <a:t>R</a:t>
            </a:r>
          </a:p>
        </p:txBody>
      </p:sp>
      <p:sp>
        <p:nvSpPr>
          <p:cNvPr id="219" name="Text Box 4"/>
          <p:cNvSpPr txBox="1">
            <a:spLocks noChangeArrowheads="1"/>
          </p:cNvSpPr>
          <p:nvPr/>
        </p:nvSpPr>
        <p:spPr bwMode="auto">
          <a:xfrm>
            <a:off x="356695" y="745760"/>
            <a:ext cx="2267235" cy="4977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358775" indent="-358775" eaLnBrk="1" hangingPunct="1">
              <a:lnSpc>
                <a:spcPct val="120000"/>
              </a:lnSpc>
              <a:spcBef>
                <a:spcPts val="600"/>
              </a:spcBef>
              <a:spcAft>
                <a:spcPts val="0"/>
              </a:spcAft>
              <a:buClr>
                <a:srgbClr val="A50021"/>
              </a:buClr>
              <a:buSzPct val="100000"/>
              <a:buFont typeface="Wingdings" panose="05000000000000000000" pitchFamily="2" charset="2"/>
              <a:buChar char="n"/>
            </a:pPr>
            <a:r>
              <a:rPr lang="zh-CN" altLang="en-US" sz="2400" b="1" dirty="0">
                <a:solidFill>
                  <a:srgbClr val="A50021"/>
                </a:solidFill>
                <a:latin typeface="微软雅黑" panose="020B0503020204020204" pitchFamily="34" charset="-122"/>
                <a:ea typeface="微软雅黑" panose="020B0503020204020204" pitchFamily="34" charset="-122"/>
              </a:rPr>
              <a:t>基本</a:t>
            </a:r>
            <a:r>
              <a:rPr lang="zh-CN" altLang="en-US" sz="2400" b="1" dirty="0" smtClean="0">
                <a:solidFill>
                  <a:srgbClr val="A50021"/>
                </a:solidFill>
                <a:latin typeface="微软雅黑" panose="020B0503020204020204" pitchFamily="34" charset="-122"/>
                <a:ea typeface="微软雅黑" panose="020B0503020204020204" pitchFamily="34" charset="-122"/>
              </a:rPr>
              <a:t>思路</a:t>
            </a:r>
            <a:endParaRPr lang="zh-CN" altLang="en-US" sz="2400" b="1" dirty="0">
              <a:solidFill>
                <a:srgbClr val="000066"/>
              </a:solidFill>
              <a:ea typeface="幼圆" pitchFamily="49" charset="-122"/>
            </a:endParaRPr>
          </a:p>
        </p:txBody>
      </p:sp>
      <p:sp>
        <p:nvSpPr>
          <p:cNvPr id="220" name="Text Box 46"/>
          <p:cNvSpPr txBox="1">
            <a:spLocks noChangeArrowheads="1"/>
          </p:cNvSpPr>
          <p:nvPr/>
        </p:nvSpPr>
        <p:spPr bwMode="auto">
          <a:xfrm>
            <a:off x="539750" y="1429629"/>
            <a:ext cx="3785760" cy="12464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442913" indent="-358775" eaLnBrk="1" hangingPunct="1">
              <a:lnSpc>
                <a:spcPct val="125000"/>
              </a:lnSpc>
              <a:spcBef>
                <a:spcPct val="0"/>
              </a:spcBef>
              <a:spcAft>
                <a:spcPct val="0"/>
              </a:spcAft>
              <a:buSzPct val="130000"/>
              <a:buFont typeface="Wingdings" panose="05000000000000000000" pitchFamily="2" charset="2"/>
              <a:buChar char="F"/>
            </a:pPr>
            <a:r>
              <a:rPr lang="zh-CN" altLang="en-US" sz="2000" b="1" dirty="0" smtClean="0">
                <a:solidFill>
                  <a:srgbClr val="A50021"/>
                </a:solidFill>
                <a:latin typeface="黑体" panose="02010609060101010101" pitchFamily="49" charset="-122"/>
                <a:ea typeface="黑体" panose="02010609060101010101" pitchFamily="49" charset="-122"/>
              </a:rPr>
              <a:t>源起</a:t>
            </a:r>
            <a:r>
              <a:rPr lang="en-US" altLang="zh-CN" sz="2000" b="1" dirty="0" smtClean="0">
                <a:solidFill>
                  <a:srgbClr val="000066"/>
                </a:solidFill>
                <a:ea typeface="幼圆" panose="02010509060101010101" pitchFamily="49" charset="-122"/>
                <a:cs typeface="Times New Roman" panose="02020603050405020304" pitchFamily="18" charset="0"/>
              </a:rPr>
              <a:t/>
            </a:r>
            <a:br>
              <a:rPr lang="en-US" altLang="zh-CN" sz="2000" b="1" dirty="0" smtClean="0">
                <a:solidFill>
                  <a:srgbClr val="000066"/>
                </a:solidFill>
                <a:ea typeface="幼圆" panose="02010509060101010101" pitchFamily="49" charset="-122"/>
                <a:cs typeface="Times New Roman" panose="02020603050405020304" pitchFamily="18" charset="0"/>
              </a:rPr>
            </a:br>
            <a:r>
              <a:rPr lang="zh-CN" altLang="en-US" sz="2000" b="1" dirty="0" smtClean="0">
                <a:solidFill>
                  <a:srgbClr val="000066"/>
                </a:solidFill>
                <a:ea typeface="幼圆" panose="02010509060101010101" pitchFamily="49" charset="-122"/>
                <a:cs typeface="Times New Roman" panose="02020603050405020304" pitchFamily="18" charset="0"/>
              </a:rPr>
              <a:t>整体圆弧法</a:t>
            </a:r>
            <a:r>
              <a:rPr lang="zh-CN" altLang="en-US" sz="2000" b="1" i="1" dirty="0" smtClean="0">
                <a:solidFill>
                  <a:srgbClr val="000066"/>
                </a:solidFill>
                <a:ea typeface="幼圆" pitchFamily="49" charset="-122"/>
                <a:sym typeface="Symbol" panose="05050102010706020507" pitchFamily="18" charset="2"/>
              </a:rPr>
              <a:t></a:t>
            </a:r>
            <a:r>
              <a:rPr lang="en-US" altLang="zh-CN" sz="2000" b="1" baseline="-25000" dirty="0" smtClean="0">
                <a:solidFill>
                  <a:srgbClr val="000066"/>
                </a:solidFill>
                <a:ea typeface="幼圆" panose="02010509060101010101" pitchFamily="49" charset="-122"/>
                <a:cs typeface="Times New Roman" panose="02020603050405020304" pitchFamily="18" charset="0"/>
              </a:rPr>
              <a:t>n</a:t>
            </a:r>
            <a:r>
              <a:rPr lang="zh-CN" altLang="en-US" sz="2000" b="1" dirty="0">
                <a:solidFill>
                  <a:srgbClr val="000066"/>
                </a:solidFill>
                <a:ea typeface="幼圆" panose="02010509060101010101" pitchFamily="49" charset="-122"/>
                <a:cs typeface="Times New Roman" panose="02020603050405020304" pitchFamily="18" charset="0"/>
              </a:rPr>
              <a:t>在滑动圆弧上不是常数，大小不易确定</a:t>
            </a:r>
          </a:p>
        </p:txBody>
      </p:sp>
      <p:sp>
        <p:nvSpPr>
          <p:cNvPr id="221" name="Text Box 46"/>
          <p:cNvSpPr txBox="1">
            <a:spLocks noChangeArrowheads="1"/>
          </p:cNvSpPr>
          <p:nvPr/>
        </p:nvSpPr>
        <p:spPr bwMode="auto">
          <a:xfrm>
            <a:off x="547701" y="2756364"/>
            <a:ext cx="3905029" cy="24006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442913" indent="-358775" eaLnBrk="1" hangingPunct="1">
              <a:lnSpc>
                <a:spcPct val="125000"/>
              </a:lnSpc>
              <a:spcBef>
                <a:spcPct val="0"/>
              </a:spcBef>
              <a:spcAft>
                <a:spcPct val="0"/>
              </a:spcAft>
              <a:buSzPct val="130000"/>
              <a:buFont typeface="Wingdings" panose="05000000000000000000" pitchFamily="2" charset="2"/>
              <a:buChar char="F"/>
            </a:pPr>
            <a:r>
              <a:rPr lang="zh-CN" altLang="en-US" sz="2000" b="1" dirty="0">
                <a:solidFill>
                  <a:srgbClr val="A50021"/>
                </a:solidFill>
                <a:latin typeface="黑体" panose="02010609060101010101" pitchFamily="49" charset="-122"/>
                <a:ea typeface="黑体" panose="02010609060101010101" pitchFamily="49" charset="-122"/>
              </a:rPr>
              <a:t>解决</a:t>
            </a:r>
            <a:r>
              <a:rPr lang="zh-CN" altLang="en-US" sz="2000" b="1" dirty="0" smtClean="0">
                <a:solidFill>
                  <a:srgbClr val="A50021"/>
                </a:solidFill>
                <a:latin typeface="黑体" panose="02010609060101010101" pitchFamily="49" charset="-122"/>
                <a:ea typeface="黑体" panose="02010609060101010101" pitchFamily="49" charset="-122"/>
              </a:rPr>
              <a:t>思路</a:t>
            </a:r>
            <a:r>
              <a:rPr lang="en-US" altLang="zh-CN" sz="2000" b="1" dirty="0" smtClean="0">
                <a:solidFill>
                  <a:srgbClr val="A50021"/>
                </a:solidFill>
                <a:latin typeface="黑体" panose="02010609060101010101" pitchFamily="49" charset="-122"/>
                <a:ea typeface="黑体" panose="02010609060101010101" pitchFamily="49" charset="-122"/>
              </a:rPr>
              <a:t/>
            </a:r>
            <a:br>
              <a:rPr lang="en-US" altLang="zh-CN" sz="2000" b="1" dirty="0" smtClean="0">
                <a:solidFill>
                  <a:srgbClr val="A50021"/>
                </a:solidFill>
                <a:latin typeface="黑体" panose="02010609060101010101" pitchFamily="49" charset="-122"/>
                <a:ea typeface="黑体" panose="02010609060101010101" pitchFamily="49" charset="-122"/>
              </a:rPr>
            </a:br>
            <a:r>
              <a:rPr lang="zh-CN" altLang="en-US" sz="2000" b="1" dirty="0" smtClean="0">
                <a:solidFill>
                  <a:srgbClr val="000066"/>
                </a:solidFill>
                <a:ea typeface="幼圆" panose="02010509060101010101" pitchFamily="49" charset="-122"/>
                <a:cs typeface="Times New Roman" panose="02020603050405020304" pitchFamily="18" charset="0"/>
              </a:rPr>
              <a:t>将滑动土体竖直分成若干个土条，分别求作用于各土条上的力对圆心的滑动力矩和抗滑力矩，然后求土坡的稳定安全系数</a:t>
            </a:r>
            <a:endParaRPr lang="zh-CN" altLang="en-US" sz="2000" b="1" dirty="0">
              <a:solidFill>
                <a:srgbClr val="000066"/>
              </a:solidFill>
              <a:ea typeface="幼圆" panose="02010509060101010101" pitchFamily="49" charset="-122"/>
              <a:cs typeface="Times New Roman" panose="02020603050405020304" pitchFamily="18" charset="0"/>
            </a:endParaRPr>
          </a:p>
        </p:txBody>
      </p:sp>
    </p:spTree>
    <p:extLst>
      <p:ext uri="{BB962C8B-B14F-4D97-AF65-F5344CB8AC3E}">
        <p14:creationId xmlns:p14="http://schemas.microsoft.com/office/powerpoint/2010/main" val="942848234"/>
      </p:ext>
    </p:extLst>
  </p:cSld>
  <p:clrMapOvr>
    <a:masterClrMapping/>
  </p:clrMapOvr>
  <p:transition spd="med">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220"/>
                                        </p:tgtEl>
                                        <p:attrNameLst>
                                          <p:attrName>style.visibility</p:attrName>
                                        </p:attrNameLst>
                                      </p:cBhvr>
                                      <p:to>
                                        <p:strVal val="visible"/>
                                      </p:to>
                                    </p:set>
                                    <p:animEffect transition="in" filter="wipe(down)">
                                      <p:cBhvr>
                                        <p:cTn id="7" dur="500"/>
                                        <p:tgtEl>
                                          <p:spTgt spid="22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21"/>
                                        </p:tgtEl>
                                        <p:attrNameLst>
                                          <p:attrName>style.visibility</p:attrName>
                                        </p:attrNameLst>
                                      </p:cBhvr>
                                      <p:to>
                                        <p:strVal val="visible"/>
                                      </p:to>
                                    </p:set>
                                    <p:animEffect transition="in" filter="wipe(left)">
                                      <p:cBhvr>
                                        <p:cTn id="12" dur="500"/>
                                        <p:tgtEl>
                                          <p:spTgt spid="221"/>
                                        </p:tgtEl>
                                      </p:cBhvr>
                                    </p:animEffect>
                                  </p:childTnLst>
                                </p:cTn>
                              </p:par>
                            </p:childTnLst>
                          </p:cTn>
                        </p:par>
                        <p:par>
                          <p:cTn id="13" fill="hold">
                            <p:stCondLst>
                              <p:cond delay="500"/>
                            </p:stCondLst>
                            <p:childTnLst>
                              <p:par>
                                <p:cTn id="14" presetID="22" presetClass="entr" presetSubtype="4" fill="hold" nodeType="afterEffect">
                                  <p:stCondLst>
                                    <p:cond delay="0"/>
                                  </p:stCondLst>
                                  <p:childTnLst>
                                    <p:set>
                                      <p:cBhvr>
                                        <p:cTn id="15" dur="1" fill="hold">
                                          <p:stCondLst>
                                            <p:cond delay="0"/>
                                          </p:stCondLst>
                                        </p:cTn>
                                        <p:tgtEl>
                                          <p:spTgt spid="177"/>
                                        </p:tgtEl>
                                        <p:attrNameLst>
                                          <p:attrName>style.visibility</p:attrName>
                                        </p:attrNameLst>
                                      </p:cBhvr>
                                      <p:to>
                                        <p:strVal val="visible"/>
                                      </p:to>
                                    </p:set>
                                    <p:animEffect transition="in" filter="wipe(down)">
                                      <p:cBhvr>
                                        <p:cTn id="16" dur="500"/>
                                        <p:tgtEl>
                                          <p:spTgt spid="177"/>
                                        </p:tgtEl>
                                      </p:cBhvr>
                                    </p:animEffect>
                                  </p:childTnLst>
                                </p:cTn>
                              </p:par>
                            </p:childTnLst>
                          </p:cTn>
                        </p:par>
                        <p:par>
                          <p:cTn id="17" fill="hold">
                            <p:stCondLst>
                              <p:cond delay="1000"/>
                            </p:stCondLst>
                            <p:childTnLst>
                              <p:par>
                                <p:cTn id="18" presetID="22" presetClass="entr" presetSubtype="4" fill="hold" nodeType="afterEffect">
                                  <p:stCondLst>
                                    <p:cond delay="0"/>
                                  </p:stCondLst>
                                  <p:childTnLst>
                                    <p:set>
                                      <p:cBhvr>
                                        <p:cTn id="19" dur="1" fill="hold">
                                          <p:stCondLst>
                                            <p:cond delay="0"/>
                                          </p:stCondLst>
                                        </p:cTn>
                                        <p:tgtEl>
                                          <p:spTgt spid="176"/>
                                        </p:tgtEl>
                                        <p:attrNameLst>
                                          <p:attrName>style.visibility</p:attrName>
                                        </p:attrNameLst>
                                      </p:cBhvr>
                                      <p:to>
                                        <p:strVal val="visible"/>
                                      </p:to>
                                    </p:set>
                                    <p:animEffect transition="in" filter="wipe(down)">
                                      <p:cBhvr>
                                        <p:cTn id="20" dur="500"/>
                                        <p:tgtEl>
                                          <p:spTgt spid="176"/>
                                        </p:tgtEl>
                                      </p:cBhvr>
                                    </p:animEffect>
                                  </p:childTnLst>
                                </p:cTn>
                              </p:par>
                            </p:childTnLst>
                          </p:cTn>
                        </p:par>
                        <p:par>
                          <p:cTn id="21" fill="hold">
                            <p:stCondLst>
                              <p:cond delay="1500"/>
                            </p:stCondLst>
                            <p:childTnLst>
                              <p:par>
                                <p:cTn id="22" presetID="22" presetClass="entr" presetSubtype="4" fill="hold" nodeType="afterEffect">
                                  <p:stCondLst>
                                    <p:cond delay="0"/>
                                  </p:stCondLst>
                                  <p:childTnLst>
                                    <p:set>
                                      <p:cBhvr>
                                        <p:cTn id="23" dur="1" fill="hold">
                                          <p:stCondLst>
                                            <p:cond delay="0"/>
                                          </p:stCondLst>
                                        </p:cTn>
                                        <p:tgtEl>
                                          <p:spTgt spid="175"/>
                                        </p:tgtEl>
                                        <p:attrNameLst>
                                          <p:attrName>style.visibility</p:attrName>
                                        </p:attrNameLst>
                                      </p:cBhvr>
                                      <p:to>
                                        <p:strVal val="visible"/>
                                      </p:to>
                                    </p:set>
                                    <p:animEffect transition="in" filter="wipe(down)">
                                      <p:cBhvr>
                                        <p:cTn id="24" dur="500"/>
                                        <p:tgtEl>
                                          <p:spTgt spid="175"/>
                                        </p:tgtEl>
                                      </p:cBhvr>
                                    </p:animEffect>
                                  </p:childTnLst>
                                </p:cTn>
                              </p:par>
                            </p:childTnLst>
                          </p:cTn>
                        </p:par>
                        <p:par>
                          <p:cTn id="25" fill="hold">
                            <p:stCondLst>
                              <p:cond delay="2000"/>
                            </p:stCondLst>
                            <p:childTnLst>
                              <p:par>
                                <p:cTn id="26" presetID="22" presetClass="entr" presetSubtype="4" fill="hold" nodeType="afterEffect">
                                  <p:stCondLst>
                                    <p:cond delay="0"/>
                                  </p:stCondLst>
                                  <p:childTnLst>
                                    <p:set>
                                      <p:cBhvr>
                                        <p:cTn id="27" dur="1" fill="hold">
                                          <p:stCondLst>
                                            <p:cond delay="0"/>
                                          </p:stCondLst>
                                        </p:cTn>
                                        <p:tgtEl>
                                          <p:spTgt spid="174"/>
                                        </p:tgtEl>
                                        <p:attrNameLst>
                                          <p:attrName>style.visibility</p:attrName>
                                        </p:attrNameLst>
                                      </p:cBhvr>
                                      <p:to>
                                        <p:strVal val="visible"/>
                                      </p:to>
                                    </p:set>
                                    <p:animEffect transition="in" filter="wipe(down)">
                                      <p:cBhvr>
                                        <p:cTn id="28" dur="500"/>
                                        <p:tgtEl>
                                          <p:spTgt spid="174"/>
                                        </p:tgtEl>
                                      </p:cBhvr>
                                    </p:animEffect>
                                  </p:childTnLst>
                                </p:cTn>
                              </p:par>
                            </p:childTnLst>
                          </p:cTn>
                        </p:par>
                        <p:par>
                          <p:cTn id="29" fill="hold">
                            <p:stCondLst>
                              <p:cond delay="2500"/>
                            </p:stCondLst>
                            <p:childTnLst>
                              <p:par>
                                <p:cTn id="30" presetID="22" presetClass="entr" presetSubtype="4" fill="hold" nodeType="afterEffect">
                                  <p:stCondLst>
                                    <p:cond delay="0"/>
                                  </p:stCondLst>
                                  <p:childTnLst>
                                    <p:set>
                                      <p:cBhvr>
                                        <p:cTn id="31" dur="1" fill="hold">
                                          <p:stCondLst>
                                            <p:cond delay="0"/>
                                          </p:stCondLst>
                                        </p:cTn>
                                        <p:tgtEl>
                                          <p:spTgt spid="173"/>
                                        </p:tgtEl>
                                        <p:attrNameLst>
                                          <p:attrName>style.visibility</p:attrName>
                                        </p:attrNameLst>
                                      </p:cBhvr>
                                      <p:to>
                                        <p:strVal val="visible"/>
                                      </p:to>
                                    </p:set>
                                    <p:animEffect transition="in" filter="wipe(down)">
                                      <p:cBhvr>
                                        <p:cTn id="32" dur="500"/>
                                        <p:tgtEl>
                                          <p:spTgt spid="173"/>
                                        </p:tgtEl>
                                      </p:cBhvr>
                                    </p:animEffect>
                                  </p:childTnLst>
                                </p:cTn>
                              </p:par>
                            </p:childTnLst>
                          </p:cTn>
                        </p:par>
                        <p:par>
                          <p:cTn id="33" fill="hold">
                            <p:stCondLst>
                              <p:cond delay="3000"/>
                            </p:stCondLst>
                            <p:childTnLst>
                              <p:par>
                                <p:cTn id="34" presetID="22" presetClass="entr" presetSubtype="4" fill="hold" nodeType="afterEffect">
                                  <p:stCondLst>
                                    <p:cond delay="0"/>
                                  </p:stCondLst>
                                  <p:childTnLst>
                                    <p:set>
                                      <p:cBhvr>
                                        <p:cTn id="35" dur="1" fill="hold">
                                          <p:stCondLst>
                                            <p:cond delay="0"/>
                                          </p:stCondLst>
                                        </p:cTn>
                                        <p:tgtEl>
                                          <p:spTgt spid="172"/>
                                        </p:tgtEl>
                                        <p:attrNameLst>
                                          <p:attrName>style.visibility</p:attrName>
                                        </p:attrNameLst>
                                      </p:cBhvr>
                                      <p:to>
                                        <p:strVal val="visible"/>
                                      </p:to>
                                    </p:set>
                                    <p:animEffect transition="in" filter="wipe(down)">
                                      <p:cBhvr>
                                        <p:cTn id="36" dur="500"/>
                                        <p:tgtEl>
                                          <p:spTgt spid="172"/>
                                        </p:tgtEl>
                                      </p:cBhvr>
                                    </p:animEffect>
                                  </p:childTnLst>
                                </p:cTn>
                              </p:par>
                            </p:childTnLst>
                          </p:cTn>
                        </p:par>
                        <p:par>
                          <p:cTn id="37" fill="hold">
                            <p:stCondLst>
                              <p:cond delay="3500"/>
                            </p:stCondLst>
                            <p:childTnLst>
                              <p:par>
                                <p:cTn id="38" presetID="22" presetClass="entr" presetSubtype="4" fill="hold" nodeType="afterEffect">
                                  <p:stCondLst>
                                    <p:cond delay="0"/>
                                  </p:stCondLst>
                                  <p:childTnLst>
                                    <p:set>
                                      <p:cBhvr>
                                        <p:cTn id="39" dur="1" fill="hold">
                                          <p:stCondLst>
                                            <p:cond delay="0"/>
                                          </p:stCondLst>
                                        </p:cTn>
                                        <p:tgtEl>
                                          <p:spTgt spid="171"/>
                                        </p:tgtEl>
                                        <p:attrNameLst>
                                          <p:attrName>style.visibility</p:attrName>
                                        </p:attrNameLst>
                                      </p:cBhvr>
                                      <p:to>
                                        <p:strVal val="visible"/>
                                      </p:to>
                                    </p:set>
                                    <p:animEffect transition="in" filter="wipe(down)">
                                      <p:cBhvr>
                                        <p:cTn id="40" dur="500"/>
                                        <p:tgtEl>
                                          <p:spTgt spid="171"/>
                                        </p:tgtEl>
                                      </p:cBhvr>
                                    </p:animEffect>
                                  </p:childTnLst>
                                </p:cTn>
                              </p:par>
                            </p:childTnLst>
                          </p:cTn>
                        </p:par>
                        <p:par>
                          <p:cTn id="41" fill="hold">
                            <p:stCondLst>
                              <p:cond delay="4000"/>
                            </p:stCondLst>
                            <p:childTnLst>
                              <p:par>
                                <p:cTn id="42" presetID="22" presetClass="entr" presetSubtype="4" fill="hold" nodeType="afterEffect">
                                  <p:stCondLst>
                                    <p:cond delay="0"/>
                                  </p:stCondLst>
                                  <p:childTnLst>
                                    <p:set>
                                      <p:cBhvr>
                                        <p:cTn id="43" dur="1" fill="hold">
                                          <p:stCondLst>
                                            <p:cond delay="0"/>
                                          </p:stCondLst>
                                        </p:cTn>
                                        <p:tgtEl>
                                          <p:spTgt spid="170"/>
                                        </p:tgtEl>
                                        <p:attrNameLst>
                                          <p:attrName>style.visibility</p:attrName>
                                        </p:attrNameLst>
                                      </p:cBhvr>
                                      <p:to>
                                        <p:strVal val="visible"/>
                                      </p:to>
                                    </p:set>
                                    <p:animEffect transition="in" filter="wipe(down)">
                                      <p:cBhvr>
                                        <p:cTn id="44" dur="500"/>
                                        <p:tgtEl>
                                          <p:spTgt spid="170"/>
                                        </p:tgtEl>
                                      </p:cBhvr>
                                    </p:animEffect>
                                  </p:childTnLst>
                                </p:cTn>
                              </p:par>
                            </p:childTnLst>
                          </p:cTn>
                        </p:par>
                        <p:par>
                          <p:cTn id="45" fill="hold">
                            <p:stCondLst>
                              <p:cond delay="4500"/>
                            </p:stCondLst>
                            <p:childTnLst>
                              <p:par>
                                <p:cTn id="46" presetID="22" presetClass="entr" presetSubtype="4" fill="hold" nodeType="afterEffect">
                                  <p:stCondLst>
                                    <p:cond delay="0"/>
                                  </p:stCondLst>
                                  <p:childTnLst>
                                    <p:set>
                                      <p:cBhvr>
                                        <p:cTn id="47" dur="1" fill="hold">
                                          <p:stCondLst>
                                            <p:cond delay="0"/>
                                          </p:stCondLst>
                                        </p:cTn>
                                        <p:tgtEl>
                                          <p:spTgt spid="169"/>
                                        </p:tgtEl>
                                        <p:attrNameLst>
                                          <p:attrName>style.visibility</p:attrName>
                                        </p:attrNameLst>
                                      </p:cBhvr>
                                      <p:to>
                                        <p:strVal val="visible"/>
                                      </p:to>
                                    </p:set>
                                    <p:animEffect transition="in" filter="wipe(down)">
                                      <p:cBhvr>
                                        <p:cTn id="48" dur="500"/>
                                        <p:tgtEl>
                                          <p:spTgt spid="169"/>
                                        </p:tgtEl>
                                      </p:cBhvr>
                                    </p:animEffect>
                                  </p:childTnLst>
                                </p:cTn>
                              </p:par>
                            </p:childTnLst>
                          </p:cTn>
                        </p:par>
                        <p:par>
                          <p:cTn id="49" fill="hold">
                            <p:stCondLst>
                              <p:cond delay="5000"/>
                            </p:stCondLst>
                            <p:childTnLst>
                              <p:par>
                                <p:cTn id="50" presetID="22" presetClass="entr" presetSubtype="4" fill="hold" nodeType="afterEffect">
                                  <p:stCondLst>
                                    <p:cond delay="0"/>
                                  </p:stCondLst>
                                  <p:childTnLst>
                                    <p:set>
                                      <p:cBhvr>
                                        <p:cTn id="51" dur="1" fill="hold">
                                          <p:stCondLst>
                                            <p:cond delay="0"/>
                                          </p:stCondLst>
                                        </p:cTn>
                                        <p:tgtEl>
                                          <p:spTgt spid="17"/>
                                        </p:tgtEl>
                                        <p:attrNameLst>
                                          <p:attrName>style.visibility</p:attrName>
                                        </p:attrNameLst>
                                      </p:cBhvr>
                                      <p:to>
                                        <p:strVal val="visible"/>
                                      </p:to>
                                    </p:set>
                                    <p:animEffect transition="in" filter="wipe(down)">
                                      <p:cBhvr>
                                        <p:cTn id="52"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0" grpId="0"/>
      <p:bldP spid="221"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 name="任意多边形 206"/>
          <p:cNvSpPr/>
          <p:nvPr/>
        </p:nvSpPr>
        <p:spPr bwMode="auto">
          <a:xfrm>
            <a:off x="903399" y="2691642"/>
            <a:ext cx="3116307" cy="1612402"/>
          </a:xfrm>
          <a:custGeom>
            <a:avLst/>
            <a:gdLst>
              <a:gd name="connsiteX0" fmla="*/ 0 w 3450692"/>
              <a:gd name="connsiteY0" fmla="*/ 1561822 h 1785416"/>
              <a:gd name="connsiteX1" fmla="*/ 313700 w 3450692"/>
              <a:gd name="connsiteY1" fmla="*/ 1561822 h 1785416"/>
              <a:gd name="connsiteX2" fmla="*/ 2833305 w 3450692"/>
              <a:gd name="connsiteY2" fmla="*/ 0 h 1785416"/>
              <a:gd name="connsiteX3" fmla="*/ 3450692 w 3450692"/>
              <a:gd name="connsiteY3" fmla="*/ 0 h 1785416"/>
              <a:gd name="connsiteX4" fmla="*/ 3310529 w 3450692"/>
              <a:gd name="connsiteY4" fmla="*/ 367095 h 1785416"/>
              <a:gd name="connsiteX5" fmla="*/ 3080260 w 3450692"/>
              <a:gd name="connsiteY5" fmla="*/ 760888 h 1785416"/>
              <a:gd name="connsiteX6" fmla="*/ 2746538 w 3450692"/>
              <a:gd name="connsiteY6" fmla="*/ 1131320 h 1785416"/>
              <a:gd name="connsiteX7" fmla="*/ 2312698 w 3450692"/>
              <a:gd name="connsiteY7" fmla="*/ 1461706 h 1785416"/>
              <a:gd name="connsiteX8" fmla="*/ 1908894 w 3450692"/>
              <a:gd name="connsiteY8" fmla="*/ 1641916 h 1785416"/>
              <a:gd name="connsiteX9" fmla="*/ 1578508 w 3450692"/>
              <a:gd name="connsiteY9" fmla="*/ 1738695 h 1785416"/>
              <a:gd name="connsiteX10" fmla="*/ 1261472 w 3450692"/>
              <a:gd name="connsiteY10" fmla="*/ 1778742 h 1785416"/>
              <a:gd name="connsiteX11" fmla="*/ 957784 w 3450692"/>
              <a:gd name="connsiteY11" fmla="*/ 1785416 h 1785416"/>
              <a:gd name="connsiteX12" fmla="*/ 660771 w 3450692"/>
              <a:gd name="connsiteY12" fmla="*/ 1755381 h 1785416"/>
              <a:gd name="connsiteX13" fmla="*/ 323711 w 3450692"/>
              <a:gd name="connsiteY13" fmla="*/ 1678625 h 1785416"/>
              <a:gd name="connsiteX14" fmla="*/ 0 w 3450692"/>
              <a:gd name="connsiteY14" fmla="*/ 1561822 h 1785416"/>
              <a:gd name="connsiteX0" fmla="*/ 0 w 3450692"/>
              <a:gd name="connsiteY0" fmla="*/ 1561822 h 1785416"/>
              <a:gd name="connsiteX1" fmla="*/ 313700 w 3450692"/>
              <a:gd name="connsiteY1" fmla="*/ 1561822 h 1785416"/>
              <a:gd name="connsiteX2" fmla="*/ 2833305 w 3450692"/>
              <a:gd name="connsiteY2" fmla="*/ 0 h 1785416"/>
              <a:gd name="connsiteX3" fmla="*/ 3450692 w 3450692"/>
              <a:gd name="connsiteY3" fmla="*/ 0 h 1785416"/>
              <a:gd name="connsiteX4" fmla="*/ 3310529 w 3450692"/>
              <a:gd name="connsiteY4" fmla="*/ 367095 h 1785416"/>
              <a:gd name="connsiteX5" fmla="*/ 3080260 w 3450692"/>
              <a:gd name="connsiteY5" fmla="*/ 760888 h 1785416"/>
              <a:gd name="connsiteX6" fmla="*/ 2746538 w 3450692"/>
              <a:gd name="connsiteY6" fmla="*/ 1131320 h 1785416"/>
              <a:gd name="connsiteX7" fmla="*/ 2312698 w 3450692"/>
              <a:gd name="connsiteY7" fmla="*/ 1461706 h 1785416"/>
              <a:gd name="connsiteX8" fmla="*/ 1908894 w 3450692"/>
              <a:gd name="connsiteY8" fmla="*/ 1641916 h 1785416"/>
              <a:gd name="connsiteX9" fmla="*/ 1578508 w 3450692"/>
              <a:gd name="connsiteY9" fmla="*/ 1738695 h 1785416"/>
              <a:gd name="connsiteX10" fmla="*/ 1261472 w 3450692"/>
              <a:gd name="connsiteY10" fmla="*/ 1778742 h 1785416"/>
              <a:gd name="connsiteX11" fmla="*/ 957784 w 3450692"/>
              <a:gd name="connsiteY11" fmla="*/ 1785416 h 1785416"/>
              <a:gd name="connsiteX12" fmla="*/ 660771 w 3450692"/>
              <a:gd name="connsiteY12" fmla="*/ 1755381 h 1785416"/>
              <a:gd name="connsiteX13" fmla="*/ 489791 w 3450692"/>
              <a:gd name="connsiteY13" fmla="*/ 1727823 h 1785416"/>
              <a:gd name="connsiteX14" fmla="*/ 323711 w 3450692"/>
              <a:gd name="connsiteY14" fmla="*/ 1678625 h 1785416"/>
              <a:gd name="connsiteX15" fmla="*/ 0 w 3450692"/>
              <a:gd name="connsiteY15" fmla="*/ 1561822 h 1785416"/>
              <a:gd name="connsiteX0" fmla="*/ 0 w 3450692"/>
              <a:gd name="connsiteY0" fmla="*/ 1561822 h 1785416"/>
              <a:gd name="connsiteX1" fmla="*/ 313700 w 3450692"/>
              <a:gd name="connsiteY1" fmla="*/ 1561822 h 1785416"/>
              <a:gd name="connsiteX2" fmla="*/ 2833305 w 3450692"/>
              <a:gd name="connsiteY2" fmla="*/ 0 h 1785416"/>
              <a:gd name="connsiteX3" fmla="*/ 3450692 w 3450692"/>
              <a:gd name="connsiteY3" fmla="*/ 0 h 1785416"/>
              <a:gd name="connsiteX4" fmla="*/ 3343186 w 3450692"/>
              <a:gd name="connsiteY4" fmla="*/ 307224 h 1785416"/>
              <a:gd name="connsiteX5" fmla="*/ 3080260 w 3450692"/>
              <a:gd name="connsiteY5" fmla="*/ 760888 h 1785416"/>
              <a:gd name="connsiteX6" fmla="*/ 2746538 w 3450692"/>
              <a:gd name="connsiteY6" fmla="*/ 1131320 h 1785416"/>
              <a:gd name="connsiteX7" fmla="*/ 2312698 w 3450692"/>
              <a:gd name="connsiteY7" fmla="*/ 1461706 h 1785416"/>
              <a:gd name="connsiteX8" fmla="*/ 1908894 w 3450692"/>
              <a:gd name="connsiteY8" fmla="*/ 1641916 h 1785416"/>
              <a:gd name="connsiteX9" fmla="*/ 1578508 w 3450692"/>
              <a:gd name="connsiteY9" fmla="*/ 1738695 h 1785416"/>
              <a:gd name="connsiteX10" fmla="*/ 1261472 w 3450692"/>
              <a:gd name="connsiteY10" fmla="*/ 1778742 h 1785416"/>
              <a:gd name="connsiteX11" fmla="*/ 957784 w 3450692"/>
              <a:gd name="connsiteY11" fmla="*/ 1785416 h 1785416"/>
              <a:gd name="connsiteX12" fmla="*/ 660771 w 3450692"/>
              <a:gd name="connsiteY12" fmla="*/ 1755381 h 1785416"/>
              <a:gd name="connsiteX13" fmla="*/ 489791 w 3450692"/>
              <a:gd name="connsiteY13" fmla="*/ 1727823 h 1785416"/>
              <a:gd name="connsiteX14" fmla="*/ 323711 w 3450692"/>
              <a:gd name="connsiteY14" fmla="*/ 1678625 h 1785416"/>
              <a:gd name="connsiteX15" fmla="*/ 0 w 3450692"/>
              <a:gd name="connsiteY15" fmla="*/ 1561822 h 1785416"/>
              <a:gd name="connsiteX0" fmla="*/ 0 w 3450692"/>
              <a:gd name="connsiteY0" fmla="*/ 1561822 h 1785416"/>
              <a:gd name="connsiteX1" fmla="*/ 313700 w 3450692"/>
              <a:gd name="connsiteY1" fmla="*/ 1561822 h 1785416"/>
              <a:gd name="connsiteX2" fmla="*/ 2833305 w 3450692"/>
              <a:gd name="connsiteY2" fmla="*/ 0 h 1785416"/>
              <a:gd name="connsiteX3" fmla="*/ 3450692 w 3450692"/>
              <a:gd name="connsiteY3" fmla="*/ 0 h 1785416"/>
              <a:gd name="connsiteX4" fmla="*/ 3403534 w 3450692"/>
              <a:gd name="connsiteY4" fmla="*/ 151209 h 1785416"/>
              <a:gd name="connsiteX5" fmla="*/ 3343186 w 3450692"/>
              <a:gd name="connsiteY5" fmla="*/ 307224 h 1785416"/>
              <a:gd name="connsiteX6" fmla="*/ 3080260 w 3450692"/>
              <a:gd name="connsiteY6" fmla="*/ 760888 h 1785416"/>
              <a:gd name="connsiteX7" fmla="*/ 2746538 w 3450692"/>
              <a:gd name="connsiteY7" fmla="*/ 1131320 h 1785416"/>
              <a:gd name="connsiteX8" fmla="*/ 2312698 w 3450692"/>
              <a:gd name="connsiteY8" fmla="*/ 1461706 h 1785416"/>
              <a:gd name="connsiteX9" fmla="*/ 1908894 w 3450692"/>
              <a:gd name="connsiteY9" fmla="*/ 1641916 h 1785416"/>
              <a:gd name="connsiteX10" fmla="*/ 1578508 w 3450692"/>
              <a:gd name="connsiteY10" fmla="*/ 1738695 h 1785416"/>
              <a:gd name="connsiteX11" fmla="*/ 1261472 w 3450692"/>
              <a:gd name="connsiteY11" fmla="*/ 1778742 h 1785416"/>
              <a:gd name="connsiteX12" fmla="*/ 957784 w 3450692"/>
              <a:gd name="connsiteY12" fmla="*/ 1785416 h 1785416"/>
              <a:gd name="connsiteX13" fmla="*/ 660771 w 3450692"/>
              <a:gd name="connsiteY13" fmla="*/ 1755381 h 1785416"/>
              <a:gd name="connsiteX14" fmla="*/ 489791 w 3450692"/>
              <a:gd name="connsiteY14" fmla="*/ 1727823 h 1785416"/>
              <a:gd name="connsiteX15" fmla="*/ 323711 w 3450692"/>
              <a:gd name="connsiteY15" fmla="*/ 1678625 h 1785416"/>
              <a:gd name="connsiteX16" fmla="*/ 0 w 3450692"/>
              <a:gd name="connsiteY16" fmla="*/ 1561822 h 17854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450692" h="1785416">
                <a:moveTo>
                  <a:pt x="0" y="1561822"/>
                </a:moveTo>
                <a:lnTo>
                  <a:pt x="313700" y="1561822"/>
                </a:lnTo>
                <a:lnTo>
                  <a:pt x="2833305" y="0"/>
                </a:lnTo>
                <a:lnTo>
                  <a:pt x="3450692" y="0"/>
                </a:lnTo>
                <a:cubicBezTo>
                  <a:pt x="3431949" y="50403"/>
                  <a:pt x="3422277" y="100806"/>
                  <a:pt x="3403534" y="151209"/>
                </a:cubicBezTo>
                <a:lnTo>
                  <a:pt x="3343186" y="307224"/>
                </a:lnTo>
                <a:lnTo>
                  <a:pt x="3080260" y="760888"/>
                </a:lnTo>
                <a:lnTo>
                  <a:pt x="2746538" y="1131320"/>
                </a:lnTo>
                <a:lnTo>
                  <a:pt x="2312698" y="1461706"/>
                </a:lnTo>
                <a:lnTo>
                  <a:pt x="1908894" y="1641916"/>
                </a:lnTo>
                <a:lnTo>
                  <a:pt x="1578508" y="1738695"/>
                </a:lnTo>
                <a:lnTo>
                  <a:pt x="1261472" y="1778742"/>
                </a:lnTo>
                <a:lnTo>
                  <a:pt x="957784" y="1785416"/>
                </a:lnTo>
                <a:lnTo>
                  <a:pt x="660771" y="1755381"/>
                </a:lnTo>
                <a:cubicBezTo>
                  <a:pt x="604383" y="1742566"/>
                  <a:pt x="546179" y="1740638"/>
                  <a:pt x="489791" y="1727823"/>
                </a:cubicBezTo>
                <a:lnTo>
                  <a:pt x="323711" y="1678625"/>
                </a:lnTo>
                <a:lnTo>
                  <a:pt x="0" y="1561822"/>
                </a:lnTo>
                <a:close/>
              </a:path>
            </a:pathLst>
          </a:custGeom>
          <a:solidFill>
            <a:srgbClr val="FFC000"/>
          </a:solidFill>
          <a:ln w="12700" cap="flat" cmpd="sng" algn="ctr">
            <a:no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209" name="任意多边形 208"/>
          <p:cNvSpPr/>
          <p:nvPr/>
        </p:nvSpPr>
        <p:spPr bwMode="auto">
          <a:xfrm>
            <a:off x="2895545" y="2866445"/>
            <a:ext cx="283300" cy="1193478"/>
          </a:xfrm>
          <a:custGeom>
            <a:avLst/>
            <a:gdLst>
              <a:gd name="connsiteX0" fmla="*/ 0 w 313699"/>
              <a:gd name="connsiteY0" fmla="*/ 1321541 h 1321541"/>
              <a:gd name="connsiteX1" fmla="*/ 0 w 313699"/>
              <a:gd name="connsiteY1" fmla="*/ 180210 h 1321541"/>
              <a:gd name="connsiteX2" fmla="*/ 313699 w 313699"/>
              <a:gd name="connsiteY2" fmla="*/ 0 h 1321541"/>
              <a:gd name="connsiteX3" fmla="*/ 313699 w 313699"/>
              <a:gd name="connsiteY3" fmla="*/ 1124645 h 1321541"/>
              <a:gd name="connsiteX4" fmla="*/ 170198 w 313699"/>
              <a:gd name="connsiteY4" fmla="*/ 1224762 h 1321541"/>
              <a:gd name="connsiteX5" fmla="*/ 0 w 313699"/>
              <a:gd name="connsiteY5" fmla="*/ 1321541 h 1321541"/>
              <a:gd name="connsiteX0" fmla="*/ 0 w 313699"/>
              <a:gd name="connsiteY0" fmla="*/ 1321541 h 1321541"/>
              <a:gd name="connsiteX1" fmla="*/ 0 w 313699"/>
              <a:gd name="connsiteY1" fmla="*/ 196283 h 1321541"/>
              <a:gd name="connsiteX2" fmla="*/ 313699 w 313699"/>
              <a:gd name="connsiteY2" fmla="*/ 0 h 1321541"/>
              <a:gd name="connsiteX3" fmla="*/ 313699 w 313699"/>
              <a:gd name="connsiteY3" fmla="*/ 1124645 h 1321541"/>
              <a:gd name="connsiteX4" fmla="*/ 170198 w 313699"/>
              <a:gd name="connsiteY4" fmla="*/ 1224762 h 1321541"/>
              <a:gd name="connsiteX5" fmla="*/ 0 w 313699"/>
              <a:gd name="connsiteY5" fmla="*/ 1321541 h 1321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13699" h="1321541">
                <a:moveTo>
                  <a:pt x="0" y="1321541"/>
                </a:moveTo>
                <a:lnTo>
                  <a:pt x="0" y="196283"/>
                </a:lnTo>
                <a:lnTo>
                  <a:pt x="313699" y="0"/>
                </a:lnTo>
                <a:lnTo>
                  <a:pt x="313699" y="1124645"/>
                </a:lnTo>
                <a:lnTo>
                  <a:pt x="170198" y="1224762"/>
                </a:lnTo>
                <a:lnTo>
                  <a:pt x="0" y="1321541"/>
                </a:lnTo>
                <a:close/>
              </a:path>
            </a:pathLst>
          </a:custGeom>
          <a:solidFill>
            <a:srgbClr val="CCECFF"/>
          </a:solid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6"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42</a:t>
            </a:fld>
            <a:endParaRPr lang="zh-CN" altLang="en-US" dirty="0">
              <a:solidFill>
                <a:srgbClr val="C00000"/>
              </a:solidFill>
            </a:endParaRPr>
          </a:p>
        </p:txBody>
      </p:sp>
      <p:sp>
        <p:nvSpPr>
          <p:cNvPr id="61" name="Text Box 2"/>
          <p:cNvSpPr txBox="1">
            <a:spLocks noChangeArrowheads="1"/>
          </p:cNvSpPr>
          <p:nvPr/>
        </p:nvSpPr>
        <p:spPr bwMode="auto">
          <a:xfrm>
            <a:off x="2083325" y="5682288"/>
            <a:ext cx="580691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gn="ctr" eaLnBrk="1" hangingPunct="1">
              <a:lnSpc>
                <a:spcPct val="100000"/>
              </a:lnSpc>
              <a:spcBef>
                <a:spcPct val="0"/>
              </a:spcBef>
              <a:spcAft>
                <a:spcPct val="0"/>
              </a:spcAft>
            </a:pPr>
            <a:r>
              <a:rPr kumimoji="1" lang="zh-CN" altLang="en-US" sz="4000" b="1" dirty="0">
                <a:solidFill>
                  <a:srgbClr val="000066"/>
                </a:solidFill>
                <a:latin typeface="黑体" pitchFamily="2" charset="-122"/>
                <a:ea typeface="黑体" pitchFamily="2" charset="-122"/>
              </a:rPr>
              <a:t>条分法基本原理</a:t>
            </a:r>
          </a:p>
        </p:txBody>
      </p:sp>
      <p:sp>
        <p:nvSpPr>
          <p:cNvPr id="55" name="Text Box 7"/>
          <p:cNvSpPr txBox="1">
            <a:spLocks noChangeArrowheads="1"/>
          </p:cNvSpPr>
          <p:nvPr/>
        </p:nvSpPr>
        <p:spPr bwMode="auto">
          <a:xfrm>
            <a:off x="0" y="0"/>
            <a:ext cx="5420412"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1800" b="1" kern="900" spc="130" dirty="0" smtClean="0">
                <a:solidFill>
                  <a:srgbClr val="000066"/>
                </a:solidFill>
                <a:ea typeface="黑体" panose="02010609060101010101" pitchFamily="49" charset="-122"/>
                <a:cs typeface="Times New Roman" panose="02020603050405020304" pitchFamily="18" charset="0"/>
              </a:rPr>
              <a:t>§7.3  </a:t>
            </a:r>
            <a:r>
              <a:rPr lang="zh-CN" altLang="en-US" sz="1800" b="1" kern="900" spc="130" dirty="0" smtClean="0">
                <a:solidFill>
                  <a:srgbClr val="000066"/>
                </a:solidFill>
                <a:ea typeface="黑体" panose="02010609060101010101" pitchFamily="49" charset="-122"/>
                <a:cs typeface="Times New Roman" panose="02020603050405020304" pitchFamily="18" charset="0"/>
              </a:rPr>
              <a:t>黏性</a:t>
            </a:r>
            <a:r>
              <a:rPr lang="zh-CN" altLang="en-US" sz="1800" b="1" kern="900" spc="130" dirty="0">
                <a:solidFill>
                  <a:srgbClr val="000066"/>
                </a:solidFill>
                <a:ea typeface="黑体" panose="02010609060101010101" pitchFamily="49" charset="-122"/>
                <a:cs typeface="Times New Roman" panose="02020603050405020304" pitchFamily="18" charset="0"/>
              </a:rPr>
              <a:t>土坡的稳定</a:t>
            </a:r>
            <a:r>
              <a:rPr lang="zh-CN" altLang="en-US" sz="1800" b="1" kern="900" spc="130" dirty="0" smtClean="0">
                <a:solidFill>
                  <a:srgbClr val="000066"/>
                </a:solidFill>
                <a:ea typeface="黑体" panose="02010609060101010101" pitchFamily="49" charset="-122"/>
                <a:cs typeface="Times New Roman" panose="02020603050405020304" pitchFamily="18" charset="0"/>
              </a:rPr>
              <a:t>分析 </a:t>
            </a:r>
            <a:r>
              <a:rPr lang="en-US" altLang="zh-CN" sz="1800" b="1" kern="900" spc="130" dirty="0" smtClean="0">
                <a:solidFill>
                  <a:srgbClr val="000066"/>
                </a:solidFill>
                <a:ea typeface="黑体" panose="02010609060101010101" pitchFamily="49" charset="-122"/>
                <a:cs typeface="Times New Roman" panose="02020603050405020304" pitchFamily="18" charset="0"/>
              </a:rPr>
              <a:t>- </a:t>
            </a:r>
            <a:r>
              <a:rPr lang="zh-CN" altLang="en-US" sz="1800" b="1" kern="900" spc="130" dirty="0" smtClean="0">
                <a:solidFill>
                  <a:srgbClr val="000066"/>
                </a:solidFill>
                <a:ea typeface="黑体" panose="02010609060101010101" pitchFamily="49" charset="-122"/>
                <a:cs typeface="Times New Roman" panose="02020603050405020304" pitchFamily="18" charset="0"/>
              </a:rPr>
              <a:t>条</a:t>
            </a:r>
            <a:r>
              <a:rPr lang="zh-CN" altLang="en-US" sz="1800" b="1" kern="900" spc="130" dirty="0">
                <a:solidFill>
                  <a:srgbClr val="000066"/>
                </a:solidFill>
                <a:ea typeface="黑体" panose="02010609060101010101" pitchFamily="49" charset="-122"/>
                <a:cs typeface="Times New Roman" panose="02020603050405020304" pitchFamily="18" charset="0"/>
              </a:rPr>
              <a:t>分法基本原理</a:t>
            </a:r>
          </a:p>
        </p:txBody>
      </p:sp>
      <p:cxnSp>
        <p:nvCxnSpPr>
          <p:cNvPr id="170" name="直接连接符 169"/>
          <p:cNvCxnSpPr/>
          <p:nvPr/>
        </p:nvCxnSpPr>
        <p:spPr bwMode="auto">
          <a:xfrm>
            <a:off x="1768454" y="3731415"/>
            <a:ext cx="0" cy="569615"/>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9" name="直接连接符 168"/>
          <p:cNvCxnSpPr/>
          <p:nvPr/>
        </p:nvCxnSpPr>
        <p:spPr bwMode="auto">
          <a:xfrm>
            <a:off x="1487456" y="3903204"/>
            <a:ext cx="0" cy="379744"/>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1" name="Text Box 115"/>
          <p:cNvSpPr txBox="1">
            <a:spLocks noChangeArrowheads="1"/>
          </p:cNvSpPr>
          <p:nvPr/>
        </p:nvSpPr>
        <p:spPr bwMode="auto">
          <a:xfrm>
            <a:off x="518752" y="4009384"/>
            <a:ext cx="590670" cy="3480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1800" b="1">
                <a:solidFill>
                  <a:schemeClr val="tx1"/>
                </a:solidFill>
                <a:latin typeface="Times New Roman" panose="02020603050405020304" pitchFamily="18" charset="0"/>
              </a:rPr>
              <a:t>A</a:t>
            </a:r>
          </a:p>
        </p:txBody>
      </p:sp>
      <p:sp>
        <p:nvSpPr>
          <p:cNvPr id="166" name="Text Box 133"/>
          <p:cNvSpPr txBox="1">
            <a:spLocks noChangeArrowheads="1"/>
          </p:cNvSpPr>
          <p:nvPr/>
        </p:nvSpPr>
        <p:spPr bwMode="auto">
          <a:xfrm>
            <a:off x="1602817" y="1785254"/>
            <a:ext cx="373979" cy="3710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1800" b="1" dirty="0">
                <a:solidFill>
                  <a:schemeClr val="tx1"/>
                </a:solidFill>
                <a:latin typeface="Times New Roman" panose="02020603050405020304" pitchFamily="18" charset="0"/>
              </a:rPr>
              <a:t>O</a:t>
            </a:r>
          </a:p>
        </p:txBody>
      </p:sp>
      <p:sp>
        <p:nvSpPr>
          <p:cNvPr id="168" name="Text Box 135"/>
          <p:cNvSpPr txBox="1">
            <a:spLocks noChangeArrowheads="1"/>
          </p:cNvSpPr>
          <p:nvPr/>
        </p:nvSpPr>
        <p:spPr bwMode="auto">
          <a:xfrm>
            <a:off x="1815038" y="3891218"/>
            <a:ext cx="322580" cy="3480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1800" b="1" dirty="0">
                <a:solidFill>
                  <a:srgbClr val="C00000"/>
                </a:solidFill>
                <a:latin typeface="Times New Roman" panose="02020603050405020304" pitchFamily="18" charset="0"/>
              </a:rPr>
              <a:t>0</a:t>
            </a:r>
          </a:p>
        </p:txBody>
      </p:sp>
      <p:sp>
        <p:nvSpPr>
          <p:cNvPr id="138" name="Text Box 141"/>
          <p:cNvSpPr txBox="1">
            <a:spLocks noChangeArrowheads="1"/>
          </p:cNvSpPr>
          <p:nvPr/>
        </p:nvSpPr>
        <p:spPr bwMode="auto">
          <a:xfrm>
            <a:off x="3203206" y="2406603"/>
            <a:ext cx="407161" cy="3480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1800" b="1" dirty="0">
                <a:solidFill>
                  <a:schemeClr val="tx1"/>
                </a:solidFill>
                <a:latin typeface="Times New Roman" panose="02020603050405020304" pitchFamily="18" charset="0"/>
              </a:rPr>
              <a:t>B</a:t>
            </a:r>
          </a:p>
        </p:txBody>
      </p:sp>
      <p:sp>
        <p:nvSpPr>
          <p:cNvPr id="10" name="任意多边形 9"/>
          <p:cNvSpPr/>
          <p:nvPr/>
        </p:nvSpPr>
        <p:spPr bwMode="auto">
          <a:xfrm>
            <a:off x="512994" y="2693123"/>
            <a:ext cx="4043035" cy="1403368"/>
          </a:xfrm>
          <a:custGeom>
            <a:avLst/>
            <a:gdLst>
              <a:gd name="connsiteX0" fmla="*/ 0 w 4476860"/>
              <a:gd name="connsiteY0" fmla="*/ 1553952 h 1553952"/>
              <a:gd name="connsiteX1" fmla="*/ 745263 w 4476860"/>
              <a:gd name="connsiteY1" fmla="*/ 1553952 h 1553952"/>
              <a:gd name="connsiteX2" fmla="*/ 3255898 w 4476860"/>
              <a:gd name="connsiteY2" fmla="*/ 0 h 1553952"/>
              <a:gd name="connsiteX3" fmla="*/ 4476860 w 4476860"/>
              <a:gd name="connsiteY3" fmla="*/ 0 h 1553952"/>
            </a:gdLst>
            <a:ahLst/>
            <a:cxnLst>
              <a:cxn ang="0">
                <a:pos x="connsiteX0" y="connsiteY0"/>
              </a:cxn>
              <a:cxn ang="0">
                <a:pos x="connsiteX1" y="connsiteY1"/>
              </a:cxn>
              <a:cxn ang="0">
                <a:pos x="connsiteX2" y="connsiteY2"/>
              </a:cxn>
              <a:cxn ang="0">
                <a:pos x="connsiteX3" y="connsiteY3"/>
              </a:cxn>
            </a:cxnLst>
            <a:rect l="l" t="t" r="r" b="b"/>
            <a:pathLst>
              <a:path w="4476860" h="1553952">
                <a:moveTo>
                  <a:pt x="0" y="1553952"/>
                </a:moveTo>
                <a:lnTo>
                  <a:pt x="745263" y="1553952"/>
                </a:lnTo>
                <a:lnTo>
                  <a:pt x="3255898" y="0"/>
                </a:lnTo>
                <a:lnTo>
                  <a:pt x="4476860" y="0"/>
                </a:lnTo>
              </a:path>
            </a:pathLst>
          </a:custGeom>
          <a:noFill/>
          <a:ln w="19050" cap="flat" cmpd="sng" algn="ctr">
            <a:solidFill>
              <a:srgbClr val="000066"/>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cxnSp>
        <p:nvCxnSpPr>
          <p:cNvPr id="14" name="直接连接符 13"/>
          <p:cNvCxnSpPr/>
          <p:nvPr/>
        </p:nvCxnSpPr>
        <p:spPr bwMode="auto">
          <a:xfrm>
            <a:off x="1876711" y="2050742"/>
            <a:ext cx="0" cy="2398202"/>
          </a:xfrm>
          <a:prstGeom prst="line">
            <a:avLst/>
          </a:prstGeom>
          <a:noFill/>
          <a:ln w="12700" cap="flat" cmpd="sng" algn="ctr">
            <a:solidFill>
              <a:schemeClr val="tx1"/>
            </a:solidFill>
            <a:prstDash val="lgDashDot"/>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 name="直接连接符 16"/>
          <p:cNvCxnSpPr/>
          <p:nvPr/>
        </p:nvCxnSpPr>
        <p:spPr bwMode="auto">
          <a:xfrm>
            <a:off x="1191389" y="4099104"/>
            <a:ext cx="0" cy="111512"/>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1" name="直接连接符 170"/>
          <p:cNvCxnSpPr/>
          <p:nvPr/>
        </p:nvCxnSpPr>
        <p:spPr bwMode="auto">
          <a:xfrm>
            <a:off x="2049452" y="3562641"/>
            <a:ext cx="0" cy="738544"/>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2" name="直接连接符 171"/>
          <p:cNvCxnSpPr/>
          <p:nvPr/>
        </p:nvCxnSpPr>
        <p:spPr bwMode="auto">
          <a:xfrm>
            <a:off x="2330451" y="3387839"/>
            <a:ext cx="0" cy="873789"/>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3" name="直接连接符 172"/>
          <p:cNvCxnSpPr/>
          <p:nvPr/>
        </p:nvCxnSpPr>
        <p:spPr bwMode="auto">
          <a:xfrm>
            <a:off x="2611449" y="3207008"/>
            <a:ext cx="0" cy="974832"/>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4" name="直接连接符 173"/>
          <p:cNvCxnSpPr/>
          <p:nvPr/>
        </p:nvCxnSpPr>
        <p:spPr bwMode="auto">
          <a:xfrm>
            <a:off x="2892447" y="3041248"/>
            <a:ext cx="0" cy="1018234"/>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5" name="直接连接符 174"/>
          <p:cNvCxnSpPr/>
          <p:nvPr/>
        </p:nvCxnSpPr>
        <p:spPr bwMode="auto">
          <a:xfrm>
            <a:off x="3173446" y="2866445"/>
            <a:ext cx="0" cy="1025473"/>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6" name="直接连接符 175"/>
          <p:cNvCxnSpPr>
            <a:stCxn id="10" idx="2"/>
          </p:cNvCxnSpPr>
          <p:nvPr/>
        </p:nvCxnSpPr>
        <p:spPr bwMode="auto">
          <a:xfrm>
            <a:off x="3453383" y="2693123"/>
            <a:ext cx="1061" cy="952877"/>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7" name="直接连接符 176"/>
          <p:cNvCxnSpPr/>
          <p:nvPr/>
        </p:nvCxnSpPr>
        <p:spPr bwMode="auto">
          <a:xfrm>
            <a:off x="3735442" y="2685615"/>
            <a:ext cx="0" cy="615018"/>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 name="直接箭头连接符 19"/>
          <p:cNvCxnSpPr/>
          <p:nvPr/>
        </p:nvCxnSpPr>
        <p:spPr bwMode="auto">
          <a:xfrm>
            <a:off x="1873112" y="2056623"/>
            <a:ext cx="2114656" cy="639415"/>
          </a:xfrm>
          <a:prstGeom prst="straightConnector1">
            <a:avLst/>
          </a:prstGeom>
          <a:noFill/>
          <a:ln w="12700" cap="flat" cmpd="sng" algn="ctr">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 name="直接箭头连接符 22"/>
          <p:cNvCxnSpPr>
            <a:endCxn id="11" idx="0"/>
          </p:cNvCxnSpPr>
          <p:nvPr/>
        </p:nvCxnSpPr>
        <p:spPr bwMode="auto">
          <a:xfrm flipH="1">
            <a:off x="892476" y="2053609"/>
            <a:ext cx="980636" cy="2045268"/>
          </a:xfrm>
          <a:prstGeom prst="straightConnector1">
            <a:avLst/>
          </a:prstGeom>
          <a:noFill/>
          <a:ln w="12700" cap="flat" cmpd="sng" algn="ctr">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186" name="Group 12"/>
          <p:cNvGrpSpPr>
            <a:grpSpLocks/>
          </p:cNvGrpSpPr>
          <p:nvPr/>
        </p:nvGrpSpPr>
        <p:grpSpPr bwMode="auto">
          <a:xfrm>
            <a:off x="4103575" y="2698756"/>
            <a:ext cx="410560" cy="57195"/>
            <a:chOff x="2274" y="1204"/>
            <a:chExt cx="270" cy="44"/>
          </a:xfrm>
        </p:grpSpPr>
        <p:sp>
          <p:nvSpPr>
            <p:cNvPr id="187" name="Line 13"/>
            <p:cNvSpPr>
              <a:spLocks noChangeShapeType="1"/>
            </p:cNvSpPr>
            <p:nvPr/>
          </p:nvSpPr>
          <p:spPr bwMode="auto">
            <a:xfrm flipH="1">
              <a:off x="2274" y="1210"/>
              <a:ext cx="28" cy="34"/>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8" name="Line 14"/>
            <p:cNvSpPr>
              <a:spLocks noChangeShapeType="1"/>
            </p:cNvSpPr>
            <p:nvPr/>
          </p:nvSpPr>
          <p:spPr bwMode="auto">
            <a:xfrm flipH="1">
              <a:off x="2304" y="1214"/>
              <a:ext cx="34" cy="34"/>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9" name="Line 15"/>
            <p:cNvSpPr>
              <a:spLocks noChangeShapeType="1"/>
            </p:cNvSpPr>
            <p:nvPr/>
          </p:nvSpPr>
          <p:spPr bwMode="auto">
            <a:xfrm flipH="1">
              <a:off x="2346" y="1206"/>
              <a:ext cx="36" cy="42"/>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0" name="Line 16"/>
            <p:cNvSpPr>
              <a:spLocks noChangeShapeType="1"/>
            </p:cNvSpPr>
            <p:nvPr/>
          </p:nvSpPr>
          <p:spPr bwMode="auto">
            <a:xfrm>
              <a:off x="2376" y="1206"/>
              <a:ext cx="40" cy="38"/>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1" name="Line 17"/>
            <p:cNvSpPr>
              <a:spLocks noChangeShapeType="1"/>
            </p:cNvSpPr>
            <p:nvPr/>
          </p:nvSpPr>
          <p:spPr bwMode="auto">
            <a:xfrm>
              <a:off x="2420" y="1210"/>
              <a:ext cx="40" cy="34"/>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2" name="Line 18"/>
            <p:cNvSpPr>
              <a:spLocks noChangeShapeType="1"/>
            </p:cNvSpPr>
            <p:nvPr/>
          </p:nvSpPr>
          <p:spPr bwMode="auto">
            <a:xfrm flipV="1">
              <a:off x="2460" y="1204"/>
              <a:ext cx="46" cy="42"/>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3" name="Line 19"/>
            <p:cNvSpPr>
              <a:spLocks noChangeShapeType="1"/>
            </p:cNvSpPr>
            <p:nvPr/>
          </p:nvSpPr>
          <p:spPr bwMode="auto">
            <a:xfrm flipV="1">
              <a:off x="2512" y="1208"/>
              <a:ext cx="32" cy="36"/>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 name="组合 2"/>
          <p:cNvGrpSpPr/>
          <p:nvPr/>
        </p:nvGrpSpPr>
        <p:grpSpPr>
          <a:xfrm>
            <a:off x="854406" y="3915800"/>
            <a:ext cx="1059509" cy="438136"/>
            <a:chOff x="854406" y="3915800"/>
            <a:chExt cx="1059509" cy="438136"/>
          </a:xfrm>
        </p:grpSpPr>
        <p:sp>
          <p:nvSpPr>
            <p:cNvPr id="203" name="Text Box 135"/>
            <p:cNvSpPr txBox="1">
              <a:spLocks noChangeArrowheads="1"/>
            </p:cNvSpPr>
            <p:nvPr/>
          </p:nvSpPr>
          <p:spPr bwMode="auto">
            <a:xfrm>
              <a:off x="1461734" y="3915800"/>
              <a:ext cx="452181" cy="410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1800" b="1" dirty="0" smtClean="0">
                  <a:solidFill>
                    <a:srgbClr val="C00000"/>
                  </a:solidFill>
                  <a:latin typeface="Times New Roman" panose="02020603050405020304" pitchFamily="18" charset="0"/>
                </a:rPr>
                <a:t>-1</a:t>
              </a:r>
              <a:endParaRPr kumimoji="1" lang="en-US" altLang="zh-CN" sz="1800" b="1" dirty="0">
                <a:solidFill>
                  <a:srgbClr val="C00000"/>
                </a:solidFill>
                <a:latin typeface="Times New Roman" panose="02020603050405020304" pitchFamily="18" charset="0"/>
              </a:endParaRPr>
            </a:p>
          </p:txBody>
        </p:sp>
        <p:sp>
          <p:nvSpPr>
            <p:cNvPr id="204" name="Text Box 135"/>
            <p:cNvSpPr txBox="1">
              <a:spLocks noChangeArrowheads="1"/>
            </p:cNvSpPr>
            <p:nvPr/>
          </p:nvSpPr>
          <p:spPr bwMode="auto">
            <a:xfrm>
              <a:off x="1171115" y="3943054"/>
              <a:ext cx="452181" cy="410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1800" b="1" dirty="0" smtClean="0">
                  <a:solidFill>
                    <a:srgbClr val="C00000"/>
                  </a:solidFill>
                  <a:latin typeface="Times New Roman" panose="02020603050405020304" pitchFamily="18" charset="0"/>
                </a:rPr>
                <a:t>-2</a:t>
              </a:r>
              <a:endParaRPr kumimoji="1" lang="en-US" altLang="zh-CN" sz="1800" b="1" dirty="0">
                <a:solidFill>
                  <a:srgbClr val="C00000"/>
                </a:solidFill>
                <a:latin typeface="Times New Roman" panose="02020603050405020304" pitchFamily="18" charset="0"/>
              </a:endParaRPr>
            </a:p>
          </p:txBody>
        </p:sp>
        <p:sp>
          <p:nvSpPr>
            <p:cNvPr id="100" name="Text Box 135"/>
            <p:cNvSpPr txBox="1">
              <a:spLocks noChangeArrowheads="1"/>
            </p:cNvSpPr>
            <p:nvPr/>
          </p:nvSpPr>
          <p:spPr bwMode="auto">
            <a:xfrm>
              <a:off x="854406" y="3952336"/>
              <a:ext cx="452181" cy="385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1800" b="1" dirty="0" smtClean="0">
                  <a:solidFill>
                    <a:srgbClr val="C00000"/>
                  </a:solidFill>
                  <a:latin typeface="Times New Roman" panose="02020603050405020304" pitchFamily="18" charset="0"/>
                </a:rPr>
                <a:t>-3</a:t>
              </a:r>
              <a:endParaRPr kumimoji="1" lang="en-US" altLang="zh-CN" sz="1800" b="1" dirty="0">
                <a:solidFill>
                  <a:srgbClr val="C00000"/>
                </a:solidFill>
                <a:latin typeface="Times New Roman" panose="02020603050405020304" pitchFamily="18" charset="0"/>
              </a:endParaRPr>
            </a:p>
          </p:txBody>
        </p:sp>
      </p:grpSp>
      <p:sp>
        <p:nvSpPr>
          <p:cNvPr id="11" name="任意多边形 10"/>
          <p:cNvSpPr/>
          <p:nvPr/>
        </p:nvSpPr>
        <p:spPr bwMode="auto">
          <a:xfrm>
            <a:off x="892476" y="2690736"/>
            <a:ext cx="3128937" cy="1616062"/>
          </a:xfrm>
          <a:custGeom>
            <a:avLst/>
            <a:gdLst>
              <a:gd name="connsiteX0" fmla="*/ 0 w 3464678"/>
              <a:gd name="connsiteY0" fmla="*/ 1559237 h 1789468"/>
              <a:gd name="connsiteX1" fmla="*/ 224636 w 3464678"/>
              <a:gd name="connsiteY1" fmla="*/ 1646449 h 1789468"/>
              <a:gd name="connsiteX2" fmla="*/ 502127 w 3464678"/>
              <a:gd name="connsiteY2" fmla="*/ 1731018 h 1789468"/>
              <a:gd name="connsiteX3" fmla="*/ 824546 w 3464678"/>
              <a:gd name="connsiteY3" fmla="*/ 1778588 h 1789468"/>
              <a:gd name="connsiteX4" fmla="*/ 1218319 w 3464678"/>
              <a:gd name="connsiteY4" fmla="*/ 1786516 h 1789468"/>
              <a:gd name="connsiteX5" fmla="*/ 1585665 w 3464678"/>
              <a:gd name="connsiteY5" fmla="*/ 1738946 h 1789468"/>
              <a:gd name="connsiteX6" fmla="*/ 1910726 w 3464678"/>
              <a:gd name="connsiteY6" fmla="*/ 1646449 h 1789468"/>
              <a:gd name="connsiteX7" fmla="*/ 2145933 w 3464678"/>
              <a:gd name="connsiteY7" fmla="*/ 1548666 h 1789468"/>
              <a:gd name="connsiteX8" fmla="*/ 2402282 w 3464678"/>
              <a:gd name="connsiteY8" fmla="*/ 1411242 h 1789468"/>
              <a:gd name="connsiteX9" fmla="*/ 2648060 w 3464678"/>
              <a:gd name="connsiteY9" fmla="*/ 1228891 h 1789468"/>
              <a:gd name="connsiteX10" fmla="*/ 2880625 w 3464678"/>
              <a:gd name="connsiteY10" fmla="*/ 1001612 h 1789468"/>
              <a:gd name="connsiteX11" fmla="*/ 3121117 w 3464678"/>
              <a:gd name="connsiteY11" fmla="*/ 713549 h 1789468"/>
              <a:gd name="connsiteX12" fmla="*/ 3282326 w 3464678"/>
              <a:gd name="connsiteY12" fmla="*/ 443986 h 1789468"/>
              <a:gd name="connsiteX13" fmla="*/ 3409180 w 3464678"/>
              <a:gd name="connsiteY13" fmla="*/ 177066 h 1789468"/>
              <a:gd name="connsiteX14" fmla="*/ 3464678 w 3464678"/>
              <a:gd name="connsiteY14" fmla="*/ 0 h 1789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464678" h="1789468">
                <a:moveTo>
                  <a:pt x="0" y="1559237"/>
                </a:moveTo>
                <a:cubicBezTo>
                  <a:pt x="70474" y="1588528"/>
                  <a:pt x="140948" y="1617819"/>
                  <a:pt x="224636" y="1646449"/>
                </a:cubicBezTo>
                <a:cubicBezTo>
                  <a:pt x="308324" y="1675079"/>
                  <a:pt x="402142" y="1708995"/>
                  <a:pt x="502127" y="1731018"/>
                </a:cubicBezTo>
                <a:cubicBezTo>
                  <a:pt x="602112" y="1753041"/>
                  <a:pt x="705181" y="1769338"/>
                  <a:pt x="824546" y="1778588"/>
                </a:cubicBezTo>
                <a:cubicBezTo>
                  <a:pt x="943911" y="1787838"/>
                  <a:pt x="1091466" y="1793123"/>
                  <a:pt x="1218319" y="1786516"/>
                </a:cubicBezTo>
                <a:cubicBezTo>
                  <a:pt x="1345172" y="1779909"/>
                  <a:pt x="1470264" y="1762290"/>
                  <a:pt x="1585665" y="1738946"/>
                </a:cubicBezTo>
                <a:cubicBezTo>
                  <a:pt x="1701066" y="1715602"/>
                  <a:pt x="1817348" y="1678162"/>
                  <a:pt x="1910726" y="1646449"/>
                </a:cubicBezTo>
                <a:cubicBezTo>
                  <a:pt x="2004104" y="1614736"/>
                  <a:pt x="2064007" y="1587867"/>
                  <a:pt x="2145933" y="1548666"/>
                </a:cubicBezTo>
                <a:cubicBezTo>
                  <a:pt x="2227859" y="1509465"/>
                  <a:pt x="2318594" y="1464538"/>
                  <a:pt x="2402282" y="1411242"/>
                </a:cubicBezTo>
                <a:cubicBezTo>
                  <a:pt x="2485970" y="1357946"/>
                  <a:pt x="2568336" y="1297163"/>
                  <a:pt x="2648060" y="1228891"/>
                </a:cubicBezTo>
                <a:cubicBezTo>
                  <a:pt x="2727784" y="1160619"/>
                  <a:pt x="2801782" y="1087502"/>
                  <a:pt x="2880625" y="1001612"/>
                </a:cubicBezTo>
                <a:cubicBezTo>
                  <a:pt x="2959468" y="915722"/>
                  <a:pt x="3054167" y="806487"/>
                  <a:pt x="3121117" y="713549"/>
                </a:cubicBezTo>
                <a:cubicBezTo>
                  <a:pt x="3188067" y="620611"/>
                  <a:pt x="3234316" y="533400"/>
                  <a:pt x="3282326" y="443986"/>
                </a:cubicBezTo>
                <a:cubicBezTo>
                  <a:pt x="3330336" y="354572"/>
                  <a:pt x="3378788" y="251064"/>
                  <a:pt x="3409180" y="177066"/>
                </a:cubicBezTo>
                <a:cubicBezTo>
                  <a:pt x="3439572" y="103068"/>
                  <a:pt x="3452125" y="51534"/>
                  <a:pt x="3464678" y="0"/>
                </a:cubicBezTo>
              </a:path>
            </a:pathLst>
          </a:custGeom>
          <a:noFill/>
          <a:ln w="19050" cap="flat" cmpd="sng" algn="ctr">
            <a:solidFill>
              <a:srgbClr val="C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grpSp>
        <p:nvGrpSpPr>
          <p:cNvPr id="4" name="组合 3"/>
          <p:cNvGrpSpPr/>
          <p:nvPr/>
        </p:nvGrpSpPr>
        <p:grpSpPr>
          <a:xfrm>
            <a:off x="1793552" y="2055454"/>
            <a:ext cx="1268416" cy="1909769"/>
            <a:chOff x="1793552" y="2055454"/>
            <a:chExt cx="1268416" cy="1909769"/>
          </a:xfrm>
        </p:grpSpPr>
        <p:sp>
          <p:nvSpPr>
            <p:cNvPr id="133" name="Text Box 136"/>
            <p:cNvSpPr txBox="1">
              <a:spLocks noChangeArrowheads="1"/>
            </p:cNvSpPr>
            <p:nvPr/>
          </p:nvSpPr>
          <p:spPr bwMode="auto">
            <a:xfrm>
              <a:off x="1793552" y="2404338"/>
              <a:ext cx="544132" cy="3845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1800" b="1" dirty="0">
                  <a:solidFill>
                    <a:srgbClr val="C00000"/>
                  </a:solidFill>
                  <a:latin typeface="Times New Roman" panose="02020603050405020304" pitchFamily="18" charset="0"/>
                  <a:sym typeface="Symbol" panose="05050102010706020507" pitchFamily="18" charset="2"/>
                </a:rPr>
                <a:t> </a:t>
              </a:r>
              <a:r>
                <a:rPr kumimoji="1" lang="en-US" altLang="zh-CN" sz="1800" b="1" i="1" dirty="0" smtClean="0">
                  <a:solidFill>
                    <a:srgbClr val="C00000"/>
                  </a:solidFill>
                  <a:latin typeface="Times New Roman" panose="02020603050405020304" pitchFamily="18" charset="0"/>
                  <a:sym typeface="Symbol" panose="05050102010706020507" pitchFamily="18" charset="2"/>
                </a:rPr>
                <a:t> </a:t>
              </a:r>
              <a:r>
                <a:rPr kumimoji="1" lang="en-US" altLang="zh-CN" sz="1800" b="1" baseline="-25000" dirty="0" err="1" smtClean="0">
                  <a:solidFill>
                    <a:srgbClr val="C00000"/>
                  </a:solidFill>
                  <a:latin typeface="Times New Roman" panose="02020603050405020304" pitchFamily="18" charset="0"/>
                  <a:sym typeface="Symbol" panose="05050102010706020507" pitchFamily="18" charset="2"/>
                </a:rPr>
                <a:t>i</a:t>
              </a:r>
              <a:endParaRPr kumimoji="1" lang="en-US" altLang="zh-CN" sz="1800" b="1" baseline="-25000" dirty="0">
                <a:solidFill>
                  <a:srgbClr val="C00000"/>
                </a:solidFill>
                <a:latin typeface="Times New Roman" panose="02020603050405020304" pitchFamily="18" charset="0"/>
              </a:endParaRPr>
            </a:p>
          </p:txBody>
        </p:sp>
        <p:cxnSp>
          <p:nvCxnSpPr>
            <p:cNvPr id="206" name="直接连接符 205"/>
            <p:cNvCxnSpPr>
              <a:endCxn id="11" idx="8"/>
            </p:cNvCxnSpPr>
            <p:nvPr/>
          </p:nvCxnSpPr>
          <p:spPr bwMode="auto">
            <a:xfrm>
              <a:off x="1873112" y="2055454"/>
              <a:ext cx="1188856" cy="1909769"/>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11" name="Arc 52"/>
            <p:cNvSpPr>
              <a:spLocks/>
            </p:cNvSpPr>
            <p:nvPr/>
          </p:nvSpPr>
          <p:spPr bwMode="auto">
            <a:xfrm rot="6458630">
              <a:off x="1902490" y="2305291"/>
              <a:ext cx="123066" cy="151653"/>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9525">
              <a:solidFill>
                <a:schemeClr val="tx1"/>
              </a:solidFill>
              <a:round/>
              <a:headEnd type="triangle" w="med" len="me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sp>
        <p:nvSpPr>
          <p:cNvPr id="213" name="Text Box 2450"/>
          <p:cNvSpPr txBox="1">
            <a:spLocks noChangeArrowheads="1"/>
          </p:cNvSpPr>
          <p:nvPr/>
        </p:nvSpPr>
        <p:spPr bwMode="auto">
          <a:xfrm>
            <a:off x="2415448" y="2174630"/>
            <a:ext cx="317328" cy="3480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800" b="1" i="1" dirty="0"/>
              <a:t>R</a:t>
            </a:r>
          </a:p>
        </p:txBody>
      </p:sp>
      <p:sp>
        <p:nvSpPr>
          <p:cNvPr id="214" name="Text Box 2450"/>
          <p:cNvSpPr txBox="1">
            <a:spLocks noChangeArrowheads="1"/>
          </p:cNvSpPr>
          <p:nvPr/>
        </p:nvSpPr>
        <p:spPr bwMode="auto">
          <a:xfrm>
            <a:off x="1016270" y="2905220"/>
            <a:ext cx="317328" cy="3480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800" b="1" i="1" dirty="0"/>
              <a:t>R</a:t>
            </a:r>
          </a:p>
        </p:txBody>
      </p:sp>
      <p:grpSp>
        <p:nvGrpSpPr>
          <p:cNvPr id="8" name="组合 7"/>
          <p:cNvGrpSpPr/>
          <p:nvPr/>
        </p:nvGrpSpPr>
        <p:grpSpPr>
          <a:xfrm>
            <a:off x="2044337" y="2630802"/>
            <a:ext cx="1986729" cy="1536056"/>
            <a:chOff x="2044337" y="2630802"/>
            <a:chExt cx="1986729" cy="1536056"/>
          </a:xfrm>
        </p:grpSpPr>
        <p:sp>
          <p:nvSpPr>
            <p:cNvPr id="202" name="Text Box 135"/>
            <p:cNvSpPr txBox="1">
              <a:spLocks noChangeArrowheads="1"/>
            </p:cNvSpPr>
            <p:nvPr/>
          </p:nvSpPr>
          <p:spPr bwMode="auto">
            <a:xfrm>
              <a:off x="2906565" y="3466686"/>
              <a:ext cx="284426" cy="3480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1800" b="1" i="1" dirty="0">
                  <a:solidFill>
                    <a:srgbClr val="C00000"/>
                  </a:solidFill>
                  <a:latin typeface="Times New Roman" panose="02020603050405020304" pitchFamily="18" charset="0"/>
                </a:rPr>
                <a:t>i</a:t>
              </a:r>
            </a:p>
          </p:txBody>
        </p:sp>
        <p:grpSp>
          <p:nvGrpSpPr>
            <p:cNvPr id="2" name="组合 1"/>
            <p:cNvGrpSpPr/>
            <p:nvPr/>
          </p:nvGrpSpPr>
          <p:grpSpPr>
            <a:xfrm>
              <a:off x="2044337" y="2630802"/>
              <a:ext cx="1986729" cy="1536056"/>
              <a:chOff x="2044337" y="2630802"/>
              <a:chExt cx="1986729" cy="1536056"/>
            </a:xfrm>
          </p:grpSpPr>
          <p:sp>
            <p:nvSpPr>
              <p:cNvPr id="200" name="Text Box 135"/>
              <p:cNvSpPr txBox="1">
                <a:spLocks noChangeArrowheads="1"/>
              </p:cNvSpPr>
              <p:nvPr/>
            </p:nvSpPr>
            <p:spPr bwMode="auto">
              <a:xfrm>
                <a:off x="2044337" y="3818839"/>
                <a:ext cx="322580" cy="3480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1800" b="1" dirty="0">
                    <a:solidFill>
                      <a:srgbClr val="C00000"/>
                    </a:solidFill>
                    <a:latin typeface="Times New Roman" panose="02020603050405020304" pitchFamily="18" charset="0"/>
                  </a:rPr>
                  <a:t>1</a:t>
                </a:r>
              </a:p>
            </p:txBody>
          </p:sp>
          <p:sp>
            <p:nvSpPr>
              <p:cNvPr id="201" name="Text Box 135"/>
              <p:cNvSpPr txBox="1">
                <a:spLocks noChangeArrowheads="1"/>
              </p:cNvSpPr>
              <p:nvPr/>
            </p:nvSpPr>
            <p:spPr bwMode="auto">
              <a:xfrm>
                <a:off x="2311062" y="3755945"/>
                <a:ext cx="322580" cy="3480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1800" b="1" dirty="0">
                    <a:solidFill>
                      <a:srgbClr val="C00000"/>
                    </a:solidFill>
                    <a:latin typeface="Times New Roman" panose="02020603050405020304" pitchFamily="18" charset="0"/>
                  </a:rPr>
                  <a:t>2</a:t>
                </a:r>
              </a:p>
            </p:txBody>
          </p:sp>
          <p:sp>
            <p:nvSpPr>
              <p:cNvPr id="215" name="Text Box 135"/>
              <p:cNvSpPr txBox="1">
                <a:spLocks noChangeArrowheads="1"/>
              </p:cNvSpPr>
              <p:nvPr/>
            </p:nvSpPr>
            <p:spPr bwMode="auto">
              <a:xfrm>
                <a:off x="2557195" y="3553025"/>
                <a:ext cx="322580" cy="3480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1800" b="1" dirty="0" smtClean="0">
                    <a:solidFill>
                      <a:srgbClr val="C00000"/>
                    </a:solidFill>
                    <a:latin typeface="Times New Roman" panose="02020603050405020304" pitchFamily="18" charset="0"/>
                  </a:rPr>
                  <a:t>…</a:t>
                </a:r>
                <a:endParaRPr kumimoji="1" lang="en-US" altLang="zh-CN" sz="1800" b="1" dirty="0">
                  <a:solidFill>
                    <a:srgbClr val="C00000"/>
                  </a:solidFill>
                  <a:latin typeface="Times New Roman" panose="02020603050405020304" pitchFamily="18" charset="0"/>
                </a:endParaRPr>
              </a:p>
            </p:txBody>
          </p:sp>
          <p:sp>
            <p:nvSpPr>
              <p:cNvPr id="216" name="Text Box 135"/>
              <p:cNvSpPr txBox="1">
                <a:spLocks noChangeArrowheads="1"/>
              </p:cNvSpPr>
              <p:nvPr/>
            </p:nvSpPr>
            <p:spPr bwMode="auto">
              <a:xfrm>
                <a:off x="3149917" y="3211459"/>
                <a:ext cx="322580" cy="3480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1800" b="1" dirty="0" smtClean="0">
                    <a:solidFill>
                      <a:srgbClr val="C00000"/>
                    </a:solidFill>
                    <a:latin typeface="Times New Roman" panose="02020603050405020304" pitchFamily="18" charset="0"/>
                  </a:rPr>
                  <a:t>…</a:t>
                </a:r>
                <a:endParaRPr kumimoji="1" lang="en-US" altLang="zh-CN" sz="1800" b="1" dirty="0">
                  <a:solidFill>
                    <a:srgbClr val="C00000"/>
                  </a:solidFill>
                  <a:latin typeface="Times New Roman" panose="02020603050405020304" pitchFamily="18" charset="0"/>
                </a:endParaRPr>
              </a:p>
            </p:txBody>
          </p:sp>
          <p:sp>
            <p:nvSpPr>
              <p:cNvPr id="217" name="Text Box 135"/>
              <p:cNvSpPr txBox="1">
                <a:spLocks noChangeArrowheads="1"/>
              </p:cNvSpPr>
              <p:nvPr/>
            </p:nvSpPr>
            <p:spPr bwMode="auto">
              <a:xfrm>
                <a:off x="3450297" y="2969348"/>
                <a:ext cx="322580" cy="3710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1800" b="1" dirty="0">
                    <a:solidFill>
                      <a:srgbClr val="C00000"/>
                    </a:solidFill>
                    <a:latin typeface="Times New Roman" panose="02020603050405020304" pitchFamily="18" charset="0"/>
                  </a:rPr>
                  <a:t>7</a:t>
                </a:r>
              </a:p>
            </p:txBody>
          </p:sp>
          <p:sp>
            <p:nvSpPr>
              <p:cNvPr id="218" name="Text Box 135"/>
              <p:cNvSpPr txBox="1">
                <a:spLocks noChangeArrowheads="1"/>
              </p:cNvSpPr>
              <p:nvPr/>
            </p:nvSpPr>
            <p:spPr bwMode="auto">
              <a:xfrm>
                <a:off x="3708486" y="2630802"/>
                <a:ext cx="322580" cy="3710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1800" b="1" dirty="0" smtClean="0">
                    <a:solidFill>
                      <a:srgbClr val="C00000"/>
                    </a:solidFill>
                    <a:latin typeface="Times New Roman" panose="02020603050405020304" pitchFamily="18" charset="0"/>
                  </a:rPr>
                  <a:t>8</a:t>
                </a:r>
                <a:endParaRPr kumimoji="1" lang="en-US" altLang="zh-CN" sz="1800" b="1" dirty="0">
                  <a:solidFill>
                    <a:srgbClr val="C00000"/>
                  </a:solidFill>
                  <a:latin typeface="Times New Roman" panose="02020603050405020304" pitchFamily="18" charset="0"/>
                </a:endParaRPr>
              </a:p>
            </p:txBody>
          </p:sp>
        </p:grpSp>
      </p:grpSp>
      <p:sp>
        <p:nvSpPr>
          <p:cNvPr id="219" name="Text Box 4"/>
          <p:cNvSpPr txBox="1">
            <a:spLocks noChangeArrowheads="1"/>
          </p:cNvSpPr>
          <p:nvPr/>
        </p:nvSpPr>
        <p:spPr bwMode="auto">
          <a:xfrm>
            <a:off x="356695" y="745760"/>
            <a:ext cx="2799973" cy="535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358775" indent="-358775" eaLnBrk="1" hangingPunct="1">
              <a:lnSpc>
                <a:spcPct val="120000"/>
              </a:lnSpc>
              <a:spcBef>
                <a:spcPts val="600"/>
              </a:spcBef>
              <a:spcAft>
                <a:spcPts val="0"/>
              </a:spcAft>
              <a:buClr>
                <a:srgbClr val="A50021"/>
              </a:buClr>
              <a:buSzPct val="100000"/>
              <a:buFont typeface="Wingdings" panose="05000000000000000000" pitchFamily="2" charset="2"/>
              <a:buChar char="n"/>
            </a:pPr>
            <a:r>
              <a:rPr lang="zh-CN" altLang="en-US" sz="2400" b="1" dirty="0" smtClean="0">
                <a:solidFill>
                  <a:srgbClr val="A50021"/>
                </a:solidFill>
                <a:latin typeface="微软雅黑" panose="020B0503020204020204" pitchFamily="34" charset="-122"/>
                <a:ea typeface="微软雅黑" panose="020B0503020204020204" pitchFamily="34" charset="-122"/>
              </a:rPr>
              <a:t>土条应力分析</a:t>
            </a:r>
            <a:endParaRPr lang="zh-CN" altLang="en-US" sz="2400" b="1" dirty="0">
              <a:solidFill>
                <a:srgbClr val="000066"/>
              </a:solidFill>
              <a:ea typeface="幼圆" pitchFamily="49" charset="-122"/>
            </a:endParaRPr>
          </a:p>
        </p:txBody>
      </p:sp>
      <p:sp>
        <p:nvSpPr>
          <p:cNvPr id="59" name="Freeform 8"/>
          <p:cNvSpPr>
            <a:spLocks/>
          </p:cNvSpPr>
          <p:nvPr/>
        </p:nvSpPr>
        <p:spPr bwMode="auto">
          <a:xfrm>
            <a:off x="5576314" y="498657"/>
            <a:ext cx="629123" cy="1975352"/>
          </a:xfrm>
          <a:custGeom>
            <a:avLst/>
            <a:gdLst>
              <a:gd name="T0" fmla="*/ 0 w 327"/>
              <a:gd name="T1" fmla="*/ 300423 h 991"/>
              <a:gd name="T2" fmla="*/ 0 w 327"/>
              <a:gd name="T3" fmla="*/ 1636251 h 991"/>
              <a:gd name="T4" fmla="*/ 516939 w 327"/>
              <a:gd name="T5" fmla="*/ 1327711 h 991"/>
              <a:gd name="T6" fmla="*/ 516939 w 327"/>
              <a:gd name="T7" fmla="*/ 0 h 991"/>
              <a:gd name="T8" fmla="*/ 0 w 327"/>
              <a:gd name="T9" fmla="*/ 300423 h 99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7" h="991">
                <a:moveTo>
                  <a:pt x="0" y="182"/>
                </a:moveTo>
                <a:lnTo>
                  <a:pt x="0" y="991"/>
                </a:lnTo>
                <a:lnTo>
                  <a:pt x="327" y="804"/>
                </a:lnTo>
                <a:lnTo>
                  <a:pt x="327" y="0"/>
                </a:lnTo>
                <a:lnTo>
                  <a:pt x="0" y="182"/>
                </a:lnTo>
                <a:close/>
              </a:path>
            </a:pathLst>
          </a:custGeom>
          <a:solidFill>
            <a:srgbClr val="CCECFF">
              <a:alpha val="50195"/>
            </a:srgbClr>
          </a:solidFill>
          <a:ln w="28575" cap="flat" cmpd="sng">
            <a:solidFill>
              <a:srgbClr val="000066"/>
            </a:solidFill>
            <a:prstDash val="solid"/>
            <a:round/>
            <a:headEnd/>
            <a:tailEnd/>
          </a:ln>
          <a:effectLst/>
          <a:extLst/>
        </p:spPr>
        <p:txBody>
          <a:bodyPr/>
          <a:lstStyle/>
          <a:p>
            <a:endParaRPr lang="zh-CN" altLang="en-US" sz="2000">
              <a:cs typeface="Times New Roman" panose="02020603050405020304" pitchFamily="18" charset="0"/>
            </a:endParaRPr>
          </a:p>
        </p:txBody>
      </p:sp>
      <p:grpSp>
        <p:nvGrpSpPr>
          <p:cNvPr id="12" name="组合 11"/>
          <p:cNvGrpSpPr/>
          <p:nvPr/>
        </p:nvGrpSpPr>
        <p:grpSpPr>
          <a:xfrm>
            <a:off x="5695140" y="1067322"/>
            <a:ext cx="569866" cy="1000026"/>
            <a:chOff x="5695140" y="1067322"/>
            <a:chExt cx="569866" cy="1000026"/>
          </a:xfrm>
        </p:grpSpPr>
        <p:sp>
          <p:nvSpPr>
            <p:cNvPr id="60" name="Line 9"/>
            <p:cNvSpPr>
              <a:spLocks noChangeShapeType="1"/>
            </p:cNvSpPr>
            <p:nvPr/>
          </p:nvSpPr>
          <p:spPr bwMode="auto">
            <a:xfrm>
              <a:off x="5875677" y="1411747"/>
              <a:ext cx="0" cy="655601"/>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cs typeface="Times New Roman" panose="02020603050405020304" pitchFamily="18" charset="0"/>
              </a:endParaRPr>
            </a:p>
          </p:txBody>
        </p:sp>
        <p:sp>
          <p:nvSpPr>
            <p:cNvPr id="62" name="Text Box 10"/>
            <p:cNvSpPr txBox="1">
              <a:spLocks noChangeArrowheads="1"/>
            </p:cNvSpPr>
            <p:nvPr/>
          </p:nvSpPr>
          <p:spPr bwMode="auto">
            <a:xfrm>
              <a:off x="5695140" y="1067322"/>
              <a:ext cx="569866" cy="4178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800">
                  <a:solidFill>
                    <a:schemeClr val="tx1"/>
                  </a:solidFill>
                  <a:latin typeface="Times New Roman" pitchFamily="18" charset="0"/>
                  <a:ea typeface="宋体" charset="-122"/>
                </a:defRPr>
              </a:lvl1pPr>
              <a:lvl2pPr marL="742950" indent="-285750" eaLnBrk="0" hangingPunct="0">
                <a:defRPr kumimoji="1" sz="2800">
                  <a:solidFill>
                    <a:schemeClr val="tx1"/>
                  </a:solidFill>
                  <a:latin typeface="Times New Roman" pitchFamily="18" charset="0"/>
                  <a:ea typeface="宋体" charset="-122"/>
                </a:defRPr>
              </a:lvl2pPr>
              <a:lvl3pPr marL="1143000" indent="-228600" eaLnBrk="0" hangingPunct="0">
                <a:defRPr kumimoji="1" sz="2800">
                  <a:solidFill>
                    <a:schemeClr val="tx1"/>
                  </a:solidFill>
                  <a:latin typeface="Times New Roman" pitchFamily="18" charset="0"/>
                  <a:ea typeface="宋体" charset="-122"/>
                </a:defRPr>
              </a:lvl3pPr>
              <a:lvl4pPr marL="1600200" indent="-228600" eaLnBrk="0" hangingPunct="0">
                <a:defRPr kumimoji="1" sz="2800">
                  <a:solidFill>
                    <a:schemeClr val="tx1"/>
                  </a:solidFill>
                  <a:latin typeface="Times New Roman" pitchFamily="18" charset="0"/>
                  <a:ea typeface="宋体" charset="-122"/>
                </a:defRPr>
              </a:lvl4pPr>
              <a:lvl5pPr marL="2057400" indent="-228600" eaLnBrk="0" hangingPunct="0">
                <a:defRPr kumimoji="1" sz="2800">
                  <a:solidFill>
                    <a:schemeClr val="tx1"/>
                  </a:solidFill>
                  <a:latin typeface="Times New Roman" pitchFamily="18" charset="0"/>
                  <a:ea typeface="宋体" charset="-122"/>
                </a:defRPr>
              </a:lvl5pPr>
              <a:lvl6pPr marL="2514600" indent="-228600" eaLnBrk="0" fontAlgn="base" hangingPunct="0">
                <a:spcBef>
                  <a:spcPct val="50000"/>
                </a:spcBef>
                <a:spcAft>
                  <a:spcPct val="0"/>
                </a:spcAft>
                <a:defRPr kumimoji="1" sz="2800">
                  <a:solidFill>
                    <a:schemeClr val="tx1"/>
                  </a:solidFill>
                  <a:latin typeface="Times New Roman" pitchFamily="18" charset="0"/>
                  <a:ea typeface="宋体" charset="-122"/>
                </a:defRPr>
              </a:lvl6pPr>
              <a:lvl7pPr marL="2971800" indent="-228600" eaLnBrk="0" fontAlgn="base" hangingPunct="0">
                <a:spcBef>
                  <a:spcPct val="50000"/>
                </a:spcBef>
                <a:spcAft>
                  <a:spcPct val="0"/>
                </a:spcAft>
                <a:defRPr kumimoji="1" sz="2800">
                  <a:solidFill>
                    <a:schemeClr val="tx1"/>
                  </a:solidFill>
                  <a:latin typeface="Times New Roman" pitchFamily="18" charset="0"/>
                  <a:ea typeface="宋体" charset="-122"/>
                </a:defRPr>
              </a:lvl7pPr>
              <a:lvl8pPr marL="3429000" indent="-228600" eaLnBrk="0" fontAlgn="base" hangingPunct="0">
                <a:spcBef>
                  <a:spcPct val="50000"/>
                </a:spcBef>
                <a:spcAft>
                  <a:spcPct val="0"/>
                </a:spcAft>
                <a:defRPr kumimoji="1" sz="2800">
                  <a:solidFill>
                    <a:schemeClr val="tx1"/>
                  </a:solidFill>
                  <a:latin typeface="Times New Roman" pitchFamily="18" charset="0"/>
                  <a:ea typeface="宋体" charset="-122"/>
                </a:defRPr>
              </a:lvl8pPr>
              <a:lvl9pPr marL="3886200" indent="-228600" eaLnBrk="0" fontAlgn="base" hangingPunct="0">
                <a:spcBef>
                  <a:spcPct val="50000"/>
                </a:spcBef>
                <a:spcAft>
                  <a:spcPct val="0"/>
                </a:spcAft>
                <a:defRPr kumimoji="1" sz="2800">
                  <a:solidFill>
                    <a:schemeClr val="tx1"/>
                  </a:solidFill>
                  <a:latin typeface="Times New Roman" pitchFamily="18" charset="0"/>
                  <a:ea typeface="宋体" charset="-122"/>
                </a:defRPr>
              </a:lvl9pPr>
            </a:lstStyle>
            <a:p>
              <a:pPr eaLnBrk="1" hangingPunct="1"/>
              <a:r>
                <a:rPr lang="en-US" altLang="zh-CN" sz="2000" b="1" i="1" dirty="0">
                  <a:solidFill>
                    <a:srgbClr val="C00000"/>
                  </a:solidFill>
                  <a:cs typeface="Times New Roman" panose="02020603050405020304" pitchFamily="18" charset="0"/>
                </a:rPr>
                <a:t>W</a:t>
              </a:r>
              <a:r>
                <a:rPr lang="en-US" altLang="zh-CN" sz="2000" b="1" baseline="-25000" dirty="0">
                  <a:solidFill>
                    <a:srgbClr val="C00000"/>
                  </a:solidFill>
                  <a:cs typeface="Times New Roman" panose="02020603050405020304" pitchFamily="18" charset="0"/>
                </a:rPr>
                <a:t>i</a:t>
              </a:r>
            </a:p>
          </p:txBody>
        </p:sp>
      </p:grpSp>
      <p:grpSp>
        <p:nvGrpSpPr>
          <p:cNvPr id="33" name="组合 32"/>
          <p:cNvGrpSpPr/>
          <p:nvPr/>
        </p:nvGrpSpPr>
        <p:grpSpPr>
          <a:xfrm>
            <a:off x="4749122" y="1670186"/>
            <a:ext cx="809691" cy="831377"/>
            <a:chOff x="4749122" y="1670186"/>
            <a:chExt cx="809691" cy="831377"/>
          </a:xfrm>
        </p:grpSpPr>
        <p:sp>
          <p:nvSpPr>
            <p:cNvPr id="65" name="Line 13"/>
            <p:cNvSpPr>
              <a:spLocks noChangeShapeType="1"/>
            </p:cNvSpPr>
            <p:nvPr/>
          </p:nvSpPr>
          <p:spPr bwMode="auto">
            <a:xfrm flipH="1">
              <a:off x="4947522" y="2496813"/>
              <a:ext cx="611291"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cs typeface="Times New Roman" panose="02020603050405020304" pitchFamily="18" charset="0"/>
              </a:endParaRPr>
            </a:p>
          </p:txBody>
        </p:sp>
        <p:grpSp>
          <p:nvGrpSpPr>
            <p:cNvPr id="24" name="组合 23"/>
            <p:cNvGrpSpPr/>
            <p:nvPr/>
          </p:nvGrpSpPr>
          <p:grpSpPr>
            <a:xfrm>
              <a:off x="4749122" y="1670186"/>
              <a:ext cx="417238" cy="831377"/>
              <a:chOff x="4749122" y="1670186"/>
              <a:chExt cx="417238" cy="831377"/>
            </a:xfrm>
          </p:grpSpPr>
          <p:sp>
            <p:nvSpPr>
              <p:cNvPr id="66" name="Line 14"/>
              <p:cNvSpPr>
                <a:spLocks noChangeShapeType="1"/>
              </p:cNvSpPr>
              <p:nvPr/>
            </p:nvSpPr>
            <p:spPr bwMode="auto">
              <a:xfrm>
                <a:off x="5078882" y="1670186"/>
                <a:ext cx="0" cy="831377"/>
              </a:xfrm>
              <a:prstGeom prst="line">
                <a:avLst/>
              </a:prstGeom>
              <a:noFill/>
              <a:ln w="1270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cs typeface="Times New Roman" panose="02020603050405020304" pitchFamily="18" charset="0"/>
                </a:endParaRPr>
              </a:p>
            </p:txBody>
          </p:sp>
          <p:sp>
            <p:nvSpPr>
              <p:cNvPr id="67" name="Text Box 15"/>
              <p:cNvSpPr txBox="1">
                <a:spLocks noChangeArrowheads="1"/>
              </p:cNvSpPr>
              <p:nvPr/>
            </p:nvSpPr>
            <p:spPr bwMode="auto">
              <a:xfrm>
                <a:off x="4749122" y="1835511"/>
                <a:ext cx="417238" cy="4178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a:spAutoFit/>
              </a:bodyPr>
              <a:lstStyle>
                <a:lvl1pPr eaLnBrk="0" hangingPunct="0">
                  <a:defRPr kumimoji="1" sz="2800">
                    <a:solidFill>
                      <a:schemeClr val="tx1"/>
                    </a:solidFill>
                    <a:latin typeface="Times New Roman" pitchFamily="18" charset="0"/>
                    <a:ea typeface="宋体" charset="-122"/>
                  </a:defRPr>
                </a:lvl1pPr>
                <a:lvl2pPr marL="742950" indent="-285750" eaLnBrk="0" hangingPunct="0">
                  <a:defRPr kumimoji="1" sz="2800">
                    <a:solidFill>
                      <a:schemeClr val="tx1"/>
                    </a:solidFill>
                    <a:latin typeface="Times New Roman" pitchFamily="18" charset="0"/>
                    <a:ea typeface="宋体" charset="-122"/>
                  </a:defRPr>
                </a:lvl2pPr>
                <a:lvl3pPr marL="1143000" indent="-228600" eaLnBrk="0" hangingPunct="0">
                  <a:defRPr kumimoji="1" sz="2800">
                    <a:solidFill>
                      <a:schemeClr val="tx1"/>
                    </a:solidFill>
                    <a:latin typeface="Times New Roman" pitchFamily="18" charset="0"/>
                    <a:ea typeface="宋体" charset="-122"/>
                  </a:defRPr>
                </a:lvl3pPr>
                <a:lvl4pPr marL="1600200" indent="-228600" eaLnBrk="0" hangingPunct="0">
                  <a:defRPr kumimoji="1" sz="2800">
                    <a:solidFill>
                      <a:schemeClr val="tx1"/>
                    </a:solidFill>
                    <a:latin typeface="Times New Roman" pitchFamily="18" charset="0"/>
                    <a:ea typeface="宋体" charset="-122"/>
                  </a:defRPr>
                </a:lvl4pPr>
                <a:lvl5pPr marL="2057400" indent="-228600" eaLnBrk="0" hangingPunct="0">
                  <a:defRPr kumimoji="1" sz="2800">
                    <a:solidFill>
                      <a:schemeClr val="tx1"/>
                    </a:solidFill>
                    <a:latin typeface="Times New Roman" pitchFamily="18" charset="0"/>
                    <a:ea typeface="宋体" charset="-122"/>
                  </a:defRPr>
                </a:lvl5pPr>
                <a:lvl6pPr marL="2514600" indent="-228600" eaLnBrk="0" fontAlgn="base" hangingPunct="0">
                  <a:spcBef>
                    <a:spcPct val="50000"/>
                  </a:spcBef>
                  <a:spcAft>
                    <a:spcPct val="0"/>
                  </a:spcAft>
                  <a:defRPr kumimoji="1" sz="2800">
                    <a:solidFill>
                      <a:schemeClr val="tx1"/>
                    </a:solidFill>
                    <a:latin typeface="Times New Roman" pitchFamily="18" charset="0"/>
                    <a:ea typeface="宋体" charset="-122"/>
                  </a:defRPr>
                </a:lvl6pPr>
                <a:lvl7pPr marL="2971800" indent="-228600" eaLnBrk="0" fontAlgn="base" hangingPunct="0">
                  <a:spcBef>
                    <a:spcPct val="50000"/>
                  </a:spcBef>
                  <a:spcAft>
                    <a:spcPct val="0"/>
                  </a:spcAft>
                  <a:defRPr kumimoji="1" sz="2800">
                    <a:solidFill>
                      <a:schemeClr val="tx1"/>
                    </a:solidFill>
                    <a:latin typeface="Times New Roman" pitchFamily="18" charset="0"/>
                    <a:ea typeface="宋体" charset="-122"/>
                  </a:defRPr>
                </a:lvl7pPr>
                <a:lvl8pPr marL="3429000" indent="-228600" eaLnBrk="0" fontAlgn="base" hangingPunct="0">
                  <a:spcBef>
                    <a:spcPct val="50000"/>
                  </a:spcBef>
                  <a:spcAft>
                    <a:spcPct val="0"/>
                  </a:spcAft>
                  <a:defRPr kumimoji="1" sz="2800">
                    <a:solidFill>
                      <a:schemeClr val="tx1"/>
                    </a:solidFill>
                    <a:latin typeface="Times New Roman" pitchFamily="18" charset="0"/>
                    <a:ea typeface="宋体" charset="-122"/>
                  </a:defRPr>
                </a:lvl8pPr>
                <a:lvl9pPr marL="3886200" indent="-228600" eaLnBrk="0" fontAlgn="base" hangingPunct="0">
                  <a:spcBef>
                    <a:spcPct val="50000"/>
                  </a:spcBef>
                  <a:spcAft>
                    <a:spcPct val="0"/>
                  </a:spcAft>
                  <a:defRPr kumimoji="1" sz="2800">
                    <a:solidFill>
                      <a:schemeClr val="tx1"/>
                    </a:solidFill>
                    <a:latin typeface="Times New Roman" pitchFamily="18" charset="0"/>
                    <a:ea typeface="宋体" charset="-122"/>
                  </a:defRPr>
                </a:lvl9pPr>
              </a:lstStyle>
              <a:p>
                <a:pPr eaLnBrk="1" hangingPunct="1"/>
                <a:r>
                  <a:rPr lang="en-US" altLang="zh-CN" sz="2000" b="1" i="1" dirty="0" smtClean="0">
                    <a:cs typeface="Times New Roman" panose="02020603050405020304" pitchFamily="18" charset="0"/>
                  </a:rPr>
                  <a:t>h</a:t>
                </a:r>
                <a:r>
                  <a:rPr lang="en-US" altLang="zh-CN" sz="2000" b="1" baseline="-25000" dirty="0" smtClean="0">
                    <a:cs typeface="Times New Roman" panose="02020603050405020304" pitchFamily="18" charset="0"/>
                  </a:rPr>
                  <a:t>i</a:t>
                </a:r>
                <a:endParaRPr lang="en-US" altLang="zh-CN" sz="2000" b="1" baseline="-25000" dirty="0">
                  <a:cs typeface="Times New Roman" panose="02020603050405020304" pitchFamily="18" charset="0"/>
                </a:endParaRPr>
              </a:p>
            </p:txBody>
          </p:sp>
        </p:grpSp>
      </p:grpSp>
      <p:grpSp>
        <p:nvGrpSpPr>
          <p:cNvPr id="19" name="组合 18"/>
          <p:cNvGrpSpPr/>
          <p:nvPr/>
        </p:nvGrpSpPr>
        <p:grpSpPr>
          <a:xfrm>
            <a:off x="4833109" y="1184917"/>
            <a:ext cx="684255" cy="475768"/>
            <a:chOff x="4833109" y="1184917"/>
            <a:chExt cx="684255" cy="475768"/>
          </a:xfrm>
        </p:grpSpPr>
        <p:sp>
          <p:nvSpPr>
            <p:cNvPr id="63" name="Line 11"/>
            <p:cNvSpPr>
              <a:spLocks noChangeShapeType="1"/>
            </p:cNvSpPr>
            <p:nvPr/>
          </p:nvSpPr>
          <p:spPr bwMode="auto">
            <a:xfrm>
              <a:off x="4981114" y="1660685"/>
              <a:ext cx="536250" cy="0"/>
            </a:xfrm>
            <a:prstGeom prst="line">
              <a:avLst/>
            </a:prstGeom>
            <a:noFill/>
            <a:ln w="28575">
              <a:solidFill>
                <a:srgbClr val="FF66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cs typeface="Times New Roman" panose="02020603050405020304" pitchFamily="18" charset="0"/>
              </a:endParaRPr>
            </a:p>
          </p:txBody>
        </p:sp>
        <p:sp>
          <p:nvSpPr>
            <p:cNvPr id="68" name="Text Box 16"/>
            <p:cNvSpPr txBox="1">
              <a:spLocks noChangeArrowheads="1"/>
            </p:cNvSpPr>
            <p:nvPr/>
          </p:nvSpPr>
          <p:spPr bwMode="auto">
            <a:xfrm>
              <a:off x="4833109" y="1184917"/>
              <a:ext cx="474222" cy="4178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800">
                  <a:solidFill>
                    <a:schemeClr val="tx1"/>
                  </a:solidFill>
                  <a:latin typeface="Times New Roman" pitchFamily="18" charset="0"/>
                  <a:ea typeface="宋体" charset="-122"/>
                </a:defRPr>
              </a:lvl1pPr>
              <a:lvl2pPr marL="742950" indent="-285750" eaLnBrk="0" hangingPunct="0">
                <a:defRPr kumimoji="1" sz="2800">
                  <a:solidFill>
                    <a:schemeClr val="tx1"/>
                  </a:solidFill>
                  <a:latin typeface="Times New Roman" pitchFamily="18" charset="0"/>
                  <a:ea typeface="宋体" charset="-122"/>
                </a:defRPr>
              </a:lvl2pPr>
              <a:lvl3pPr marL="1143000" indent="-228600" eaLnBrk="0" hangingPunct="0">
                <a:defRPr kumimoji="1" sz="2800">
                  <a:solidFill>
                    <a:schemeClr val="tx1"/>
                  </a:solidFill>
                  <a:latin typeface="Times New Roman" pitchFamily="18" charset="0"/>
                  <a:ea typeface="宋体" charset="-122"/>
                </a:defRPr>
              </a:lvl3pPr>
              <a:lvl4pPr marL="1600200" indent="-228600" eaLnBrk="0" hangingPunct="0">
                <a:defRPr kumimoji="1" sz="2800">
                  <a:solidFill>
                    <a:schemeClr val="tx1"/>
                  </a:solidFill>
                  <a:latin typeface="Times New Roman" pitchFamily="18" charset="0"/>
                  <a:ea typeface="宋体" charset="-122"/>
                </a:defRPr>
              </a:lvl4pPr>
              <a:lvl5pPr marL="2057400" indent="-228600" eaLnBrk="0" hangingPunct="0">
                <a:defRPr kumimoji="1" sz="2800">
                  <a:solidFill>
                    <a:schemeClr val="tx1"/>
                  </a:solidFill>
                  <a:latin typeface="Times New Roman" pitchFamily="18" charset="0"/>
                  <a:ea typeface="宋体" charset="-122"/>
                </a:defRPr>
              </a:lvl5pPr>
              <a:lvl6pPr marL="2514600" indent="-228600" eaLnBrk="0" fontAlgn="base" hangingPunct="0">
                <a:spcBef>
                  <a:spcPct val="50000"/>
                </a:spcBef>
                <a:spcAft>
                  <a:spcPct val="0"/>
                </a:spcAft>
                <a:defRPr kumimoji="1" sz="2800">
                  <a:solidFill>
                    <a:schemeClr val="tx1"/>
                  </a:solidFill>
                  <a:latin typeface="Times New Roman" pitchFamily="18" charset="0"/>
                  <a:ea typeface="宋体" charset="-122"/>
                </a:defRPr>
              </a:lvl6pPr>
              <a:lvl7pPr marL="2971800" indent="-228600" eaLnBrk="0" fontAlgn="base" hangingPunct="0">
                <a:spcBef>
                  <a:spcPct val="50000"/>
                </a:spcBef>
                <a:spcAft>
                  <a:spcPct val="0"/>
                </a:spcAft>
                <a:defRPr kumimoji="1" sz="2800">
                  <a:solidFill>
                    <a:schemeClr val="tx1"/>
                  </a:solidFill>
                  <a:latin typeface="Times New Roman" pitchFamily="18" charset="0"/>
                  <a:ea typeface="宋体" charset="-122"/>
                </a:defRPr>
              </a:lvl7pPr>
              <a:lvl8pPr marL="3429000" indent="-228600" eaLnBrk="0" fontAlgn="base" hangingPunct="0">
                <a:spcBef>
                  <a:spcPct val="50000"/>
                </a:spcBef>
                <a:spcAft>
                  <a:spcPct val="0"/>
                </a:spcAft>
                <a:defRPr kumimoji="1" sz="2800">
                  <a:solidFill>
                    <a:schemeClr val="tx1"/>
                  </a:solidFill>
                  <a:latin typeface="Times New Roman" pitchFamily="18" charset="0"/>
                  <a:ea typeface="宋体" charset="-122"/>
                </a:defRPr>
              </a:lvl8pPr>
              <a:lvl9pPr marL="3886200" indent="-228600" eaLnBrk="0" fontAlgn="base" hangingPunct="0">
                <a:spcBef>
                  <a:spcPct val="50000"/>
                </a:spcBef>
                <a:spcAft>
                  <a:spcPct val="0"/>
                </a:spcAft>
                <a:defRPr kumimoji="1" sz="2800">
                  <a:solidFill>
                    <a:schemeClr val="tx1"/>
                  </a:solidFill>
                  <a:latin typeface="Times New Roman" pitchFamily="18" charset="0"/>
                  <a:ea typeface="宋体" charset="-122"/>
                </a:defRPr>
              </a:lvl9pPr>
            </a:lstStyle>
            <a:p>
              <a:pPr eaLnBrk="1" hangingPunct="1"/>
              <a:r>
                <a:rPr lang="en-US" altLang="zh-CN" sz="2000" b="1" i="1" dirty="0" smtClean="0">
                  <a:solidFill>
                    <a:srgbClr val="C00000"/>
                  </a:solidFill>
                  <a:cs typeface="Times New Roman" panose="02020603050405020304" pitchFamily="18" charset="0"/>
                </a:rPr>
                <a:t>P</a:t>
              </a:r>
              <a:r>
                <a:rPr lang="en-US" altLang="zh-CN" sz="2000" b="1" baseline="-25000" dirty="0" smtClean="0">
                  <a:solidFill>
                    <a:srgbClr val="C00000"/>
                  </a:solidFill>
                  <a:cs typeface="Times New Roman" panose="02020603050405020304" pitchFamily="18" charset="0"/>
                </a:rPr>
                <a:t>i</a:t>
              </a:r>
              <a:endParaRPr lang="en-US" altLang="zh-CN" sz="2000" b="1" baseline="-25000" dirty="0">
                <a:solidFill>
                  <a:srgbClr val="C00000"/>
                </a:solidFill>
                <a:cs typeface="Times New Roman" panose="02020603050405020304" pitchFamily="18" charset="0"/>
              </a:endParaRPr>
            </a:p>
          </p:txBody>
        </p:sp>
      </p:grpSp>
      <p:grpSp>
        <p:nvGrpSpPr>
          <p:cNvPr id="22" name="组合 21"/>
          <p:cNvGrpSpPr/>
          <p:nvPr/>
        </p:nvGrpSpPr>
        <p:grpSpPr>
          <a:xfrm>
            <a:off x="6222018" y="1449752"/>
            <a:ext cx="902682" cy="659401"/>
            <a:chOff x="6222018" y="1449752"/>
            <a:chExt cx="902682" cy="659401"/>
          </a:xfrm>
        </p:grpSpPr>
        <p:sp>
          <p:nvSpPr>
            <p:cNvPr id="58" name="Text Box 7"/>
            <p:cNvSpPr txBox="1">
              <a:spLocks noChangeArrowheads="1"/>
            </p:cNvSpPr>
            <p:nvPr/>
          </p:nvSpPr>
          <p:spPr bwMode="auto">
            <a:xfrm>
              <a:off x="6511290" y="1560910"/>
              <a:ext cx="613410" cy="4462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800">
                  <a:solidFill>
                    <a:schemeClr val="tx1"/>
                  </a:solidFill>
                  <a:latin typeface="Times New Roman" pitchFamily="18" charset="0"/>
                  <a:ea typeface="宋体" charset="-122"/>
                </a:defRPr>
              </a:lvl1pPr>
              <a:lvl2pPr marL="742950" indent="-285750" eaLnBrk="0" hangingPunct="0">
                <a:defRPr kumimoji="1" sz="2800">
                  <a:solidFill>
                    <a:schemeClr val="tx1"/>
                  </a:solidFill>
                  <a:latin typeface="Times New Roman" pitchFamily="18" charset="0"/>
                  <a:ea typeface="宋体" charset="-122"/>
                </a:defRPr>
              </a:lvl2pPr>
              <a:lvl3pPr marL="1143000" indent="-228600" eaLnBrk="0" hangingPunct="0">
                <a:defRPr kumimoji="1" sz="2800">
                  <a:solidFill>
                    <a:schemeClr val="tx1"/>
                  </a:solidFill>
                  <a:latin typeface="Times New Roman" pitchFamily="18" charset="0"/>
                  <a:ea typeface="宋体" charset="-122"/>
                </a:defRPr>
              </a:lvl3pPr>
              <a:lvl4pPr marL="1600200" indent="-228600" eaLnBrk="0" hangingPunct="0">
                <a:defRPr kumimoji="1" sz="2800">
                  <a:solidFill>
                    <a:schemeClr val="tx1"/>
                  </a:solidFill>
                  <a:latin typeface="Times New Roman" pitchFamily="18" charset="0"/>
                  <a:ea typeface="宋体" charset="-122"/>
                </a:defRPr>
              </a:lvl4pPr>
              <a:lvl5pPr marL="2057400" indent="-228600" eaLnBrk="0" hangingPunct="0">
                <a:defRPr kumimoji="1" sz="2800">
                  <a:solidFill>
                    <a:schemeClr val="tx1"/>
                  </a:solidFill>
                  <a:latin typeface="Times New Roman" pitchFamily="18" charset="0"/>
                  <a:ea typeface="宋体" charset="-122"/>
                </a:defRPr>
              </a:lvl5pPr>
              <a:lvl6pPr marL="2514600" indent="-228600" eaLnBrk="0" fontAlgn="base" hangingPunct="0">
                <a:spcBef>
                  <a:spcPct val="50000"/>
                </a:spcBef>
                <a:spcAft>
                  <a:spcPct val="0"/>
                </a:spcAft>
                <a:defRPr kumimoji="1" sz="2800">
                  <a:solidFill>
                    <a:schemeClr val="tx1"/>
                  </a:solidFill>
                  <a:latin typeface="Times New Roman" pitchFamily="18" charset="0"/>
                  <a:ea typeface="宋体" charset="-122"/>
                </a:defRPr>
              </a:lvl6pPr>
              <a:lvl7pPr marL="2971800" indent="-228600" eaLnBrk="0" fontAlgn="base" hangingPunct="0">
                <a:spcBef>
                  <a:spcPct val="50000"/>
                </a:spcBef>
                <a:spcAft>
                  <a:spcPct val="0"/>
                </a:spcAft>
                <a:defRPr kumimoji="1" sz="2800">
                  <a:solidFill>
                    <a:schemeClr val="tx1"/>
                  </a:solidFill>
                  <a:latin typeface="Times New Roman" pitchFamily="18" charset="0"/>
                  <a:ea typeface="宋体" charset="-122"/>
                </a:defRPr>
              </a:lvl7pPr>
              <a:lvl8pPr marL="3429000" indent="-228600" eaLnBrk="0" fontAlgn="base" hangingPunct="0">
                <a:spcBef>
                  <a:spcPct val="50000"/>
                </a:spcBef>
                <a:spcAft>
                  <a:spcPct val="0"/>
                </a:spcAft>
                <a:defRPr kumimoji="1" sz="2800">
                  <a:solidFill>
                    <a:schemeClr val="tx1"/>
                  </a:solidFill>
                  <a:latin typeface="Times New Roman" pitchFamily="18" charset="0"/>
                  <a:ea typeface="宋体" charset="-122"/>
                </a:defRPr>
              </a:lvl8pPr>
              <a:lvl9pPr marL="3886200" indent="-228600" eaLnBrk="0" fontAlgn="base" hangingPunct="0">
                <a:spcBef>
                  <a:spcPct val="50000"/>
                </a:spcBef>
                <a:spcAft>
                  <a:spcPct val="0"/>
                </a:spcAft>
                <a:defRPr kumimoji="1" sz="2800">
                  <a:solidFill>
                    <a:schemeClr val="tx1"/>
                  </a:solidFill>
                  <a:latin typeface="Times New Roman" pitchFamily="18" charset="0"/>
                  <a:ea typeface="宋体" charset="-122"/>
                </a:defRPr>
              </a:lvl9pPr>
            </a:lstStyle>
            <a:p>
              <a:pPr eaLnBrk="1" hangingPunct="1"/>
              <a:r>
                <a:rPr lang="en-US" altLang="zh-CN" sz="2000" b="1" i="1" dirty="0" smtClean="0">
                  <a:cs typeface="Times New Roman" panose="02020603050405020304" pitchFamily="18" charset="0"/>
                </a:rPr>
                <a:t>h</a:t>
              </a:r>
              <a:r>
                <a:rPr lang="en-US" altLang="zh-CN" sz="2000" b="1" baseline="-25000" dirty="0" smtClean="0">
                  <a:cs typeface="Times New Roman" panose="02020603050405020304" pitchFamily="18" charset="0"/>
                </a:rPr>
                <a:t>i+1</a:t>
              </a:r>
              <a:endParaRPr lang="en-US" altLang="zh-CN" sz="2000" b="1" i="1" baseline="-25000" dirty="0">
                <a:cs typeface="Times New Roman" panose="02020603050405020304" pitchFamily="18" charset="0"/>
              </a:endParaRPr>
            </a:p>
          </p:txBody>
        </p:sp>
        <p:sp>
          <p:nvSpPr>
            <p:cNvPr id="69" name="Line 17"/>
            <p:cNvSpPr>
              <a:spLocks noChangeShapeType="1"/>
            </p:cNvSpPr>
            <p:nvPr/>
          </p:nvSpPr>
          <p:spPr bwMode="auto">
            <a:xfrm flipH="1">
              <a:off x="6222018" y="2101552"/>
              <a:ext cx="49095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cs typeface="Times New Roman" panose="02020603050405020304" pitchFamily="18" charset="0"/>
              </a:endParaRPr>
            </a:p>
          </p:txBody>
        </p:sp>
        <p:sp>
          <p:nvSpPr>
            <p:cNvPr id="70" name="Line 18"/>
            <p:cNvSpPr>
              <a:spLocks noChangeShapeType="1"/>
            </p:cNvSpPr>
            <p:nvPr/>
          </p:nvSpPr>
          <p:spPr bwMode="auto">
            <a:xfrm>
              <a:off x="6543487" y="1449752"/>
              <a:ext cx="0" cy="659401"/>
            </a:xfrm>
            <a:prstGeom prst="line">
              <a:avLst/>
            </a:prstGeom>
            <a:noFill/>
            <a:ln w="1270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cs typeface="Times New Roman" panose="02020603050405020304" pitchFamily="18" charset="0"/>
              </a:endParaRPr>
            </a:p>
          </p:txBody>
        </p:sp>
      </p:grpSp>
      <p:grpSp>
        <p:nvGrpSpPr>
          <p:cNvPr id="21" name="组合 20"/>
          <p:cNvGrpSpPr/>
          <p:nvPr/>
        </p:nvGrpSpPr>
        <p:grpSpPr>
          <a:xfrm>
            <a:off x="6252415" y="1050425"/>
            <a:ext cx="841805" cy="446276"/>
            <a:chOff x="6252415" y="1050425"/>
            <a:chExt cx="841805" cy="446276"/>
          </a:xfrm>
        </p:grpSpPr>
        <p:sp>
          <p:nvSpPr>
            <p:cNvPr id="57" name="Text Box 6"/>
            <p:cNvSpPr txBox="1">
              <a:spLocks noChangeArrowheads="1"/>
            </p:cNvSpPr>
            <p:nvPr/>
          </p:nvSpPr>
          <p:spPr bwMode="auto">
            <a:xfrm>
              <a:off x="6522118" y="1050425"/>
              <a:ext cx="572102" cy="4462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800">
                  <a:solidFill>
                    <a:schemeClr val="tx1"/>
                  </a:solidFill>
                  <a:latin typeface="Times New Roman" pitchFamily="18" charset="0"/>
                  <a:ea typeface="宋体" charset="-122"/>
                </a:defRPr>
              </a:lvl1pPr>
              <a:lvl2pPr marL="742950" indent="-285750" eaLnBrk="0" hangingPunct="0">
                <a:defRPr kumimoji="1" sz="2800">
                  <a:solidFill>
                    <a:schemeClr val="tx1"/>
                  </a:solidFill>
                  <a:latin typeface="Times New Roman" pitchFamily="18" charset="0"/>
                  <a:ea typeface="宋体" charset="-122"/>
                </a:defRPr>
              </a:lvl2pPr>
              <a:lvl3pPr marL="1143000" indent="-228600" eaLnBrk="0" hangingPunct="0">
                <a:defRPr kumimoji="1" sz="2800">
                  <a:solidFill>
                    <a:schemeClr val="tx1"/>
                  </a:solidFill>
                  <a:latin typeface="Times New Roman" pitchFamily="18" charset="0"/>
                  <a:ea typeface="宋体" charset="-122"/>
                </a:defRPr>
              </a:lvl3pPr>
              <a:lvl4pPr marL="1600200" indent="-228600" eaLnBrk="0" hangingPunct="0">
                <a:defRPr kumimoji="1" sz="2800">
                  <a:solidFill>
                    <a:schemeClr val="tx1"/>
                  </a:solidFill>
                  <a:latin typeface="Times New Roman" pitchFamily="18" charset="0"/>
                  <a:ea typeface="宋体" charset="-122"/>
                </a:defRPr>
              </a:lvl4pPr>
              <a:lvl5pPr marL="2057400" indent="-228600" eaLnBrk="0" hangingPunct="0">
                <a:defRPr kumimoji="1" sz="2800">
                  <a:solidFill>
                    <a:schemeClr val="tx1"/>
                  </a:solidFill>
                  <a:latin typeface="Times New Roman" pitchFamily="18" charset="0"/>
                  <a:ea typeface="宋体" charset="-122"/>
                </a:defRPr>
              </a:lvl5pPr>
              <a:lvl6pPr marL="2514600" indent="-228600" eaLnBrk="0" fontAlgn="base" hangingPunct="0">
                <a:spcBef>
                  <a:spcPct val="50000"/>
                </a:spcBef>
                <a:spcAft>
                  <a:spcPct val="0"/>
                </a:spcAft>
                <a:defRPr kumimoji="1" sz="2800">
                  <a:solidFill>
                    <a:schemeClr val="tx1"/>
                  </a:solidFill>
                  <a:latin typeface="Times New Roman" pitchFamily="18" charset="0"/>
                  <a:ea typeface="宋体" charset="-122"/>
                </a:defRPr>
              </a:lvl6pPr>
              <a:lvl7pPr marL="2971800" indent="-228600" eaLnBrk="0" fontAlgn="base" hangingPunct="0">
                <a:spcBef>
                  <a:spcPct val="50000"/>
                </a:spcBef>
                <a:spcAft>
                  <a:spcPct val="0"/>
                </a:spcAft>
                <a:defRPr kumimoji="1" sz="2800">
                  <a:solidFill>
                    <a:schemeClr val="tx1"/>
                  </a:solidFill>
                  <a:latin typeface="Times New Roman" pitchFamily="18" charset="0"/>
                  <a:ea typeface="宋体" charset="-122"/>
                </a:defRPr>
              </a:lvl7pPr>
              <a:lvl8pPr marL="3429000" indent="-228600" eaLnBrk="0" fontAlgn="base" hangingPunct="0">
                <a:spcBef>
                  <a:spcPct val="50000"/>
                </a:spcBef>
                <a:spcAft>
                  <a:spcPct val="0"/>
                </a:spcAft>
                <a:defRPr kumimoji="1" sz="2800">
                  <a:solidFill>
                    <a:schemeClr val="tx1"/>
                  </a:solidFill>
                  <a:latin typeface="Times New Roman" pitchFamily="18" charset="0"/>
                  <a:ea typeface="宋体" charset="-122"/>
                </a:defRPr>
              </a:lvl8pPr>
              <a:lvl9pPr marL="3886200" indent="-228600" eaLnBrk="0" fontAlgn="base" hangingPunct="0">
                <a:spcBef>
                  <a:spcPct val="50000"/>
                </a:spcBef>
                <a:spcAft>
                  <a:spcPct val="0"/>
                </a:spcAft>
                <a:defRPr kumimoji="1" sz="2800">
                  <a:solidFill>
                    <a:schemeClr val="tx1"/>
                  </a:solidFill>
                  <a:latin typeface="Times New Roman" pitchFamily="18" charset="0"/>
                  <a:ea typeface="宋体" charset="-122"/>
                </a:defRPr>
              </a:lvl9pPr>
            </a:lstStyle>
            <a:p>
              <a:pPr eaLnBrk="1" hangingPunct="1"/>
              <a:r>
                <a:rPr lang="en-US" altLang="zh-CN" sz="2000" b="1" i="1" dirty="0" smtClean="0">
                  <a:solidFill>
                    <a:srgbClr val="C00000"/>
                  </a:solidFill>
                  <a:cs typeface="Times New Roman" panose="02020603050405020304" pitchFamily="18" charset="0"/>
                </a:rPr>
                <a:t>P</a:t>
              </a:r>
              <a:r>
                <a:rPr lang="en-US" altLang="zh-CN" sz="2000" b="1" baseline="-25000" dirty="0" smtClean="0">
                  <a:solidFill>
                    <a:srgbClr val="C00000"/>
                  </a:solidFill>
                  <a:cs typeface="Times New Roman" panose="02020603050405020304" pitchFamily="18" charset="0"/>
                </a:rPr>
                <a:t>i+1</a:t>
              </a:r>
              <a:endParaRPr lang="en-US" altLang="zh-CN" sz="2000" b="1" i="1" baseline="-25000" dirty="0">
                <a:solidFill>
                  <a:srgbClr val="C00000"/>
                </a:solidFill>
                <a:cs typeface="Times New Roman" panose="02020603050405020304" pitchFamily="18" charset="0"/>
              </a:endParaRPr>
            </a:p>
          </p:txBody>
        </p:sp>
        <p:sp>
          <p:nvSpPr>
            <p:cNvPr id="71" name="Line 19"/>
            <p:cNvSpPr>
              <a:spLocks noChangeShapeType="1"/>
            </p:cNvSpPr>
            <p:nvPr/>
          </p:nvSpPr>
          <p:spPr bwMode="auto">
            <a:xfrm flipH="1">
              <a:off x="6252415" y="1443102"/>
              <a:ext cx="452268" cy="0"/>
            </a:xfrm>
            <a:prstGeom prst="line">
              <a:avLst/>
            </a:prstGeom>
            <a:noFill/>
            <a:ln w="28575">
              <a:solidFill>
                <a:srgbClr val="FF66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cs typeface="Times New Roman" panose="02020603050405020304" pitchFamily="18" charset="0"/>
              </a:endParaRPr>
            </a:p>
          </p:txBody>
        </p:sp>
      </p:grpSp>
      <p:grpSp>
        <p:nvGrpSpPr>
          <p:cNvPr id="15" name="组合 14"/>
          <p:cNvGrpSpPr/>
          <p:nvPr/>
        </p:nvGrpSpPr>
        <p:grpSpPr>
          <a:xfrm>
            <a:off x="6204896" y="689636"/>
            <a:ext cx="626434" cy="748715"/>
            <a:chOff x="6204896" y="689636"/>
            <a:chExt cx="626434" cy="748715"/>
          </a:xfrm>
        </p:grpSpPr>
        <p:sp>
          <p:nvSpPr>
            <p:cNvPr id="72" name="Line 20"/>
            <p:cNvSpPr>
              <a:spLocks noChangeShapeType="1"/>
            </p:cNvSpPr>
            <p:nvPr/>
          </p:nvSpPr>
          <p:spPr bwMode="auto">
            <a:xfrm>
              <a:off x="6259449" y="967079"/>
              <a:ext cx="2763" cy="471272"/>
            </a:xfrm>
            <a:prstGeom prst="line">
              <a:avLst/>
            </a:prstGeom>
            <a:noFill/>
            <a:ln w="28575">
              <a:solidFill>
                <a:srgbClr val="0066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cs typeface="Times New Roman" panose="02020603050405020304" pitchFamily="18" charset="0"/>
              </a:endParaRPr>
            </a:p>
          </p:txBody>
        </p:sp>
        <p:sp>
          <p:nvSpPr>
            <p:cNvPr id="73" name="Text Box 21"/>
            <p:cNvSpPr txBox="1">
              <a:spLocks noChangeArrowheads="1"/>
            </p:cNvSpPr>
            <p:nvPr/>
          </p:nvSpPr>
          <p:spPr bwMode="auto">
            <a:xfrm>
              <a:off x="6204896" y="689636"/>
              <a:ext cx="626434" cy="4462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800">
                  <a:solidFill>
                    <a:schemeClr val="tx1"/>
                  </a:solidFill>
                  <a:latin typeface="Times New Roman" pitchFamily="18" charset="0"/>
                  <a:ea typeface="宋体" charset="-122"/>
                </a:defRPr>
              </a:lvl1pPr>
              <a:lvl2pPr marL="742950" indent="-285750" eaLnBrk="0" hangingPunct="0">
                <a:defRPr kumimoji="1" sz="2800">
                  <a:solidFill>
                    <a:schemeClr val="tx1"/>
                  </a:solidFill>
                  <a:latin typeface="Times New Roman" pitchFamily="18" charset="0"/>
                  <a:ea typeface="宋体" charset="-122"/>
                </a:defRPr>
              </a:lvl2pPr>
              <a:lvl3pPr marL="1143000" indent="-228600" eaLnBrk="0" hangingPunct="0">
                <a:defRPr kumimoji="1" sz="2800">
                  <a:solidFill>
                    <a:schemeClr val="tx1"/>
                  </a:solidFill>
                  <a:latin typeface="Times New Roman" pitchFamily="18" charset="0"/>
                  <a:ea typeface="宋体" charset="-122"/>
                </a:defRPr>
              </a:lvl3pPr>
              <a:lvl4pPr marL="1600200" indent="-228600" eaLnBrk="0" hangingPunct="0">
                <a:defRPr kumimoji="1" sz="2800">
                  <a:solidFill>
                    <a:schemeClr val="tx1"/>
                  </a:solidFill>
                  <a:latin typeface="Times New Roman" pitchFamily="18" charset="0"/>
                  <a:ea typeface="宋体" charset="-122"/>
                </a:defRPr>
              </a:lvl4pPr>
              <a:lvl5pPr marL="2057400" indent="-228600" eaLnBrk="0" hangingPunct="0">
                <a:defRPr kumimoji="1" sz="2800">
                  <a:solidFill>
                    <a:schemeClr val="tx1"/>
                  </a:solidFill>
                  <a:latin typeface="Times New Roman" pitchFamily="18" charset="0"/>
                  <a:ea typeface="宋体" charset="-122"/>
                </a:defRPr>
              </a:lvl5pPr>
              <a:lvl6pPr marL="2514600" indent="-228600" eaLnBrk="0" fontAlgn="base" hangingPunct="0">
                <a:spcBef>
                  <a:spcPct val="50000"/>
                </a:spcBef>
                <a:spcAft>
                  <a:spcPct val="0"/>
                </a:spcAft>
                <a:defRPr kumimoji="1" sz="2800">
                  <a:solidFill>
                    <a:schemeClr val="tx1"/>
                  </a:solidFill>
                  <a:latin typeface="Times New Roman" pitchFamily="18" charset="0"/>
                  <a:ea typeface="宋体" charset="-122"/>
                </a:defRPr>
              </a:lvl6pPr>
              <a:lvl7pPr marL="2971800" indent="-228600" eaLnBrk="0" fontAlgn="base" hangingPunct="0">
                <a:spcBef>
                  <a:spcPct val="50000"/>
                </a:spcBef>
                <a:spcAft>
                  <a:spcPct val="0"/>
                </a:spcAft>
                <a:defRPr kumimoji="1" sz="2800">
                  <a:solidFill>
                    <a:schemeClr val="tx1"/>
                  </a:solidFill>
                  <a:latin typeface="Times New Roman" pitchFamily="18" charset="0"/>
                  <a:ea typeface="宋体" charset="-122"/>
                </a:defRPr>
              </a:lvl7pPr>
              <a:lvl8pPr marL="3429000" indent="-228600" eaLnBrk="0" fontAlgn="base" hangingPunct="0">
                <a:spcBef>
                  <a:spcPct val="50000"/>
                </a:spcBef>
                <a:spcAft>
                  <a:spcPct val="0"/>
                </a:spcAft>
                <a:defRPr kumimoji="1" sz="2800">
                  <a:solidFill>
                    <a:schemeClr val="tx1"/>
                  </a:solidFill>
                  <a:latin typeface="Times New Roman" pitchFamily="18" charset="0"/>
                  <a:ea typeface="宋体" charset="-122"/>
                </a:defRPr>
              </a:lvl8pPr>
              <a:lvl9pPr marL="3886200" indent="-228600" eaLnBrk="0" fontAlgn="base" hangingPunct="0">
                <a:spcBef>
                  <a:spcPct val="50000"/>
                </a:spcBef>
                <a:spcAft>
                  <a:spcPct val="0"/>
                </a:spcAft>
                <a:defRPr kumimoji="1" sz="2800">
                  <a:solidFill>
                    <a:schemeClr val="tx1"/>
                  </a:solidFill>
                  <a:latin typeface="Times New Roman" pitchFamily="18" charset="0"/>
                  <a:ea typeface="宋体" charset="-122"/>
                </a:defRPr>
              </a:lvl9pPr>
            </a:lstStyle>
            <a:p>
              <a:pPr eaLnBrk="1" hangingPunct="1"/>
              <a:r>
                <a:rPr lang="en-US" altLang="zh-CN" sz="2000" b="1" i="1" dirty="0" smtClean="0">
                  <a:solidFill>
                    <a:srgbClr val="C00000"/>
                  </a:solidFill>
                  <a:cs typeface="Times New Roman" panose="02020603050405020304" pitchFamily="18" charset="0"/>
                </a:rPr>
                <a:t>H</a:t>
              </a:r>
              <a:r>
                <a:rPr lang="en-US" altLang="zh-CN" sz="2000" b="1" baseline="-25000" dirty="0" smtClean="0">
                  <a:solidFill>
                    <a:srgbClr val="C00000"/>
                  </a:solidFill>
                  <a:cs typeface="Times New Roman" panose="02020603050405020304" pitchFamily="18" charset="0"/>
                </a:rPr>
                <a:t>i+1</a:t>
              </a:r>
              <a:endParaRPr lang="en-US" altLang="zh-CN" sz="2000" b="1" baseline="-25000" dirty="0">
                <a:solidFill>
                  <a:srgbClr val="C00000"/>
                </a:solidFill>
                <a:cs typeface="Times New Roman" panose="02020603050405020304" pitchFamily="18" charset="0"/>
              </a:endParaRPr>
            </a:p>
          </p:txBody>
        </p:sp>
      </p:grpSp>
      <p:grpSp>
        <p:nvGrpSpPr>
          <p:cNvPr id="26" name="组合 25"/>
          <p:cNvGrpSpPr/>
          <p:nvPr/>
        </p:nvGrpSpPr>
        <p:grpSpPr>
          <a:xfrm>
            <a:off x="5951718" y="2357466"/>
            <a:ext cx="725331" cy="663878"/>
            <a:chOff x="5951718" y="2357466"/>
            <a:chExt cx="725331" cy="663878"/>
          </a:xfrm>
        </p:grpSpPr>
        <p:sp>
          <p:nvSpPr>
            <p:cNvPr id="75" name="Line 23"/>
            <p:cNvSpPr>
              <a:spLocks noChangeShapeType="1"/>
            </p:cNvSpPr>
            <p:nvPr/>
          </p:nvSpPr>
          <p:spPr bwMode="auto">
            <a:xfrm flipH="1" flipV="1">
              <a:off x="5951718" y="2357466"/>
              <a:ext cx="385471" cy="663878"/>
            </a:xfrm>
            <a:prstGeom prst="line">
              <a:avLst/>
            </a:prstGeom>
            <a:noFill/>
            <a:ln w="2857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cs typeface="Times New Roman" panose="02020603050405020304" pitchFamily="18" charset="0"/>
              </a:endParaRPr>
            </a:p>
          </p:txBody>
        </p:sp>
        <p:sp>
          <p:nvSpPr>
            <p:cNvPr id="76" name="Text Box 24"/>
            <p:cNvSpPr txBox="1">
              <a:spLocks noChangeArrowheads="1"/>
            </p:cNvSpPr>
            <p:nvPr/>
          </p:nvSpPr>
          <p:spPr bwMode="auto">
            <a:xfrm>
              <a:off x="6125300" y="2442654"/>
              <a:ext cx="551749" cy="4178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a:solidFill>
                    <a:schemeClr val="tx1"/>
                  </a:solidFill>
                  <a:latin typeface="Times New Roman" pitchFamily="18" charset="0"/>
                  <a:ea typeface="宋体" charset="-122"/>
                </a:defRPr>
              </a:lvl1pPr>
              <a:lvl2pPr marL="742950" indent="-285750" eaLnBrk="0" hangingPunct="0">
                <a:defRPr kumimoji="1" sz="2800">
                  <a:solidFill>
                    <a:schemeClr val="tx1"/>
                  </a:solidFill>
                  <a:latin typeface="Times New Roman" pitchFamily="18" charset="0"/>
                  <a:ea typeface="宋体" charset="-122"/>
                </a:defRPr>
              </a:lvl2pPr>
              <a:lvl3pPr marL="1143000" indent="-228600" eaLnBrk="0" hangingPunct="0">
                <a:defRPr kumimoji="1" sz="2800">
                  <a:solidFill>
                    <a:schemeClr val="tx1"/>
                  </a:solidFill>
                  <a:latin typeface="Times New Roman" pitchFamily="18" charset="0"/>
                  <a:ea typeface="宋体" charset="-122"/>
                </a:defRPr>
              </a:lvl3pPr>
              <a:lvl4pPr marL="1600200" indent="-228600" eaLnBrk="0" hangingPunct="0">
                <a:defRPr kumimoji="1" sz="2800">
                  <a:solidFill>
                    <a:schemeClr val="tx1"/>
                  </a:solidFill>
                  <a:latin typeface="Times New Roman" pitchFamily="18" charset="0"/>
                  <a:ea typeface="宋体" charset="-122"/>
                </a:defRPr>
              </a:lvl4pPr>
              <a:lvl5pPr marL="2057400" indent="-228600" eaLnBrk="0" hangingPunct="0">
                <a:defRPr kumimoji="1" sz="2800">
                  <a:solidFill>
                    <a:schemeClr val="tx1"/>
                  </a:solidFill>
                  <a:latin typeface="Times New Roman" pitchFamily="18" charset="0"/>
                  <a:ea typeface="宋体" charset="-122"/>
                </a:defRPr>
              </a:lvl5pPr>
              <a:lvl6pPr marL="2514600" indent="-228600" eaLnBrk="0" fontAlgn="base" hangingPunct="0">
                <a:spcBef>
                  <a:spcPct val="50000"/>
                </a:spcBef>
                <a:spcAft>
                  <a:spcPct val="0"/>
                </a:spcAft>
                <a:defRPr kumimoji="1" sz="2800">
                  <a:solidFill>
                    <a:schemeClr val="tx1"/>
                  </a:solidFill>
                  <a:latin typeface="Times New Roman" pitchFamily="18" charset="0"/>
                  <a:ea typeface="宋体" charset="-122"/>
                </a:defRPr>
              </a:lvl6pPr>
              <a:lvl7pPr marL="2971800" indent="-228600" eaLnBrk="0" fontAlgn="base" hangingPunct="0">
                <a:spcBef>
                  <a:spcPct val="50000"/>
                </a:spcBef>
                <a:spcAft>
                  <a:spcPct val="0"/>
                </a:spcAft>
                <a:defRPr kumimoji="1" sz="2800">
                  <a:solidFill>
                    <a:schemeClr val="tx1"/>
                  </a:solidFill>
                  <a:latin typeface="Times New Roman" pitchFamily="18" charset="0"/>
                  <a:ea typeface="宋体" charset="-122"/>
                </a:defRPr>
              </a:lvl7pPr>
              <a:lvl8pPr marL="3429000" indent="-228600" eaLnBrk="0" fontAlgn="base" hangingPunct="0">
                <a:spcBef>
                  <a:spcPct val="50000"/>
                </a:spcBef>
                <a:spcAft>
                  <a:spcPct val="0"/>
                </a:spcAft>
                <a:defRPr kumimoji="1" sz="2800">
                  <a:solidFill>
                    <a:schemeClr val="tx1"/>
                  </a:solidFill>
                  <a:latin typeface="Times New Roman" pitchFamily="18" charset="0"/>
                  <a:ea typeface="宋体" charset="-122"/>
                </a:defRPr>
              </a:lvl8pPr>
              <a:lvl9pPr marL="3886200" indent="-228600" eaLnBrk="0" fontAlgn="base" hangingPunct="0">
                <a:spcBef>
                  <a:spcPct val="50000"/>
                </a:spcBef>
                <a:spcAft>
                  <a:spcPct val="0"/>
                </a:spcAft>
                <a:defRPr kumimoji="1" sz="2800">
                  <a:solidFill>
                    <a:schemeClr val="tx1"/>
                  </a:solidFill>
                  <a:latin typeface="Times New Roman" pitchFamily="18" charset="0"/>
                  <a:ea typeface="宋体" charset="-122"/>
                </a:defRPr>
              </a:lvl9pPr>
            </a:lstStyle>
            <a:p>
              <a:pPr eaLnBrk="1" hangingPunct="1"/>
              <a:r>
                <a:rPr lang="en-US" altLang="zh-CN" sz="2000" b="1" i="1" dirty="0">
                  <a:solidFill>
                    <a:srgbClr val="C00000"/>
                  </a:solidFill>
                  <a:cs typeface="Times New Roman" panose="02020603050405020304" pitchFamily="18" charset="0"/>
                </a:rPr>
                <a:t>N</a:t>
              </a:r>
              <a:r>
                <a:rPr lang="en-US" altLang="zh-CN" sz="2000" b="1" baseline="-25000" dirty="0">
                  <a:solidFill>
                    <a:srgbClr val="C00000"/>
                  </a:solidFill>
                  <a:cs typeface="Times New Roman" panose="02020603050405020304" pitchFamily="18" charset="0"/>
                </a:rPr>
                <a:t>i</a:t>
              </a:r>
            </a:p>
          </p:txBody>
        </p:sp>
      </p:grpSp>
      <p:grpSp>
        <p:nvGrpSpPr>
          <p:cNvPr id="30" name="组合 29"/>
          <p:cNvGrpSpPr/>
          <p:nvPr/>
        </p:nvGrpSpPr>
        <p:grpSpPr>
          <a:xfrm>
            <a:off x="5631582" y="2196566"/>
            <a:ext cx="959803" cy="347392"/>
            <a:chOff x="5631582" y="2196566"/>
            <a:chExt cx="959803" cy="347392"/>
          </a:xfrm>
        </p:grpSpPr>
        <p:sp>
          <p:nvSpPr>
            <p:cNvPr id="74" name="Line 22"/>
            <p:cNvSpPr>
              <a:spLocks noChangeShapeType="1"/>
            </p:cNvSpPr>
            <p:nvPr/>
          </p:nvSpPr>
          <p:spPr bwMode="auto">
            <a:xfrm flipV="1">
              <a:off x="5631582" y="2196566"/>
              <a:ext cx="554512" cy="338252"/>
            </a:xfrm>
            <a:prstGeom prst="line">
              <a:avLst/>
            </a:prstGeom>
            <a:noFill/>
            <a:ln w="28575">
              <a:solidFill>
                <a:srgbClr val="CC0066"/>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cs typeface="Times New Roman" panose="02020603050405020304" pitchFamily="18" charset="0"/>
              </a:endParaRPr>
            </a:p>
          </p:txBody>
        </p:sp>
        <p:sp>
          <p:nvSpPr>
            <p:cNvPr id="77" name="Text Box 25"/>
            <p:cNvSpPr txBox="1">
              <a:spLocks noChangeArrowheads="1"/>
            </p:cNvSpPr>
            <p:nvPr/>
          </p:nvSpPr>
          <p:spPr bwMode="auto">
            <a:xfrm>
              <a:off x="6077402" y="2218420"/>
              <a:ext cx="513983" cy="325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bIns="0">
              <a:spAutoFit/>
            </a:bodyPr>
            <a:lstStyle>
              <a:lvl1pPr eaLnBrk="0" hangingPunct="0">
                <a:defRPr kumimoji="1" sz="2800">
                  <a:solidFill>
                    <a:schemeClr val="tx1"/>
                  </a:solidFill>
                  <a:latin typeface="Times New Roman" pitchFamily="18" charset="0"/>
                  <a:ea typeface="宋体" charset="-122"/>
                </a:defRPr>
              </a:lvl1pPr>
              <a:lvl2pPr marL="742950" indent="-285750" eaLnBrk="0" hangingPunct="0">
                <a:defRPr kumimoji="1" sz="2800">
                  <a:solidFill>
                    <a:schemeClr val="tx1"/>
                  </a:solidFill>
                  <a:latin typeface="Times New Roman" pitchFamily="18" charset="0"/>
                  <a:ea typeface="宋体" charset="-122"/>
                </a:defRPr>
              </a:lvl2pPr>
              <a:lvl3pPr marL="1143000" indent="-228600" eaLnBrk="0" hangingPunct="0">
                <a:defRPr kumimoji="1" sz="2800">
                  <a:solidFill>
                    <a:schemeClr val="tx1"/>
                  </a:solidFill>
                  <a:latin typeface="Times New Roman" pitchFamily="18" charset="0"/>
                  <a:ea typeface="宋体" charset="-122"/>
                </a:defRPr>
              </a:lvl3pPr>
              <a:lvl4pPr marL="1600200" indent="-228600" eaLnBrk="0" hangingPunct="0">
                <a:defRPr kumimoji="1" sz="2800">
                  <a:solidFill>
                    <a:schemeClr val="tx1"/>
                  </a:solidFill>
                  <a:latin typeface="Times New Roman" pitchFamily="18" charset="0"/>
                  <a:ea typeface="宋体" charset="-122"/>
                </a:defRPr>
              </a:lvl4pPr>
              <a:lvl5pPr marL="2057400" indent="-228600" eaLnBrk="0" hangingPunct="0">
                <a:defRPr kumimoji="1" sz="2800">
                  <a:solidFill>
                    <a:schemeClr val="tx1"/>
                  </a:solidFill>
                  <a:latin typeface="Times New Roman" pitchFamily="18" charset="0"/>
                  <a:ea typeface="宋体" charset="-122"/>
                </a:defRPr>
              </a:lvl5pPr>
              <a:lvl6pPr marL="2514600" indent="-228600" eaLnBrk="0" fontAlgn="base" hangingPunct="0">
                <a:spcBef>
                  <a:spcPct val="50000"/>
                </a:spcBef>
                <a:spcAft>
                  <a:spcPct val="0"/>
                </a:spcAft>
                <a:defRPr kumimoji="1" sz="2800">
                  <a:solidFill>
                    <a:schemeClr val="tx1"/>
                  </a:solidFill>
                  <a:latin typeface="Times New Roman" pitchFamily="18" charset="0"/>
                  <a:ea typeface="宋体" charset="-122"/>
                </a:defRPr>
              </a:lvl6pPr>
              <a:lvl7pPr marL="2971800" indent="-228600" eaLnBrk="0" fontAlgn="base" hangingPunct="0">
                <a:spcBef>
                  <a:spcPct val="50000"/>
                </a:spcBef>
                <a:spcAft>
                  <a:spcPct val="0"/>
                </a:spcAft>
                <a:defRPr kumimoji="1" sz="2800">
                  <a:solidFill>
                    <a:schemeClr val="tx1"/>
                  </a:solidFill>
                  <a:latin typeface="Times New Roman" pitchFamily="18" charset="0"/>
                  <a:ea typeface="宋体" charset="-122"/>
                </a:defRPr>
              </a:lvl7pPr>
              <a:lvl8pPr marL="3429000" indent="-228600" eaLnBrk="0" fontAlgn="base" hangingPunct="0">
                <a:spcBef>
                  <a:spcPct val="50000"/>
                </a:spcBef>
                <a:spcAft>
                  <a:spcPct val="0"/>
                </a:spcAft>
                <a:defRPr kumimoji="1" sz="2800">
                  <a:solidFill>
                    <a:schemeClr val="tx1"/>
                  </a:solidFill>
                  <a:latin typeface="Times New Roman" pitchFamily="18" charset="0"/>
                  <a:ea typeface="宋体" charset="-122"/>
                </a:defRPr>
              </a:lvl8pPr>
              <a:lvl9pPr marL="3886200" indent="-228600" eaLnBrk="0" fontAlgn="base" hangingPunct="0">
                <a:spcBef>
                  <a:spcPct val="50000"/>
                </a:spcBef>
                <a:spcAft>
                  <a:spcPct val="0"/>
                </a:spcAft>
                <a:defRPr kumimoji="1" sz="2800">
                  <a:solidFill>
                    <a:schemeClr val="tx1"/>
                  </a:solidFill>
                  <a:latin typeface="Times New Roman" pitchFamily="18" charset="0"/>
                  <a:ea typeface="宋体" charset="-122"/>
                </a:defRPr>
              </a:lvl9pPr>
            </a:lstStyle>
            <a:p>
              <a:pPr eaLnBrk="1" hangingPunct="1"/>
              <a:r>
                <a:rPr lang="en-US" altLang="zh-CN" sz="2000" b="1" i="1" dirty="0">
                  <a:solidFill>
                    <a:srgbClr val="C00000"/>
                  </a:solidFill>
                  <a:cs typeface="Times New Roman" panose="02020603050405020304" pitchFamily="18" charset="0"/>
                </a:rPr>
                <a:t>T</a:t>
              </a:r>
              <a:r>
                <a:rPr lang="en-US" altLang="zh-CN" sz="2000" b="1" baseline="-25000" dirty="0">
                  <a:solidFill>
                    <a:srgbClr val="C00000"/>
                  </a:solidFill>
                  <a:cs typeface="Times New Roman" panose="02020603050405020304" pitchFamily="18" charset="0"/>
                </a:rPr>
                <a:t>i</a:t>
              </a:r>
            </a:p>
          </p:txBody>
        </p:sp>
      </p:grpSp>
      <p:grpSp>
        <p:nvGrpSpPr>
          <p:cNvPr id="16" name="组合 15"/>
          <p:cNvGrpSpPr/>
          <p:nvPr/>
        </p:nvGrpSpPr>
        <p:grpSpPr>
          <a:xfrm>
            <a:off x="5145107" y="1679345"/>
            <a:ext cx="398443" cy="649441"/>
            <a:chOff x="5145107" y="1679345"/>
            <a:chExt cx="398443" cy="649441"/>
          </a:xfrm>
        </p:grpSpPr>
        <p:sp>
          <p:nvSpPr>
            <p:cNvPr id="64" name="Line 12"/>
            <p:cNvSpPr>
              <a:spLocks noChangeShapeType="1"/>
            </p:cNvSpPr>
            <p:nvPr/>
          </p:nvSpPr>
          <p:spPr bwMode="auto">
            <a:xfrm flipV="1">
              <a:off x="5493654" y="1679345"/>
              <a:ext cx="0" cy="444668"/>
            </a:xfrm>
            <a:prstGeom prst="line">
              <a:avLst/>
            </a:prstGeom>
            <a:noFill/>
            <a:ln w="28575">
              <a:solidFill>
                <a:srgbClr val="0066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cs typeface="Times New Roman" panose="02020603050405020304" pitchFamily="18" charset="0"/>
              </a:endParaRPr>
            </a:p>
          </p:txBody>
        </p:sp>
        <p:sp>
          <p:nvSpPr>
            <p:cNvPr id="78" name="Text Box 26"/>
            <p:cNvSpPr txBox="1">
              <a:spLocks noChangeArrowheads="1"/>
            </p:cNvSpPr>
            <p:nvPr/>
          </p:nvSpPr>
          <p:spPr bwMode="auto">
            <a:xfrm>
              <a:off x="5145107" y="1910915"/>
              <a:ext cx="398443" cy="4178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36000">
              <a:spAutoFit/>
            </a:bodyPr>
            <a:lstStyle>
              <a:lvl1pPr eaLnBrk="0" hangingPunct="0">
                <a:defRPr kumimoji="1" sz="2800">
                  <a:solidFill>
                    <a:schemeClr val="tx1"/>
                  </a:solidFill>
                  <a:latin typeface="Times New Roman" pitchFamily="18" charset="0"/>
                  <a:ea typeface="宋体" charset="-122"/>
                </a:defRPr>
              </a:lvl1pPr>
              <a:lvl2pPr marL="742950" indent="-285750" eaLnBrk="0" hangingPunct="0">
                <a:defRPr kumimoji="1" sz="2800">
                  <a:solidFill>
                    <a:schemeClr val="tx1"/>
                  </a:solidFill>
                  <a:latin typeface="Times New Roman" pitchFamily="18" charset="0"/>
                  <a:ea typeface="宋体" charset="-122"/>
                </a:defRPr>
              </a:lvl2pPr>
              <a:lvl3pPr marL="1143000" indent="-228600" eaLnBrk="0" hangingPunct="0">
                <a:defRPr kumimoji="1" sz="2800">
                  <a:solidFill>
                    <a:schemeClr val="tx1"/>
                  </a:solidFill>
                  <a:latin typeface="Times New Roman" pitchFamily="18" charset="0"/>
                  <a:ea typeface="宋体" charset="-122"/>
                </a:defRPr>
              </a:lvl3pPr>
              <a:lvl4pPr marL="1600200" indent="-228600" eaLnBrk="0" hangingPunct="0">
                <a:defRPr kumimoji="1" sz="2800">
                  <a:solidFill>
                    <a:schemeClr val="tx1"/>
                  </a:solidFill>
                  <a:latin typeface="Times New Roman" pitchFamily="18" charset="0"/>
                  <a:ea typeface="宋体" charset="-122"/>
                </a:defRPr>
              </a:lvl4pPr>
              <a:lvl5pPr marL="2057400" indent="-228600" eaLnBrk="0" hangingPunct="0">
                <a:defRPr kumimoji="1" sz="2800">
                  <a:solidFill>
                    <a:schemeClr val="tx1"/>
                  </a:solidFill>
                  <a:latin typeface="Times New Roman" pitchFamily="18" charset="0"/>
                  <a:ea typeface="宋体" charset="-122"/>
                </a:defRPr>
              </a:lvl5pPr>
              <a:lvl6pPr marL="2514600" indent="-228600" eaLnBrk="0" fontAlgn="base" hangingPunct="0">
                <a:spcBef>
                  <a:spcPct val="50000"/>
                </a:spcBef>
                <a:spcAft>
                  <a:spcPct val="0"/>
                </a:spcAft>
                <a:defRPr kumimoji="1" sz="2800">
                  <a:solidFill>
                    <a:schemeClr val="tx1"/>
                  </a:solidFill>
                  <a:latin typeface="Times New Roman" pitchFamily="18" charset="0"/>
                  <a:ea typeface="宋体" charset="-122"/>
                </a:defRPr>
              </a:lvl6pPr>
              <a:lvl7pPr marL="2971800" indent="-228600" eaLnBrk="0" fontAlgn="base" hangingPunct="0">
                <a:spcBef>
                  <a:spcPct val="50000"/>
                </a:spcBef>
                <a:spcAft>
                  <a:spcPct val="0"/>
                </a:spcAft>
                <a:defRPr kumimoji="1" sz="2800">
                  <a:solidFill>
                    <a:schemeClr val="tx1"/>
                  </a:solidFill>
                  <a:latin typeface="Times New Roman" pitchFamily="18" charset="0"/>
                  <a:ea typeface="宋体" charset="-122"/>
                </a:defRPr>
              </a:lvl7pPr>
              <a:lvl8pPr marL="3429000" indent="-228600" eaLnBrk="0" fontAlgn="base" hangingPunct="0">
                <a:spcBef>
                  <a:spcPct val="50000"/>
                </a:spcBef>
                <a:spcAft>
                  <a:spcPct val="0"/>
                </a:spcAft>
                <a:defRPr kumimoji="1" sz="2800">
                  <a:solidFill>
                    <a:schemeClr val="tx1"/>
                  </a:solidFill>
                  <a:latin typeface="Times New Roman" pitchFamily="18" charset="0"/>
                  <a:ea typeface="宋体" charset="-122"/>
                </a:defRPr>
              </a:lvl8pPr>
              <a:lvl9pPr marL="3886200" indent="-228600" eaLnBrk="0" fontAlgn="base" hangingPunct="0">
                <a:spcBef>
                  <a:spcPct val="50000"/>
                </a:spcBef>
                <a:spcAft>
                  <a:spcPct val="0"/>
                </a:spcAft>
                <a:defRPr kumimoji="1" sz="2800">
                  <a:solidFill>
                    <a:schemeClr val="tx1"/>
                  </a:solidFill>
                  <a:latin typeface="Times New Roman" pitchFamily="18" charset="0"/>
                  <a:ea typeface="宋体" charset="-122"/>
                </a:defRPr>
              </a:lvl9pPr>
            </a:lstStyle>
            <a:p>
              <a:pPr eaLnBrk="1" hangingPunct="1"/>
              <a:r>
                <a:rPr lang="en-US" altLang="zh-CN" sz="2000" b="1" i="1" dirty="0" smtClean="0">
                  <a:solidFill>
                    <a:srgbClr val="C00000"/>
                  </a:solidFill>
                  <a:cs typeface="Times New Roman" panose="02020603050405020304" pitchFamily="18" charset="0"/>
                </a:rPr>
                <a:t>H</a:t>
              </a:r>
              <a:r>
                <a:rPr lang="en-US" altLang="zh-CN" sz="2000" b="1" baseline="-25000" dirty="0" smtClean="0">
                  <a:solidFill>
                    <a:srgbClr val="C00000"/>
                  </a:solidFill>
                  <a:cs typeface="Times New Roman" panose="02020603050405020304" pitchFamily="18" charset="0"/>
                </a:rPr>
                <a:t>i</a:t>
              </a:r>
              <a:endParaRPr lang="en-US" altLang="zh-CN" sz="2000" b="1" baseline="-25000" dirty="0">
                <a:solidFill>
                  <a:srgbClr val="C00000"/>
                </a:solidFill>
                <a:cs typeface="Times New Roman" panose="02020603050405020304" pitchFamily="18" charset="0"/>
              </a:endParaRPr>
            </a:p>
          </p:txBody>
        </p:sp>
      </p:grpSp>
      <p:grpSp>
        <p:nvGrpSpPr>
          <p:cNvPr id="27" name="组合 26"/>
          <p:cNvGrpSpPr/>
          <p:nvPr/>
        </p:nvGrpSpPr>
        <p:grpSpPr>
          <a:xfrm>
            <a:off x="5634185" y="2541139"/>
            <a:ext cx="584179" cy="429691"/>
            <a:chOff x="5634185" y="2541139"/>
            <a:chExt cx="584179" cy="429691"/>
          </a:xfrm>
        </p:grpSpPr>
        <p:sp>
          <p:nvSpPr>
            <p:cNvPr id="96" name="Line 27"/>
            <p:cNvSpPr>
              <a:spLocks noChangeShapeType="1"/>
            </p:cNvSpPr>
            <p:nvPr/>
          </p:nvSpPr>
          <p:spPr bwMode="auto">
            <a:xfrm>
              <a:off x="5634185" y="2580350"/>
              <a:ext cx="160020" cy="28336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sp>
          <p:nvSpPr>
            <p:cNvPr id="97" name="Line 28"/>
            <p:cNvSpPr>
              <a:spLocks noChangeShapeType="1"/>
            </p:cNvSpPr>
            <p:nvPr/>
          </p:nvSpPr>
          <p:spPr bwMode="auto">
            <a:xfrm flipV="1">
              <a:off x="5728521" y="2541139"/>
              <a:ext cx="323336" cy="199793"/>
            </a:xfrm>
            <a:prstGeom prst="line">
              <a:avLst/>
            </a:prstGeom>
            <a:noFill/>
            <a:ln w="1905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sp>
          <p:nvSpPr>
            <p:cNvPr id="98" name="Text Box 29"/>
            <p:cNvSpPr txBox="1">
              <a:spLocks noChangeArrowheads="1"/>
            </p:cNvSpPr>
            <p:nvPr/>
          </p:nvSpPr>
          <p:spPr bwMode="auto">
            <a:xfrm>
              <a:off x="5824982" y="2552959"/>
              <a:ext cx="393382" cy="4178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800">
                  <a:solidFill>
                    <a:schemeClr val="tx1"/>
                  </a:solidFill>
                  <a:latin typeface="Times New Roman" pitchFamily="18" charset="0"/>
                  <a:ea typeface="宋体" charset="-122"/>
                </a:defRPr>
              </a:lvl1pPr>
              <a:lvl2pPr marL="742950" indent="-285750" eaLnBrk="0" hangingPunct="0">
                <a:defRPr kumimoji="1" sz="2800">
                  <a:solidFill>
                    <a:schemeClr val="tx1"/>
                  </a:solidFill>
                  <a:latin typeface="Times New Roman" pitchFamily="18" charset="0"/>
                  <a:ea typeface="宋体" charset="-122"/>
                </a:defRPr>
              </a:lvl2pPr>
              <a:lvl3pPr marL="1143000" indent="-228600" eaLnBrk="0" hangingPunct="0">
                <a:defRPr kumimoji="1" sz="2800">
                  <a:solidFill>
                    <a:schemeClr val="tx1"/>
                  </a:solidFill>
                  <a:latin typeface="Times New Roman" pitchFamily="18" charset="0"/>
                  <a:ea typeface="宋体" charset="-122"/>
                </a:defRPr>
              </a:lvl3pPr>
              <a:lvl4pPr marL="1600200" indent="-228600" eaLnBrk="0" hangingPunct="0">
                <a:defRPr kumimoji="1" sz="2800">
                  <a:solidFill>
                    <a:schemeClr val="tx1"/>
                  </a:solidFill>
                  <a:latin typeface="Times New Roman" pitchFamily="18" charset="0"/>
                  <a:ea typeface="宋体" charset="-122"/>
                </a:defRPr>
              </a:lvl4pPr>
              <a:lvl5pPr marL="2057400" indent="-228600" eaLnBrk="0" hangingPunct="0">
                <a:defRPr kumimoji="1" sz="2800">
                  <a:solidFill>
                    <a:schemeClr val="tx1"/>
                  </a:solidFill>
                  <a:latin typeface="Times New Roman" pitchFamily="18" charset="0"/>
                  <a:ea typeface="宋体" charset="-122"/>
                </a:defRPr>
              </a:lvl5pPr>
              <a:lvl6pPr marL="2514600" indent="-228600" eaLnBrk="0" fontAlgn="base" hangingPunct="0">
                <a:spcBef>
                  <a:spcPct val="50000"/>
                </a:spcBef>
                <a:spcAft>
                  <a:spcPct val="0"/>
                </a:spcAft>
                <a:defRPr kumimoji="1" sz="2800">
                  <a:solidFill>
                    <a:schemeClr val="tx1"/>
                  </a:solidFill>
                  <a:latin typeface="Times New Roman" pitchFamily="18" charset="0"/>
                  <a:ea typeface="宋体" charset="-122"/>
                </a:defRPr>
              </a:lvl6pPr>
              <a:lvl7pPr marL="2971800" indent="-228600" eaLnBrk="0" fontAlgn="base" hangingPunct="0">
                <a:spcBef>
                  <a:spcPct val="50000"/>
                </a:spcBef>
                <a:spcAft>
                  <a:spcPct val="0"/>
                </a:spcAft>
                <a:defRPr kumimoji="1" sz="2800">
                  <a:solidFill>
                    <a:schemeClr val="tx1"/>
                  </a:solidFill>
                  <a:latin typeface="Times New Roman" pitchFamily="18" charset="0"/>
                  <a:ea typeface="宋体" charset="-122"/>
                </a:defRPr>
              </a:lvl7pPr>
              <a:lvl8pPr marL="3429000" indent="-228600" eaLnBrk="0" fontAlgn="base" hangingPunct="0">
                <a:spcBef>
                  <a:spcPct val="50000"/>
                </a:spcBef>
                <a:spcAft>
                  <a:spcPct val="0"/>
                </a:spcAft>
                <a:defRPr kumimoji="1" sz="2800">
                  <a:solidFill>
                    <a:schemeClr val="tx1"/>
                  </a:solidFill>
                  <a:latin typeface="Times New Roman" pitchFamily="18" charset="0"/>
                  <a:ea typeface="宋体" charset="-122"/>
                </a:defRPr>
              </a:lvl8pPr>
              <a:lvl9pPr marL="3886200" indent="-228600" eaLnBrk="0" fontAlgn="base" hangingPunct="0">
                <a:spcBef>
                  <a:spcPct val="50000"/>
                </a:spcBef>
                <a:spcAft>
                  <a:spcPct val="0"/>
                </a:spcAft>
                <a:defRPr kumimoji="1" sz="2800">
                  <a:solidFill>
                    <a:schemeClr val="tx1"/>
                  </a:solidFill>
                  <a:latin typeface="Times New Roman" pitchFamily="18" charset="0"/>
                  <a:ea typeface="宋体" charset="-122"/>
                </a:defRPr>
              </a:lvl9pPr>
            </a:lstStyle>
            <a:p>
              <a:pPr eaLnBrk="1" hangingPunct="1"/>
              <a:r>
                <a:rPr lang="en-US" altLang="zh-CN" sz="2000" b="1" i="1" dirty="0" err="1"/>
                <a:t>t</a:t>
              </a:r>
              <a:r>
                <a:rPr lang="en-US" altLang="zh-CN" sz="2000" b="1" baseline="-25000" dirty="0" err="1"/>
                <a:t>i</a:t>
              </a:r>
              <a:endParaRPr lang="en-US" altLang="zh-CN" sz="2000" b="1" baseline="-25000" dirty="0"/>
            </a:p>
          </p:txBody>
        </p:sp>
      </p:grpSp>
      <p:grpSp>
        <p:nvGrpSpPr>
          <p:cNvPr id="25" name="组合 24"/>
          <p:cNvGrpSpPr/>
          <p:nvPr/>
        </p:nvGrpSpPr>
        <p:grpSpPr>
          <a:xfrm>
            <a:off x="6569395" y="5105412"/>
            <a:ext cx="1509348" cy="537507"/>
            <a:chOff x="6569395" y="5105412"/>
            <a:chExt cx="1509348" cy="537507"/>
          </a:xfrm>
        </p:grpSpPr>
        <p:sp>
          <p:nvSpPr>
            <p:cNvPr id="91" name="Line 42"/>
            <p:cNvSpPr>
              <a:spLocks noChangeShapeType="1"/>
            </p:cNvSpPr>
            <p:nvPr/>
          </p:nvSpPr>
          <p:spPr bwMode="auto">
            <a:xfrm flipH="1">
              <a:off x="6668358" y="5105412"/>
              <a:ext cx="602034" cy="0"/>
            </a:xfrm>
            <a:prstGeom prst="line">
              <a:avLst/>
            </a:prstGeom>
            <a:noFill/>
            <a:ln w="38100">
              <a:solidFill>
                <a:srgbClr val="FF66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lstStyle/>
            <a:p>
              <a:endParaRPr lang="zh-CN" altLang="en-US" sz="2000"/>
            </a:p>
          </p:txBody>
        </p:sp>
        <p:sp>
          <p:nvSpPr>
            <p:cNvPr id="94" name="Text Box 45"/>
            <p:cNvSpPr txBox="1">
              <a:spLocks noChangeArrowheads="1"/>
            </p:cNvSpPr>
            <p:nvPr/>
          </p:nvSpPr>
          <p:spPr bwMode="auto">
            <a:xfrm>
              <a:off x="6569395" y="5196643"/>
              <a:ext cx="1509348" cy="4462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rIns="0">
              <a:spAutoFit/>
            </a:bodyPr>
            <a:lstStyle>
              <a:lvl1pPr eaLnBrk="0" hangingPunct="0">
                <a:defRPr kumimoji="1" sz="2800">
                  <a:solidFill>
                    <a:schemeClr val="tx1"/>
                  </a:solidFill>
                  <a:latin typeface="Times New Roman" pitchFamily="18" charset="0"/>
                  <a:ea typeface="宋体" charset="-122"/>
                </a:defRPr>
              </a:lvl1pPr>
              <a:lvl2pPr marL="742950" indent="-285750" eaLnBrk="0" hangingPunct="0">
                <a:defRPr kumimoji="1" sz="2800">
                  <a:solidFill>
                    <a:schemeClr val="tx1"/>
                  </a:solidFill>
                  <a:latin typeface="Times New Roman" pitchFamily="18" charset="0"/>
                  <a:ea typeface="宋体" charset="-122"/>
                </a:defRPr>
              </a:lvl2pPr>
              <a:lvl3pPr marL="1143000" indent="-228600" eaLnBrk="0" hangingPunct="0">
                <a:defRPr kumimoji="1" sz="2800">
                  <a:solidFill>
                    <a:schemeClr val="tx1"/>
                  </a:solidFill>
                  <a:latin typeface="Times New Roman" pitchFamily="18" charset="0"/>
                  <a:ea typeface="宋体" charset="-122"/>
                </a:defRPr>
              </a:lvl3pPr>
              <a:lvl4pPr marL="1600200" indent="-228600" eaLnBrk="0" hangingPunct="0">
                <a:defRPr kumimoji="1" sz="2800">
                  <a:solidFill>
                    <a:schemeClr val="tx1"/>
                  </a:solidFill>
                  <a:latin typeface="Times New Roman" pitchFamily="18" charset="0"/>
                  <a:ea typeface="宋体" charset="-122"/>
                </a:defRPr>
              </a:lvl4pPr>
              <a:lvl5pPr marL="2057400" indent="-228600" eaLnBrk="0" hangingPunct="0">
                <a:defRPr kumimoji="1" sz="2800">
                  <a:solidFill>
                    <a:schemeClr val="tx1"/>
                  </a:solidFill>
                  <a:latin typeface="Times New Roman" pitchFamily="18" charset="0"/>
                  <a:ea typeface="宋体" charset="-122"/>
                </a:defRPr>
              </a:lvl5pPr>
              <a:lvl6pPr marL="2514600" indent="-228600" eaLnBrk="0" fontAlgn="base" hangingPunct="0">
                <a:spcBef>
                  <a:spcPct val="50000"/>
                </a:spcBef>
                <a:spcAft>
                  <a:spcPct val="0"/>
                </a:spcAft>
                <a:defRPr kumimoji="1" sz="2800">
                  <a:solidFill>
                    <a:schemeClr val="tx1"/>
                  </a:solidFill>
                  <a:latin typeface="Times New Roman" pitchFamily="18" charset="0"/>
                  <a:ea typeface="宋体" charset="-122"/>
                </a:defRPr>
              </a:lvl6pPr>
              <a:lvl7pPr marL="2971800" indent="-228600" eaLnBrk="0" fontAlgn="base" hangingPunct="0">
                <a:spcBef>
                  <a:spcPct val="50000"/>
                </a:spcBef>
                <a:spcAft>
                  <a:spcPct val="0"/>
                </a:spcAft>
                <a:defRPr kumimoji="1" sz="2800">
                  <a:solidFill>
                    <a:schemeClr val="tx1"/>
                  </a:solidFill>
                  <a:latin typeface="Times New Roman" pitchFamily="18" charset="0"/>
                  <a:ea typeface="宋体" charset="-122"/>
                </a:defRPr>
              </a:lvl7pPr>
              <a:lvl8pPr marL="3429000" indent="-228600" eaLnBrk="0" fontAlgn="base" hangingPunct="0">
                <a:spcBef>
                  <a:spcPct val="50000"/>
                </a:spcBef>
                <a:spcAft>
                  <a:spcPct val="0"/>
                </a:spcAft>
                <a:defRPr kumimoji="1" sz="2800">
                  <a:solidFill>
                    <a:schemeClr val="tx1"/>
                  </a:solidFill>
                  <a:latin typeface="Times New Roman" pitchFamily="18" charset="0"/>
                  <a:ea typeface="宋体" charset="-122"/>
                </a:defRPr>
              </a:lvl8pPr>
              <a:lvl9pPr marL="3886200" indent="-228600" eaLnBrk="0" fontAlgn="base" hangingPunct="0">
                <a:spcBef>
                  <a:spcPct val="50000"/>
                </a:spcBef>
                <a:spcAft>
                  <a:spcPct val="0"/>
                </a:spcAft>
                <a:defRPr kumimoji="1" sz="2800">
                  <a:solidFill>
                    <a:schemeClr val="tx1"/>
                  </a:solidFill>
                  <a:latin typeface="Times New Roman" pitchFamily="18" charset="0"/>
                  <a:ea typeface="宋体" charset="-122"/>
                </a:defRPr>
              </a:lvl9pPr>
            </a:lstStyle>
            <a:p>
              <a:pPr eaLnBrk="1" hangingPunct="1"/>
              <a:r>
                <a:rPr lang="en-US" altLang="zh-CN" sz="2000" dirty="0">
                  <a:sym typeface="Symbol" pitchFamily="18" charset="2"/>
                </a:rPr>
                <a:t></a:t>
              </a:r>
              <a:r>
                <a:rPr lang="en-US" altLang="zh-CN" sz="2000" b="1" i="1" dirty="0"/>
                <a:t>P</a:t>
              </a:r>
              <a:r>
                <a:rPr lang="en-US" altLang="zh-CN" sz="2000" b="1" baseline="-25000" dirty="0"/>
                <a:t>i</a:t>
              </a:r>
              <a:r>
                <a:rPr lang="en-US" altLang="zh-CN" sz="2000" b="1" i="1" dirty="0"/>
                <a:t>=P</a:t>
              </a:r>
              <a:r>
                <a:rPr lang="en-US" altLang="zh-CN" sz="2000" b="1" baseline="-25000" dirty="0"/>
                <a:t>i+1</a:t>
              </a:r>
              <a:r>
                <a:rPr lang="en-US" altLang="zh-CN" sz="2000" b="1" i="1" baseline="-25000" dirty="0"/>
                <a:t> </a:t>
              </a:r>
              <a:r>
                <a:rPr lang="en-US" altLang="zh-CN" sz="2000" b="1" i="1" dirty="0"/>
                <a:t>-P</a:t>
              </a:r>
              <a:r>
                <a:rPr lang="en-US" altLang="zh-CN" sz="2000" b="1" baseline="-25000" dirty="0"/>
                <a:t>i</a:t>
              </a:r>
            </a:p>
          </p:txBody>
        </p:sp>
      </p:grpSp>
      <p:grpSp>
        <p:nvGrpSpPr>
          <p:cNvPr id="18" name="组合 17"/>
          <p:cNvGrpSpPr/>
          <p:nvPr/>
        </p:nvGrpSpPr>
        <p:grpSpPr>
          <a:xfrm>
            <a:off x="7265457" y="4661289"/>
            <a:ext cx="1644558" cy="502426"/>
            <a:chOff x="7265457" y="4661289"/>
            <a:chExt cx="1644558" cy="502426"/>
          </a:xfrm>
        </p:grpSpPr>
        <p:sp>
          <p:nvSpPr>
            <p:cNvPr id="90" name="Line 41"/>
            <p:cNvSpPr>
              <a:spLocks noChangeShapeType="1"/>
            </p:cNvSpPr>
            <p:nvPr/>
          </p:nvSpPr>
          <p:spPr bwMode="auto">
            <a:xfrm>
              <a:off x="7265457" y="4661289"/>
              <a:ext cx="0" cy="439189"/>
            </a:xfrm>
            <a:prstGeom prst="line">
              <a:avLst/>
            </a:prstGeom>
            <a:noFill/>
            <a:ln w="38100">
              <a:solidFill>
                <a:srgbClr val="0066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lstStyle/>
            <a:p>
              <a:endParaRPr lang="zh-CN" altLang="en-US" sz="2000"/>
            </a:p>
          </p:txBody>
        </p:sp>
        <p:sp>
          <p:nvSpPr>
            <p:cNvPr id="95" name="Text Box 46"/>
            <p:cNvSpPr txBox="1">
              <a:spLocks noChangeArrowheads="1"/>
            </p:cNvSpPr>
            <p:nvPr/>
          </p:nvSpPr>
          <p:spPr bwMode="auto">
            <a:xfrm>
              <a:off x="7378327" y="4717439"/>
              <a:ext cx="1531688" cy="4462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rIns="0">
              <a:spAutoFit/>
            </a:bodyPr>
            <a:lstStyle>
              <a:lvl1pPr eaLnBrk="0" hangingPunct="0">
                <a:defRPr kumimoji="1" sz="2800">
                  <a:solidFill>
                    <a:schemeClr val="tx1"/>
                  </a:solidFill>
                  <a:latin typeface="Times New Roman" pitchFamily="18" charset="0"/>
                  <a:ea typeface="宋体" charset="-122"/>
                </a:defRPr>
              </a:lvl1pPr>
              <a:lvl2pPr marL="742950" indent="-285750" eaLnBrk="0" hangingPunct="0">
                <a:defRPr kumimoji="1" sz="2800">
                  <a:solidFill>
                    <a:schemeClr val="tx1"/>
                  </a:solidFill>
                  <a:latin typeface="Times New Roman" pitchFamily="18" charset="0"/>
                  <a:ea typeface="宋体" charset="-122"/>
                </a:defRPr>
              </a:lvl2pPr>
              <a:lvl3pPr marL="1143000" indent="-228600" eaLnBrk="0" hangingPunct="0">
                <a:defRPr kumimoji="1" sz="2800">
                  <a:solidFill>
                    <a:schemeClr val="tx1"/>
                  </a:solidFill>
                  <a:latin typeface="Times New Roman" pitchFamily="18" charset="0"/>
                  <a:ea typeface="宋体" charset="-122"/>
                </a:defRPr>
              </a:lvl3pPr>
              <a:lvl4pPr marL="1600200" indent="-228600" eaLnBrk="0" hangingPunct="0">
                <a:defRPr kumimoji="1" sz="2800">
                  <a:solidFill>
                    <a:schemeClr val="tx1"/>
                  </a:solidFill>
                  <a:latin typeface="Times New Roman" pitchFamily="18" charset="0"/>
                  <a:ea typeface="宋体" charset="-122"/>
                </a:defRPr>
              </a:lvl4pPr>
              <a:lvl5pPr marL="2057400" indent="-228600" eaLnBrk="0" hangingPunct="0">
                <a:defRPr kumimoji="1" sz="2800">
                  <a:solidFill>
                    <a:schemeClr val="tx1"/>
                  </a:solidFill>
                  <a:latin typeface="Times New Roman" pitchFamily="18" charset="0"/>
                  <a:ea typeface="宋体" charset="-122"/>
                </a:defRPr>
              </a:lvl5pPr>
              <a:lvl6pPr marL="2514600" indent="-228600" eaLnBrk="0" fontAlgn="base" hangingPunct="0">
                <a:spcBef>
                  <a:spcPct val="50000"/>
                </a:spcBef>
                <a:spcAft>
                  <a:spcPct val="0"/>
                </a:spcAft>
                <a:defRPr kumimoji="1" sz="2800">
                  <a:solidFill>
                    <a:schemeClr val="tx1"/>
                  </a:solidFill>
                  <a:latin typeface="Times New Roman" pitchFamily="18" charset="0"/>
                  <a:ea typeface="宋体" charset="-122"/>
                </a:defRPr>
              </a:lvl6pPr>
              <a:lvl7pPr marL="2971800" indent="-228600" eaLnBrk="0" fontAlgn="base" hangingPunct="0">
                <a:spcBef>
                  <a:spcPct val="50000"/>
                </a:spcBef>
                <a:spcAft>
                  <a:spcPct val="0"/>
                </a:spcAft>
                <a:defRPr kumimoji="1" sz="2800">
                  <a:solidFill>
                    <a:schemeClr val="tx1"/>
                  </a:solidFill>
                  <a:latin typeface="Times New Roman" pitchFamily="18" charset="0"/>
                  <a:ea typeface="宋体" charset="-122"/>
                </a:defRPr>
              </a:lvl7pPr>
              <a:lvl8pPr marL="3429000" indent="-228600" eaLnBrk="0" fontAlgn="base" hangingPunct="0">
                <a:spcBef>
                  <a:spcPct val="50000"/>
                </a:spcBef>
                <a:spcAft>
                  <a:spcPct val="0"/>
                </a:spcAft>
                <a:defRPr kumimoji="1" sz="2800">
                  <a:solidFill>
                    <a:schemeClr val="tx1"/>
                  </a:solidFill>
                  <a:latin typeface="Times New Roman" pitchFamily="18" charset="0"/>
                  <a:ea typeface="宋体" charset="-122"/>
                </a:defRPr>
              </a:lvl8pPr>
              <a:lvl9pPr marL="3886200" indent="-228600" eaLnBrk="0" fontAlgn="base" hangingPunct="0">
                <a:spcBef>
                  <a:spcPct val="50000"/>
                </a:spcBef>
                <a:spcAft>
                  <a:spcPct val="0"/>
                </a:spcAft>
                <a:defRPr kumimoji="1" sz="2800">
                  <a:solidFill>
                    <a:schemeClr val="tx1"/>
                  </a:solidFill>
                  <a:latin typeface="Times New Roman" pitchFamily="18" charset="0"/>
                  <a:ea typeface="宋体" charset="-122"/>
                </a:defRPr>
              </a:lvl9pPr>
            </a:lstStyle>
            <a:p>
              <a:pPr eaLnBrk="1" hangingPunct="1"/>
              <a:r>
                <a:rPr lang="en-US" altLang="zh-CN" sz="2000" dirty="0">
                  <a:sym typeface="Symbol" pitchFamily="18" charset="2"/>
                </a:rPr>
                <a:t></a:t>
              </a:r>
              <a:r>
                <a:rPr lang="en-US" altLang="zh-CN" sz="2000" b="1" i="1" dirty="0"/>
                <a:t>H=H</a:t>
              </a:r>
              <a:r>
                <a:rPr lang="en-US" altLang="zh-CN" sz="2000" b="1" baseline="-25000" dirty="0"/>
                <a:t>i+1</a:t>
              </a:r>
              <a:r>
                <a:rPr lang="en-US" altLang="zh-CN" sz="2000" b="1" i="1" baseline="-25000" dirty="0"/>
                <a:t> </a:t>
              </a:r>
              <a:r>
                <a:rPr lang="en-US" altLang="zh-CN" sz="2000" b="1" i="1" dirty="0"/>
                <a:t>-H</a:t>
              </a:r>
              <a:r>
                <a:rPr lang="en-US" altLang="zh-CN" sz="2000" b="1" baseline="-25000" dirty="0"/>
                <a:t>i</a:t>
              </a:r>
            </a:p>
          </p:txBody>
        </p:sp>
      </p:grpSp>
      <p:grpSp>
        <p:nvGrpSpPr>
          <p:cNvPr id="13" name="组合 12"/>
          <p:cNvGrpSpPr/>
          <p:nvPr/>
        </p:nvGrpSpPr>
        <p:grpSpPr>
          <a:xfrm>
            <a:off x="7265457" y="3200616"/>
            <a:ext cx="539454" cy="1460673"/>
            <a:chOff x="7265457" y="3200616"/>
            <a:chExt cx="539454" cy="1460673"/>
          </a:xfrm>
        </p:grpSpPr>
        <p:sp>
          <p:nvSpPr>
            <p:cNvPr id="89" name="Line 40"/>
            <p:cNvSpPr>
              <a:spLocks noChangeShapeType="1"/>
            </p:cNvSpPr>
            <p:nvPr/>
          </p:nvSpPr>
          <p:spPr bwMode="auto">
            <a:xfrm>
              <a:off x="7265457" y="3200616"/>
              <a:ext cx="0" cy="1460673"/>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lstStyle/>
            <a:p>
              <a:endParaRPr lang="zh-CN" altLang="en-US" sz="2000"/>
            </a:p>
          </p:txBody>
        </p:sp>
        <p:sp>
          <p:nvSpPr>
            <p:cNvPr id="102" name="Text Box 49"/>
            <p:cNvSpPr txBox="1">
              <a:spLocks noChangeArrowheads="1"/>
            </p:cNvSpPr>
            <p:nvPr/>
          </p:nvSpPr>
          <p:spPr bwMode="auto">
            <a:xfrm>
              <a:off x="7382679" y="4126546"/>
              <a:ext cx="422232" cy="4178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rIns="0">
              <a:spAutoFit/>
            </a:bodyPr>
            <a:lstStyle>
              <a:lvl1pPr eaLnBrk="0" hangingPunct="0">
                <a:defRPr kumimoji="1" sz="2800">
                  <a:solidFill>
                    <a:schemeClr val="tx1"/>
                  </a:solidFill>
                  <a:latin typeface="Times New Roman" pitchFamily="18" charset="0"/>
                  <a:ea typeface="宋体" charset="-122"/>
                </a:defRPr>
              </a:lvl1pPr>
              <a:lvl2pPr marL="742950" indent="-285750" eaLnBrk="0" hangingPunct="0">
                <a:defRPr kumimoji="1" sz="2800">
                  <a:solidFill>
                    <a:schemeClr val="tx1"/>
                  </a:solidFill>
                  <a:latin typeface="Times New Roman" pitchFamily="18" charset="0"/>
                  <a:ea typeface="宋体" charset="-122"/>
                </a:defRPr>
              </a:lvl2pPr>
              <a:lvl3pPr marL="1143000" indent="-228600" eaLnBrk="0" hangingPunct="0">
                <a:defRPr kumimoji="1" sz="2800">
                  <a:solidFill>
                    <a:schemeClr val="tx1"/>
                  </a:solidFill>
                  <a:latin typeface="Times New Roman" pitchFamily="18" charset="0"/>
                  <a:ea typeface="宋体" charset="-122"/>
                </a:defRPr>
              </a:lvl3pPr>
              <a:lvl4pPr marL="1600200" indent="-228600" eaLnBrk="0" hangingPunct="0">
                <a:defRPr kumimoji="1" sz="2800">
                  <a:solidFill>
                    <a:schemeClr val="tx1"/>
                  </a:solidFill>
                  <a:latin typeface="Times New Roman" pitchFamily="18" charset="0"/>
                  <a:ea typeface="宋体" charset="-122"/>
                </a:defRPr>
              </a:lvl4pPr>
              <a:lvl5pPr marL="2057400" indent="-228600" eaLnBrk="0" hangingPunct="0">
                <a:defRPr kumimoji="1" sz="2800">
                  <a:solidFill>
                    <a:schemeClr val="tx1"/>
                  </a:solidFill>
                  <a:latin typeface="Times New Roman" pitchFamily="18" charset="0"/>
                  <a:ea typeface="宋体" charset="-122"/>
                </a:defRPr>
              </a:lvl5pPr>
              <a:lvl6pPr marL="2514600" indent="-228600" eaLnBrk="0" fontAlgn="base" hangingPunct="0">
                <a:spcBef>
                  <a:spcPct val="50000"/>
                </a:spcBef>
                <a:spcAft>
                  <a:spcPct val="0"/>
                </a:spcAft>
                <a:defRPr kumimoji="1" sz="2800">
                  <a:solidFill>
                    <a:schemeClr val="tx1"/>
                  </a:solidFill>
                  <a:latin typeface="Times New Roman" pitchFamily="18" charset="0"/>
                  <a:ea typeface="宋体" charset="-122"/>
                </a:defRPr>
              </a:lvl6pPr>
              <a:lvl7pPr marL="2971800" indent="-228600" eaLnBrk="0" fontAlgn="base" hangingPunct="0">
                <a:spcBef>
                  <a:spcPct val="50000"/>
                </a:spcBef>
                <a:spcAft>
                  <a:spcPct val="0"/>
                </a:spcAft>
                <a:defRPr kumimoji="1" sz="2800">
                  <a:solidFill>
                    <a:schemeClr val="tx1"/>
                  </a:solidFill>
                  <a:latin typeface="Times New Roman" pitchFamily="18" charset="0"/>
                  <a:ea typeface="宋体" charset="-122"/>
                </a:defRPr>
              </a:lvl7pPr>
              <a:lvl8pPr marL="3429000" indent="-228600" eaLnBrk="0" fontAlgn="base" hangingPunct="0">
                <a:spcBef>
                  <a:spcPct val="50000"/>
                </a:spcBef>
                <a:spcAft>
                  <a:spcPct val="0"/>
                </a:spcAft>
                <a:defRPr kumimoji="1" sz="2800">
                  <a:solidFill>
                    <a:schemeClr val="tx1"/>
                  </a:solidFill>
                  <a:latin typeface="Times New Roman" pitchFamily="18" charset="0"/>
                  <a:ea typeface="宋体" charset="-122"/>
                </a:defRPr>
              </a:lvl8pPr>
              <a:lvl9pPr marL="3886200" indent="-228600" eaLnBrk="0" fontAlgn="base" hangingPunct="0">
                <a:spcBef>
                  <a:spcPct val="50000"/>
                </a:spcBef>
                <a:spcAft>
                  <a:spcPct val="0"/>
                </a:spcAft>
                <a:defRPr kumimoji="1" sz="2800">
                  <a:solidFill>
                    <a:schemeClr val="tx1"/>
                  </a:solidFill>
                  <a:latin typeface="Times New Roman" pitchFamily="18" charset="0"/>
                  <a:ea typeface="宋体" charset="-122"/>
                </a:defRPr>
              </a:lvl9pPr>
            </a:lstStyle>
            <a:p>
              <a:pPr eaLnBrk="1" hangingPunct="1"/>
              <a:r>
                <a:rPr lang="en-US" altLang="zh-CN" sz="2000" b="1" i="1" dirty="0"/>
                <a:t>W</a:t>
              </a:r>
              <a:r>
                <a:rPr lang="en-US" altLang="zh-CN" sz="2000" b="1" baseline="-25000" dirty="0"/>
                <a:t>i</a:t>
              </a:r>
            </a:p>
          </p:txBody>
        </p:sp>
      </p:grpSp>
      <p:grpSp>
        <p:nvGrpSpPr>
          <p:cNvPr id="28" name="组合 27"/>
          <p:cNvGrpSpPr/>
          <p:nvPr/>
        </p:nvGrpSpPr>
        <p:grpSpPr>
          <a:xfrm>
            <a:off x="5759595" y="3615213"/>
            <a:ext cx="908763" cy="1490199"/>
            <a:chOff x="5759595" y="3615213"/>
            <a:chExt cx="908763" cy="1490199"/>
          </a:xfrm>
        </p:grpSpPr>
        <p:sp>
          <p:nvSpPr>
            <p:cNvPr id="92" name="Line 43"/>
            <p:cNvSpPr>
              <a:spLocks noChangeShapeType="1"/>
            </p:cNvSpPr>
            <p:nvPr/>
          </p:nvSpPr>
          <p:spPr bwMode="auto">
            <a:xfrm flipH="1" flipV="1">
              <a:off x="6130475" y="3639804"/>
              <a:ext cx="537883" cy="1465608"/>
            </a:xfrm>
            <a:prstGeom prst="line">
              <a:avLst/>
            </a:prstGeom>
            <a:noFill/>
            <a:ln w="38100">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lstStyle/>
            <a:p>
              <a:endParaRPr lang="zh-CN" altLang="en-US" sz="2000"/>
            </a:p>
          </p:txBody>
        </p:sp>
        <p:sp>
          <p:nvSpPr>
            <p:cNvPr id="103" name="Text Box 50"/>
            <p:cNvSpPr txBox="1">
              <a:spLocks noChangeArrowheads="1"/>
            </p:cNvSpPr>
            <p:nvPr/>
          </p:nvSpPr>
          <p:spPr bwMode="auto">
            <a:xfrm>
              <a:off x="5759595" y="3615213"/>
              <a:ext cx="369970" cy="4178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rIns="0">
              <a:spAutoFit/>
            </a:bodyPr>
            <a:lstStyle>
              <a:lvl1pPr eaLnBrk="0" hangingPunct="0">
                <a:defRPr kumimoji="1" sz="2800">
                  <a:solidFill>
                    <a:schemeClr val="tx1"/>
                  </a:solidFill>
                  <a:latin typeface="Times New Roman" pitchFamily="18" charset="0"/>
                  <a:ea typeface="宋体" charset="-122"/>
                </a:defRPr>
              </a:lvl1pPr>
              <a:lvl2pPr marL="742950" indent="-285750" eaLnBrk="0" hangingPunct="0">
                <a:defRPr kumimoji="1" sz="2800">
                  <a:solidFill>
                    <a:schemeClr val="tx1"/>
                  </a:solidFill>
                  <a:latin typeface="Times New Roman" pitchFamily="18" charset="0"/>
                  <a:ea typeface="宋体" charset="-122"/>
                </a:defRPr>
              </a:lvl2pPr>
              <a:lvl3pPr marL="1143000" indent="-228600" eaLnBrk="0" hangingPunct="0">
                <a:defRPr kumimoji="1" sz="2800">
                  <a:solidFill>
                    <a:schemeClr val="tx1"/>
                  </a:solidFill>
                  <a:latin typeface="Times New Roman" pitchFamily="18" charset="0"/>
                  <a:ea typeface="宋体" charset="-122"/>
                </a:defRPr>
              </a:lvl3pPr>
              <a:lvl4pPr marL="1600200" indent="-228600" eaLnBrk="0" hangingPunct="0">
                <a:defRPr kumimoji="1" sz="2800">
                  <a:solidFill>
                    <a:schemeClr val="tx1"/>
                  </a:solidFill>
                  <a:latin typeface="Times New Roman" pitchFamily="18" charset="0"/>
                  <a:ea typeface="宋体" charset="-122"/>
                </a:defRPr>
              </a:lvl4pPr>
              <a:lvl5pPr marL="2057400" indent="-228600" eaLnBrk="0" hangingPunct="0">
                <a:defRPr kumimoji="1" sz="2800">
                  <a:solidFill>
                    <a:schemeClr val="tx1"/>
                  </a:solidFill>
                  <a:latin typeface="Times New Roman" pitchFamily="18" charset="0"/>
                  <a:ea typeface="宋体" charset="-122"/>
                </a:defRPr>
              </a:lvl5pPr>
              <a:lvl6pPr marL="2514600" indent="-228600" eaLnBrk="0" fontAlgn="base" hangingPunct="0">
                <a:spcBef>
                  <a:spcPct val="50000"/>
                </a:spcBef>
                <a:spcAft>
                  <a:spcPct val="0"/>
                </a:spcAft>
                <a:defRPr kumimoji="1" sz="2800">
                  <a:solidFill>
                    <a:schemeClr val="tx1"/>
                  </a:solidFill>
                  <a:latin typeface="Times New Roman" pitchFamily="18" charset="0"/>
                  <a:ea typeface="宋体" charset="-122"/>
                </a:defRPr>
              </a:lvl6pPr>
              <a:lvl7pPr marL="2971800" indent="-228600" eaLnBrk="0" fontAlgn="base" hangingPunct="0">
                <a:spcBef>
                  <a:spcPct val="50000"/>
                </a:spcBef>
                <a:spcAft>
                  <a:spcPct val="0"/>
                </a:spcAft>
                <a:defRPr kumimoji="1" sz="2800">
                  <a:solidFill>
                    <a:schemeClr val="tx1"/>
                  </a:solidFill>
                  <a:latin typeface="Times New Roman" pitchFamily="18" charset="0"/>
                  <a:ea typeface="宋体" charset="-122"/>
                </a:defRPr>
              </a:lvl7pPr>
              <a:lvl8pPr marL="3429000" indent="-228600" eaLnBrk="0" fontAlgn="base" hangingPunct="0">
                <a:spcBef>
                  <a:spcPct val="50000"/>
                </a:spcBef>
                <a:spcAft>
                  <a:spcPct val="0"/>
                </a:spcAft>
                <a:defRPr kumimoji="1" sz="2800">
                  <a:solidFill>
                    <a:schemeClr val="tx1"/>
                  </a:solidFill>
                  <a:latin typeface="Times New Roman" pitchFamily="18" charset="0"/>
                  <a:ea typeface="宋体" charset="-122"/>
                </a:defRPr>
              </a:lvl8pPr>
              <a:lvl9pPr marL="3886200" indent="-228600" eaLnBrk="0" fontAlgn="base" hangingPunct="0">
                <a:spcBef>
                  <a:spcPct val="50000"/>
                </a:spcBef>
                <a:spcAft>
                  <a:spcPct val="0"/>
                </a:spcAft>
                <a:defRPr kumimoji="1" sz="2800">
                  <a:solidFill>
                    <a:schemeClr val="tx1"/>
                  </a:solidFill>
                  <a:latin typeface="Times New Roman" pitchFamily="18" charset="0"/>
                  <a:ea typeface="宋体" charset="-122"/>
                </a:defRPr>
              </a:lvl9pPr>
            </a:lstStyle>
            <a:p>
              <a:pPr eaLnBrk="1" hangingPunct="1"/>
              <a:r>
                <a:rPr lang="en-US" altLang="zh-CN" sz="2000" b="1" i="1" dirty="0"/>
                <a:t>N</a:t>
              </a:r>
              <a:r>
                <a:rPr lang="en-US" altLang="zh-CN" sz="2000" b="1" baseline="-25000" dirty="0"/>
                <a:t>i</a:t>
              </a:r>
            </a:p>
          </p:txBody>
        </p:sp>
      </p:grpSp>
      <p:grpSp>
        <p:nvGrpSpPr>
          <p:cNvPr id="34" name="组合 33"/>
          <p:cNvGrpSpPr/>
          <p:nvPr/>
        </p:nvGrpSpPr>
        <p:grpSpPr>
          <a:xfrm>
            <a:off x="6142365" y="3279595"/>
            <a:ext cx="963122" cy="412998"/>
            <a:chOff x="6142365" y="3279595"/>
            <a:chExt cx="963122" cy="412998"/>
          </a:xfrm>
        </p:grpSpPr>
        <p:sp>
          <p:nvSpPr>
            <p:cNvPr id="105" name="Text Box 52"/>
            <p:cNvSpPr txBox="1">
              <a:spLocks noChangeArrowheads="1"/>
            </p:cNvSpPr>
            <p:nvPr/>
          </p:nvSpPr>
          <p:spPr bwMode="auto">
            <a:xfrm>
              <a:off x="6756752" y="3279595"/>
              <a:ext cx="348735" cy="412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rIns="0">
              <a:spAutoFit/>
            </a:bodyPr>
            <a:lstStyle>
              <a:lvl1pPr eaLnBrk="0" hangingPunct="0">
                <a:defRPr kumimoji="1" sz="2800">
                  <a:solidFill>
                    <a:schemeClr val="tx1"/>
                  </a:solidFill>
                  <a:latin typeface="Times New Roman" pitchFamily="18" charset="0"/>
                  <a:ea typeface="宋体" charset="-122"/>
                </a:defRPr>
              </a:lvl1pPr>
              <a:lvl2pPr marL="742950" indent="-285750" eaLnBrk="0" hangingPunct="0">
                <a:defRPr kumimoji="1" sz="2800">
                  <a:solidFill>
                    <a:schemeClr val="tx1"/>
                  </a:solidFill>
                  <a:latin typeface="Times New Roman" pitchFamily="18" charset="0"/>
                  <a:ea typeface="宋体" charset="-122"/>
                </a:defRPr>
              </a:lvl2pPr>
              <a:lvl3pPr marL="1143000" indent="-228600" eaLnBrk="0" hangingPunct="0">
                <a:defRPr kumimoji="1" sz="2800">
                  <a:solidFill>
                    <a:schemeClr val="tx1"/>
                  </a:solidFill>
                  <a:latin typeface="Times New Roman" pitchFamily="18" charset="0"/>
                  <a:ea typeface="宋体" charset="-122"/>
                </a:defRPr>
              </a:lvl3pPr>
              <a:lvl4pPr marL="1600200" indent="-228600" eaLnBrk="0" hangingPunct="0">
                <a:defRPr kumimoji="1" sz="2800">
                  <a:solidFill>
                    <a:schemeClr val="tx1"/>
                  </a:solidFill>
                  <a:latin typeface="Times New Roman" pitchFamily="18" charset="0"/>
                  <a:ea typeface="宋体" charset="-122"/>
                </a:defRPr>
              </a:lvl4pPr>
              <a:lvl5pPr marL="2057400" indent="-228600" eaLnBrk="0" hangingPunct="0">
                <a:defRPr kumimoji="1" sz="2800">
                  <a:solidFill>
                    <a:schemeClr val="tx1"/>
                  </a:solidFill>
                  <a:latin typeface="Times New Roman" pitchFamily="18" charset="0"/>
                  <a:ea typeface="宋体" charset="-122"/>
                </a:defRPr>
              </a:lvl5pPr>
              <a:lvl6pPr marL="2514600" indent="-228600" eaLnBrk="0" fontAlgn="base" hangingPunct="0">
                <a:spcBef>
                  <a:spcPct val="50000"/>
                </a:spcBef>
                <a:spcAft>
                  <a:spcPct val="0"/>
                </a:spcAft>
                <a:defRPr kumimoji="1" sz="2800">
                  <a:solidFill>
                    <a:schemeClr val="tx1"/>
                  </a:solidFill>
                  <a:latin typeface="Times New Roman" pitchFamily="18" charset="0"/>
                  <a:ea typeface="宋体" charset="-122"/>
                </a:defRPr>
              </a:lvl6pPr>
              <a:lvl7pPr marL="2971800" indent="-228600" eaLnBrk="0" fontAlgn="base" hangingPunct="0">
                <a:spcBef>
                  <a:spcPct val="50000"/>
                </a:spcBef>
                <a:spcAft>
                  <a:spcPct val="0"/>
                </a:spcAft>
                <a:defRPr kumimoji="1" sz="2800">
                  <a:solidFill>
                    <a:schemeClr val="tx1"/>
                  </a:solidFill>
                  <a:latin typeface="Times New Roman" pitchFamily="18" charset="0"/>
                  <a:ea typeface="宋体" charset="-122"/>
                </a:defRPr>
              </a:lvl7pPr>
              <a:lvl8pPr marL="3429000" indent="-228600" eaLnBrk="0" fontAlgn="base" hangingPunct="0">
                <a:spcBef>
                  <a:spcPct val="50000"/>
                </a:spcBef>
                <a:spcAft>
                  <a:spcPct val="0"/>
                </a:spcAft>
                <a:defRPr kumimoji="1" sz="2800">
                  <a:solidFill>
                    <a:schemeClr val="tx1"/>
                  </a:solidFill>
                  <a:latin typeface="Times New Roman" pitchFamily="18" charset="0"/>
                  <a:ea typeface="宋体" charset="-122"/>
                </a:defRPr>
              </a:lvl8pPr>
              <a:lvl9pPr marL="3886200" indent="-228600" eaLnBrk="0" fontAlgn="base" hangingPunct="0">
                <a:spcBef>
                  <a:spcPct val="50000"/>
                </a:spcBef>
                <a:spcAft>
                  <a:spcPct val="0"/>
                </a:spcAft>
                <a:defRPr kumimoji="1" sz="2800">
                  <a:solidFill>
                    <a:schemeClr val="tx1"/>
                  </a:solidFill>
                  <a:latin typeface="Times New Roman" pitchFamily="18" charset="0"/>
                  <a:ea typeface="宋体" charset="-122"/>
                </a:defRPr>
              </a:lvl9pPr>
            </a:lstStyle>
            <a:p>
              <a:pPr eaLnBrk="1" hangingPunct="1"/>
              <a:r>
                <a:rPr lang="en-US" altLang="zh-CN" sz="2000" b="1" i="1" dirty="0" smtClean="0">
                  <a:sym typeface="Symbol" pitchFamily="18" charset="2"/>
                </a:rPr>
                <a:t> </a:t>
              </a:r>
              <a:r>
                <a:rPr lang="en-US" altLang="zh-CN" sz="2000" b="1" baseline="-25000" dirty="0" err="1" smtClean="0">
                  <a:sym typeface="Symbol" pitchFamily="18" charset="2"/>
                </a:rPr>
                <a:t>i</a:t>
              </a:r>
              <a:endParaRPr lang="en-US" altLang="zh-CN" sz="2000" b="1" baseline="-25000" dirty="0">
                <a:sym typeface="Symbol" pitchFamily="18" charset="2"/>
              </a:endParaRPr>
            </a:p>
          </p:txBody>
        </p:sp>
        <p:grpSp>
          <p:nvGrpSpPr>
            <p:cNvPr id="32" name="组合 31"/>
            <p:cNvGrpSpPr/>
            <p:nvPr/>
          </p:nvGrpSpPr>
          <p:grpSpPr>
            <a:xfrm>
              <a:off x="6142365" y="3461712"/>
              <a:ext cx="816603" cy="199521"/>
              <a:chOff x="6142365" y="3461712"/>
              <a:chExt cx="816603" cy="199521"/>
            </a:xfrm>
          </p:grpSpPr>
          <p:cxnSp>
            <p:nvCxnSpPr>
              <p:cNvPr id="7" name="直接连接符 6"/>
              <p:cNvCxnSpPr/>
              <p:nvPr/>
            </p:nvCxnSpPr>
            <p:spPr bwMode="auto">
              <a:xfrm>
                <a:off x="6142365" y="3661233"/>
                <a:ext cx="816603" cy="0"/>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9" name="Arc 52"/>
              <p:cNvSpPr>
                <a:spLocks/>
              </p:cNvSpPr>
              <p:nvPr/>
            </p:nvSpPr>
            <p:spPr bwMode="auto">
              <a:xfrm rot="1989303">
                <a:off x="6614362" y="3461712"/>
                <a:ext cx="146763" cy="180855"/>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9525">
                <a:solidFill>
                  <a:schemeClr val="tx1"/>
                </a:solidFill>
                <a:round/>
                <a:headEnd type="triangle" w="med" len="me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grpSp>
      <p:grpSp>
        <p:nvGrpSpPr>
          <p:cNvPr id="29" name="组合 28"/>
          <p:cNvGrpSpPr/>
          <p:nvPr/>
        </p:nvGrpSpPr>
        <p:grpSpPr>
          <a:xfrm>
            <a:off x="6452679" y="4011929"/>
            <a:ext cx="329685" cy="1086917"/>
            <a:chOff x="6452679" y="4011929"/>
            <a:chExt cx="329685" cy="1086917"/>
          </a:xfrm>
        </p:grpSpPr>
        <p:sp>
          <p:nvSpPr>
            <p:cNvPr id="106" name="Text Box 53"/>
            <p:cNvSpPr txBox="1">
              <a:spLocks noChangeArrowheads="1"/>
            </p:cNvSpPr>
            <p:nvPr/>
          </p:nvSpPr>
          <p:spPr bwMode="auto">
            <a:xfrm>
              <a:off x="6452679" y="4011929"/>
              <a:ext cx="329685" cy="412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rIns="0">
              <a:spAutoFit/>
            </a:bodyPr>
            <a:lstStyle>
              <a:lvl1pPr eaLnBrk="0" hangingPunct="0">
                <a:defRPr kumimoji="1" sz="2800">
                  <a:solidFill>
                    <a:schemeClr val="tx1"/>
                  </a:solidFill>
                  <a:latin typeface="Times New Roman" pitchFamily="18" charset="0"/>
                  <a:ea typeface="宋体" charset="-122"/>
                </a:defRPr>
              </a:lvl1pPr>
              <a:lvl2pPr marL="742950" indent="-285750" eaLnBrk="0" hangingPunct="0">
                <a:defRPr kumimoji="1" sz="2800">
                  <a:solidFill>
                    <a:schemeClr val="tx1"/>
                  </a:solidFill>
                  <a:latin typeface="Times New Roman" pitchFamily="18" charset="0"/>
                  <a:ea typeface="宋体" charset="-122"/>
                </a:defRPr>
              </a:lvl2pPr>
              <a:lvl3pPr marL="1143000" indent="-228600" eaLnBrk="0" hangingPunct="0">
                <a:defRPr kumimoji="1" sz="2800">
                  <a:solidFill>
                    <a:schemeClr val="tx1"/>
                  </a:solidFill>
                  <a:latin typeface="Times New Roman" pitchFamily="18" charset="0"/>
                  <a:ea typeface="宋体" charset="-122"/>
                </a:defRPr>
              </a:lvl3pPr>
              <a:lvl4pPr marL="1600200" indent="-228600" eaLnBrk="0" hangingPunct="0">
                <a:defRPr kumimoji="1" sz="2800">
                  <a:solidFill>
                    <a:schemeClr val="tx1"/>
                  </a:solidFill>
                  <a:latin typeface="Times New Roman" pitchFamily="18" charset="0"/>
                  <a:ea typeface="宋体" charset="-122"/>
                </a:defRPr>
              </a:lvl4pPr>
              <a:lvl5pPr marL="2057400" indent="-228600" eaLnBrk="0" hangingPunct="0">
                <a:defRPr kumimoji="1" sz="2800">
                  <a:solidFill>
                    <a:schemeClr val="tx1"/>
                  </a:solidFill>
                  <a:latin typeface="Times New Roman" pitchFamily="18" charset="0"/>
                  <a:ea typeface="宋体" charset="-122"/>
                </a:defRPr>
              </a:lvl5pPr>
              <a:lvl6pPr marL="2514600" indent="-228600" eaLnBrk="0" fontAlgn="base" hangingPunct="0">
                <a:spcBef>
                  <a:spcPct val="50000"/>
                </a:spcBef>
                <a:spcAft>
                  <a:spcPct val="0"/>
                </a:spcAft>
                <a:defRPr kumimoji="1" sz="2800">
                  <a:solidFill>
                    <a:schemeClr val="tx1"/>
                  </a:solidFill>
                  <a:latin typeface="Times New Roman" pitchFamily="18" charset="0"/>
                  <a:ea typeface="宋体" charset="-122"/>
                </a:defRPr>
              </a:lvl6pPr>
              <a:lvl7pPr marL="2971800" indent="-228600" eaLnBrk="0" fontAlgn="base" hangingPunct="0">
                <a:spcBef>
                  <a:spcPct val="50000"/>
                </a:spcBef>
                <a:spcAft>
                  <a:spcPct val="0"/>
                </a:spcAft>
                <a:defRPr kumimoji="1" sz="2800">
                  <a:solidFill>
                    <a:schemeClr val="tx1"/>
                  </a:solidFill>
                  <a:latin typeface="Times New Roman" pitchFamily="18" charset="0"/>
                  <a:ea typeface="宋体" charset="-122"/>
                </a:defRPr>
              </a:lvl7pPr>
              <a:lvl8pPr marL="3429000" indent="-228600" eaLnBrk="0" fontAlgn="base" hangingPunct="0">
                <a:spcBef>
                  <a:spcPct val="50000"/>
                </a:spcBef>
                <a:spcAft>
                  <a:spcPct val="0"/>
                </a:spcAft>
                <a:defRPr kumimoji="1" sz="2800">
                  <a:solidFill>
                    <a:schemeClr val="tx1"/>
                  </a:solidFill>
                  <a:latin typeface="Times New Roman" pitchFamily="18" charset="0"/>
                  <a:ea typeface="宋体" charset="-122"/>
                </a:defRPr>
              </a:lvl8pPr>
              <a:lvl9pPr marL="3886200" indent="-228600" eaLnBrk="0" fontAlgn="base" hangingPunct="0">
                <a:spcBef>
                  <a:spcPct val="50000"/>
                </a:spcBef>
                <a:spcAft>
                  <a:spcPct val="0"/>
                </a:spcAft>
                <a:defRPr kumimoji="1" sz="2800">
                  <a:solidFill>
                    <a:schemeClr val="tx1"/>
                  </a:solidFill>
                  <a:latin typeface="Times New Roman" pitchFamily="18" charset="0"/>
                  <a:ea typeface="宋体" charset="-122"/>
                </a:defRPr>
              </a:lvl9pPr>
            </a:lstStyle>
            <a:p>
              <a:pPr eaLnBrk="1" hangingPunct="1"/>
              <a:r>
                <a:rPr lang="en-US" altLang="zh-CN" sz="2000" b="1" i="1" dirty="0" smtClean="0">
                  <a:sym typeface="Symbol" pitchFamily="18" charset="2"/>
                </a:rPr>
                <a:t> </a:t>
              </a:r>
              <a:r>
                <a:rPr lang="en-US" altLang="zh-CN" sz="2000" b="1" baseline="-25000" dirty="0" err="1" smtClean="0">
                  <a:sym typeface="Symbol" pitchFamily="18" charset="2"/>
                </a:rPr>
                <a:t>i</a:t>
              </a:r>
              <a:endParaRPr lang="en-US" altLang="zh-CN" sz="2000" b="1" baseline="-25000" dirty="0">
                <a:sym typeface="Symbol" pitchFamily="18" charset="2"/>
              </a:endParaRPr>
            </a:p>
          </p:txBody>
        </p:sp>
        <p:cxnSp>
          <p:nvCxnSpPr>
            <p:cNvPr id="9" name="直接连接符 8"/>
            <p:cNvCxnSpPr/>
            <p:nvPr/>
          </p:nvCxnSpPr>
          <p:spPr bwMode="auto">
            <a:xfrm>
              <a:off x="6685137" y="4360480"/>
              <a:ext cx="0" cy="738366"/>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0" name="Arc 52"/>
            <p:cNvSpPr>
              <a:spLocks/>
            </p:cNvSpPr>
            <p:nvPr/>
          </p:nvSpPr>
          <p:spPr bwMode="auto">
            <a:xfrm rot="18125202">
              <a:off x="6502602" y="4429452"/>
              <a:ext cx="146763" cy="180855"/>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9525">
              <a:solidFill>
                <a:schemeClr val="tx1"/>
              </a:solidFill>
              <a:round/>
              <a:headEnd type="triangle" w="med" len="me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grpSp>
        <p:nvGrpSpPr>
          <p:cNvPr id="31" name="组合 30"/>
          <p:cNvGrpSpPr/>
          <p:nvPr/>
        </p:nvGrpSpPr>
        <p:grpSpPr>
          <a:xfrm>
            <a:off x="6130475" y="2951432"/>
            <a:ext cx="1134982" cy="683438"/>
            <a:chOff x="6130475" y="2951432"/>
            <a:chExt cx="1134982" cy="683438"/>
          </a:xfrm>
        </p:grpSpPr>
        <p:sp>
          <p:nvSpPr>
            <p:cNvPr id="93" name="Line 44"/>
            <p:cNvSpPr>
              <a:spLocks noChangeShapeType="1"/>
            </p:cNvSpPr>
            <p:nvPr/>
          </p:nvSpPr>
          <p:spPr bwMode="auto">
            <a:xfrm flipV="1">
              <a:off x="6130475" y="3210485"/>
              <a:ext cx="1134982" cy="424385"/>
            </a:xfrm>
            <a:prstGeom prst="line">
              <a:avLst/>
            </a:prstGeom>
            <a:noFill/>
            <a:ln w="38100">
              <a:solidFill>
                <a:srgbClr val="CC0099"/>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lstStyle/>
            <a:p>
              <a:endParaRPr lang="zh-CN" altLang="en-US" sz="2000"/>
            </a:p>
          </p:txBody>
        </p:sp>
        <p:sp>
          <p:nvSpPr>
            <p:cNvPr id="111" name="Text Box 25"/>
            <p:cNvSpPr txBox="1">
              <a:spLocks noChangeArrowheads="1"/>
            </p:cNvSpPr>
            <p:nvPr/>
          </p:nvSpPr>
          <p:spPr bwMode="auto">
            <a:xfrm>
              <a:off x="6673415" y="2951432"/>
              <a:ext cx="542197" cy="325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tIns="0" bIns="0">
              <a:spAutoFit/>
            </a:bodyPr>
            <a:lstStyle>
              <a:lvl1pPr eaLnBrk="0" hangingPunct="0">
                <a:defRPr kumimoji="1" sz="2800">
                  <a:solidFill>
                    <a:schemeClr val="tx1"/>
                  </a:solidFill>
                  <a:latin typeface="Times New Roman" pitchFamily="18" charset="0"/>
                  <a:ea typeface="宋体" charset="-122"/>
                </a:defRPr>
              </a:lvl1pPr>
              <a:lvl2pPr marL="742950" indent="-285750" eaLnBrk="0" hangingPunct="0">
                <a:defRPr kumimoji="1" sz="2800">
                  <a:solidFill>
                    <a:schemeClr val="tx1"/>
                  </a:solidFill>
                  <a:latin typeface="Times New Roman" pitchFamily="18" charset="0"/>
                  <a:ea typeface="宋体" charset="-122"/>
                </a:defRPr>
              </a:lvl2pPr>
              <a:lvl3pPr marL="1143000" indent="-228600" eaLnBrk="0" hangingPunct="0">
                <a:defRPr kumimoji="1" sz="2800">
                  <a:solidFill>
                    <a:schemeClr val="tx1"/>
                  </a:solidFill>
                  <a:latin typeface="Times New Roman" pitchFamily="18" charset="0"/>
                  <a:ea typeface="宋体" charset="-122"/>
                </a:defRPr>
              </a:lvl3pPr>
              <a:lvl4pPr marL="1600200" indent="-228600" eaLnBrk="0" hangingPunct="0">
                <a:defRPr kumimoji="1" sz="2800">
                  <a:solidFill>
                    <a:schemeClr val="tx1"/>
                  </a:solidFill>
                  <a:latin typeface="Times New Roman" pitchFamily="18" charset="0"/>
                  <a:ea typeface="宋体" charset="-122"/>
                </a:defRPr>
              </a:lvl4pPr>
              <a:lvl5pPr marL="2057400" indent="-228600" eaLnBrk="0" hangingPunct="0">
                <a:defRPr kumimoji="1" sz="2800">
                  <a:solidFill>
                    <a:schemeClr val="tx1"/>
                  </a:solidFill>
                  <a:latin typeface="Times New Roman" pitchFamily="18" charset="0"/>
                  <a:ea typeface="宋体" charset="-122"/>
                </a:defRPr>
              </a:lvl5pPr>
              <a:lvl6pPr marL="2514600" indent="-228600" eaLnBrk="0" fontAlgn="base" hangingPunct="0">
                <a:spcBef>
                  <a:spcPct val="50000"/>
                </a:spcBef>
                <a:spcAft>
                  <a:spcPct val="0"/>
                </a:spcAft>
                <a:defRPr kumimoji="1" sz="2800">
                  <a:solidFill>
                    <a:schemeClr val="tx1"/>
                  </a:solidFill>
                  <a:latin typeface="Times New Roman" pitchFamily="18" charset="0"/>
                  <a:ea typeface="宋体" charset="-122"/>
                </a:defRPr>
              </a:lvl6pPr>
              <a:lvl7pPr marL="2971800" indent="-228600" eaLnBrk="0" fontAlgn="base" hangingPunct="0">
                <a:spcBef>
                  <a:spcPct val="50000"/>
                </a:spcBef>
                <a:spcAft>
                  <a:spcPct val="0"/>
                </a:spcAft>
                <a:defRPr kumimoji="1" sz="2800">
                  <a:solidFill>
                    <a:schemeClr val="tx1"/>
                  </a:solidFill>
                  <a:latin typeface="Times New Roman" pitchFamily="18" charset="0"/>
                  <a:ea typeface="宋体" charset="-122"/>
                </a:defRPr>
              </a:lvl7pPr>
              <a:lvl8pPr marL="3429000" indent="-228600" eaLnBrk="0" fontAlgn="base" hangingPunct="0">
                <a:spcBef>
                  <a:spcPct val="50000"/>
                </a:spcBef>
                <a:spcAft>
                  <a:spcPct val="0"/>
                </a:spcAft>
                <a:defRPr kumimoji="1" sz="2800">
                  <a:solidFill>
                    <a:schemeClr val="tx1"/>
                  </a:solidFill>
                  <a:latin typeface="Times New Roman" pitchFamily="18" charset="0"/>
                  <a:ea typeface="宋体" charset="-122"/>
                </a:defRPr>
              </a:lvl8pPr>
              <a:lvl9pPr marL="3886200" indent="-228600" eaLnBrk="0" fontAlgn="base" hangingPunct="0">
                <a:spcBef>
                  <a:spcPct val="50000"/>
                </a:spcBef>
                <a:spcAft>
                  <a:spcPct val="0"/>
                </a:spcAft>
                <a:defRPr kumimoji="1" sz="2800">
                  <a:solidFill>
                    <a:schemeClr val="tx1"/>
                  </a:solidFill>
                  <a:latin typeface="Times New Roman" pitchFamily="18" charset="0"/>
                  <a:ea typeface="宋体" charset="-122"/>
                </a:defRPr>
              </a:lvl9pPr>
            </a:lstStyle>
            <a:p>
              <a:pPr eaLnBrk="1" hangingPunct="1"/>
              <a:r>
                <a:rPr lang="en-US" altLang="zh-CN" sz="2000" b="1" i="1" dirty="0">
                  <a:cs typeface="Times New Roman" panose="02020603050405020304" pitchFamily="18" charset="0"/>
                </a:rPr>
                <a:t>T</a:t>
              </a:r>
              <a:r>
                <a:rPr lang="en-US" altLang="zh-CN" sz="2000" b="1" baseline="-25000" dirty="0">
                  <a:cs typeface="Times New Roman" panose="02020603050405020304" pitchFamily="18" charset="0"/>
                </a:rPr>
                <a:t>i</a:t>
              </a:r>
            </a:p>
          </p:txBody>
        </p:sp>
      </p:grpSp>
      <p:sp>
        <p:nvSpPr>
          <p:cNvPr id="112" name="矩形 111"/>
          <p:cNvSpPr/>
          <p:nvPr/>
        </p:nvSpPr>
        <p:spPr>
          <a:xfrm>
            <a:off x="7191252" y="1824837"/>
            <a:ext cx="1475084" cy="389530"/>
          </a:xfrm>
          <a:prstGeom prst="rect">
            <a:avLst/>
          </a:prstGeom>
          <a:solidFill>
            <a:schemeClr val="accent1">
              <a:lumMod val="90000"/>
            </a:schemeClr>
          </a:solidFill>
        </p:spPr>
        <p:txBody>
          <a:bodyPr wrap="none">
            <a:spAutoFit/>
          </a:bodyPr>
          <a:lstStyle/>
          <a:p>
            <a:pPr>
              <a:lnSpc>
                <a:spcPct val="110000"/>
              </a:lnSpc>
            </a:pPr>
            <a:r>
              <a:rPr kumimoji="1" lang="zh-CN" altLang="en-US" sz="2000" b="1" dirty="0" smtClean="0">
                <a:solidFill>
                  <a:srgbClr val="C00000"/>
                </a:solidFill>
                <a:latin typeface="黑体" panose="02010609060101010101" pitchFamily="49" charset="-122"/>
                <a:ea typeface="黑体" panose="02010609060101010101" pitchFamily="49" charset="-122"/>
              </a:rPr>
              <a:t>土条作用力</a:t>
            </a:r>
            <a:endParaRPr kumimoji="1" lang="zh-CN" altLang="en-US" sz="2000" b="1" dirty="0">
              <a:solidFill>
                <a:srgbClr val="C00000"/>
              </a:solidFill>
              <a:latin typeface="黑体" panose="02010609060101010101" pitchFamily="49" charset="-122"/>
              <a:ea typeface="黑体" panose="02010609060101010101" pitchFamily="49" charset="-122"/>
            </a:endParaRPr>
          </a:p>
        </p:txBody>
      </p:sp>
      <p:sp>
        <p:nvSpPr>
          <p:cNvPr id="113" name="矩形 112"/>
          <p:cNvSpPr/>
          <p:nvPr/>
        </p:nvSpPr>
        <p:spPr>
          <a:xfrm>
            <a:off x="4356011" y="4475995"/>
            <a:ext cx="1733167" cy="430887"/>
          </a:xfrm>
          <a:prstGeom prst="rect">
            <a:avLst/>
          </a:prstGeom>
          <a:solidFill>
            <a:schemeClr val="accent1">
              <a:lumMod val="90000"/>
            </a:schemeClr>
          </a:solidFill>
        </p:spPr>
        <p:txBody>
          <a:bodyPr wrap="none">
            <a:spAutoFit/>
          </a:bodyPr>
          <a:lstStyle/>
          <a:p>
            <a:pPr>
              <a:lnSpc>
                <a:spcPct val="110000"/>
              </a:lnSpc>
            </a:pPr>
            <a:r>
              <a:rPr kumimoji="1" lang="zh-CN" altLang="en-US" sz="2000" b="1" dirty="0" smtClean="0">
                <a:solidFill>
                  <a:srgbClr val="C00000"/>
                </a:solidFill>
                <a:latin typeface="黑体" panose="02010609060101010101" pitchFamily="49" charset="-122"/>
                <a:ea typeface="黑体" panose="02010609060101010101" pitchFamily="49" charset="-122"/>
              </a:rPr>
              <a:t>土条力多边形</a:t>
            </a:r>
            <a:endParaRPr kumimoji="1" lang="zh-CN" altLang="en-US" sz="2000" b="1" dirty="0">
              <a:solidFill>
                <a:srgbClr val="C00000"/>
              </a:solidFill>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1401150811"/>
      </p:ext>
    </p:extLst>
  </p:cSld>
  <p:clrMapOvr>
    <a:masterClrMapping/>
  </p:clrMapOvr>
  <p:transition spd="med">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up)">
                                      <p:cBhvr>
                                        <p:cTn id="7" dur="500"/>
                                        <p:tgtEl>
                                          <p:spTgt spid="14"/>
                                        </p:tgtEl>
                                      </p:cBhvr>
                                    </p:animEffect>
                                  </p:childTnLst>
                                </p:cTn>
                              </p:par>
                            </p:childTnLst>
                          </p:cTn>
                        </p:par>
                        <p:par>
                          <p:cTn id="8" fill="hold">
                            <p:stCondLst>
                              <p:cond delay="500"/>
                            </p:stCondLst>
                            <p:childTnLst>
                              <p:par>
                                <p:cTn id="9" presetID="22" presetClass="entr" presetSubtype="8" repeatCount="4000" fill="hold" grpId="0" nodeType="afterEffect">
                                  <p:stCondLst>
                                    <p:cond delay="0"/>
                                  </p:stCondLst>
                                  <p:childTnLst>
                                    <p:set>
                                      <p:cBhvr>
                                        <p:cTn id="10" dur="1" fill="hold">
                                          <p:stCondLst>
                                            <p:cond delay="0"/>
                                          </p:stCondLst>
                                        </p:cTn>
                                        <p:tgtEl>
                                          <p:spTgt spid="168"/>
                                        </p:tgtEl>
                                        <p:attrNameLst>
                                          <p:attrName>style.visibility</p:attrName>
                                        </p:attrNameLst>
                                      </p:cBhvr>
                                      <p:to>
                                        <p:strVal val="visible"/>
                                      </p:to>
                                    </p:set>
                                    <p:animEffect transition="in" filter="wipe(left)">
                                      <p:cBhvr>
                                        <p:cTn id="11" dur="500"/>
                                        <p:tgtEl>
                                          <p:spTgt spid="168"/>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wipe(left)">
                                      <p:cBhvr>
                                        <p:cTn id="16" dur="2000"/>
                                        <p:tgtEl>
                                          <p:spTgt spid="8"/>
                                        </p:tgtEl>
                                      </p:cBhvr>
                                    </p:animEffect>
                                  </p:childTnLst>
                                </p:cTn>
                              </p:par>
                            </p:childTnLst>
                          </p:cTn>
                        </p:par>
                        <p:par>
                          <p:cTn id="17" fill="hold">
                            <p:stCondLst>
                              <p:cond delay="2000"/>
                            </p:stCondLst>
                            <p:childTnLst>
                              <p:par>
                                <p:cTn id="18" presetID="22" presetClass="entr" presetSubtype="2" fill="hold" nodeType="afterEffect">
                                  <p:stCondLst>
                                    <p:cond delay="0"/>
                                  </p:stCondLst>
                                  <p:childTnLst>
                                    <p:set>
                                      <p:cBhvr>
                                        <p:cTn id="19" dur="1" fill="hold">
                                          <p:stCondLst>
                                            <p:cond delay="0"/>
                                          </p:stCondLst>
                                        </p:cTn>
                                        <p:tgtEl>
                                          <p:spTgt spid="3"/>
                                        </p:tgtEl>
                                        <p:attrNameLst>
                                          <p:attrName>style.visibility</p:attrName>
                                        </p:attrNameLst>
                                      </p:cBhvr>
                                      <p:to>
                                        <p:strVal val="visible"/>
                                      </p:to>
                                    </p:set>
                                    <p:animEffect transition="in" filter="wipe(right)">
                                      <p:cBhvr>
                                        <p:cTn id="20" dur="1000"/>
                                        <p:tgtEl>
                                          <p:spTgt spid="3"/>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4" fill="hold" grpId="0" nodeType="clickEffect">
                                  <p:stCondLst>
                                    <p:cond delay="0"/>
                                  </p:stCondLst>
                                  <p:childTnLst>
                                    <p:set>
                                      <p:cBhvr>
                                        <p:cTn id="24" dur="1" fill="hold">
                                          <p:stCondLst>
                                            <p:cond delay="0"/>
                                          </p:stCondLst>
                                        </p:cTn>
                                        <p:tgtEl>
                                          <p:spTgt spid="209"/>
                                        </p:tgtEl>
                                        <p:attrNameLst>
                                          <p:attrName>style.visibility</p:attrName>
                                        </p:attrNameLst>
                                      </p:cBhvr>
                                      <p:to>
                                        <p:strVal val="visible"/>
                                      </p:to>
                                    </p:set>
                                    <p:animEffect transition="in" filter="wipe(down)">
                                      <p:cBhvr>
                                        <p:cTn id="25" dur="500"/>
                                        <p:tgtEl>
                                          <p:spTgt spid="209"/>
                                        </p:tgtEl>
                                      </p:cBhvr>
                                    </p:animEffect>
                                  </p:childTnLst>
                                </p:cTn>
                              </p:par>
                            </p:childTnLst>
                          </p:cTn>
                        </p:par>
                        <p:par>
                          <p:cTn id="26" fill="hold">
                            <p:stCondLst>
                              <p:cond delay="500"/>
                            </p:stCondLst>
                            <p:childTnLst>
                              <p:par>
                                <p:cTn id="27" presetID="22" presetClass="entr" presetSubtype="1" fill="hold" nodeType="afterEffect">
                                  <p:stCondLst>
                                    <p:cond delay="0"/>
                                  </p:stCondLst>
                                  <p:childTnLst>
                                    <p:set>
                                      <p:cBhvr>
                                        <p:cTn id="28" dur="1" fill="hold">
                                          <p:stCondLst>
                                            <p:cond delay="0"/>
                                          </p:stCondLst>
                                        </p:cTn>
                                        <p:tgtEl>
                                          <p:spTgt spid="4"/>
                                        </p:tgtEl>
                                        <p:attrNameLst>
                                          <p:attrName>style.visibility</p:attrName>
                                        </p:attrNameLst>
                                      </p:cBhvr>
                                      <p:to>
                                        <p:strVal val="visible"/>
                                      </p:to>
                                    </p:set>
                                    <p:animEffect transition="in" filter="wipe(up)">
                                      <p:cBhvr>
                                        <p:cTn id="29" dur="1000"/>
                                        <p:tgtEl>
                                          <p:spTgt spid="4"/>
                                        </p:tgtEl>
                                      </p:cBhvr>
                                    </p:animEffect>
                                  </p:childTnLst>
                                </p:cTn>
                              </p:par>
                            </p:childTnLst>
                          </p:cTn>
                        </p:par>
                        <p:par>
                          <p:cTn id="30" fill="hold">
                            <p:stCondLst>
                              <p:cond delay="1500"/>
                            </p:stCondLst>
                            <p:childTnLst>
                              <p:par>
                                <p:cTn id="31" presetID="22" presetClass="entr" presetSubtype="4" fill="hold" grpId="0" nodeType="afterEffect">
                                  <p:stCondLst>
                                    <p:cond delay="0"/>
                                  </p:stCondLst>
                                  <p:childTnLst>
                                    <p:set>
                                      <p:cBhvr>
                                        <p:cTn id="32" dur="1" fill="hold">
                                          <p:stCondLst>
                                            <p:cond delay="0"/>
                                          </p:stCondLst>
                                        </p:cTn>
                                        <p:tgtEl>
                                          <p:spTgt spid="59"/>
                                        </p:tgtEl>
                                        <p:attrNameLst>
                                          <p:attrName>style.visibility</p:attrName>
                                        </p:attrNameLst>
                                      </p:cBhvr>
                                      <p:to>
                                        <p:strVal val="visible"/>
                                      </p:to>
                                    </p:set>
                                    <p:animEffect transition="in" filter="wipe(down)">
                                      <p:cBhvr>
                                        <p:cTn id="33" dur="500"/>
                                        <p:tgtEl>
                                          <p:spTgt spid="59"/>
                                        </p:tgtEl>
                                      </p:cBhvr>
                                    </p:animEffect>
                                  </p:childTnLst>
                                </p:cTn>
                              </p:par>
                            </p:childTnLst>
                          </p:cTn>
                        </p:par>
                        <p:par>
                          <p:cTn id="34" fill="hold">
                            <p:stCondLst>
                              <p:cond delay="2000"/>
                            </p:stCondLst>
                            <p:childTnLst>
                              <p:par>
                                <p:cTn id="35" presetID="16" presetClass="entr" presetSubtype="21" fill="hold" grpId="0" nodeType="afterEffect">
                                  <p:stCondLst>
                                    <p:cond delay="0"/>
                                  </p:stCondLst>
                                  <p:childTnLst>
                                    <p:set>
                                      <p:cBhvr>
                                        <p:cTn id="36" dur="1" fill="hold">
                                          <p:stCondLst>
                                            <p:cond delay="0"/>
                                          </p:stCondLst>
                                        </p:cTn>
                                        <p:tgtEl>
                                          <p:spTgt spid="112"/>
                                        </p:tgtEl>
                                        <p:attrNameLst>
                                          <p:attrName>style.visibility</p:attrName>
                                        </p:attrNameLst>
                                      </p:cBhvr>
                                      <p:to>
                                        <p:strVal val="visible"/>
                                      </p:to>
                                    </p:set>
                                    <p:animEffect transition="in" filter="barn(inVertical)">
                                      <p:cBhvr>
                                        <p:cTn id="37" dur="500"/>
                                        <p:tgtEl>
                                          <p:spTgt spid="112"/>
                                        </p:tgtEl>
                                      </p:cBhvr>
                                    </p:animEffect>
                                  </p:childTnLst>
                                </p:cTn>
                              </p:par>
                            </p:childTnLst>
                          </p:cTn>
                        </p:par>
                        <p:par>
                          <p:cTn id="38" fill="hold">
                            <p:stCondLst>
                              <p:cond delay="2500"/>
                            </p:stCondLst>
                            <p:childTnLst>
                              <p:par>
                                <p:cTn id="39" presetID="16" presetClass="entr" presetSubtype="21" fill="hold" grpId="0" nodeType="afterEffect">
                                  <p:stCondLst>
                                    <p:cond delay="0"/>
                                  </p:stCondLst>
                                  <p:childTnLst>
                                    <p:set>
                                      <p:cBhvr>
                                        <p:cTn id="40" dur="1" fill="hold">
                                          <p:stCondLst>
                                            <p:cond delay="0"/>
                                          </p:stCondLst>
                                        </p:cTn>
                                        <p:tgtEl>
                                          <p:spTgt spid="113"/>
                                        </p:tgtEl>
                                        <p:attrNameLst>
                                          <p:attrName>style.visibility</p:attrName>
                                        </p:attrNameLst>
                                      </p:cBhvr>
                                      <p:to>
                                        <p:strVal val="visible"/>
                                      </p:to>
                                    </p:set>
                                    <p:animEffect transition="in" filter="barn(inVertical)">
                                      <p:cBhvr>
                                        <p:cTn id="41" dur="500"/>
                                        <p:tgtEl>
                                          <p:spTgt spid="113"/>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1" repeatCount="3000" fill="hold" nodeType="clickEffect">
                                  <p:stCondLst>
                                    <p:cond delay="0"/>
                                  </p:stCondLst>
                                  <p:childTnLst>
                                    <p:set>
                                      <p:cBhvr>
                                        <p:cTn id="45" dur="1" fill="hold">
                                          <p:stCondLst>
                                            <p:cond delay="0"/>
                                          </p:stCondLst>
                                        </p:cTn>
                                        <p:tgtEl>
                                          <p:spTgt spid="12"/>
                                        </p:tgtEl>
                                        <p:attrNameLst>
                                          <p:attrName>style.visibility</p:attrName>
                                        </p:attrNameLst>
                                      </p:cBhvr>
                                      <p:to>
                                        <p:strVal val="visible"/>
                                      </p:to>
                                    </p:set>
                                    <p:animEffect transition="in" filter="wipe(up)">
                                      <p:cBhvr>
                                        <p:cTn id="46" dur="500"/>
                                        <p:tgtEl>
                                          <p:spTgt spid="12"/>
                                        </p:tgtEl>
                                      </p:cBhvr>
                                    </p:animEffect>
                                  </p:childTnLst>
                                </p:cTn>
                              </p:par>
                              <p:par>
                                <p:cTn id="47" presetID="22" presetClass="entr" presetSubtype="1" repeatCount="3000" fill="hold" nodeType="withEffect">
                                  <p:stCondLst>
                                    <p:cond delay="0"/>
                                  </p:stCondLst>
                                  <p:childTnLst>
                                    <p:set>
                                      <p:cBhvr>
                                        <p:cTn id="48" dur="1" fill="hold">
                                          <p:stCondLst>
                                            <p:cond delay="0"/>
                                          </p:stCondLst>
                                        </p:cTn>
                                        <p:tgtEl>
                                          <p:spTgt spid="13"/>
                                        </p:tgtEl>
                                        <p:attrNameLst>
                                          <p:attrName>style.visibility</p:attrName>
                                        </p:attrNameLst>
                                      </p:cBhvr>
                                      <p:to>
                                        <p:strVal val="visible"/>
                                      </p:to>
                                    </p:set>
                                    <p:animEffect transition="in" filter="wipe(up)">
                                      <p:cBhvr>
                                        <p:cTn id="49" dur="500"/>
                                        <p:tgtEl>
                                          <p:spTgt spid="13"/>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4" repeatCount="3000" fill="hold" nodeType="clickEffect">
                                  <p:stCondLst>
                                    <p:cond delay="0"/>
                                  </p:stCondLst>
                                  <p:childTnLst>
                                    <p:set>
                                      <p:cBhvr>
                                        <p:cTn id="53" dur="1" fill="hold">
                                          <p:stCondLst>
                                            <p:cond delay="0"/>
                                          </p:stCondLst>
                                        </p:cTn>
                                        <p:tgtEl>
                                          <p:spTgt spid="15"/>
                                        </p:tgtEl>
                                        <p:attrNameLst>
                                          <p:attrName>style.visibility</p:attrName>
                                        </p:attrNameLst>
                                      </p:cBhvr>
                                      <p:to>
                                        <p:strVal val="visible"/>
                                      </p:to>
                                    </p:set>
                                    <p:animEffect transition="in" filter="wipe(down)">
                                      <p:cBhvr>
                                        <p:cTn id="54" dur="500"/>
                                        <p:tgtEl>
                                          <p:spTgt spid="15"/>
                                        </p:tgtEl>
                                      </p:cBhvr>
                                    </p:animEffect>
                                  </p:childTnLst>
                                </p:cTn>
                              </p:par>
                              <p:par>
                                <p:cTn id="55" presetID="22" presetClass="entr" presetSubtype="4" repeatCount="3000" fill="hold" nodeType="withEffect">
                                  <p:stCondLst>
                                    <p:cond delay="0"/>
                                  </p:stCondLst>
                                  <p:childTnLst>
                                    <p:set>
                                      <p:cBhvr>
                                        <p:cTn id="56" dur="1" fill="hold">
                                          <p:stCondLst>
                                            <p:cond delay="0"/>
                                          </p:stCondLst>
                                        </p:cTn>
                                        <p:tgtEl>
                                          <p:spTgt spid="16"/>
                                        </p:tgtEl>
                                        <p:attrNameLst>
                                          <p:attrName>style.visibility</p:attrName>
                                        </p:attrNameLst>
                                      </p:cBhvr>
                                      <p:to>
                                        <p:strVal val="visible"/>
                                      </p:to>
                                    </p:set>
                                    <p:animEffect transition="in" filter="wipe(down)">
                                      <p:cBhvr>
                                        <p:cTn id="57" dur="500"/>
                                        <p:tgtEl>
                                          <p:spTgt spid="16"/>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1" repeatCount="3000" fill="hold" nodeType="clickEffect">
                                  <p:stCondLst>
                                    <p:cond delay="0"/>
                                  </p:stCondLst>
                                  <p:childTnLst>
                                    <p:set>
                                      <p:cBhvr>
                                        <p:cTn id="61" dur="1" fill="hold">
                                          <p:stCondLst>
                                            <p:cond delay="0"/>
                                          </p:stCondLst>
                                        </p:cTn>
                                        <p:tgtEl>
                                          <p:spTgt spid="18"/>
                                        </p:tgtEl>
                                        <p:attrNameLst>
                                          <p:attrName>style.visibility</p:attrName>
                                        </p:attrNameLst>
                                      </p:cBhvr>
                                      <p:to>
                                        <p:strVal val="visible"/>
                                      </p:to>
                                    </p:set>
                                    <p:animEffect transition="in" filter="wipe(up)">
                                      <p:cBhvr>
                                        <p:cTn id="62" dur="500"/>
                                        <p:tgtEl>
                                          <p:spTgt spid="18"/>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4" repeatCount="3000" fill="hold" nodeType="clickEffect">
                                  <p:stCondLst>
                                    <p:cond delay="0"/>
                                  </p:stCondLst>
                                  <p:childTnLst>
                                    <p:set>
                                      <p:cBhvr>
                                        <p:cTn id="66" dur="1" fill="hold">
                                          <p:stCondLst>
                                            <p:cond delay="0"/>
                                          </p:stCondLst>
                                        </p:cTn>
                                        <p:tgtEl>
                                          <p:spTgt spid="19"/>
                                        </p:tgtEl>
                                        <p:attrNameLst>
                                          <p:attrName>style.visibility</p:attrName>
                                        </p:attrNameLst>
                                      </p:cBhvr>
                                      <p:to>
                                        <p:strVal val="visible"/>
                                      </p:to>
                                    </p:set>
                                    <p:animEffect transition="in" filter="wipe(down)">
                                      <p:cBhvr>
                                        <p:cTn id="67" dur="500"/>
                                        <p:tgtEl>
                                          <p:spTgt spid="19"/>
                                        </p:tgtEl>
                                      </p:cBhvr>
                                    </p:animEffect>
                                  </p:childTnLst>
                                </p:cTn>
                              </p:par>
                              <p:par>
                                <p:cTn id="68" presetID="22" presetClass="entr" presetSubtype="4" repeatCount="3000" fill="hold" nodeType="withEffect">
                                  <p:stCondLst>
                                    <p:cond delay="0"/>
                                  </p:stCondLst>
                                  <p:childTnLst>
                                    <p:set>
                                      <p:cBhvr>
                                        <p:cTn id="69" dur="1" fill="hold">
                                          <p:stCondLst>
                                            <p:cond delay="0"/>
                                          </p:stCondLst>
                                        </p:cTn>
                                        <p:tgtEl>
                                          <p:spTgt spid="21"/>
                                        </p:tgtEl>
                                        <p:attrNameLst>
                                          <p:attrName>style.visibility</p:attrName>
                                        </p:attrNameLst>
                                      </p:cBhvr>
                                      <p:to>
                                        <p:strVal val="visible"/>
                                      </p:to>
                                    </p:set>
                                    <p:animEffect transition="in" filter="wipe(down)">
                                      <p:cBhvr>
                                        <p:cTn id="70" dur="500"/>
                                        <p:tgtEl>
                                          <p:spTgt spid="21"/>
                                        </p:tgtEl>
                                      </p:cBhvr>
                                    </p:animEffect>
                                  </p:childTnLst>
                                </p:cTn>
                              </p:par>
                            </p:childTnLst>
                          </p:cTn>
                        </p:par>
                      </p:childTnLst>
                    </p:cTn>
                  </p:par>
                  <p:par>
                    <p:cTn id="71" fill="hold">
                      <p:stCondLst>
                        <p:cond delay="indefinite"/>
                      </p:stCondLst>
                      <p:childTnLst>
                        <p:par>
                          <p:cTn id="72" fill="hold">
                            <p:stCondLst>
                              <p:cond delay="0"/>
                            </p:stCondLst>
                            <p:childTnLst>
                              <p:par>
                                <p:cTn id="73" presetID="22" presetClass="entr" presetSubtype="4" fill="hold" nodeType="clickEffect">
                                  <p:stCondLst>
                                    <p:cond delay="0"/>
                                  </p:stCondLst>
                                  <p:childTnLst>
                                    <p:set>
                                      <p:cBhvr>
                                        <p:cTn id="74" dur="1" fill="hold">
                                          <p:stCondLst>
                                            <p:cond delay="0"/>
                                          </p:stCondLst>
                                        </p:cTn>
                                        <p:tgtEl>
                                          <p:spTgt spid="22"/>
                                        </p:tgtEl>
                                        <p:attrNameLst>
                                          <p:attrName>style.visibility</p:attrName>
                                        </p:attrNameLst>
                                      </p:cBhvr>
                                      <p:to>
                                        <p:strVal val="visible"/>
                                      </p:to>
                                    </p:set>
                                    <p:animEffect transition="in" filter="wipe(down)">
                                      <p:cBhvr>
                                        <p:cTn id="75" dur="500"/>
                                        <p:tgtEl>
                                          <p:spTgt spid="22"/>
                                        </p:tgtEl>
                                      </p:cBhvr>
                                    </p:animEffect>
                                  </p:childTnLst>
                                </p:cTn>
                              </p:par>
                            </p:childTnLst>
                          </p:cTn>
                        </p:par>
                        <p:par>
                          <p:cTn id="76" fill="hold">
                            <p:stCondLst>
                              <p:cond delay="500"/>
                            </p:stCondLst>
                            <p:childTnLst>
                              <p:par>
                                <p:cTn id="77" presetID="22" presetClass="entr" presetSubtype="4" fill="hold" nodeType="afterEffect">
                                  <p:stCondLst>
                                    <p:cond delay="0"/>
                                  </p:stCondLst>
                                  <p:childTnLst>
                                    <p:set>
                                      <p:cBhvr>
                                        <p:cTn id="78" dur="1" fill="hold">
                                          <p:stCondLst>
                                            <p:cond delay="0"/>
                                          </p:stCondLst>
                                        </p:cTn>
                                        <p:tgtEl>
                                          <p:spTgt spid="33"/>
                                        </p:tgtEl>
                                        <p:attrNameLst>
                                          <p:attrName>style.visibility</p:attrName>
                                        </p:attrNameLst>
                                      </p:cBhvr>
                                      <p:to>
                                        <p:strVal val="visible"/>
                                      </p:to>
                                    </p:set>
                                    <p:animEffect transition="in" filter="wipe(down)">
                                      <p:cBhvr>
                                        <p:cTn id="79" dur="500"/>
                                        <p:tgtEl>
                                          <p:spTgt spid="33"/>
                                        </p:tgtEl>
                                      </p:cBhvr>
                                    </p:animEffect>
                                  </p:childTnLst>
                                </p:cTn>
                              </p:par>
                            </p:childTnLst>
                          </p:cTn>
                        </p:par>
                      </p:childTnLst>
                    </p:cTn>
                  </p:par>
                  <p:par>
                    <p:cTn id="80" fill="hold">
                      <p:stCondLst>
                        <p:cond delay="indefinite"/>
                      </p:stCondLst>
                      <p:childTnLst>
                        <p:par>
                          <p:cTn id="81" fill="hold">
                            <p:stCondLst>
                              <p:cond delay="0"/>
                            </p:stCondLst>
                            <p:childTnLst>
                              <p:par>
                                <p:cTn id="82" presetID="22" presetClass="entr" presetSubtype="2" repeatCount="3000" fill="hold" nodeType="clickEffect">
                                  <p:stCondLst>
                                    <p:cond delay="0"/>
                                  </p:stCondLst>
                                  <p:childTnLst>
                                    <p:set>
                                      <p:cBhvr>
                                        <p:cTn id="83" dur="1" fill="hold">
                                          <p:stCondLst>
                                            <p:cond delay="0"/>
                                          </p:stCondLst>
                                        </p:cTn>
                                        <p:tgtEl>
                                          <p:spTgt spid="25"/>
                                        </p:tgtEl>
                                        <p:attrNameLst>
                                          <p:attrName>style.visibility</p:attrName>
                                        </p:attrNameLst>
                                      </p:cBhvr>
                                      <p:to>
                                        <p:strVal val="visible"/>
                                      </p:to>
                                    </p:set>
                                    <p:animEffect transition="in" filter="wipe(right)">
                                      <p:cBhvr>
                                        <p:cTn id="84" dur="500"/>
                                        <p:tgtEl>
                                          <p:spTgt spid="25"/>
                                        </p:tgtEl>
                                      </p:cBhvr>
                                    </p:animEffect>
                                  </p:childTnLst>
                                </p:cTn>
                              </p:par>
                            </p:childTnLst>
                          </p:cTn>
                        </p:par>
                      </p:childTnLst>
                    </p:cTn>
                  </p:par>
                  <p:par>
                    <p:cTn id="85" fill="hold">
                      <p:stCondLst>
                        <p:cond delay="indefinite"/>
                      </p:stCondLst>
                      <p:childTnLst>
                        <p:par>
                          <p:cTn id="86" fill="hold">
                            <p:stCondLst>
                              <p:cond delay="0"/>
                            </p:stCondLst>
                            <p:childTnLst>
                              <p:par>
                                <p:cTn id="87" presetID="22" presetClass="entr" presetSubtype="4" repeatCount="3000" fill="hold" nodeType="clickEffect">
                                  <p:stCondLst>
                                    <p:cond delay="0"/>
                                  </p:stCondLst>
                                  <p:childTnLst>
                                    <p:set>
                                      <p:cBhvr>
                                        <p:cTn id="88" dur="1" fill="hold">
                                          <p:stCondLst>
                                            <p:cond delay="0"/>
                                          </p:stCondLst>
                                        </p:cTn>
                                        <p:tgtEl>
                                          <p:spTgt spid="26"/>
                                        </p:tgtEl>
                                        <p:attrNameLst>
                                          <p:attrName>style.visibility</p:attrName>
                                        </p:attrNameLst>
                                      </p:cBhvr>
                                      <p:to>
                                        <p:strVal val="visible"/>
                                      </p:to>
                                    </p:set>
                                    <p:animEffect transition="in" filter="wipe(down)">
                                      <p:cBhvr>
                                        <p:cTn id="89" dur="500"/>
                                        <p:tgtEl>
                                          <p:spTgt spid="26"/>
                                        </p:tgtEl>
                                      </p:cBhvr>
                                    </p:animEffect>
                                  </p:childTnLst>
                                </p:cTn>
                              </p:par>
                            </p:childTnLst>
                          </p:cTn>
                        </p:par>
                      </p:childTnLst>
                    </p:cTn>
                  </p:par>
                  <p:par>
                    <p:cTn id="90" fill="hold">
                      <p:stCondLst>
                        <p:cond delay="indefinite"/>
                      </p:stCondLst>
                      <p:childTnLst>
                        <p:par>
                          <p:cTn id="91" fill="hold">
                            <p:stCondLst>
                              <p:cond delay="0"/>
                            </p:stCondLst>
                            <p:childTnLst>
                              <p:par>
                                <p:cTn id="92" presetID="22" presetClass="entr" presetSubtype="4" fill="hold" nodeType="clickEffect">
                                  <p:stCondLst>
                                    <p:cond delay="0"/>
                                  </p:stCondLst>
                                  <p:childTnLst>
                                    <p:set>
                                      <p:cBhvr>
                                        <p:cTn id="93" dur="1" fill="hold">
                                          <p:stCondLst>
                                            <p:cond delay="0"/>
                                          </p:stCondLst>
                                        </p:cTn>
                                        <p:tgtEl>
                                          <p:spTgt spid="27"/>
                                        </p:tgtEl>
                                        <p:attrNameLst>
                                          <p:attrName>style.visibility</p:attrName>
                                        </p:attrNameLst>
                                      </p:cBhvr>
                                      <p:to>
                                        <p:strVal val="visible"/>
                                      </p:to>
                                    </p:set>
                                    <p:animEffect transition="in" filter="wipe(down)">
                                      <p:cBhvr>
                                        <p:cTn id="94" dur="500"/>
                                        <p:tgtEl>
                                          <p:spTgt spid="27"/>
                                        </p:tgtEl>
                                      </p:cBhvr>
                                    </p:animEffect>
                                  </p:childTnLst>
                                </p:cTn>
                              </p:par>
                            </p:childTnLst>
                          </p:cTn>
                        </p:par>
                      </p:childTnLst>
                    </p:cTn>
                  </p:par>
                  <p:par>
                    <p:cTn id="95" fill="hold">
                      <p:stCondLst>
                        <p:cond delay="indefinite"/>
                      </p:stCondLst>
                      <p:childTnLst>
                        <p:par>
                          <p:cTn id="96" fill="hold">
                            <p:stCondLst>
                              <p:cond delay="0"/>
                            </p:stCondLst>
                            <p:childTnLst>
                              <p:par>
                                <p:cTn id="97" presetID="22" presetClass="entr" presetSubtype="4" repeatCount="3000" fill="hold" nodeType="clickEffect">
                                  <p:stCondLst>
                                    <p:cond delay="0"/>
                                  </p:stCondLst>
                                  <p:childTnLst>
                                    <p:set>
                                      <p:cBhvr>
                                        <p:cTn id="98" dur="1" fill="hold">
                                          <p:stCondLst>
                                            <p:cond delay="0"/>
                                          </p:stCondLst>
                                        </p:cTn>
                                        <p:tgtEl>
                                          <p:spTgt spid="28"/>
                                        </p:tgtEl>
                                        <p:attrNameLst>
                                          <p:attrName>style.visibility</p:attrName>
                                        </p:attrNameLst>
                                      </p:cBhvr>
                                      <p:to>
                                        <p:strVal val="visible"/>
                                      </p:to>
                                    </p:set>
                                    <p:animEffect transition="in" filter="wipe(down)">
                                      <p:cBhvr>
                                        <p:cTn id="99" dur="500"/>
                                        <p:tgtEl>
                                          <p:spTgt spid="28"/>
                                        </p:tgtEl>
                                      </p:cBhvr>
                                    </p:animEffect>
                                  </p:childTnLst>
                                </p:cTn>
                              </p:par>
                            </p:childTnLst>
                          </p:cTn>
                        </p:par>
                        <p:par>
                          <p:cTn id="100" fill="hold">
                            <p:stCondLst>
                              <p:cond delay="1500"/>
                            </p:stCondLst>
                            <p:childTnLst>
                              <p:par>
                                <p:cTn id="101" presetID="22" presetClass="entr" presetSubtype="4" fill="hold" nodeType="afterEffect">
                                  <p:stCondLst>
                                    <p:cond delay="0"/>
                                  </p:stCondLst>
                                  <p:childTnLst>
                                    <p:set>
                                      <p:cBhvr>
                                        <p:cTn id="102" dur="1" fill="hold">
                                          <p:stCondLst>
                                            <p:cond delay="0"/>
                                          </p:stCondLst>
                                        </p:cTn>
                                        <p:tgtEl>
                                          <p:spTgt spid="29"/>
                                        </p:tgtEl>
                                        <p:attrNameLst>
                                          <p:attrName>style.visibility</p:attrName>
                                        </p:attrNameLst>
                                      </p:cBhvr>
                                      <p:to>
                                        <p:strVal val="visible"/>
                                      </p:to>
                                    </p:set>
                                    <p:animEffect transition="in" filter="wipe(down)">
                                      <p:cBhvr>
                                        <p:cTn id="103" dur="500"/>
                                        <p:tgtEl>
                                          <p:spTgt spid="29"/>
                                        </p:tgtEl>
                                      </p:cBhvr>
                                    </p:animEffect>
                                  </p:childTnLst>
                                </p:cTn>
                              </p:par>
                            </p:childTnLst>
                          </p:cTn>
                        </p:par>
                      </p:childTnLst>
                    </p:cTn>
                  </p:par>
                  <p:par>
                    <p:cTn id="104" fill="hold">
                      <p:stCondLst>
                        <p:cond delay="indefinite"/>
                      </p:stCondLst>
                      <p:childTnLst>
                        <p:par>
                          <p:cTn id="105" fill="hold">
                            <p:stCondLst>
                              <p:cond delay="0"/>
                            </p:stCondLst>
                            <p:childTnLst>
                              <p:par>
                                <p:cTn id="106" presetID="22" presetClass="entr" presetSubtype="8" repeatCount="3000" fill="hold" nodeType="clickEffect">
                                  <p:stCondLst>
                                    <p:cond delay="0"/>
                                  </p:stCondLst>
                                  <p:childTnLst>
                                    <p:set>
                                      <p:cBhvr>
                                        <p:cTn id="107" dur="1" fill="hold">
                                          <p:stCondLst>
                                            <p:cond delay="0"/>
                                          </p:stCondLst>
                                        </p:cTn>
                                        <p:tgtEl>
                                          <p:spTgt spid="30"/>
                                        </p:tgtEl>
                                        <p:attrNameLst>
                                          <p:attrName>style.visibility</p:attrName>
                                        </p:attrNameLst>
                                      </p:cBhvr>
                                      <p:to>
                                        <p:strVal val="visible"/>
                                      </p:to>
                                    </p:set>
                                    <p:animEffect transition="in" filter="wipe(left)">
                                      <p:cBhvr>
                                        <p:cTn id="108" dur="500"/>
                                        <p:tgtEl>
                                          <p:spTgt spid="30"/>
                                        </p:tgtEl>
                                      </p:cBhvr>
                                    </p:animEffect>
                                  </p:childTnLst>
                                </p:cTn>
                              </p:par>
                              <p:par>
                                <p:cTn id="109" presetID="22" presetClass="entr" presetSubtype="8" repeatCount="3000" fill="hold" nodeType="withEffect">
                                  <p:stCondLst>
                                    <p:cond delay="0"/>
                                  </p:stCondLst>
                                  <p:childTnLst>
                                    <p:set>
                                      <p:cBhvr>
                                        <p:cTn id="110" dur="1" fill="hold">
                                          <p:stCondLst>
                                            <p:cond delay="0"/>
                                          </p:stCondLst>
                                        </p:cTn>
                                        <p:tgtEl>
                                          <p:spTgt spid="31"/>
                                        </p:tgtEl>
                                        <p:attrNameLst>
                                          <p:attrName>style.visibility</p:attrName>
                                        </p:attrNameLst>
                                      </p:cBhvr>
                                      <p:to>
                                        <p:strVal val="visible"/>
                                      </p:to>
                                    </p:set>
                                    <p:animEffect transition="in" filter="wipe(left)">
                                      <p:cBhvr>
                                        <p:cTn id="111" dur="500"/>
                                        <p:tgtEl>
                                          <p:spTgt spid="31"/>
                                        </p:tgtEl>
                                      </p:cBhvr>
                                    </p:animEffect>
                                  </p:childTnLst>
                                </p:cTn>
                              </p:par>
                            </p:childTnLst>
                          </p:cTn>
                        </p:par>
                        <p:par>
                          <p:cTn id="112" fill="hold">
                            <p:stCondLst>
                              <p:cond delay="1500"/>
                            </p:stCondLst>
                            <p:childTnLst>
                              <p:par>
                                <p:cTn id="113" presetID="22" presetClass="entr" presetSubtype="4" fill="hold" nodeType="afterEffect">
                                  <p:stCondLst>
                                    <p:cond delay="0"/>
                                  </p:stCondLst>
                                  <p:childTnLst>
                                    <p:set>
                                      <p:cBhvr>
                                        <p:cTn id="114" dur="1" fill="hold">
                                          <p:stCondLst>
                                            <p:cond delay="0"/>
                                          </p:stCondLst>
                                        </p:cTn>
                                        <p:tgtEl>
                                          <p:spTgt spid="34"/>
                                        </p:tgtEl>
                                        <p:attrNameLst>
                                          <p:attrName>style.visibility</p:attrName>
                                        </p:attrNameLst>
                                      </p:cBhvr>
                                      <p:to>
                                        <p:strVal val="visible"/>
                                      </p:to>
                                    </p:set>
                                    <p:animEffect transition="in" filter="wipe(down)">
                                      <p:cBhvr>
                                        <p:cTn id="115"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9" grpId="0" animBg="1"/>
      <p:bldP spid="168" grpId="0"/>
      <p:bldP spid="59" grpId="0" animBg="1"/>
      <p:bldP spid="112" grpId="0" animBg="1"/>
      <p:bldP spid="113"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43</a:t>
            </a:fld>
            <a:endParaRPr lang="zh-CN" altLang="en-US" dirty="0">
              <a:solidFill>
                <a:srgbClr val="C00000"/>
              </a:solidFill>
            </a:endParaRPr>
          </a:p>
        </p:txBody>
      </p:sp>
      <p:sp>
        <p:nvSpPr>
          <p:cNvPr id="61" name="Text Box 2"/>
          <p:cNvSpPr txBox="1">
            <a:spLocks noChangeArrowheads="1"/>
          </p:cNvSpPr>
          <p:nvPr/>
        </p:nvSpPr>
        <p:spPr bwMode="auto">
          <a:xfrm>
            <a:off x="2083325" y="5682288"/>
            <a:ext cx="580691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gn="ctr" eaLnBrk="1" hangingPunct="1">
              <a:lnSpc>
                <a:spcPct val="100000"/>
              </a:lnSpc>
              <a:spcBef>
                <a:spcPct val="0"/>
              </a:spcBef>
              <a:spcAft>
                <a:spcPct val="0"/>
              </a:spcAft>
            </a:pPr>
            <a:r>
              <a:rPr kumimoji="1" lang="zh-CN" altLang="en-US" sz="4000" b="1" dirty="0">
                <a:solidFill>
                  <a:srgbClr val="000066"/>
                </a:solidFill>
                <a:latin typeface="黑体" pitchFamily="2" charset="-122"/>
                <a:ea typeface="黑体" pitchFamily="2" charset="-122"/>
              </a:rPr>
              <a:t>条分法基本原理</a:t>
            </a:r>
          </a:p>
        </p:txBody>
      </p:sp>
      <p:sp>
        <p:nvSpPr>
          <p:cNvPr id="55" name="Text Box 7"/>
          <p:cNvSpPr txBox="1">
            <a:spLocks noChangeArrowheads="1"/>
          </p:cNvSpPr>
          <p:nvPr/>
        </p:nvSpPr>
        <p:spPr bwMode="auto">
          <a:xfrm>
            <a:off x="0" y="0"/>
            <a:ext cx="5420412"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1800" b="1" kern="900" spc="130" dirty="0" smtClean="0">
                <a:solidFill>
                  <a:srgbClr val="000066"/>
                </a:solidFill>
                <a:ea typeface="黑体" panose="02010609060101010101" pitchFamily="49" charset="-122"/>
                <a:cs typeface="Times New Roman" panose="02020603050405020304" pitchFamily="18" charset="0"/>
              </a:rPr>
              <a:t>§7.3  </a:t>
            </a:r>
            <a:r>
              <a:rPr lang="zh-CN" altLang="en-US" sz="1800" b="1" kern="900" spc="130" dirty="0" smtClean="0">
                <a:solidFill>
                  <a:srgbClr val="000066"/>
                </a:solidFill>
                <a:ea typeface="黑体" panose="02010609060101010101" pitchFamily="49" charset="-122"/>
                <a:cs typeface="Times New Roman" panose="02020603050405020304" pitchFamily="18" charset="0"/>
              </a:rPr>
              <a:t>黏性</a:t>
            </a:r>
            <a:r>
              <a:rPr lang="zh-CN" altLang="en-US" sz="1800" b="1" kern="900" spc="130" dirty="0">
                <a:solidFill>
                  <a:srgbClr val="000066"/>
                </a:solidFill>
                <a:ea typeface="黑体" panose="02010609060101010101" pitchFamily="49" charset="-122"/>
                <a:cs typeface="Times New Roman" panose="02020603050405020304" pitchFamily="18" charset="0"/>
              </a:rPr>
              <a:t>土坡的稳定</a:t>
            </a:r>
            <a:r>
              <a:rPr lang="zh-CN" altLang="en-US" sz="1800" b="1" kern="900" spc="130" dirty="0" smtClean="0">
                <a:solidFill>
                  <a:srgbClr val="000066"/>
                </a:solidFill>
                <a:ea typeface="黑体" panose="02010609060101010101" pitchFamily="49" charset="-122"/>
                <a:cs typeface="Times New Roman" panose="02020603050405020304" pitchFamily="18" charset="0"/>
              </a:rPr>
              <a:t>分析 </a:t>
            </a:r>
            <a:r>
              <a:rPr lang="en-US" altLang="zh-CN" sz="1800" b="1" kern="900" spc="130" dirty="0" smtClean="0">
                <a:solidFill>
                  <a:srgbClr val="000066"/>
                </a:solidFill>
                <a:ea typeface="黑体" panose="02010609060101010101" pitchFamily="49" charset="-122"/>
                <a:cs typeface="Times New Roman" panose="02020603050405020304" pitchFamily="18" charset="0"/>
              </a:rPr>
              <a:t>- </a:t>
            </a:r>
            <a:r>
              <a:rPr lang="zh-CN" altLang="en-US" sz="1800" b="1" kern="900" spc="130" dirty="0" smtClean="0">
                <a:solidFill>
                  <a:srgbClr val="000066"/>
                </a:solidFill>
                <a:ea typeface="黑体" panose="02010609060101010101" pitchFamily="49" charset="-122"/>
                <a:cs typeface="Times New Roman" panose="02020603050405020304" pitchFamily="18" charset="0"/>
              </a:rPr>
              <a:t>条</a:t>
            </a:r>
            <a:r>
              <a:rPr lang="zh-CN" altLang="en-US" sz="1800" b="1" kern="900" spc="130" dirty="0">
                <a:solidFill>
                  <a:srgbClr val="000066"/>
                </a:solidFill>
                <a:ea typeface="黑体" panose="02010609060101010101" pitchFamily="49" charset="-122"/>
                <a:cs typeface="Times New Roman" panose="02020603050405020304" pitchFamily="18" charset="0"/>
              </a:rPr>
              <a:t>分法基本原理</a:t>
            </a:r>
          </a:p>
        </p:txBody>
      </p:sp>
      <p:sp>
        <p:nvSpPr>
          <p:cNvPr id="219" name="Text Box 4"/>
          <p:cNvSpPr txBox="1">
            <a:spLocks noChangeArrowheads="1"/>
          </p:cNvSpPr>
          <p:nvPr/>
        </p:nvSpPr>
        <p:spPr bwMode="auto">
          <a:xfrm>
            <a:off x="356695" y="745760"/>
            <a:ext cx="2799973" cy="535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358775" indent="-358775" eaLnBrk="1" hangingPunct="1">
              <a:lnSpc>
                <a:spcPct val="120000"/>
              </a:lnSpc>
              <a:spcBef>
                <a:spcPts val="600"/>
              </a:spcBef>
              <a:spcAft>
                <a:spcPts val="0"/>
              </a:spcAft>
              <a:buClr>
                <a:srgbClr val="A50021"/>
              </a:buClr>
              <a:buSzPct val="100000"/>
              <a:buFont typeface="Wingdings" panose="05000000000000000000" pitchFamily="2" charset="2"/>
              <a:buChar char="n"/>
            </a:pPr>
            <a:r>
              <a:rPr lang="zh-CN" altLang="en-US" sz="2400" b="1" dirty="0" smtClean="0">
                <a:solidFill>
                  <a:srgbClr val="A50021"/>
                </a:solidFill>
                <a:latin typeface="微软雅黑" panose="020B0503020204020204" pitchFamily="34" charset="-122"/>
                <a:ea typeface="微软雅黑" panose="020B0503020204020204" pitchFamily="34" charset="-122"/>
              </a:rPr>
              <a:t>土条应力分析</a:t>
            </a:r>
            <a:endParaRPr lang="zh-CN" altLang="en-US" sz="2400" b="1" dirty="0">
              <a:solidFill>
                <a:srgbClr val="000066"/>
              </a:solidFill>
              <a:ea typeface="幼圆" pitchFamily="49" charset="-122"/>
            </a:endParaRPr>
          </a:p>
        </p:txBody>
      </p:sp>
      <p:sp>
        <p:nvSpPr>
          <p:cNvPr id="220" name="Text Box 46"/>
          <p:cNvSpPr txBox="1">
            <a:spLocks noChangeArrowheads="1"/>
          </p:cNvSpPr>
          <p:nvPr/>
        </p:nvSpPr>
        <p:spPr bwMode="auto">
          <a:xfrm>
            <a:off x="608467" y="1347787"/>
            <a:ext cx="1821794" cy="506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442913" indent="-358775" eaLnBrk="1" hangingPunct="1">
              <a:lnSpc>
                <a:spcPct val="125000"/>
              </a:lnSpc>
              <a:spcBef>
                <a:spcPct val="0"/>
              </a:spcBef>
              <a:spcAft>
                <a:spcPct val="0"/>
              </a:spcAft>
              <a:buClr>
                <a:srgbClr val="C00000"/>
              </a:buClr>
              <a:buSzPct val="130000"/>
              <a:buFont typeface="Wingdings" panose="05000000000000000000" pitchFamily="2" charset="2"/>
              <a:buChar char="F"/>
            </a:pPr>
            <a:r>
              <a:rPr lang="zh-CN" altLang="en-US" sz="2400" b="1" dirty="0" smtClean="0">
                <a:solidFill>
                  <a:srgbClr val="C00000"/>
                </a:solidFill>
                <a:latin typeface="黑体" panose="02010609060101010101" pitchFamily="49" charset="-122"/>
                <a:ea typeface="黑体" panose="02010609060101010101" pitchFamily="49" charset="-122"/>
              </a:rPr>
              <a:t>未知数</a:t>
            </a:r>
            <a:endParaRPr lang="zh-CN" altLang="en-US" sz="2400" b="1" dirty="0">
              <a:solidFill>
                <a:srgbClr val="C00000"/>
              </a:solidFill>
              <a:ea typeface="幼圆" panose="02010509060101010101" pitchFamily="49" charset="-122"/>
              <a:cs typeface="Times New Roman" panose="02020603050405020304" pitchFamily="18" charset="0"/>
            </a:endParaRPr>
          </a:p>
        </p:txBody>
      </p:sp>
      <p:sp>
        <p:nvSpPr>
          <p:cNvPr id="84" name="Text Box 110"/>
          <p:cNvSpPr txBox="1">
            <a:spLocks noChangeArrowheads="1"/>
          </p:cNvSpPr>
          <p:nvPr/>
        </p:nvSpPr>
        <p:spPr bwMode="auto">
          <a:xfrm>
            <a:off x="1165623" y="1895954"/>
            <a:ext cx="4275515" cy="3539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marL="182563" lvl="2" indent="-182563" defTabSz="739775">
              <a:buClr>
                <a:srgbClr val="C00000"/>
              </a:buClr>
              <a:buSzPct val="130000"/>
              <a:buFont typeface="Arial" panose="020B0604020202020204" pitchFamily="34" charset="0"/>
              <a:buChar char="•"/>
            </a:pPr>
            <a:r>
              <a:rPr lang="zh-CN" altLang="en-US"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土条</a:t>
            </a:r>
            <a:r>
              <a:rPr lang="zh-CN" altLang="en-US" sz="20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底力</a:t>
            </a:r>
            <a:r>
              <a:rPr lang="zh-CN" altLang="en-US"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与作用点</a:t>
            </a:r>
            <a:r>
              <a:rPr lang="zh-CN" altLang="en-US" sz="20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a:t>
            </a:r>
            <a:r>
              <a:rPr lang="en-US" altLang="zh-CN" sz="2000" b="1" i="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 </a:t>
            </a:r>
            <a:r>
              <a:rPr lang="en-US" altLang="zh-CN" sz="2000" b="1" i="1" dirty="0">
                <a:solidFill>
                  <a:srgbClr val="C00000"/>
                </a:solidFill>
                <a:latin typeface="Times New Roman" panose="02020603050405020304" pitchFamily="18" charset="0"/>
                <a:ea typeface="幼圆" panose="02010509060101010101" pitchFamily="49" charset="-122"/>
                <a:cs typeface="Times New Roman" panose="02020603050405020304" pitchFamily="18" charset="0"/>
              </a:rPr>
              <a:t>N</a:t>
            </a:r>
            <a:r>
              <a:rPr lang="en-US" altLang="zh-CN" sz="2000" b="1" baseline="-25000" dirty="0">
                <a:solidFill>
                  <a:srgbClr val="C00000"/>
                </a:solidFill>
                <a:latin typeface="Times New Roman" panose="02020603050405020304" pitchFamily="18" charset="0"/>
                <a:ea typeface="幼圆" panose="02010509060101010101" pitchFamily="49" charset="-122"/>
                <a:cs typeface="Times New Roman" panose="02020603050405020304" pitchFamily="18" charset="0"/>
              </a:rPr>
              <a:t>i </a:t>
            </a:r>
            <a:r>
              <a:rPr lang="en-US" altLang="zh-CN" sz="2000" b="1" i="1" dirty="0" smtClean="0">
                <a:solidFill>
                  <a:srgbClr val="C00000"/>
                </a:solidFill>
                <a:latin typeface="Times New Roman" panose="02020603050405020304" pitchFamily="18" charset="0"/>
                <a:ea typeface="幼圆" panose="02010509060101010101" pitchFamily="49" charset="-122"/>
                <a:cs typeface="Times New Roman" panose="02020603050405020304" pitchFamily="18" charset="0"/>
              </a:rPr>
              <a:t> T</a:t>
            </a:r>
            <a:r>
              <a:rPr lang="en-US" altLang="zh-CN" sz="2000" b="1" baseline="-25000" dirty="0" smtClean="0">
                <a:solidFill>
                  <a:srgbClr val="C00000"/>
                </a:solidFill>
                <a:latin typeface="Times New Roman" panose="02020603050405020304" pitchFamily="18" charset="0"/>
                <a:ea typeface="幼圆" panose="02010509060101010101" pitchFamily="49" charset="-122"/>
                <a:cs typeface="Times New Roman" panose="02020603050405020304" pitchFamily="18" charset="0"/>
              </a:rPr>
              <a:t>i</a:t>
            </a:r>
            <a:r>
              <a:rPr lang="en-US" altLang="zh-CN" sz="2000" b="1" i="1" baseline="-25000" dirty="0" smtClean="0">
                <a:solidFill>
                  <a:srgbClr val="C00000"/>
                </a:solidFill>
                <a:latin typeface="Times New Roman" panose="02020603050405020304" pitchFamily="18" charset="0"/>
                <a:ea typeface="幼圆" panose="02010509060101010101" pitchFamily="49" charset="-122"/>
                <a:cs typeface="Times New Roman" panose="02020603050405020304" pitchFamily="18" charset="0"/>
              </a:rPr>
              <a:t> </a:t>
            </a:r>
            <a:r>
              <a:rPr lang="en-US" altLang="zh-CN" sz="2000" b="1" i="1" dirty="0" smtClean="0">
                <a:solidFill>
                  <a:srgbClr val="C00000"/>
                </a:solidFill>
                <a:latin typeface="Times New Roman" panose="02020603050405020304" pitchFamily="18" charset="0"/>
                <a:ea typeface="幼圆" panose="02010509060101010101" pitchFamily="49" charset="-122"/>
                <a:cs typeface="Times New Roman" panose="02020603050405020304" pitchFamily="18" charset="0"/>
              </a:rPr>
              <a:t>  </a:t>
            </a:r>
            <a:r>
              <a:rPr lang="en-US" altLang="zh-CN" sz="2000" b="1" i="1" dirty="0" err="1">
                <a:solidFill>
                  <a:srgbClr val="C00000"/>
                </a:solidFill>
                <a:latin typeface="Times New Roman" panose="02020603050405020304" pitchFamily="18" charset="0"/>
                <a:ea typeface="幼圆" panose="02010509060101010101" pitchFamily="49" charset="-122"/>
                <a:cs typeface="Times New Roman" panose="02020603050405020304" pitchFamily="18" charset="0"/>
              </a:rPr>
              <a:t>t</a:t>
            </a:r>
            <a:r>
              <a:rPr lang="en-US" altLang="zh-CN" sz="2000" b="1" baseline="-25000" dirty="0" err="1">
                <a:solidFill>
                  <a:srgbClr val="C00000"/>
                </a:solidFill>
                <a:latin typeface="Times New Roman" panose="02020603050405020304" pitchFamily="18" charset="0"/>
                <a:ea typeface="幼圆" panose="02010509060101010101" pitchFamily="49" charset="-122"/>
                <a:cs typeface="Times New Roman" panose="02020603050405020304" pitchFamily="18" charset="0"/>
              </a:rPr>
              <a:t>i</a:t>
            </a:r>
            <a:r>
              <a:rPr lang="en-US" altLang="zh-CN" sz="2000" b="1" i="1" baseline="-25000" dirty="0">
                <a:solidFill>
                  <a:srgbClr val="C00000"/>
                </a:solidFill>
                <a:latin typeface="Times New Roman" panose="02020603050405020304" pitchFamily="18" charset="0"/>
                <a:ea typeface="幼圆" panose="02010509060101010101" pitchFamily="49" charset="-122"/>
                <a:cs typeface="Times New Roman" panose="02020603050405020304" pitchFamily="18" charset="0"/>
              </a:rPr>
              <a:t> </a:t>
            </a:r>
            <a:r>
              <a:rPr lang="en-US" altLang="zh-CN" sz="2000" b="1" i="1" baseline="-25000" dirty="0" smtClean="0">
                <a:solidFill>
                  <a:srgbClr val="C00000"/>
                </a:solidFill>
                <a:latin typeface="Times New Roman" panose="02020603050405020304" pitchFamily="18" charset="0"/>
                <a:ea typeface="幼圆" panose="02010509060101010101" pitchFamily="49" charset="-122"/>
                <a:cs typeface="Times New Roman" panose="02020603050405020304" pitchFamily="18" charset="0"/>
              </a:rPr>
              <a:t>  </a:t>
            </a:r>
            <a:r>
              <a:rPr lang="en-US" altLang="zh-CN" sz="2000" b="1" dirty="0" smtClean="0">
                <a:solidFill>
                  <a:srgbClr val="C00000"/>
                </a:solidFill>
                <a:latin typeface="Times New Roman" panose="02020603050405020304" pitchFamily="18" charset="0"/>
                <a:ea typeface="幼圆" panose="02010509060101010101" pitchFamily="49" charset="-122"/>
                <a:cs typeface="Times New Roman" panose="02020603050405020304" pitchFamily="18" charset="0"/>
              </a:rPr>
              <a:t> </a:t>
            </a:r>
            <a:r>
              <a:rPr lang="en-US" altLang="zh-CN" sz="20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3n </a:t>
            </a:r>
            <a:r>
              <a:rPr lang="zh-CN" altLang="en-US" sz="20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个 </a:t>
            </a:r>
            <a:endParaRPr lang="en-US" altLang="zh-CN"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p:txBody>
      </p:sp>
      <p:sp>
        <p:nvSpPr>
          <p:cNvPr id="85" name="Text Box 111"/>
          <p:cNvSpPr txBox="1">
            <a:spLocks noChangeArrowheads="1"/>
          </p:cNvSpPr>
          <p:nvPr/>
        </p:nvSpPr>
        <p:spPr bwMode="auto">
          <a:xfrm>
            <a:off x="1155467" y="2714259"/>
            <a:ext cx="4303779" cy="3539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marL="182563" indent="-182563" eaLnBrk="1" hangingPunct="1">
              <a:buClr>
                <a:srgbClr val="C00000"/>
              </a:buClr>
              <a:buSzPct val="130000"/>
              <a:buFont typeface="Arial" panose="020B0604020202020204" pitchFamily="34" charset="0"/>
              <a:buChar char="•"/>
              <a:tabLst>
                <a:tab pos="4484688" algn="l"/>
              </a:tabLst>
            </a:pPr>
            <a:r>
              <a:rPr lang="zh-CN" altLang="en-US" sz="20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 整体安全系数 </a:t>
            </a:r>
            <a:r>
              <a:rPr lang="en-US" altLang="zh-CN" sz="2000" b="1" i="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F</a:t>
            </a:r>
            <a:r>
              <a:rPr lang="en-US" altLang="zh-CN" sz="2000" b="1" baseline="-25000"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s</a:t>
            </a:r>
            <a:r>
              <a:rPr lang="en-US" altLang="zh-CN" sz="2000" b="1" i="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                        </a:t>
            </a:r>
            <a:r>
              <a:rPr lang="en-US" altLang="zh-CN" sz="20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1</a:t>
            </a:r>
            <a:r>
              <a:rPr lang="zh-CN" altLang="en-US" sz="20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个</a:t>
            </a:r>
            <a:endParaRPr lang="en-US" altLang="zh-CN"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p:txBody>
      </p:sp>
      <p:sp>
        <p:nvSpPr>
          <p:cNvPr id="86" name="AutoShape 113"/>
          <p:cNvSpPr>
            <a:spLocks/>
          </p:cNvSpPr>
          <p:nvPr/>
        </p:nvSpPr>
        <p:spPr bwMode="auto">
          <a:xfrm>
            <a:off x="5718281" y="1974996"/>
            <a:ext cx="76200" cy="1066800"/>
          </a:xfrm>
          <a:prstGeom prst="rightBrace">
            <a:avLst>
              <a:gd name="adj1" fmla="val 116667"/>
              <a:gd name="adj2" fmla="val 50000"/>
            </a:avLst>
          </a:prstGeom>
          <a:noFill/>
          <a:ln w="34925">
            <a:solidFill>
              <a:srgbClr val="CC33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r">
              <a:spcBef>
                <a:spcPct val="20000"/>
              </a:spcBef>
            </a:pPr>
            <a:endParaRPr lang="zh-CN" altLang="en-US" sz="2000" b="1">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p:txBody>
      </p:sp>
      <p:sp>
        <p:nvSpPr>
          <p:cNvPr id="87" name="Rectangle 115"/>
          <p:cNvSpPr>
            <a:spLocks noChangeArrowheads="1"/>
          </p:cNvSpPr>
          <p:nvPr/>
        </p:nvSpPr>
        <p:spPr bwMode="auto">
          <a:xfrm>
            <a:off x="5934293" y="2317114"/>
            <a:ext cx="668773" cy="446276"/>
          </a:xfrm>
          <a:prstGeom prst="rect">
            <a:avLst/>
          </a:prstGeom>
          <a:solidFill>
            <a:srgbClr val="0000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spcBef>
                <a:spcPct val="20000"/>
              </a:spcBef>
            </a:pPr>
            <a:r>
              <a:rPr lang="en-US" altLang="zh-CN" sz="2000" b="1" dirty="0">
                <a:solidFill>
                  <a:schemeClr val="bg1"/>
                </a:solidFill>
                <a:latin typeface="Times New Roman" panose="02020603050405020304" pitchFamily="18" charset="0"/>
                <a:ea typeface="幼圆" panose="02010509060101010101" pitchFamily="49" charset="-122"/>
                <a:cs typeface="Times New Roman" panose="02020603050405020304" pitchFamily="18" charset="0"/>
              </a:rPr>
              <a:t>6n-2</a:t>
            </a:r>
          </a:p>
        </p:txBody>
      </p:sp>
      <p:grpSp>
        <p:nvGrpSpPr>
          <p:cNvPr id="3" name="组合 2"/>
          <p:cNvGrpSpPr/>
          <p:nvPr/>
        </p:nvGrpSpPr>
        <p:grpSpPr>
          <a:xfrm>
            <a:off x="6623295" y="2218996"/>
            <a:ext cx="2493413" cy="2611957"/>
            <a:chOff x="1547651" y="1113179"/>
            <a:chExt cx="2518539" cy="2638277"/>
          </a:xfrm>
        </p:grpSpPr>
        <p:sp>
          <p:nvSpPr>
            <p:cNvPr id="57" name="Text Box 6"/>
            <p:cNvSpPr txBox="1">
              <a:spLocks noChangeArrowheads="1"/>
            </p:cNvSpPr>
            <p:nvPr/>
          </p:nvSpPr>
          <p:spPr bwMode="auto">
            <a:xfrm>
              <a:off x="3219589" y="1784754"/>
              <a:ext cx="579651" cy="422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800">
                  <a:solidFill>
                    <a:schemeClr val="tx1"/>
                  </a:solidFill>
                  <a:latin typeface="Times New Roman" pitchFamily="18" charset="0"/>
                  <a:ea typeface="宋体" charset="-122"/>
                </a:defRPr>
              </a:lvl1pPr>
              <a:lvl2pPr marL="742950" indent="-285750" eaLnBrk="0" hangingPunct="0">
                <a:defRPr kumimoji="1" sz="2800">
                  <a:solidFill>
                    <a:schemeClr val="tx1"/>
                  </a:solidFill>
                  <a:latin typeface="Times New Roman" pitchFamily="18" charset="0"/>
                  <a:ea typeface="宋体" charset="-122"/>
                </a:defRPr>
              </a:lvl2pPr>
              <a:lvl3pPr marL="1143000" indent="-228600" eaLnBrk="0" hangingPunct="0">
                <a:defRPr kumimoji="1" sz="2800">
                  <a:solidFill>
                    <a:schemeClr val="tx1"/>
                  </a:solidFill>
                  <a:latin typeface="Times New Roman" pitchFamily="18" charset="0"/>
                  <a:ea typeface="宋体" charset="-122"/>
                </a:defRPr>
              </a:lvl3pPr>
              <a:lvl4pPr marL="1600200" indent="-228600" eaLnBrk="0" hangingPunct="0">
                <a:defRPr kumimoji="1" sz="2800">
                  <a:solidFill>
                    <a:schemeClr val="tx1"/>
                  </a:solidFill>
                  <a:latin typeface="Times New Roman" pitchFamily="18" charset="0"/>
                  <a:ea typeface="宋体" charset="-122"/>
                </a:defRPr>
              </a:lvl4pPr>
              <a:lvl5pPr marL="2057400" indent="-228600" eaLnBrk="0" hangingPunct="0">
                <a:defRPr kumimoji="1" sz="2800">
                  <a:solidFill>
                    <a:schemeClr val="tx1"/>
                  </a:solidFill>
                  <a:latin typeface="Times New Roman" pitchFamily="18" charset="0"/>
                  <a:ea typeface="宋体" charset="-122"/>
                </a:defRPr>
              </a:lvl5pPr>
              <a:lvl6pPr marL="2514600" indent="-228600" eaLnBrk="0" fontAlgn="base" hangingPunct="0">
                <a:spcBef>
                  <a:spcPct val="50000"/>
                </a:spcBef>
                <a:spcAft>
                  <a:spcPct val="0"/>
                </a:spcAft>
                <a:defRPr kumimoji="1" sz="2800">
                  <a:solidFill>
                    <a:schemeClr val="tx1"/>
                  </a:solidFill>
                  <a:latin typeface="Times New Roman" pitchFamily="18" charset="0"/>
                  <a:ea typeface="宋体" charset="-122"/>
                </a:defRPr>
              </a:lvl6pPr>
              <a:lvl7pPr marL="2971800" indent="-228600" eaLnBrk="0" fontAlgn="base" hangingPunct="0">
                <a:spcBef>
                  <a:spcPct val="50000"/>
                </a:spcBef>
                <a:spcAft>
                  <a:spcPct val="0"/>
                </a:spcAft>
                <a:defRPr kumimoji="1" sz="2800">
                  <a:solidFill>
                    <a:schemeClr val="tx1"/>
                  </a:solidFill>
                  <a:latin typeface="Times New Roman" pitchFamily="18" charset="0"/>
                  <a:ea typeface="宋体" charset="-122"/>
                </a:defRPr>
              </a:lvl7pPr>
              <a:lvl8pPr marL="3429000" indent="-228600" eaLnBrk="0" fontAlgn="base" hangingPunct="0">
                <a:spcBef>
                  <a:spcPct val="50000"/>
                </a:spcBef>
                <a:spcAft>
                  <a:spcPct val="0"/>
                </a:spcAft>
                <a:defRPr kumimoji="1" sz="2800">
                  <a:solidFill>
                    <a:schemeClr val="tx1"/>
                  </a:solidFill>
                  <a:latin typeface="Times New Roman" pitchFamily="18" charset="0"/>
                  <a:ea typeface="宋体" charset="-122"/>
                </a:defRPr>
              </a:lvl8pPr>
              <a:lvl9pPr marL="3886200" indent="-228600" eaLnBrk="0" fontAlgn="base" hangingPunct="0">
                <a:spcBef>
                  <a:spcPct val="50000"/>
                </a:spcBef>
                <a:spcAft>
                  <a:spcPct val="0"/>
                </a:spcAft>
                <a:defRPr kumimoji="1" sz="2800">
                  <a:solidFill>
                    <a:schemeClr val="tx1"/>
                  </a:solidFill>
                  <a:latin typeface="Times New Roman" pitchFamily="18" charset="0"/>
                  <a:ea typeface="宋体" charset="-122"/>
                </a:defRPr>
              </a:lvl9pPr>
            </a:lstStyle>
            <a:p>
              <a:pPr eaLnBrk="1" hangingPunct="1"/>
              <a:r>
                <a:rPr lang="en-US" altLang="zh-CN" sz="2000" b="1" i="1" dirty="0" smtClean="0">
                  <a:solidFill>
                    <a:srgbClr val="C00000"/>
                  </a:solidFill>
                  <a:cs typeface="Times New Roman" panose="02020603050405020304" pitchFamily="18" charset="0"/>
                </a:rPr>
                <a:t>P</a:t>
              </a:r>
              <a:r>
                <a:rPr lang="en-US" altLang="zh-CN" sz="2000" b="1" baseline="-25000" dirty="0" smtClean="0">
                  <a:solidFill>
                    <a:srgbClr val="C00000"/>
                  </a:solidFill>
                  <a:cs typeface="Times New Roman" panose="02020603050405020304" pitchFamily="18" charset="0"/>
                </a:rPr>
                <a:t>i+1</a:t>
              </a:r>
              <a:endParaRPr lang="en-US" altLang="zh-CN" sz="2000" b="1" baseline="-25000" dirty="0">
                <a:solidFill>
                  <a:srgbClr val="C00000"/>
                </a:solidFill>
                <a:cs typeface="Times New Roman" panose="02020603050405020304" pitchFamily="18" charset="0"/>
              </a:endParaRPr>
            </a:p>
          </p:txBody>
        </p:sp>
        <p:sp>
          <p:nvSpPr>
            <p:cNvPr id="58" name="Text Box 7"/>
            <p:cNvSpPr txBox="1">
              <a:spLocks noChangeArrowheads="1"/>
            </p:cNvSpPr>
            <p:nvPr/>
          </p:nvSpPr>
          <p:spPr bwMode="auto">
            <a:xfrm>
              <a:off x="3449299" y="2331959"/>
              <a:ext cx="616891" cy="422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800">
                  <a:solidFill>
                    <a:schemeClr val="tx1"/>
                  </a:solidFill>
                  <a:latin typeface="Times New Roman" pitchFamily="18" charset="0"/>
                  <a:ea typeface="宋体" charset="-122"/>
                </a:defRPr>
              </a:lvl1pPr>
              <a:lvl2pPr marL="742950" indent="-285750" eaLnBrk="0" hangingPunct="0">
                <a:defRPr kumimoji="1" sz="2800">
                  <a:solidFill>
                    <a:schemeClr val="tx1"/>
                  </a:solidFill>
                  <a:latin typeface="Times New Roman" pitchFamily="18" charset="0"/>
                  <a:ea typeface="宋体" charset="-122"/>
                </a:defRPr>
              </a:lvl2pPr>
              <a:lvl3pPr marL="1143000" indent="-228600" eaLnBrk="0" hangingPunct="0">
                <a:defRPr kumimoji="1" sz="2800">
                  <a:solidFill>
                    <a:schemeClr val="tx1"/>
                  </a:solidFill>
                  <a:latin typeface="Times New Roman" pitchFamily="18" charset="0"/>
                  <a:ea typeface="宋体" charset="-122"/>
                </a:defRPr>
              </a:lvl3pPr>
              <a:lvl4pPr marL="1600200" indent="-228600" eaLnBrk="0" hangingPunct="0">
                <a:defRPr kumimoji="1" sz="2800">
                  <a:solidFill>
                    <a:schemeClr val="tx1"/>
                  </a:solidFill>
                  <a:latin typeface="Times New Roman" pitchFamily="18" charset="0"/>
                  <a:ea typeface="宋体" charset="-122"/>
                </a:defRPr>
              </a:lvl4pPr>
              <a:lvl5pPr marL="2057400" indent="-228600" eaLnBrk="0" hangingPunct="0">
                <a:defRPr kumimoji="1" sz="2800">
                  <a:solidFill>
                    <a:schemeClr val="tx1"/>
                  </a:solidFill>
                  <a:latin typeface="Times New Roman" pitchFamily="18" charset="0"/>
                  <a:ea typeface="宋体" charset="-122"/>
                </a:defRPr>
              </a:lvl5pPr>
              <a:lvl6pPr marL="2514600" indent="-228600" eaLnBrk="0" fontAlgn="base" hangingPunct="0">
                <a:spcBef>
                  <a:spcPct val="50000"/>
                </a:spcBef>
                <a:spcAft>
                  <a:spcPct val="0"/>
                </a:spcAft>
                <a:defRPr kumimoji="1" sz="2800">
                  <a:solidFill>
                    <a:schemeClr val="tx1"/>
                  </a:solidFill>
                  <a:latin typeface="Times New Roman" pitchFamily="18" charset="0"/>
                  <a:ea typeface="宋体" charset="-122"/>
                </a:defRPr>
              </a:lvl6pPr>
              <a:lvl7pPr marL="2971800" indent="-228600" eaLnBrk="0" fontAlgn="base" hangingPunct="0">
                <a:spcBef>
                  <a:spcPct val="50000"/>
                </a:spcBef>
                <a:spcAft>
                  <a:spcPct val="0"/>
                </a:spcAft>
                <a:defRPr kumimoji="1" sz="2800">
                  <a:solidFill>
                    <a:schemeClr val="tx1"/>
                  </a:solidFill>
                  <a:latin typeface="Times New Roman" pitchFamily="18" charset="0"/>
                  <a:ea typeface="宋体" charset="-122"/>
                </a:defRPr>
              </a:lvl7pPr>
              <a:lvl8pPr marL="3429000" indent="-228600" eaLnBrk="0" fontAlgn="base" hangingPunct="0">
                <a:spcBef>
                  <a:spcPct val="50000"/>
                </a:spcBef>
                <a:spcAft>
                  <a:spcPct val="0"/>
                </a:spcAft>
                <a:defRPr kumimoji="1" sz="2800">
                  <a:solidFill>
                    <a:schemeClr val="tx1"/>
                  </a:solidFill>
                  <a:latin typeface="Times New Roman" pitchFamily="18" charset="0"/>
                  <a:ea typeface="宋体" charset="-122"/>
                </a:defRPr>
              </a:lvl8pPr>
              <a:lvl9pPr marL="3886200" indent="-228600" eaLnBrk="0" fontAlgn="base" hangingPunct="0">
                <a:spcBef>
                  <a:spcPct val="50000"/>
                </a:spcBef>
                <a:spcAft>
                  <a:spcPct val="0"/>
                </a:spcAft>
                <a:defRPr kumimoji="1" sz="2800">
                  <a:solidFill>
                    <a:schemeClr val="tx1"/>
                  </a:solidFill>
                  <a:latin typeface="Times New Roman" pitchFamily="18" charset="0"/>
                  <a:ea typeface="宋体" charset="-122"/>
                </a:defRPr>
              </a:lvl9pPr>
            </a:lstStyle>
            <a:p>
              <a:pPr eaLnBrk="1" hangingPunct="1"/>
              <a:r>
                <a:rPr lang="en-US" altLang="zh-CN" sz="2000" b="1" i="1" dirty="0">
                  <a:cs typeface="Times New Roman" panose="02020603050405020304" pitchFamily="18" charset="0"/>
                </a:rPr>
                <a:t>h</a:t>
              </a:r>
              <a:r>
                <a:rPr lang="en-US" altLang="zh-CN" sz="2000" b="1" baseline="-25000" dirty="0" smtClean="0">
                  <a:cs typeface="Times New Roman" panose="02020603050405020304" pitchFamily="18" charset="0"/>
                </a:rPr>
                <a:t>i+1</a:t>
              </a:r>
              <a:endParaRPr lang="en-US" altLang="zh-CN" sz="2000" b="1" baseline="-25000" dirty="0">
                <a:cs typeface="Times New Roman" panose="02020603050405020304" pitchFamily="18" charset="0"/>
              </a:endParaRPr>
            </a:p>
          </p:txBody>
        </p:sp>
        <p:sp>
          <p:nvSpPr>
            <p:cNvPr id="59" name="Freeform 8"/>
            <p:cNvSpPr>
              <a:spLocks/>
            </p:cNvSpPr>
            <p:nvPr/>
          </p:nvSpPr>
          <p:spPr bwMode="auto">
            <a:xfrm>
              <a:off x="2371114" y="1113179"/>
              <a:ext cx="717213" cy="2251941"/>
            </a:xfrm>
            <a:custGeom>
              <a:avLst/>
              <a:gdLst>
                <a:gd name="T0" fmla="*/ 0 w 327"/>
                <a:gd name="T1" fmla="*/ 300423 h 991"/>
                <a:gd name="T2" fmla="*/ 0 w 327"/>
                <a:gd name="T3" fmla="*/ 1636251 h 991"/>
                <a:gd name="T4" fmla="*/ 516939 w 327"/>
                <a:gd name="T5" fmla="*/ 1327711 h 991"/>
                <a:gd name="T6" fmla="*/ 516939 w 327"/>
                <a:gd name="T7" fmla="*/ 0 h 991"/>
                <a:gd name="T8" fmla="*/ 0 w 327"/>
                <a:gd name="T9" fmla="*/ 300423 h 99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7" h="991">
                  <a:moveTo>
                    <a:pt x="0" y="182"/>
                  </a:moveTo>
                  <a:lnTo>
                    <a:pt x="0" y="991"/>
                  </a:lnTo>
                  <a:lnTo>
                    <a:pt x="327" y="804"/>
                  </a:lnTo>
                  <a:lnTo>
                    <a:pt x="327" y="0"/>
                  </a:lnTo>
                  <a:lnTo>
                    <a:pt x="0" y="182"/>
                  </a:lnTo>
                  <a:close/>
                </a:path>
              </a:pathLst>
            </a:custGeom>
            <a:solidFill>
              <a:srgbClr val="CCECFF">
                <a:alpha val="50195"/>
              </a:srgbClr>
            </a:solidFill>
            <a:ln w="28575" cap="flat" cmpd="sng">
              <a:solidFill>
                <a:srgbClr val="000066"/>
              </a:solidFill>
              <a:prstDash val="solid"/>
              <a:round/>
              <a:headEnd/>
              <a:tailEnd/>
            </a:ln>
            <a:effectLst/>
            <a:extLst/>
          </p:spPr>
          <p:txBody>
            <a:bodyPr/>
            <a:lstStyle/>
            <a:p>
              <a:endParaRPr lang="zh-CN" altLang="en-US" sz="2000">
                <a:cs typeface="Times New Roman" panose="02020603050405020304" pitchFamily="18" charset="0"/>
              </a:endParaRPr>
            </a:p>
          </p:txBody>
        </p:sp>
        <p:sp>
          <p:nvSpPr>
            <p:cNvPr id="60" name="Line 9"/>
            <p:cNvSpPr>
              <a:spLocks noChangeShapeType="1"/>
            </p:cNvSpPr>
            <p:nvPr/>
          </p:nvSpPr>
          <p:spPr bwMode="auto">
            <a:xfrm>
              <a:off x="2712394" y="2154120"/>
              <a:ext cx="0" cy="747398"/>
            </a:xfrm>
            <a:prstGeom prst="line">
              <a:avLst/>
            </a:prstGeom>
            <a:noFill/>
            <a:ln w="28575">
              <a:solidFill>
                <a:srgbClr val="C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cs typeface="Times New Roman" panose="02020603050405020304" pitchFamily="18" charset="0"/>
              </a:endParaRPr>
            </a:p>
          </p:txBody>
        </p:sp>
        <p:sp>
          <p:nvSpPr>
            <p:cNvPr id="62" name="Text Box 10"/>
            <p:cNvSpPr txBox="1">
              <a:spLocks noChangeArrowheads="1"/>
            </p:cNvSpPr>
            <p:nvPr/>
          </p:nvSpPr>
          <p:spPr bwMode="auto">
            <a:xfrm>
              <a:off x="2506576" y="1829164"/>
              <a:ext cx="841124" cy="422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a:solidFill>
                    <a:schemeClr val="tx1"/>
                  </a:solidFill>
                  <a:latin typeface="Times New Roman" pitchFamily="18" charset="0"/>
                  <a:ea typeface="宋体" charset="-122"/>
                </a:defRPr>
              </a:lvl1pPr>
              <a:lvl2pPr marL="742950" indent="-285750" eaLnBrk="0" hangingPunct="0">
                <a:defRPr kumimoji="1" sz="2800">
                  <a:solidFill>
                    <a:schemeClr val="tx1"/>
                  </a:solidFill>
                  <a:latin typeface="Times New Roman" pitchFamily="18" charset="0"/>
                  <a:ea typeface="宋体" charset="-122"/>
                </a:defRPr>
              </a:lvl2pPr>
              <a:lvl3pPr marL="1143000" indent="-228600" eaLnBrk="0" hangingPunct="0">
                <a:defRPr kumimoji="1" sz="2800">
                  <a:solidFill>
                    <a:schemeClr val="tx1"/>
                  </a:solidFill>
                  <a:latin typeface="Times New Roman" pitchFamily="18" charset="0"/>
                  <a:ea typeface="宋体" charset="-122"/>
                </a:defRPr>
              </a:lvl3pPr>
              <a:lvl4pPr marL="1600200" indent="-228600" eaLnBrk="0" hangingPunct="0">
                <a:defRPr kumimoji="1" sz="2800">
                  <a:solidFill>
                    <a:schemeClr val="tx1"/>
                  </a:solidFill>
                  <a:latin typeface="Times New Roman" pitchFamily="18" charset="0"/>
                  <a:ea typeface="宋体" charset="-122"/>
                </a:defRPr>
              </a:lvl4pPr>
              <a:lvl5pPr marL="2057400" indent="-228600" eaLnBrk="0" hangingPunct="0">
                <a:defRPr kumimoji="1" sz="2800">
                  <a:solidFill>
                    <a:schemeClr val="tx1"/>
                  </a:solidFill>
                  <a:latin typeface="Times New Roman" pitchFamily="18" charset="0"/>
                  <a:ea typeface="宋体" charset="-122"/>
                </a:defRPr>
              </a:lvl5pPr>
              <a:lvl6pPr marL="2514600" indent="-228600" eaLnBrk="0" fontAlgn="base" hangingPunct="0">
                <a:spcBef>
                  <a:spcPct val="50000"/>
                </a:spcBef>
                <a:spcAft>
                  <a:spcPct val="0"/>
                </a:spcAft>
                <a:defRPr kumimoji="1" sz="2800">
                  <a:solidFill>
                    <a:schemeClr val="tx1"/>
                  </a:solidFill>
                  <a:latin typeface="Times New Roman" pitchFamily="18" charset="0"/>
                  <a:ea typeface="宋体" charset="-122"/>
                </a:defRPr>
              </a:lvl6pPr>
              <a:lvl7pPr marL="2971800" indent="-228600" eaLnBrk="0" fontAlgn="base" hangingPunct="0">
                <a:spcBef>
                  <a:spcPct val="50000"/>
                </a:spcBef>
                <a:spcAft>
                  <a:spcPct val="0"/>
                </a:spcAft>
                <a:defRPr kumimoji="1" sz="2800">
                  <a:solidFill>
                    <a:schemeClr val="tx1"/>
                  </a:solidFill>
                  <a:latin typeface="Times New Roman" pitchFamily="18" charset="0"/>
                  <a:ea typeface="宋体" charset="-122"/>
                </a:defRPr>
              </a:lvl7pPr>
              <a:lvl8pPr marL="3429000" indent="-228600" eaLnBrk="0" fontAlgn="base" hangingPunct="0">
                <a:spcBef>
                  <a:spcPct val="50000"/>
                </a:spcBef>
                <a:spcAft>
                  <a:spcPct val="0"/>
                </a:spcAft>
                <a:defRPr kumimoji="1" sz="2800">
                  <a:solidFill>
                    <a:schemeClr val="tx1"/>
                  </a:solidFill>
                  <a:latin typeface="Times New Roman" pitchFamily="18" charset="0"/>
                  <a:ea typeface="宋体" charset="-122"/>
                </a:defRPr>
              </a:lvl8pPr>
              <a:lvl9pPr marL="3886200" indent="-228600" eaLnBrk="0" fontAlgn="base" hangingPunct="0">
                <a:spcBef>
                  <a:spcPct val="50000"/>
                </a:spcBef>
                <a:spcAft>
                  <a:spcPct val="0"/>
                </a:spcAft>
                <a:defRPr kumimoji="1" sz="2800">
                  <a:solidFill>
                    <a:schemeClr val="tx1"/>
                  </a:solidFill>
                  <a:latin typeface="Times New Roman" pitchFamily="18" charset="0"/>
                  <a:ea typeface="宋体" charset="-122"/>
                </a:defRPr>
              </a:lvl9pPr>
            </a:lstStyle>
            <a:p>
              <a:pPr eaLnBrk="1" hangingPunct="1"/>
              <a:r>
                <a:rPr lang="en-US" altLang="zh-CN" sz="2000" b="1" i="1" dirty="0">
                  <a:solidFill>
                    <a:srgbClr val="C00000"/>
                  </a:solidFill>
                  <a:cs typeface="Times New Roman" panose="02020603050405020304" pitchFamily="18" charset="0"/>
                </a:rPr>
                <a:t>W</a:t>
              </a:r>
              <a:r>
                <a:rPr lang="en-US" altLang="zh-CN" sz="2000" b="1" baseline="-25000" dirty="0">
                  <a:solidFill>
                    <a:srgbClr val="C00000"/>
                  </a:solidFill>
                  <a:cs typeface="Times New Roman" panose="02020603050405020304" pitchFamily="18" charset="0"/>
                </a:rPr>
                <a:t>i</a:t>
              </a:r>
            </a:p>
          </p:txBody>
        </p:sp>
        <p:sp>
          <p:nvSpPr>
            <p:cNvPr id="63" name="Line 11"/>
            <p:cNvSpPr>
              <a:spLocks noChangeShapeType="1"/>
            </p:cNvSpPr>
            <p:nvPr/>
          </p:nvSpPr>
          <p:spPr bwMode="auto">
            <a:xfrm>
              <a:off x="1829267" y="2437914"/>
              <a:ext cx="474642" cy="0"/>
            </a:xfrm>
            <a:prstGeom prst="line">
              <a:avLst/>
            </a:prstGeom>
            <a:noFill/>
            <a:ln w="28575">
              <a:solidFill>
                <a:srgbClr val="C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cs typeface="Times New Roman" panose="02020603050405020304" pitchFamily="18" charset="0"/>
              </a:endParaRPr>
            </a:p>
          </p:txBody>
        </p:sp>
        <p:sp>
          <p:nvSpPr>
            <p:cNvPr id="64" name="Line 12"/>
            <p:cNvSpPr>
              <a:spLocks noChangeShapeType="1"/>
            </p:cNvSpPr>
            <p:nvPr/>
          </p:nvSpPr>
          <p:spPr bwMode="auto">
            <a:xfrm flipV="1">
              <a:off x="2293407" y="2437914"/>
              <a:ext cx="0" cy="506931"/>
            </a:xfrm>
            <a:prstGeom prst="line">
              <a:avLst/>
            </a:prstGeom>
            <a:noFill/>
            <a:ln w="28575">
              <a:solidFill>
                <a:srgbClr val="C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cs typeface="Times New Roman" panose="02020603050405020304" pitchFamily="18" charset="0"/>
              </a:endParaRPr>
            </a:p>
          </p:txBody>
        </p:sp>
        <p:sp>
          <p:nvSpPr>
            <p:cNvPr id="65" name="Line 13"/>
            <p:cNvSpPr>
              <a:spLocks noChangeShapeType="1"/>
            </p:cNvSpPr>
            <p:nvPr/>
          </p:nvSpPr>
          <p:spPr bwMode="auto">
            <a:xfrm flipH="1">
              <a:off x="1793564" y="3391117"/>
              <a:ext cx="557599"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cs typeface="Times New Roman" panose="02020603050405020304" pitchFamily="18" charset="0"/>
              </a:endParaRPr>
            </a:p>
          </p:txBody>
        </p:sp>
        <p:sp>
          <p:nvSpPr>
            <p:cNvPr id="66" name="Line 14"/>
            <p:cNvSpPr>
              <a:spLocks noChangeShapeType="1"/>
            </p:cNvSpPr>
            <p:nvPr/>
          </p:nvSpPr>
          <p:spPr bwMode="auto">
            <a:xfrm>
              <a:off x="1889122" y="2448746"/>
              <a:ext cx="0" cy="947787"/>
            </a:xfrm>
            <a:prstGeom prst="line">
              <a:avLst/>
            </a:prstGeom>
            <a:noFill/>
            <a:ln w="1270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cs typeface="Times New Roman" panose="02020603050405020304" pitchFamily="18" charset="0"/>
              </a:endParaRPr>
            </a:p>
          </p:txBody>
        </p:sp>
        <p:sp>
          <p:nvSpPr>
            <p:cNvPr id="67" name="Text Box 15"/>
            <p:cNvSpPr txBox="1">
              <a:spLocks noChangeArrowheads="1"/>
            </p:cNvSpPr>
            <p:nvPr/>
          </p:nvSpPr>
          <p:spPr bwMode="auto">
            <a:xfrm>
              <a:off x="1547651" y="2644113"/>
              <a:ext cx="295653" cy="422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a:spAutoFit/>
            </a:bodyPr>
            <a:lstStyle>
              <a:lvl1pPr eaLnBrk="0" hangingPunct="0">
                <a:defRPr kumimoji="1" sz="2800">
                  <a:solidFill>
                    <a:schemeClr val="tx1"/>
                  </a:solidFill>
                  <a:latin typeface="Times New Roman" pitchFamily="18" charset="0"/>
                  <a:ea typeface="宋体" charset="-122"/>
                </a:defRPr>
              </a:lvl1pPr>
              <a:lvl2pPr marL="742950" indent="-285750" eaLnBrk="0" hangingPunct="0">
                <a:defRPr kumimoji="1" sz="2800">
                  <a:solidFill>
                    <a:schemeClr val="tx1"/>
                  </a:solidFill>
                  <a:latin typeface="Times New Roman" pitchFamily="18" charset="0"/>
                  <a:ea typeface="宋体" charset="-122"/>
                </a:defRPr>
              </a:lvl2pPr>
              <a:lvl3pPr marL="1143000" indent="-228600" eaLnBrk="0" hangingPunct="0">
                <a:defRPr kumimoji="1" sz="2800">
                  <a:solidFill>
                    <a:schemeClr val="tx1"/>
                  </a:solidFill>
                  <a:latin typeface="Times New Roman" pitchFamily="18" charset="0"/>
                  <a:ea typeface="宋体" charset="-122"/>
                </a:defRPr>
              </a:lvl3pPr>
              <a:lvl4pPr marL="1600200" indent="-228600" eaLnBrk="0" hangingPunct="0">
                <a:defRPr kumimoji="1" sz="2800">
                  <a:solidFill>
                    <a:schemeClr val="tx1"/>
                  </a:solidFill>
                  <a:latin typeface="Times New Roman" pitchFamily="18" charset="0"/>
                  <a:ea typeface="宋体" charset="-122"/>
                </a:defRPr>
              </a:lvl4pPr>
              <a:lvl5pPr marL="2057400" indent="-228600" eaLnBrk="0" hangingPunct="0">
                <a:defRPr kumimoji="1" sz="2800">
                  <a:solidFill>
                    <a:schemeClr val="tx1"/>
                  </a:solidFill>
                  <a:latin typeface="Times New Roman" pitchFamily="18" charset="0"/>
                  <a:ea typeface="宋体" charset="-122"/>
                </a:defRPr>
              </a:lvl5pPr>
              <a:lvl6pPr marL="2514600" indent="-228600" eaLnBrk="0" fontAlgn="base" hangingPunct="0">
                <a:spcBef>
                  <a:spcPct val="50000"/>
                </a:spcBef>
                <a:spcAft>
                  <a:spcPct val="0"/>
                </a:spcAft>
                <a:defRPr kumimoji="1" sz="2800">
                  <a:solidFill>
                    <a:schemeClr val="tx1"/>
                  </a:solidFill>
                  <a:latin typeface="Times New Roman" pitchFamily="18" charset="0"/>
                  <a:ea typeface="宋体" charset="-122"/>
                </a:defRPr>
              </a:lvl6pPr>
              <a:lvl7pPr marL="2971800" indent="-228600" eaLnBrk="0" fontAlgn="base" hangingPunct="0">
                <a:spcBef>
                  <a:spcPct val="50000"/>
                </a:spcBef>
                <a:spcAft>
                  <a:spcPct val="0"/>
                </a:spcAft>
                <a:defRPr kumimoji="1" sz="2800">
                  <a:solidFill>
                    <a:schemeClr val="tx1"/>
                  </a:solidFill>
                  <a:latin typeface="Times New Roman" pitchFamily="18" charset="0"/>
                  <a:ea typeface="宋体" charset="-122"/>
                </a:defRPr>
              </a:lvl7pPr>
              <a:lvl8pPr marL="3429000" indent="-228600" eaLnBrk="0" fontAlgn="base" hangingPunct="0">
                <a:spcBef>
                  <a:spcPct val="50000"/>
                </a:spcBef>
                <a:spcAft>
                  <a:spcPct val="0"/>
                </a:spcAft>
                <a:defRPr kumimoji="1" sz="2800">
                  <a:solidFill>
                    <a:schemeClr val="tx1"/>
                  </a:solidFill>
                  <a:latin typeface="Times New Roman" pitchFamily="18" charset="0"/>
                  <a:ea typeface="宋体" charset="-122"/>
                </a:defRPr>
              </a:lvl8pPr>
              <a:lvl9pPr marL="3886200" indent="-228600" eaLnBrk="0" fontAlgn="base" hangingPunct="0">
                <a:spcBef>
                  <a:spcPct val="50000"/>
                </a:spcBef>
                <a:spcAft>
                  <a:spcPct val="0"/>
                </a:spcAft>
                <a:defRPr kumimoji="1" sz="2800">
                  <a:solidFill>
                    <a:schemeClr val="tx1"/>
                  </a:solidFill>
                  <a:latin typeface="Times New Roman" pitchFamily="18" charset="0"/>
                  <a:ea typeface="宋体" charset="-122"/>
                </a:defRPr>
              </a:lvl9pPr>
            </a:lstStyle>
            <a:p>
              <a:pPr eaLnBrk="1" hangingPunct="1"/>
              <a:r>
                <a:rPr lang="en-US" altLang="zh-CN" sz="2000" b="1" i="1" dirty="0" smtClean="0">
                  <a:cs typeface="Times New Roman" panose="02020603050405020304" pitchFamily="18" charset="0"/>
                </a:rPr>
                <a:t>h</a:t>
              </a:r>
              <a:r>
                <a:rPr lang="en-US" altLang="zh-CN" sz="2000" b="1" baseline="-25000" dirty="0" smtClean="0">
                  <a:cs typeface="Times New Roman" panose="02020603050405020304" pitchFamily="18" charset="0"/>
                </a:rPr>
                <a:t>i</a:t>
              </a:r>
              <a:endParaRPr lang="en-US" altLang="zh-CN" sz="2000" b="1" baseline="-25000" dirty="0">
                <a:cs typeface="Times New Roman" panose="02020603050405020304" pitchFamily="18" charset="0"/>
              </a:endParaRPr>
            </a:p>
          </p:txBody>
        </p:sp>
        <p:sp>
          <p:nvSpPr>
            <p:cNvPr id="68" name="Text Box 16"/>
            <p:cNvSpPr txBox="1">
              <a:spLocks noChangeArrowheads="1"/>
            </p:cNvSpPr>
            <p:nvPr/>
          </p:nvSpPr>
          <p:spPr bwMode="auto">
            <a:xfrm>
              <a:off x="1757861" y="1993387"/>
              <a:ext cx="426630" cy="422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800">
                  <a:solidFill>
                    <a:schemeClr val="tx1"/>
                  </a:solidFill>
                  <a:latin typeface="Times New Roman" pitchFamily="18" charset="0"/>
                  <a:ea typeface="宋体" charset="-122"/>
                </a:defRPr>
              </a:lvl1pPr>
              <a:lvl2pPr marL="742950" indent="-285750" eaLnBrk="0" hangingPunct="0">
                <a:defRPr kumimoji="1" sz="2800">
                  <a:solidFill>
                    <a:schemeClr val="tx1"/>
                  </a:solidFill>
                  <a:latin typeface="Times New Roman" pitchFamily="18" charset="0"/>
                  <a:ea typeface="宋体" charset="-122"/>
                </a:defRPr>
              </a:lvl2pPr>
              <a:lvl3pPr marL="1143000" indent="-228600" eaLnBrk="0" hangingPunct="0">
                <a:defRPr kumimoji="1" sz="2800">
                  <a:solidFill>
                    <a:schemeClr val="tx1"/>
                  </a:solidFill>
                  <a:latin typeface="Times New Roman" pitchFamily="18" charset="0"/>
                  <a:ea typeface="宋体" charset="-122"/>
                </a:defRPr>
              </a:lvl3pPr>
              <a:lvl4pPr marL="1600200" indent="-228600" eaLnBrk="0" hangingPunct="0">
                <a:defRPr kumimoji="1" sz="2800">
                  <a:solidFill>
                    <a:schemeClr val="tx1"/>
                  </a:solidFill>
                  <a:latin typeface="Times New Roman" pitchFamily="18" charset="0"/>
                  <a:ea typeface="宋体" charset="-122"/>
                </a:defRPr>
              </a:lvl4pPr>
              <a:lvl5pPr marL="2057400" indent="-228600" eaLnBrk="0" hangingPunct="0">
                <a:defRPr kumimoji="1" sz="2800">
                  <a:solidFill>
                    <a:schemeClr val="tx1"/>
                  </a:solidFill>
                  <a:latin typeface="Times New Roman" pitchFamily="18" charset="0"/>
                  <a:ea typeface="宋体" charset="-122"/>
                </a:defRPr>
              </a:lvl5pPr>
              <a:lvl6pPr marL="2514600" indent="-228600" eaLnBrk="0" fontAlgn="base" hangingPunct="0">
                <a:spcBef>
                  <a:spcPct val="50000"/>
                </a:spcBef>
                <a:spcAft>
                  <a:spcPct val="0"/>
                </a:spcAft>
                <a:defRPr kumimoji="1" sz="2800">
                  <a:solidFill>
                    <a:schemeClr val="tx1"/>
                  </a:solidFill>
                  <a:latin typeface="Times New Roman" pitchFamily="18" charset="0"/>
                  <a:ea typeface="宋体" charset="-122"/>
                </a:defRPr>
              </a:lvl6pPr>
              <a:lvl7pPr marL="2971800" indent="-228600" eaLnBrk="0" fontAlgn="base" hangingPunct="0">
                <a:spcBef>
                  <a:spcPct val="50000"/>
                </a:spcBef>
                <a:spcAft>
                  <a:spcPct val="0"/>
                </a:spcAft>
                <a:defRPr kumimoji="1" sz="2800">
                  <a:solidFill>
                    <a:schemeClr val="tx1"/>
                  </a:solidFill>
                  <a:latin typeface="Times New Roman" pitchFamily="18" charset="0"/>
                  <a:ea typeface="宋体" charset="-122"/>
                </a:defRPr>
              </a:lvl7pPr>
              <a:lvl8pPr marL="3429000" indent="-228600" eaLnBrk="0" fontAlgn="base" hangingPunct="0">
                <a:spcBef>
                  <a:spcPct val="50000"/>
                </a:spcBef>
                <a:spcAft>
                  <a:spcPct val="0"/>
                </a:spcAft>
                <a:defRPr kumimoji="1" sz="2800">
                  <a:solidFill>
                    <a:schemeClr val="tx1"/>
                  </a:solidFill>
                  <a:latin typeface="Times New Roman" pitchFamily="18" charset="0"/>
                  <a:ea typeface="宋体" charset="-122"/>
                </a:defRPr>
              </a:lvl8pPr>
              <a:lvl9pPr marL="3886200" indent="-228600" eaLnBrk="0" fontAlgn="base" hangingPunct="0">
                <a:spcBef>
                  <a:spcPct val="50000"/>
                </a:spcBef>
                <a:spcAft>
                  <a:spcPct val="0"/>
                </a:spcAft>
                <a:defRPr kumimoji="1" sz="2800">
                  <a:solidFill>
                    <a:schemeClr val="tx1"/>
                  </a:solidFill>
                  <a:latin typeface="Times New Roman" pitchFamily="18" charset="0"/>
                  <a:ea typeface="宋体" charset="-122"/>
                </a:defRPr>
              </a:lvl9pPr>
            </a:lstStyle>
            <a:p>
              <a:pPr eaLnBrk="1" hangingPunct="1"/>
              <a:r>
                <a:rPr lang="en-US" altLang="zh-CN" sz="2000" b="1" i="1" dirty="0" smtClean="0">
                  <a:solidFill>
                    <a:srgbClr val="C00000"/>
                  </a:solidFill>
                  <a:cs typeface="Times New Roman" panose="02020603050405020304" pitchFamily="18" charset="0"/>
                </a:rPr>
                <a:t>P</a:t>
              </a:r>
              <a:r>
                <a:rPr lang="en-US" altLang="zh-CN" sz="2000" b="1" baseline="-25000" dirty="0" smtClean="0">
                  <a:solidFill>
                    <a:srgbClr val="C00000"/>
                  </a:solidFill>
                  <a:cs typeface="Times New Roman" panose="02020603050405020304" pitchFamily="18" charset="0"/>
                </a:rPr>
                <a:t>i</a:t>
              </a:r>
              <a:endParaRPr lang="en-US" altLang="zh-CN" sz="2000" b="1" baseline="-25000" dirty="0">
                <a:solidFill>
                  <a:srgbClr val="C00000"/>
                </a:solidFill>
                <a:cs typeface="Times New Roman" panose="02020603050405020304" pitchFamily="18" charset="0"/>
              </a:endParaRPr>
            </a:p>
          </p:txBody>
        </p:sp>
        <p:sp>
          <p:nvSpPr>
            <p:cNvPr id="69" name="Line 17"/>
            <p:cNvSpPr>
              <a:spLocks noChangeShapeType="1"/>
            </p:cNvSpPr>
            <p:nvPr/>
          </p:nvSpPr>
          <p:spPr bwMode="auto">
            <a:xfrm flipH="1">
              <a:off x="3107229" y="2940512"/>
              <a:ext cx="559699"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cs typeface="Times New Roman" panose="02020603050405020304" pitchFamily="18" charset="0"/>
              </a:endParaRPr>
            </a:p>
          </p:txBody>
        </p:sp>
        <p:sp>
          <p:nvSpPr>
            <p:cNvPr id="70" name="Line 18"/>
            <p:cNvSpPr>
              <a:spLocks noChangeShapeType="1"/>
            </p:cNvSpPr>
            <p:nvPr/>
          </p:nvSpPr>
          <p:spPr bwMode="auto">
            <a:xfrm>
              <a:off x="3473711" y="2197447"/>
              <a:ext cx="0" cy="751730"/>
            </a:xfrm>
            <a:prstGeom prst="line">
              <a:avLst/>
            </a:prstGeom>
            <a:noFill/>
            <a:ln w="1270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cs typeface="Times New Roman" panose="02020603050405020304" pitchFamily="18" charset="0"/>
              </a:endParaRPr>
            </a:p>
          </p:txBody>
        </p:sp>
        <p:sp>
          <p:nvSpPr>
            <p:cNvPr id="71" name="Line 19"/>
            <p:cNvSpPr>
              <a:spLocks noChangeShapeType="1"/>
            </p:cNvSpPr>
            <p:nvPr/>
          </p:nvSpPr>
          <p:spPr bwMode="auto">
            <a:xfrm flipH="1">
              <a:off x="3141882" y="2189865"/>
              <a:ext cx="515595" cy="0"/>
            </a:xfrm>
            <a:prstGeom prst="line">
              <a:avLst/>
            </a:prstGeom>
            <a:noFill/>
            <a:ln w="28575">
              <a:solidFill>
                <a:srgbClr val="C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cs typeface="Times New Roman" panose="02020603050405020304" pitchFamily="18" charset="0"/>
              </a:endParaRPr>
            </a:p>
          </p:txBody>
        </p:sp>
        <p:sp>
          <p:nvSpPr>
            <p:cNvPr id="72" name="Line 20"/>
            <p:cNvSpPr>
              <a:spLocks noChangeShapeType="1"/>
            </p:cNvSpPr>
            <p:nvPr/>
          </p:nvSpPr>
          <p:spPr bwMode="auto">
            <a:xfrm>
              <a:off x="3141882" y="1647189"/>
              <a:ext cx="3150" cy="537260"/>
            </a:xfrm>
            <a:prstGeom prst="line">
              <a:avLst/>
            </a:prstGeom>
            <a:noFill/>
            <a:ln w="28575">
              <a:solidFill>
                <a:srgbClr val="C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cs typeface="Times New Roman" panose="02020603050405020304" pitchFamily="18" charset="0"/>
              </a:endParaRPr>
            </a:p>
          </p:txBody>
        </p:sp>
        <p:sp>
          <p:nvSpPr>
            <p:cNvPr id="73" name="Text Box 21"/>
            <p:cNvSpPr txBox="1">
              <a:spLocks noChangeArrowheads="1"/>
            </p:cNvSpPr>
            <p:nvPr/>
          </p:nvSpPr>
          <p:spPr bwMode="auto">
            <a:xfrm>
              <a:off x="3053673" y="1330899"/>
              <a:ext cx="619633" cy="422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800">
                  <a:solidFill>
                    <a:schemeClr val="tx1"/>
                  </a:solidFill>
                  <a:latin typeface="Times New Roman" pitchFamily="18" charset="0"/>
                  <a:ea typeface="宋体" charset="-122"/>
                </a:defRPr>
              </a:lvl1pPr>
              <a:lvl2pPr marL="742950" indent="-285750" eaLnBrk="0" hangingPunct="0">
                <a:defRPr kumimoji="1" sz="2800">
                  <a:solidFill>
                    <a:schemeClr val="tx1"/>
                  </a:solidFill>
                  <a:latin typeface="Times New Roman" pitchFamily="18" charset="0"/>
                  <a:ea typeface="宋体" charset="-122"/>
                </a:defRPr>
              </a:lvl2pPr>
              <a:lvl3pPr marL="1143000" indent="-228600" eaLnBrk="0" hangingPunct="0">
                <a:defRPr kumimoji="1" sz="2800">
                  <a:solidFill>
                    <a:schemeClr val="tx1"/>
                  </a:solidFill>
                  <a:latin typeface="Times New Roman" pitchFamily="18" charset="0"/>
                  <a:ea typeface="宋体" charset="-122"/>
                </a:defRPr>
              </a:lvl3pPr>
              <a:lvl4pPr marL="1600200" indent="-228600" eaLnBrk="0" hangingPunct="0">
                <a:defRPr kumimoji="1" sz="2800">
                  <a:solidFill>
                    <a:schemeClr val="tx1"/>
                  </a:solidFill>
                  <a:latin typeface="Times New Roman" pitchFamily="18" charset="0"/>
                  <a:ea typeface="宋体" charset="-122"/>
                </a:defRPr>
              </a:lvl4pPr>
              <a:lvl5pPr marL="2057400" indent="-228600" eaLnBrk="0" hangingPunct="0">
                <a:defRPr kumimoji="1" sz="2800">
                  <a:solidFill>
                    <a:schemeClr val="tx1"/>
                  </a:solidFill>
                  <a:latin typeface="Times New Roman" pitchFamily="18" charset="0"/>
                  <a:ea typeface="宋体" charset="-122"/>
                </a:defRPr>
              </a:lvl5pPr>
              <a:lvl6pPr marL="2514600" indent="-228600" eaLnBrk="0" fontAlgn="base" hangingPunct="0">
                <a:spcBef>
                  <a:spcPct val="50000"/>
                </a:spcBef>
                <a:spcAft>
                  <a:spcPct val="0"/>
                </a:spcAft>
                <a:defRPr kumimoji="1" sz="2800">
                  <a:solidFill>
                    <a:schemeClr val="tx1"/>
                  </a:solidFill>
                  <a:latin typeface="Times New Roman" pitchFamily="18" charset="0"/>
                  <a:ea typeface="宋体" charset="-122"/>
                </a:defRPr>
              </a:lvl6pPr>
              <a:lvl7pPr marL="2971800" indent="-228600" eaLnBrk="0" fontAlgn="base" hangingPunct="0">
                <a:spcBef>
                  <a:spcPct val="50000"/>
                </a:spcBef>
                <a:spcAft>
                  <a:spcPct val="0"/>
                </a:spcAft>
                <a:defRPr kumimoji="1" sz="2800">
                  <a:solidFill>
                    <a:schemeClr val="tx1"/>
                  </a:solidFill>
                  <a:latin typeface="Times New Roman" pitchFamily="18" charset="0"/>
                  <a:ea typeface="宋体" charset="-122"/>
                </a:defRPr>
              </a:lvl7pPr>
              <a:lvl8pPr marL="3429000" indent="-228600" eaLnBrk="0" fontAlgn="base" hangingPunct="0">
                <a:spcBef>
                  <a:spcPct val="50000"/>
                </a:spcBef>
                <a:spcAft>
                  <a:spcPct val="0"/>
                </a:spcAft>
                <a:defRPr kumimoji="1" sz="2800">
                  <a:solidFill>
                    <a:schemeClr val="tx1"/>
                  </a:solidFill>
                  <a:latin typeface="Times New Roman" pitchFamily="18" charset="0"/>
                  <a:ea typeface="宋体" charset="-122"/>
                </a:defRPr>
              </a:lvl8pPr>
              <a:lvl9pPr marL="3886200" indent="-228600" eaLnBrk="0" fontAlgn="base" hangingPunct="0">
                <a:spcBef>
                  <a:spcPct val="50000"/>
                </a:spcBef>
                <a:spcAft>
                  <a:spcPct val="0"/>
                </a:spcAft>
                <a:defRPr kumimoji="1" sz="2800">
                  <a:solidFill>
                    <a:schemeClr val="tx1"/>
                  </a:solidFill>
                  <a:latin typeface="Times New Roman" pitchFamily="18" charset="0"/>
                  <a:ea typeface="宋体" charset="-122"/>
                </a:defRPr>
              </a:lvl9pPr>
            </a:lstStyle>
            <a:p>
              <a:pPr eaLnBrk="1" hangingPunct="1"/>
              <a:r>
                <a:rPr lang="en-US" altLang="zh-CN" sz="2000" b="1" i="1" dirty="0" smtClean="0">
                  <a:solidFill>
                    <a:srgbClr val="C00000"/>
                  </a:solidFill>
                  <a:cs typeface="Times New Roman" panose="02020603050405020304" pitchFamily="18" charset="0"/>
                </a:rPr>
                <a:t>H</a:t>
              </a:r>
              <a:r>
                <a:rPr lang="en-US" altLang="zh-CN" sz="2000" b="1" baseline="-25000" dirty="0" smtClean="0">
                  <a:solidFill>
                    <a:srgbClr val="C00000"/>
                  </a:solidFill>
                  <a:cs typeface="Times New Roman" panose="02020603050405020304" pitchFamily="18" charset="0"/>
                </a:rPr>
                <a:t>i+1</a:t>
              </a:r>
              <a:endParaRPr lang="en-US" altLang="zh-CN" sz="2000" b="1" baseline="-25000" dirty="0">
                <a:solidFill>
                  <a:srgbClr val="C00000"/>
                </a:solidFill>
                <a:cs typeface="Times New Roman" panose="02020603050405020304" pitchFamily="18" charset="0"/>
              </a:endParaRPr>
            </a:p>
          </p:txBody>
        </p:sp>
        <p:sp>
          <p:nvSpPr>
            <p:cNvPr id="74" name="Line 22"/>
            <p:cNvSpPr>
              <a:spLocks noChangeShapeType="1"/>
            </p:cNvSpPr>
            <p:nvPr/>
          </p:nvSpPr>
          <p:spPr bwMode="auto">
            <a:xfrm flipV="1">
              <a:off x="2434120" y="3048830"/>
              <a:ext cx="632155" cy="385614"/>
            </a:xfrm>
            <a:prstGeom prst="line">
              <a:avLst/>
            </a:prstGeom>
            <a:noFill/>
            <a:ln w="28575">
              <a:solidFill>
                <a:srgbClr val="C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cs typeface="Times New Roman" panose="02020603050405020304" pitchFamily="18" charset="0"/>
              </a:endParaRPr>
            </a:p>
          </p:txBody>
        </p:sp>
        <p:sp>
          <p:nvSpPr>
            <p:cNvPr id="75" name="Line 23"/>
            <p:cNvSpPr>
              <a:spLocks noChangeShapeType="1"/>
            </p:cNvSpPr>
            <p:nvPr/>
          </p:nvSpPr>
          <p:spPr bwMode="auto">
            <a:xfrm flipH="1" flipV="1">
              <a:off x="2799083" y="3232259"/>
              <a:ext cx="235222" cy="405111"/>
            </a:xfrm>
            <a:prstGeom prst="line">
              <a:avLst/>
            </a:prstGeom>
            <a:noFill/>
            <a:ln w="28575">
              <a:solidFill>
                <a:srgbClr val="C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cs typeface="Times New Roman" panose="02020603050405020304" pitchFamily="18" charset="0"/>
              </a:endParaRPr>
            </a:p>
          </p:txBody>
        </p:sp>
        <p:sp>
          <p:nvSpPr>
            <p:cNvPr id="76" name="Text Box 24"/>
            <p:cNvSpPr txBox="1">
              <a:spLocks noChangeArrowheads="1"/>
            </p:cNvSpPr>
            <p:nvPr/>
          </p:nvSpPr>
          <p:spPr bwMode="auto">
            <a:xfrm>
              <a:off x="2996969" y="3329374"/>
              <a:ext cx="629005" cy="422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a:solidFill>
                    <a:schemeClr val="tx1"/>
                  </a:solidFill>
                  <a:latin typeface="Times New Roman" pitchFamily="18" charset="0"/>
                  <a:ea typeface="宋体" charset="-122"/>
                </a:defRPr>
              </a:lvl1pPr>
              <a:lvl2pPr marL="742950" indent="-285750" eaLnBrk="0" hangingPunct="0">
                <a:defRPr kumimoji="1" sz="2800">
                  <a:solidFill>
                    <a:schemeClr val="tx1"/>
                  </a:solidFill>
                  <a:latin typeface="Times New Roman" pitchFamily="18" charset="0"/>
                  <a:ea typeface="宋体" charset="-122"/>
                </a:defRPr>
              </a:lvl2pPr>
              <a:lvl3pPr marL="1143000" indent="-228600" eaLnBrk="0" hangingPunct="0">
                <a:defRPr kumimoji="1" sz="2800">
                  <a:solidFill>
                    <a:schemeClr val="tx1"/>
                  </a:solidFill>
                  <a:latin typeface="Times New Roman" pitchFamily="18" charset="0"/>
                  <a:ea typeface="宋体" charset="-122"/>
                </a:defRPr>
              </a:lvl3pPr>
              <a:lvl4pPr marL="1600200" indent="-228600" eaLnBrk="0" hangingPunct="0">
                <a:defRPr kumimoji="1" sz="2800">
                  <a:solidFill>
                    <a:schemeClr val="tx1"/>
                  </a:solidFill>
                  <a:latin typeface="Times New Roman" pitchFamily="18" charset="0"/>
                  <a:ea typeface="宋体" charset="-122"/>
                </a:defRPr>
              </a:lvl4pPr>
              <a:lvl5pPr marL="2057400" indent="-228600" eaLnBrk="0" hangingPunct="0">
                <a:defRPr kumimoji="1" sz="2800">
                  <a:solidFill>
                    <a:schemeClr val="tx1"/>
                  </a:solidFill>
                  <a:latin typeface="Times New Roman" pitchFamily="18" charset="0"/>
                  <a:ea typeface="宋体" charset="-122"/>
                </a:defRPr>
              </a:lvl5pPr>
              <a:lvl6pPr marL="2514600" indent="-228600" eaLnBrk="0" fontAlgn="base" hangingPunct="0">
                <a:spcBef>
                  <a:spcPct val="50000"/>
                </a:spcBef>
                <a:spcAft>
                  <a:spcPct val="0"/>
                </a:spcAft>
                <a:defRPr kumimoji="1" sz="2800">
                  <a:solidFill>
                    <a:schemeClr val="tx1"/>
                  </a:solidFill>
                  <a:latin typeface="Times New Roman" pitchFamily="18" charset="0"/>
                  <a:ea typeface="宋体" charset="-122"/>
                </a:defRPr>
              </a:lvl6pPr>
              <a:lvl7pPr marL="2971800" indent="-228600" eaLnBrk="0" fontAlgn="base" hangingPunct="0">
                <a:spcBef>
                  <a:spcPct val="50000"/>
                </a:spcBef>
                <a:spcAft>
                  <a:spcPct val="0"/>
                </a:spcAft>
                <a:defRPr kumimoji="1" sz="2800">
                  <a:solidFill>
                    <a:schemeClr val="tx1"/>
                  </a:solidFill>
                  <a:latin typeface="Times New Roman" pitchFamily="18" charset="0"/>
                  <a:ea typeface="宋体" charset="-122"/>
                </a:defRPr>
              </a:lvl7pPr>
              <a:lvl8pPr marL="3429000" indent="-228600" eaLnBrk="0" fontAlgn="base" hangingPunct="0">
                <a:spcBef>
                  <a:spcPct val="50000"/>
                </a:spcBef>
                <a:spcAft>
                  <a:spcPct val="0"/>
                </a:spcAft>
                <a:defRPr kumimoji="1" sz="2800">
                  <a:solidFill>
                    <a:schemeClr val="tx1"/>
                  </a:solidFill>
                  <a:latin typeface="Times New Roman" pitchFamily="18" charset="0"/>
                  <a:ea typeface="宋体" charset="-122"/>
                </a:defRPr>
              </a:lvl8pPr>
              <a:lvl9pPr marL="3886200" indent="-228600" eaLnBrk="0" fontAlgn="base" hangingPunct="0">
                <a:spcBef>
                  <a:spcPct val="50000"/>
                </a:spcBef>
                <a:spcAft>
                  <a:spcPct val="0"/>
                </a:spcAft>
                <a:defRPr kumimoji="1" sz="2800">
                  <a:solidFill>
                    <a:schemeClr val="tx1"/>
                  </a:solidFill>
                  <a:latin typeface="Times New Roman" pitchFamily="18" charset="0"/>
                  <a:ea typeface="宋体" charset="-122"/>
                </a:defRPr>
              </a:lvl9pPr>
            </a:lstStyle>
            <a:p>
              <a:pPr eaLnBrk="1" hangingPunct="1"/>
              <a:r>
                <a:rPr lang="en-US" altLang="zh-CN" sz="2000" b="1" i="1" dirty="0">
                  <a:solidFill>
                    <a:srgbClr val="C00000"/>
                  </a:solidFill>
                  <a:cs typeface="Times New Roman" panose="02020603050405020304" pitchFamily="18" charset="0"/>
                </a:rPr>
                <a:t>N</a:t>
              </a:r>
              <a:r>
                <a:rPr lang="en-US" altLang="zh-CN" sz="2000" b="1" baseline="-25000" dirty="0">
                  <a:solidFill>
                    <a:srgbClr val="C00000"/>
                  </a:solidFill>
                  <a:cs typeface="Times New Roman" panose="02020603050405020304" pitchFamily="18" charset="0"/>
                </a:rPr>
                <a:t>i</a:t>
              </a:r>
            </a:p>
          </p:txBody>
        </p:sp>
        <p:sp>
          <p:nvSpPr>
            <p:cNvPr id="77" name="Text Box 25"/>
            <p:cNvSpPr txBox="1">
              <a:spLocks noChangeArrowheads="1"/>
            </p:cNvSpPr>
            <p:nvPr/>
          </p:nvSpPr>
          <p:spPr bwMode="auto">
            <a:xfrm>
              <a:off x="2942364" y="3073744"/>
              <a:ext cx="585951" cy="3288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bIns="0">
              <a:spAutoFit/>
            </a:bodyPr>
            <a:lstStyle>
              <a:lvl1pPr eaLnBrk="0" hangingPunct="0">
                <a:defRPr kumimoji="1" sz="2800">
                  <a:solidFill>
                    <a:schemeClr val="tx1"/>
                  </a:solidFill>
                  <a:latin typeface="Times New Roman" pitchFamily="18" charset="0"/>
                  <a:ea typeface="宋体" charset="-122"/>
                </a:defRPr>
              </a:lvl1pPr>
              <a:lvl2pPr marL="742950" indent="-285750" eaLnBrk="0" hangingPunct="0">
                <a:defRPr kumimoji="1" sz="2800">
                  <a:solidFill>
                    <a:schemeClr val="tx1"/>
                  </a:solidFill>
                  <a:latin typeface="Times New Roman" pitchFamily="18" charset="0"/>
                  <a:ea typeface="宋体" charset="-122"/>
                </a:defRPr>
              </a:lvl2pPr>
              <a:lvl3pPr marL="1143000" indent="-228600" eaLnBrk="0" hangingPunct="0">
                <a:defRPr kumimoji="1" sz="2800">
                  <a:solidFill>
                    <a:schemeClr val="tx1"/>
                  </a:solidFill>
                  <a:latin typeface="Times New Roman" pitchFamily="18" charset="0"/>
                  <a:ea typeface="宋体" charset="-122"/>
                </a:defRPr>
              </a:lvl3pPr>
              <a:lvl4pPr marL="1600200" indent="-228600" eaLnBrk="0" hangingPunct="0">
                <a:defRPr kumimoji="1" sz="2800">
                  <a:solidFill>
                    <a:schemeClr val="tx1"/>
                  </a:solidFill>
                  <a:latin typeface="Times New Roman" pitchFamily="18" charset="0"/>
                  <a:ea typeface="宋体" charset="-122"/>
                </a:defRPr>
              </a:lvl4pPr>
              <a:lvl5pPr marL="2057400" indent="-228600" eaLnBrk="0" hangingPunct="0">
                <a:defRPr kumimoji="1" sz="2800">
                  <a:solidFill>
                    <a:schemeClr val="tx1"/>
                  </a:solidFill>
                  <a:latin typeface="Times New Roman" pitchFamily="18" charset="0"/>
                  <a:ea typeface="宋体" charset="-122"/>
                </a:defRPr>
              </a:lvl5pPr>
              <a:lvl6pPr marL="2514600" indent="-228600" eaLnBrk="0" fontAlgn="base" hangingPunct="0">
                <a:spcBef>
                  <a:spcPct val="50000"/>
                </a:spcBef>
                <a:spcAft>
                  <a:spcPct val="0"/>
                </a:spcAft>
                <a:defRPr kumimoji="1" sz="2800">
                  <a:solidFill>
                    <a:schemeClr val="tx1"/>
                  </a:solidFill>
                  <a:latin typeface="Times New Roman" pitchFamily="18" charset="0"/>
                  <a:ea typeface="宋体" charset="-122"/>
                </a:defRPr>
              </a:lvl6pPr>
              <a:lvl7pPr marL="2971800" indent="-228600" eaLnBrk="0" fontAlgn="base" hangingPunct="0">
                <a:spcBef>
                  <a:spcPct val="50000"/>
                </a:spcBef>
                <a:spcAft>
                  <a:spcPct val="0"/>
                </a:spcAft>
                <a:defRPr kumimoji="1" sz="2800">
                  <a:solidFill>
                    <a:schemeClr val="tx1"/>
                  </a:solidFill>
                  <a:latin typeface="Times New Roman" pitchFamily="18" charset="0"/>
                  <a:ea typeface="宋体" charset="-122"/>
                </a:defRPr>
              </a:lvl7pPr>
              <a:lvl8pPr marL="3429000" indent="-228600" eaLnBrk="0" fontAlgn="base" hangingPunct="0">
                <a:spcBef>
                  <a:spcPct val="50000"/>
                </a:spcBef>
                <a:spcAft>
                  <a:spcPct val="0"/>
                </a:spcAft>
                <a:defRPr kumimoji="1" sz="2800">
                  <a:solidFill>
                    <a:schemeClr val="tx1"/>
                  </a:solidFill>
                  <a:latin typeface="Times New Roman" pitchFamily="18" charset="0"/>
                  <a:ea typeface="宋体" charset="-122"/>
                </a:defRPr>
              </a:lvl8pPr>
              <a:lvl9pPr marL="3886200" indent="-228600" eaLnBrk="0" fontAlgn="base" hangingPunct="0">
                <a:spcBef>
                  <a:spcPct val="50000"/>
                </a:spcBef>
                <a:spcAft>
                  <a:spcPct val="0"/>
                </a:spcAft>
                <a:defRPr kumimoji="1" sz="2800">
                  <a:solidFill>
                    <a:schemeClr val="tx1"/>
                  </a:solidFill>
                  <a:latin typeface="Times New Roman" pitchFamily="18" charset="0"/>
                  <a:ea typeface="宋体" charset="-122"/>
                </a:defRPr>
              </a:lvl9pPr>
            </a:lstStyle>
            <a:p>
              <a:pPr eaLnBrk="1" hangingPunct="1"/>
              <a:r>
                <a:rPr lang="en-US" altLang="zh-CN" sz="2000" b="1" i="1" dirty="0">
                  <a:solidFill>
                    <a:srgbClr val="C00000"/>
                  </a:solidFill>
                  <a:cs typeface="Times New Roman" panose="02020603050405020304" pitchFamily="18" charset="0"/>
                </a:rPr>
                <a:t>T</a:t>
              </a:r>
              <a:r>
                <a:rPr lang="en-US" altLang="zh-CN" sz="2000" b="1" baseline="-25000" dirty="0">
                  <a:solidFill>
                    <a:srgbClr val="C00000"/>
                  </a:solidFill>
                  <a:cs typeface="Times New Roman" panose="02020603050405020304" pitchFamily="18" charset="0"/>
                </a:rPr>
                <a:t>i</a:t>
              </a:r>
            </a:p>
          </p:txBody>
        </p:sp>
        <p:sp>
          <p:nvSpPr>
            <p:cNvPr id="78" name="Text Box 26"/>
            <p:cNvSpPr txBox="1">
              <a:spLocks noChangeArrowheads="1"/>
            </p:cNvSpPr>
            <p:nvPr/>
          </p:nvSpPr>
          <p:spPr bwMode="auto">
            <a:xfrm>
              <a:off x="1973129" y="2782367"/>
              <a:ext cx="421586" cy="422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36000">
              <a:spAutoFit/>
            </a:bodyPr>
            <a:lstStyle>
              <a:lvl1pPr eaLnBrk="0" hangingPunct="0">
                <a:defRPr kumimoji="1" sz="2800">
                  <a:solidFill>
                    <a:schemeClr val="tx1"/>
                  </a:solidFill>
                  <a:latin typeface="Times New Roman" pitchFamily="18" charset="0"/>
                  <a:ea typeface="宋体" charset="-122"/>
                </a:defRPr>
              </a:lvl1pPr>
              <a:lvl2pPr marL="742950" indent="-285750" eaLnBrk="0" hangingPunct="0">
                <a:defRPr kumimoji="1" sz="2800">
                  <a:solidFill>
                    <a:schemeClr val="tx1"/>
                  </a:solidFill>
                  <a:latin typeface="Times New Roman" pitchFamily="18" charset="0"/>
                  <a:ea typeface="宋体" charset="-122"/>
                </a:defRPr>
              </a:lvl2pPr>
              <a:lvl3pPr marL="1143000" indent="-228600" eaLnBrk="0" hangingPunct="0">
                <a:defRPr kumimoji="1" sz="2800">
                  <a:solidFill>
                    <a:schemeClr val="tx1"/>
                  </a:solidFill>
                  <a:latin typeface="Times New Roman" pitchFamily="18" charset="0"/>
                  <a:ea typeface="宋体" charset="-122"/>
                </a:defRPr>
              </a:lvl3pPr>
              <a:lvl4pPr marL="1600200" indent="-228600" eaLnBrk="0" hangingPunct="0">
                <a:defRPr kumimoji="1" sz="2800">
                  <a:solidFill>
                    <a:schemeClr val="tx1"/>
                  </a:solidFill>
                  <a:latin typeface="Times New Roman" pitchFamily="18" charset="0"/>
                  <a:ea typeface="宋体" charset="-122"/>
                </a:defRPr>
              </a:lvl4pPr>
              <a:lvl5pPr marL="2057400" indent="-228600" eaLnBrk="0" hangingPunct="0">
                <a:defRPr kumimoji="1" sz="2800">
                  <a:solidFill>
                    <a:schemeClr val="tx1"/>
                  </a:solidFill>
                  <a:latin typeface="Times New Roman" pitchFamily="18" charset="0"/>
                  <a:ea typeface="宋体" charset="-122"/>
                </a:defRPr>
              </a:lvl5pPr>
              <a:lvl6pPr marL="2514600" indent="-228600" eaLnBrk="0" fontAlgn="base" hangingPunct="0">
                <a:spcBef>
                  <a:spcPct val="50000"/>
                </a:spcBef>
                <a:spcAft>
                  <a:spcPct val="0"/>
                </a:spcAft>
                <a:defRPr kumimoji="1" sz="2800">
                  <a:solidFill>
                    <a:schemeClr val="tx1"/>
                  </a:solidFill>
                  <a:latin typeface="Times New Roman" pitchFamily="18" charset="0"/>
                  <a:ea typeface="宋体" charset="-122"/>
                </a:defRPr>
              </a:lvl6pPr>
              <a:lvl7pPr marL="2971800" indent="-228600" eaLnBrk="0" fontAlgn="base" hangingPunct="0">
                <a:spcBef>
                  <a:spcPct val="50000"/>
                </a:spcBef>
                <a:spcAft>
                  <a:spcPct val="0"/>
                </a:spcAft>
                <a:defRPr kumimoji="1" sz="2800">
                  <a:solidFill>
                    <a:schemeClr val="tx1"/>
                  </a:solidFill>
                  <a:latin typeface="Times New Roman" pitchFamily="18" charset="0"/>
                  <a:ea typeface="宋体" charset="-122"/>
                </a:defRPr>
              </a:lvl7pPr>
              <a:lvl8pPr marL="3429000" indent="-228600" eaLnBrk="0" fontAlgn="base" hangingPunct="0">
                <a:spcBef>
                  <a:spcPct val="50000"/>
                </a:spcBef>
                <a:spcAft>
                  <a:spcPct val="0"/>
                </a:spcAft>
                <a:defRPr kumimoji="1" sz="2800">
                  <a:solidFill>
                    <a:schemeClr val="tx1"/>
                  </a:solidFill>
                  <a:latin typeface="Times New Roman" pitchFamily="18" charset="0"/>
                  <a:ea typeface="宋体" charset="-122"/>
                </a:defRPr>
              </a:lvl8pPr>
              <a:lvl9pPr marL="3886200" indent="-228600" eaLnBrk="0" fontAlgn="base" hangingPunct="0">
                <a:spcBef>
                  <a:spcPct val="50000"/>
                </a:spcBef>
                <a:spcAft>
                  <a:spcPct val="0"/>
                </a:spcAft>
                <a:defRPr kumimoji="1" sz="2800">
                  <a:solidFill>
                    <a:schemeClr val="tx1"/>
                  </a:solidFill>
                  <a:latin typeface="Times New Roman" pitchFamily="18" charset="0"/>
                  <a:ea typeface="宋体" charset="-122"/>
                </a:defRPr>
              </a:lvl9pPr>
            </a:lstStyle>
            <a:p>
              <a:pPr eaLnBrk="1" hangingPunct="1"/>
              <a:r>
                <a:rPr lang="en-US" altLang="zh-CN" sz="2000" b="1" i="1" dirty="0" smtClean="0">
                  <a:solidFill>
                    <a:srgbClr val="C00000"/>
                  </a:solidFill>
                  <a:cs typeface="Times New Roman" panose="02020603050405020304" pitchFamily="18" charset="0"/>
                </a:rPr>
                <a:t>H</a:t>
              </a:r>
              <a:r>
                <a:rPr lang="en-US" altLang="zh-CN" sz="2000" b="1" baseline="-25000" dirty="0" smtClean="0">
                  <a:solidFill>
                    <a:srgbClr val="C00000"/>
                  </a:solidFill>
                  <a:cs typeface="Times New Roman" panose="02020603050405020304" pitchFamily="18" charset="0"/>
                </a:rPr>
                <a:t>i</a:t>
              </a:r>
              <a:endParaRPr lang="en-US" altLang="zh-CN" sz="2000" b="1" baseline="-25000" dirty="0">
                <a:solidFill>
                  <a:srgbClr val="C00000"/>
                </a:solidFill>
                <a:cs typeface="Times New Roman" panose="02020603050405020304" pitchFamily="18" charset="0"/>
              </a:endParaRPr>
            </a:p>
          </p:txBody>
        </p:sp>
      </p:grpSp>
      <p:sp>
        <p:nvSpPr>
          <p:cNvPr id="96" name="Line 27"/>
          <p:cNvSpPr>
            <a:spLocks noChangeShapeType="1"/>
          </p:cNvSpPr>
          <p:nvPr/>
        </p:nvSpPr>
        <p:spPr bwMode="auto">
          <a:xfrm>
            <a:off x="7503863" y="4568493"/>
            <a:ext cx="180606" cy="31982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sp>
        <p:nvSpPr>
          <p:cNvPr id="97" name="Line 28"/>
          <p:cNvSpPr>
            <a:spLocks noChangeShapeType="1"/>
          </p:cNvSpPr>
          <p:nvPr/>
        </p:nvSpPr>
        <p:spPr bwMode="auto">
          <a:xfrm flipV="1">
            <a:off x="7610335" y="4524237"/>
            <a:ext cx="364932" cy="225496"/>
          </a:xfrm>
          <a:prstGeom prst="line">
            <a:avLst/>
          </a:prstGeom>
          <a:noFill/>
          <a:ln w="1905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sp>
        <p:nvSpPr>
          <p:cNvPr id="98" name="Text Box 29"/>
          <p:cNvSpPr txBox="1">
            <a:spLocks noChangeArrowheads="1"/>
          </p:cNvSpPr>
          <p:nvPr/>
        </p:nvSpPr>
        <p:spPr bwMode="auto">
          <a:xfrm>
            <a:off x="7719213" y="4527359"/>
            <a:ext cx="443989" cy="4178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800">
                <a:solidFill>
                  <a:schemeClr val="tx1"/>
                </a:solidFill>
                <a:latin typeface="Times New Roman" pitchFamily="18" charset="0"/>
                <a:ea typeface="宋体" charset="-122"/>
              </a:defRPr>
            </a:lvl1pPr>
            <a:lvl2pPr marL="742950" indent="-285750" eaLnBrk="0" hangingPunct="0">
              <a:defRPr kumimoji="1" sz="2800">
                <a:solidFill>
                  <a:schemeClr val="tx1"/>
                </a:solidFill>
                <a:latin typeface="Times New Roman" pitchFamily="18" charset="0"/>
                <a:ea typeface="宋体" charset="-122"/>
              </a:defRPr>
            </a:lvl2pPr>
            <a:lvl3pPr marL="1143000" indent="-228600" eaLnBrk="0" hangingPunct="0">
              <a:defRPr kumimoji="1" sz="2800">
                <a:solidFill>
                  <a:schemeClr val="tx1"/>
                </a:solidFill>
                <a:latin typeface="Times New Roman" pitchFamily="18" charset="0"/>
                <a:ea typeface="宋体" charset="-122"/>
              </a:defRPr>
            </a:lvl3pPr>
            <a:lvl4pPr marL="1600200" indent="-228600" eaLnBrk="0" hangingPunct="0">
              <a:defRPr kumimoji="1" sz="2800">
                <a:solidFill>
                  <a:schemeClr val="tx1"/>
                </a:solidFill>
                <a:latin typeface="Times New Roman" pitchFamily="18" charset="0"/>
                <a:ea typeface="宋体" charset="-122"/>
              </a:defRPr>
            </a:lvl4pPr>
            <a:lvl5pPr marL="2057400" indent="-228600" eaLnBrk="0" hangingPunct="0">
              <a:defRPr kumimoji="1" sz="2800">
                <a:solidFill>
                  <a:schemeClr val="tx1"/>
                </a:solidFill>
                <a:latin typeface="Times New Roman" pitchFamily="18" charset="0"/>
                <a:ea typeface="宋体" charset="-122"/>
              </a:defRPr>
            </a:lvl5pPr>
            <a:lvl6pPr marL="2514600" indent="-228600" eaLnBrk="0" fontAlgn="base" hangingPunct="0">
              <a:spcBef>
                <a:spcPct val="50000"/>
              </a:spcBef>
              <a:spcAft>
                <a:spcPct val="0"/>
              </a:spcAft>
              <a:defRPr kumimoji="1" sz="2800">
                <a:solidFill>
                  <a:schemeClr val="tx1"/>
                </a:solidFill>
                <a:latin typeface="Times New Roman" pitchFamily="18" charset="0"/>
                <a:ea typeface="宋体" charset="-122"/>
              </a:defRPr>
            </a:lvl6pPr>
            <a:lvl7pPr marL="2971800" indent="-228600" eaLnBrk="0" fontAlgn="base" hangingPunct="0">
              <a:spcBef>
                <a:spcPct val="50000"/>
              </a:spcBef>
              <a:spcAft>
                <a:spcPct val="0"/>
              </a:spcAft>
              <a:defRPr kumimoji="1" sz="2800">
                <a:solidFill>
                  <a:schemeClr val="tx1"/>
                </a:solidFill>
                <a:latin typeface="Times New Roman" pitchFamily="18" charset="0"/>
                <a:ea typeface="宋体" charset="-122"/>
              </a:defRPr>
            </a:lvl7pPr>
            <a:lvl8pPr marL="3429000" indent="-228600" eaLnBrk="0" fontAlgn="base" hangingPunct="0">
              <a:spcBef>
                <a:spcPct val="50000"/>
              </a:spcBef>
              <a:spcAft>
                <a:spcPct val="0"/>
              </a:spcAft>
              <a:defRPr kumimoji="1" sz="2800">
                <a:solidFill>
                  <a:schemeClr val="tx1"/>
                </a:solidFill>
                <a:latin typeface="Times New Roman" pitchFamily="18" charset="0"/>
                <a:ea typeface="宋体" charset="-122"/>
              </a:defRPr>
            </a:lvl8pPr>
            <a:lvl9pPr marL="3886200" indent="-228600" eaLnBrk="0" fontAlgn="base" hangingPunct="0">
              <a:spcBef>
                <a:spcPct val="50000"/>
              </a:spcBef>
              <a:spcAft>
                <a:spcPct val="0"/>
              </a:spcAft>
              <a:defRPr kumimoji="1" sz="2800">
                <a:solidFill>
                  <a:schemeClr val="tx1"/>
                </a:solidFill>
                <a:latin typeface="Times New Roman" pitchFamily="18" charset="0"/>
                <a:ea typeface="宋体" charset="-122"/>
              </a:defRPr>
            </a:lvl9pPr>
          </a:lstStyle>
          <a:p>
            <a:pPr eaLnBrk="1" hangingPunct="1"/>
            <a:r>
              <a:rPr lang="en-US" altLang="zh-CN" sz="2000" b="1" i="1" dirty="0" err="1"/>
              <a:t>t</a:t>
            </a:r>
            <a:r>
              <a:rPr lang="en-US" altLang="zh-CN" sz="2000" b="1" baseline="-25000" dirty="0" err="1"/>
              <a:t>i</a:t>
            </a:r>
            <a:endParaRPr lang="en-US" altLang="zh-CN" sz="2000" b="1" baseline="-25000" dirty="0"/>
          </a:p>
        </p:txBody>
      </p:sp>
      <p:sp>
        <p:nvSpPr>
          <p:cNvPr id="99" name="Text Box 110"/>
          <p:cNvSpPr txBox="1">
            <a:spLocks noChangeArrowheads="1"/>
          </p:cNvSpPr>
          <p:nvPr/>
        </p:nvSpPr>
        <p:spPr bwMode="auto">
          <a:xfrm>
            <a:off x="1166950" y="2294842"/>
            <a:ext cx="4654433" cy="3539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marL="182563" lvl="2" indent="-182563" defTabSz="739775">
              <a:buClr>
                <a:srgbClr val="C00000"/>
              </a:buClr>
              <a:buSzPct val="130000"/>
              <a:buFont typeface="Arial" panose="020B0604020202020204" pitchFamily="34" charset="0"/>
              <a:buChar char="•"/>
            </a:pPr>
            <a:r>
              <a:rPr lang="zh-CN" altLang="en-US"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土</a:t>
            </a:r>
            <a:r>
              <a:rPr lang="zh-CN" altLang="en-US" sz="20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条间力</a:t>
            </a:r>
            <a:r>
              <a:rPr lang="zh-CN" altLang="en-US"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与作用点</a:t>
            </a:r>
            <a:r>
              <a:rPr lang="zh-CN" altLang="en-US" sz="20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a:t>
            </a:r>
            <a:r>
              <a:rPr lang="en-US" altLang="zh-CN" sz="2000" b="1" i="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 </a:t>
            </a:r>
            <a:r>
              <a:rPr lang="en-US" altLang="zh-CN" sz="2000" b="1" i="1" dirty="0" smtClean="0">
                <a:solidFill>
                  <a:srgbClr val="C00000"/>
                </a:solidFill>
                <a:latin typeface="Times New Roman" panose="02020603050405020304" pitchFamily="18" charset="0"/>
                <a:ea typeface="幼圆" panose="02010509060101010101" pitchFamily="49" charset="-122"/>
                <a:cs typeface="Times New Roman" panose="02020603050405020304" pitchFamily="18" charset="0"/>
              </a:rPr>
              <a:t>P</a:t>
            </a:r>
            <a:r>
              <a:rPr lang="en-US" altLang="zh-CN" sz="2000" b="1" baseline="-25000" dirty="0" smtClean="0">
                <a:solidFill>
                  <a:srgbClr val="C00000"/>
                </a:solidFill>
                <a:latin typeface="Times New Roman" panose="02020603050405020304" pitchFamily="18" charset="0"/>
                <a:ea typeface="幼圆" panose="02010509060101010101" pitchFamily="49" charset="-122"/>
                <a:cs typeface="Times New Roman" panose="02020603050405020304" pitchFamily="18" charset="0"/>
              </a:rPr>
              <a:t>i</a:t>
            </a:r>
            <a:r>
              <a:rPr lang="en-US" altLang="zh-CN" sz="2000" b="1" i="1" baseline="-25000" dirty="0" smtClean="0">
                <a:solidFill>
                  <a:srgbClr val="C00000"/>
                </a:solidFill>
                <a:latin typeface="Times New Roman" panose="02020603050405020304" pitchFamily="18" charset="0"/>
                <a:ea typeface="幼圆" panose="02010509060101010101" pitchFamily="49" charset="-122"/>
                <a:cs typeface="Times New Roman" panose="02020603050405020304" pitchFamily="18" charset="0"/>
              </a:rPr>
              <a:t> </a:t>
            </a:r>
            <a:r>
              <a:rPr lang="en-US" altLang="zh-CN" sz="2000" b="1" i="1" dirty="0" smtClean="0">
                <a:solidFill>
                  <a:srgbClr val="C00000"/>
                </a:solidFill>
                <a:latin typeface="Times New Roman" panose="02020603050405020304" pitchFamily="18" charset="0"/>
                <a:ea typeface="幼圆" panose="02010509060101010101" pitchFamily="49" charset="-122"/>
                <a:cs typeface="Times New Roman" panose="02020603050405020304" pitchFamily="18" charset="0"/>
              </a:rPr>
              <a:t> H</a:t>
            </a:r>
            <a:r>
              <a:rPr lang="en-US" altLang="zh-CN" sz="2000" b="1" baseline="-25000" dirty="0" smtClean="0">
                <a:solidFill>
                  <a:srgbClr val="C00000"/>
                </a:solidFill>
                <a:latin typeface="Times New Roman" panose="02020603050405020304" pitchFamily="18" charset="0"/>
                <a:ea typeface="幼圆" panose="02010509060101010101" pitchFamily="49" charset="-122"/>
                <a:cs typeface="Times New Roman" panose="02020603050405020304" pitchFamily="18" charset="0"/>
              </a:rPr>
              <a:t>i</a:t>
            </a:r>
            <a:r>
              <a:rPr lang="en-US" altLang="zh-CN" sz="2000" b="1" i="1" baseline="-25000" dirty="0" smtClean="0">
                <a:solidFill>
                  <a:srgbClr val="C00000"/>
                </a:solidFill>
                <a:latin typeface="Times New Roman" panose="02020603050405020304" pitchFamily="18" charset="0"/>
                <a:ea typeface="幼圆" panose="02010509060101010101" pitchFamily="49" charset="-122"/>
                <a:cs typeface="Times New Roman" panose="02020603050405020304" pitchFamily="18" charset="0"/>
              </a:rPr>
              <a:t> </a:t>
            </a:r>
            <a:r>
              <a:rPr lang="en-US" altLang="zh-CN" sz="2000" b="1" i="1" dirty="0" smtClean="0">
                <a:solidFill>
                  <a:srgbClr val="C00000"/>
                </a:solidFill>
                <a:latin typeface="Times New Roman" panose="02020603050405020304" pitchFamily="18" charset="0"/>
                <a:ea typeface="幼圆" panose="02010509060101010101" pitchFamily="49" charset="-122"/>
                <a:cs typeface="Times New Roman" panose="02020603050405020304" pitchFamily="18" charset="0"/>
              </a:rPr>
              <a:t>  </a:t>
            </a:r>
            <a:r>
              <a:rPr lang="en-US" altLang="zh-CN" sz="2000" b="1" i="1" dirty="0" err="1" smtClean="0">
                <a:solidFill>
                  <a:srgbClr val="C00000"/>
                </a:solidFill>
                <a:latin typeface="Times New Roman" panose="02020603050405020304" pitchFamily="18" charset="0"/>
                <a:ea typeface="幼圆" panose="02010509060101010101" pitchFamily="49" charset="-122"/>
                <a:cs typeface="Times New Roman" panose="02020603050405020304" pitchFamily="18" charset="0"/>
              </a:rPr>
              <a:t>h</a:t>
            </a:r>
            <a:r>
              <a:rPr lang="en-US" altLang="zh-CN" sz="2000" b="1" baseline="-25000" dirty="0" err="1" smtClean="0">
                <a:solidFill>
                  <a:srgbClr val="C00000"/>
                </a:solidFill>
                <a:latin typeface="Times New Roman" panose="02020603050405020304" pitchFamily="18" charset="0"/>
                <a:ea typeface="幼圆" panose="02010509060101010101" pitchFamily="49" charset="-122"/>
                <a:cs typeface="Times New Roman" panose="02020603050405020304" pitchFamily="18" charset="0"/>
              </a:rPr>
              <a:t>i</a:t>
            </a:r>
            <a:r>
              <a:rPr lang="en-US" altLang="zh-CN" sz="2000" b="1" i="1" baseline="-25000" dirty="0" smtClean="0">
                <a:solidFill>
                  <a:srgbClr val="C00000"/>
                </a:solidFill>
                <a:latin typeface="Times New Roman" panose="02020603050405020304" pitchFamily="18" charset="0"/>
                <a:ea typeface="幼圆" panose="02010509060101010101" pitchFamily="49" charset="-122"/>
                <a:cs typeface="Times New Roman" panose="02020603050405020304" pitchFamily="18" charset="0"/>
              </a:rPr>
              <a:t> </a:t>
            </a:r>
            <a:r>
              <a:rPr lang="en-US" altLang="zh-CN" sz="2000" b="1" dirty="0" smtClean="0">
                <a:solidFill>
                  <a:srgbClr val="C00000"/>
                </a:solidFill>
                <a:latin typeface="Times New Roman" panose="02020603050405020304" pitchFamily="18" charset="0"/>
                <a:ea typeface="幼圆" panose="02010509060101010101" pitchFamily="49" charset="-122"/>
                <a:cs typeface="Times New Roman" panose="02020603050405020304" pitchFamily="18" charset="0"/>
              </a:rPr>
              <a:t> </a:t>
            </a:r>
            <a:r>
              <a:rPr lang="en-US" altLang="zh-CN" sz="20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3(n-1</a:t>
            </a:r>
            <a:r>
              <a:rPr lang="en-US" altLang="zh-CN"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a:t>
            </a:r>
            <a:r>
              <a:rPr lang="zh-CN" altLang="en-US" sz="20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个 </a:t>
            </a:r>
            <a:endParaRPr lang="en-US" altLang="zh-CN"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p:txBody>
      </p:sp>
      <p:sp>
        <p:nvSpPr>
          <p:cNvPr id="94" name="Text Box 46"/>
          <p:cNvSpPr txBox="1">
            <a:spLocks noChangeArrowheads="1"/>
          </p:cNvSpPr>
          <p:nvPr/>
        </p:nvSpPr>
        <p:spPr bwMode="auto">
          <a:xfrm>
            <a:off x="608474" y="3288534"/>
            <a:ext cx="1821794" cy="506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442913" indent="-358775" eaLnBrk="1" hangingPunct="1">
              <a:lnSpc>
                <a:spcPct val="125000"/>
              </a:lnSpc>
              <a:spcBef>
                <a:spcPct val="0"/>
              </a:spcBef>
              <a:spcAft>
                <a:spcPct val="0"/>
              </a:spcAft>
              <a:buClr>
                <a:srgbClr val="C00000"/>
              </a:buClr>
              <a:buSzPct val="130000"/>
              <a:buFont typeface="Wingdings" panose="05000000000000000000" pitchFamily="2" charset="2"/>
              <a:buChar char="F"/>
            </a:pPr>
            <a:r>
              <a:rPr lang="zh-CN" altLang="en-US" sz="2400" b="1" dirty="0">
                <a:solidFill>
                  <a:srgbClr val="C00000"/>
                </a:solidFill>
                <a:latin typeface="黑体" panose="02010609060101010101" pitchFamily="49" charset="-122"/>
                <a:ea typeface="黑体" panose="02010609060101010101" pitchFamily="49" charset="-122"/>
              </a:rPr>
              <a:t>方程数</a:t>
            </a:r>
            <a:endParaRPr lang="zh-CN" altLang="en-US" sz="2400" b="1" dirty="0">
              <a:solidFill>
                <a:srgbClr val="C00000"/>
              </a:solidFill>
              <a:ea typeface="幼圆" panose="02010509060101010101" pitchFamily="49" charset="-122"/>
              <a:cs typeface="Times New Roman" panose="02020603050405020304" pitchFamily="18" charset="0"/>
            </a:endParaRPr>
          </a:p>
        </p:txBody>
      </p:sp>
      <p:sp>
        <p:nvSpPr>
          <p:cNvPr id="95" name="Text Box 109"/>
          <p:cNvSpPr txBox="1">
            <a:spLocks noChangeArrowheads="1"/>
          </p:cNvSpPr>
          <p:nvPr/>
        </p:nvSpPr>
        <p:spPr bwMode="auto">
          <a:xfrm>
            <a:off x="1147461" y="3940162"/>
            <a:ext cx="4174451" cy="3539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marL="182563" indent="-182563" eaLnBrk="1" hangingPunct="1">
              <a:buClr>
                <a:srgbClr val="C00000"/>
              </a:buClr>
              <a:buSzPct val="130000"/>
              <a:buFont typeface="Arial" panose="020B0604020202020204" pitchFamily="34" charset="0"/>
              <a:buChar char="•"/>
              <a:tabLst>
                <a:tab pos="3411538" algn="l"/>
              </a:tabLst>
            </a:pPr>
            <a:r>
              <a:rPr lang="zh-CN" altLang="en-US"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静力平衡</a:t>
            </a:r>
            <a:r>
              <a:rPr lang="zh-CN" altLang="en-US" sz="20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a:t>
            </a:r>
            <a:r>
              <a:rPr lang="zh-CN" altLang="en-US"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力矩平衡 </a:t>
            </a:r>
            <a:r>
              <a:rPr lang="en-US" altLang="zh-CN" sz="20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	3n</a:t>
            </a:r>
            <a:r>
              <a:rPr lang="zh-CN" altLang="en-US" sz="20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个</a:t>
            </a:r>
            <a:endParaRPr lang="en-US" altLang="zh-CN"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p:txBody>
      </p:sp>
      <p:sp>
        <p:nvSpPr>
          <p:cNvPr id="100" name="Text Box 110"/>
          <p:cNvSpPr txBox="1">
            <a:spLocks noChangeArrowheads="1"/>
          </p:cNvSpPr>
          <p:nvPr/>
        </p:nvSpPr>
        <p:spPr bwMode="auto">
          <a:xfrm>
            <a:off x="1147462" y="4301950"/>
            <a:ext cx="4158548" cy="3539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marL="182563" indent="-182563" defTabSz="739775" eaLnBrk="1" hangingPunct="1">
              <a:buClr>
                <a:srgbClr val="C00000"/>
              </a:buClr>
              <a:buSzPct val="130000"/>
              <a:buFont typeface="Arial" panose="020B0604020202020204" pitchFamily="34" charset="0"/>
              <a:buChar char="•"/>
              <a:tabLst>
                <a:tab pos="3411538" algn="l"/>
              </a:tabLst>
            </a:pPr>
            <a:r>
              <a:rPr lang="zh-CN" altLang="en-US"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滑动面上极限平衡条件           </a:t>
            </a:r>
            <a:r>
              <a:rPr lang="en-US" altLang="zh-CN" sz="20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n</a:t>
            </a:r>
            <a:r>
              <a:rPr lang="zh-CN" altLang="en-US" sz="20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个</a:t>
            </a:r>
            <a:endParaRPr lang="en-US" altLang="zh-CN"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p:txBody>
      </p:sp>
      <p:sp>
        <p:nvSpPr>
          <p:cNvPr id="101" name="AutoShape 112"/>
          <p:cNvSpPr>
            <a:spLocks/>
          </p:cNvSpPr>
          <p:nvPr/>
        </p:nvSpPr>
        <p:spPr bwMode="auto">
          <a:xfrm>
            <a:off x="5426888" y="4030254"/>
            <a:ext cx="76200" cy="609600"/>
          </a:xfrm>
          <a:prstGeom prst="rightBrace">
            <a:avLst>
              <a:gd name="adj1" fmla="val 66667"/>
              <a:gd name="adj2" fmla="val 50000"/>
            </a:avLst>
          </a:prstGeom>
          <a:noFill/>
          <a:ln w="34925">
            <a:solidFill>
              <a:srgbClr val="CC33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r">
              <a:spcBef>
                <a:spcPct val="20000"/>
              </a:spcBef>
            </a:pPr>
            <a:endParaRPr lang="zh-CN" altLang="en-US"/>
          </a:p>
        </p:txBody>
      </p:sp>
      <p:sp>
        <p:nvSpPr>
          <p:cNvPr id="102" name="Rectangle 114"/>
          <p:cNvSpPr>
            <a:spLocks noChangeArrowheads="1"/>
          </p:cNvSpPr>
          <p:nvPr/>
        </p:nvSpPr>
        <p:spPr bwMode="auto">
          <a:xfrm>
            <a:off x="5611410" y="4106454"/>
            <a:ext cx="539750" cy="457200"/>
          </a:xfrm>
          <a:prstGeom prst="rect">
            <a:avLst/>
          </a:prstGeom>
          <a:solidFill>
            <a:srgbClr val="0000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spcBef>
                <a:spcPct val="20000"/>
              </a:spcBef>
            </a:pPr>
            <a:r>
              <a:rPr lang="en-US" altLang="zh-CN" sz="2400" b="1" dirty="0">
                <a:solidFill>
                  <a:schemeClr val="accent1"/>
                </a:solidFill>
              </a:rPr>
              <a:t>4n</a:t>
            </a:r>
          </a:p>
        </p:txBody>
      </p:sp>
      <p:sp>
        <p:nvSpPr>
          <p:cNvPr id="103" name="Text Box 116"/>
          <p:cNvSpPr txBox="1">
            <a:spLocks noChangeArrowheads="1"/>
          </p:cNvSpPr>
          <p:nvPr/>
        </p:nvSpPr>
        <p:spPr bwMode="auto">
          <a:xfrm>
            <a:off x="2286734" y="5005158"/>
            <a:ext cx="3210815" cy="424732"/>
          </a:xfrm>
          <a:prstGeom prst="rect">
            <a:avLst/>
          </a:prstGeom>
          <a:solidFill>
            <a:schemeClr val="accent1"/>
          </a:solidFill>
          <a:ln w="9525" algn="ctr">
            <a:solidFill>
              <a:srgbClr val="0066FF"/>
            </a:solidFill>
            <a:miter lim="800000"/>
            <a:headEnd/>
            <a:tailEnd/>
          </a:ln>
        </p:spPr>
        <p:txBody>
          <a:bodyPr wrap="none" lIns="0" tIns="0" rIns="0" bIns="0">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r>
              <a:rPr lang="en-US" altLang="zh-CN" sz="2400" b="1" dirty="0">
                <a:solidFill>
                  <a:srgbClr val="CC3300"/>
                </a:solidFill>
                <a:latin typeface="Times New Roman" panose="02020603050405020304" pitchFamily="18" charset="0"/>
                <a:ea typeface="黑体" panose="02010609060101010101" pitchFamily="49" charset="-122"/>
                <a:cs typeface="Times New Roman" panose="02020603050405020304" pitchFamily="18" charset="0"/>
              </a:rPr>
              <a:t> </a:t>
            </a:r>
            <a:r>
              <a:rPr lang="zh-CN" altLang="en-US" sz="2400" b="1" dirty="0">
                <a:solidFill>
                  <a:srgbClr val="CC3300"/>
                </a:solidFill>
                <a:latin typeface="Times New Roman" panose="02020603050405020304" pitchFamily="18" charset="0"/>
                <a:ea typeface="黑体" panose="02010609060101010101" pitchFamily="49" charset="-122"/>
                <a:cs typeface="Times New Roman" panose="02020603050405020304" pitchFamily="18" charset="0"/>
              </a:rPr>
              <a:t>未知数－方程数＝</a:t>
            </a:r>
            <a:r>
              <a:rPr lang="en-US" altLang="zh-CN" sz="2400" b="1"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2n-2 </a:t>
            </a:r>
          </a:p>
        </p:txBody>
      </p:sp>
      <p:sp>
        <p:nvSpPr>
          <p:cNvPr id="104" name="AutoShape 5"/>
          <p:cNvSpPr>
            <a:spLocks noChangeArrowheads="1"/>
          </p:cNvSpPr>
          <p:nvPr/>
        </p:nvSpPr>
        <p:spPr bwMode="auto">
          <a:xfrm>
            <a:off x="1595557" y="5028221"/>
            <a:ext cx="466960" cy="376146"/>
          </a:xfrm>
          <a:prstGeom prst="homePlate">
            <a:avLst>
              <a:gd name="adj" fmla="val 33632"/>
            </a:avLst>
          </a:prstGeom>
          <a:solidFill>
            <a:schemeClr val="accent2"/>
          </a:solidFill>
          <a:ln w="9525">
            <a:solidFill>
              <a:schemeClr val="tx1"/>
            </a:solidFill>
            <a:miter lim="800000"/>
            <a:headEnd/>
            <a:tailEnd/>
          </a:ln>
        </p:spPr>
        <p:txBody>
          <a:bodyPr anchor="ctr"/>
          <a:lstStyle/>
          <a:p>
            <a:endParaRPr lang="zh-CN" altLang="en-US"/>
          </a:p>
        </p:txBody>
      </p:sp>
    </p:spTree>
    <p:extLst>
      <p:ext uri="{BB962C8B-B14F-4D97-AF65-F5344CB8AC3E}">
        <p14:creationId xmlns:p14="http://schemas.microsoft.com/office/powerpoint/2010/main" val="1044771519"/>
      </p:ext>
    </p:extLst>
  </p:cSld>
  <p:clrMapOvr>
    <a:masterClrMapping/>
  </p:clrMapOvr>
  <p:transition spd="med">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grpId="0" nodeType="afterEffect">
                                  <p:stCondLst>
                                    <p:cond delay="0"/>
                                  </p:stCondLst>
                                  <p:childTnLst>
                                    <p:set>
                                      <p:cBhvr>
                                        <p:cTn id="6" dur="1" fill="hold">
                                          <p:stCondLst>
                                            <p:cond delay="0"/>
                                          </p:stCondLst>
                                        </p:cTn>
                                        <p:tgtEl>
                                          <p:spTgt spid="220"/>
                                        </p:tgtEl>
                                        <p:attrNameLst>
                                          <p:attrName>style.visibility</p:attrName>
                                        </p:attrNameLst>
                                      </p:cBhvr>
                                      <p:to>
                                        <p:strVal val="visible"/>
                                      </p:to>
                                    </p:set>
                                    <p:anim calcmode="lin" valueType="num">
                                      <p:cBhvr>
                                        <p:cTn id="7" dur="1000" fill="hold"/>
                                        <p:tgtEl>
                                          <p:spTgt spid="220"/>
                                        </p:tgtEl>
                                        <p:attrNameLst>
                                          <p:attrName>ppt_w</p:attrName>
                                        </p:attrNameLst>
                                      </p:cBhvr>
                                      <p:tavLst>
                                        <p:tav tm="0">
                                          <p:val>
                                            <p:fltVal val="0"/>
                                          </p:val>
                                        </p:tav>
                                        <p:tav tm="100000">
                                          <p:val>
                                            <p:strVal val="#ppt_w"/>
                                          </p:val>
                                        </p:tav>
                                      </p:tavLst>
                                    </p:anim>
                                    <p:anim calcmode="lin" valueType="num">
                                      <p:cBhvr>
                                        <p:cTn id="8" dur="1000" fill="hold"/>
                                        <p:tgtEl>
                                          <p:spTgt spid="220"/>
                                        </p:tgtEl>
                                        <p:attrNameLst>
                                          <p:attrName>ppt_h</p:attrName>
                                        </p:attrNameLst>
                                      </p:cBhvr>
                                      <p:tavLst>
                                        <p:tav tm="0">
                                          <p:val>
                                            <p:fltVal val="0"/>
                                          </p:val>
                                        </p:tav>
                                        <p:tav tm="100000">
                                          <p:val>
                                            <p:strVal val="#ppt_h"/>
                                          </p:val>
                                        </p:tav>
                                      </p:tavLst>
                                    </p:anim>
                                    <p:anim calcmode="lin" valueType="num">
                                      <p:cBhvr>
                                        <p:cTn id="9" dur="1000" fill="hold"/>
                                        <p:tgtEl>
                                          <p:spTgt spid="220"/>
                                        </p:tgtEl>
                                        <p:attrNameLst>
                                          <p:attrName>style.rotation</p:attrName>
                                        </p:attrNameLst>
                                      </p:cBhvr>
                                      <p:tavLst>
                                        <p:tav tm="0">
                                          <p:val>
                                            <p:fltVal val="90"/>
                                          </p:val>
                                        </p:tav>
                                        <p:tav tm="100000">
                                          <p:val>
                                            <p:fltVal val="0"/>
                                          </p:val>
                                        </p:tav>
                                      </p:tavLst>
                                    </p:anim>
                                    <p:animEffect transition="in" filter="fade">
                                      <p:cBhvr>
                                        <p:cTn id="10" dur="1000"/>
                                        <p:tgtEl>
                                          <p:spTgt spid="220"/>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grpId="0" nodeType="clickEffect">
                                  <p:stCondLst>
                                    <p:cond delay="0"/>
                                  </p:stCondLst>
                                  <p:childTnLst>
                                    <p:set>
                                      <p:cBhvr>
                                        <p:cTn id="14" dur="1" fill="hold">
                                          <p:stCondLst>
                                            <p:cond delay="0"/>
                                          </p:stCondLst>
                                        </p:cTn>
                                        <p:tgtEl>
                                          <p:spTgt spid="84"/>
                                        </p:tgtEl>
                                        <p:attrNameLst>
                                          <p:attrName>style.visibility</p:attrName>
                                        </p:attrNameLst>
                                      </p:cBhvr>
                                      <p:to>
                                        <p:strVal val="visible"/>
                                      </p:to>
                                    </p:set>
                                    <p:animEffect transition="in" filter="dissolve">
                                      <p:cBhvr>
                                        <p:cTn id="15" dur="500"/>
                                        <p:tgtEl>
                                          <p:spTgt spid="84"/>
                                        </p:tgtEl>
                                      </p:cBhvr>
                                    </p:animEffec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grpId="0" nodeType="clickEffect">
                                  <p:stCondLst>
                                    <p:cond delay="0"/>
                                  </p:stCondLst>
                                  <p:childTnLst>
                                    <p:set>
                                      <p:cBhvr>
                                        <p:cTn id="19" dur="1" fill="hold">
                                          <p:stCondLst>
                                            <p:cond delay="0"/>
                                          </p:stCondLst>
                                        </p:cTn>
                                        <p:tgtEl>
                                          <p:spTgt spid="99"/>
                                        </p:tgtEl>
                                        <p:attrNameLst>
                                          <p:attrName>style.visibility</p:attrName>
                                        </p:attrNameLst>
                                      </p:cBhvr>
                                      <p:to>
                                        <p:strVal val="visible"/>
                                      </p:to>
                                    </p:set>
                                    <p:animEffect transition="in" filter="dissolve">
                                      <p:cBhvr>
                                        <p:cTn id="20" dur="500"/>
                                        <p:tgtEl>
                                          <p:spTgt spid="99"/>
                                        </p:tgtEl>
                                      </p:cBhvr>
                                    </p:animEffect>
                                  </p:childTnLst>
                                </p:cTn>
                              </p:par>
                            </p:childTnLst>
                          </p:cTn>
                        </p:par>
                      </p:childTnLst>
                    </p:cTn>
                  </p:par>
                  <p:par>
                    <p:cTn id="21" fill="hold">
                      <p:stCondLst>
                        <p:cond delay="indefinite"/>
                      </p:stCondLst>
                      <p:childTnLst>
                        <p:par>
                          <p:cTn id="22" fill="hold">
                            <p:stCondLst>
                              <p:cond delay="0"/>
                            </p:stCondLst>
                            <p:childTnLst>
                              <p:par>
                                <p:cTn id="23" presetID="9" presetClass="entr" presetSubtype="0" fill="hold" grpId="0" nodeType="clickEffect">
                                  <p:stCondLst>
                                    <p:cond delay="0"/>
                                  </p:stCondLst>
                                  <p:childTnLst>
                                    <p:set>
                                      <p:cBhvr>
                                        <p:cTn id="24" dur="1" fill="hold">
                                          <p:stCondLst>
                                            <p:cond delay="0"/>
                                          </p:stCondLst>
                                        </p:cTn>
                                        <p:tgtEl>
                                          <p:spTgt spid="85"/>
                                        </p:tgtEl>
                                        <p:attrNameLst>
                                          <p:attrName>style.visibility</p:attrName>
                                        </p:attrNameLst>
                                      </p:cBhvr>
                                      <p:to>
                                        <p:strVal val="visible"/>
                                      </p:to>
                                    </p:set>
                                    <p:animEffect transition="in" filter="dissolve">
                                      <p:cBhvr>
                                        <p:cTn id="25" dur="500"/>
                                        <p:tgtEl>
                                          <p:spTgt spid="85"/>
                                        </p:tgtEl>
                                      </p:cBhvr>
                                    </p:animEffect>
                                  </p:childTnLst>
                                </p:cTn>
                              </p:par>
                            </p:childTnLst>
                          </p:cTn>
                        </p:par>
                      </p:childTnLst>
                    </p:cTn>
                  </p:par>
                  <p:par>
                    <p:cTn id="26" fill="hold">
                      <p:stCondLst>
                        <p:cond delay="indefinite"/>
                      </p:stCondLst>
                      <p:childTnLst>
                        <p:par>
                          <p:cTn id="27" fill="hold">
                            <p:stCondLst>
                              <p:cond delay="0"/>
                            </p:stCondLst>
                            <p:childTnLst>
                              <p:par>
                                <p:cTn id="28" presetID="9" presetClass="entr" presetSubtype="0" fill="hold" grpId="0" nodeType="clickEffect">
                                  <p:stCondLst>
                                    <p:cond delay="0"/>
                                  </p:stCondLst>
                                  <p:childTnLst>
                                    <p:set>
                                      <p:cBhvr>
                                        <p:cTn id="29" dur="1" fill="hold">
                                          <p:stCondLst>
                                            <p:cond delay="0"/>
                                          </p:stCondLst>
                                        </p:cTn>
                                        <p:tgtEl>
                                          <p:spTgt spid="86"/>
                                        </p:tgtEl>
                                        <p:attrNameLst>
                                          <p:attrName>style.visibility</p:attrName>
                                        </p:attrNameLst>
                                      </p:cBhvr>
                                      <p:to>
                                        <p:strVal val="visible"/>
                                      </p:to>
                                    </p:set>
                                    <p:animEffect transition="in" filter="dissolve">
                                      <p:cBhvr>
                                        <p:cTn id="30" dur="500"/>
                                        <p:tgtEl>
                                          <p:spTgt spid="86"/>
                                        </p:tgtEl>
                                      </p:cBhvr>
                                    </p:animEffect>
                                  </p:childTnLst>
                                </p:cTn>
                              </p:par>
                            </p:childTnLst>
                          </p:cTn>
                        </p:par>
                        <p:par>
                          <p:cTn id="31" fill="hold">
                            <p:stCondLst>
                              <p:cond delay="500"/>
                            </p:stCondLst>
                            <p:childTnLst>
                              <p:par>
                                <p:cTn id="32" presetID="9" presetClass="entr" presetSubtype="0" fill="hold" grpId="0" nodeType="afterEffect">
                                  <p:stCondLst>
                                    <p:cond delay="0"/>
                                  </p:stCondLst>
                                  <p:childTnLst>
                                    <p:set>
                                      <p:cBhvr>
                                        <p:cTn id="33" dur="1" fill="hold">
                                          <p:stCondLst>
                                            <p:cond delay="0"/>
                                          </p:stCondLst>
                                        </p:cTn>
                                        <p:tgtEl>
                                          <p:spTgt spid="87"/>
                                        </p:tgtEl>
                                        <p:attrNameLst>
                                          <p:attrName>style.visibility</p:attrName>
                                        </p:attrNameLst>
                                      </p:cBhvr>
                                      <p:to>
                                        <p:strVal val="visible"/>
                                      </p:to>
                                    </p:set>
                                    <p:animEffect transition="in" filter="dissolve">
                                      <p:cBhvr>
                                        <p:cTn id="34" dur="500"/>
                                        <p:tgtEl>
                                          <p:spTgt spid="87"/>
                                        </p:tgtEl>
                                      </p:cBhvr>
                                    </p:animEffect>
                                  </p:childTnLst>
                                </p:cTn>
                              </p:par>
                            </p:childTnLst>
                          </p:cTn>
                        </p:par>
                      </p:childTnLst>
                    </p:cTn>
                  </p:par>
                  <p:par>
                    <p:cTn id="35" fill="hold">
                      <p:stCondLst>
                        <p:cond delay="indefinite"/>
                      </p:stCondLst>
                      <p:childTnLst>
                        <p:par>
                          <p:cTn id="36" fill="hold">
                            <p:stCondLst>
                              <p:cond delay="0"/>
                            </p:stCondLst>
                            <p:childTnLst>
                              <p:par>
                                <p:cTn id="37" presetID="31" presetClass="entr" presetSubtype="0" fill="hold" grpId="0" nodeType="clickEffect">
                                  <p:stCondLst>
                                    <p:cond delay="0"/>
                                  </p:stCondLst>
                                  <p:childTnLst>
                                    <p:set>
                                      <p:cBhvr>
                                        <p:cTn id="38" dur="1" fill="hold">
                                          <p:stCondLst>
                                            <p:cond delay="0"/>
                                          </p:stCondLst>
                                        </p:cTn>
                                        <p:tgtEl>
                                          <p:spTgt spid="94"/>
                                        </p:tgtEl>
                                        <p:attrNameLst>
                                          <p:attrName>style.visibility</p:attrName>
                                        </p:attrNameLst>
                                      </p:cBhvr>
                                      <p:to>
                                        <p:strVal val="visible"/>
                                      </p:to>
                                    </p:set>
                                    <p:anim calcmode="lin" valueType="num">
                                      <p:cBhvr>
                                        <p:cTn id="39" dur="1000" fill="hold"/>
                                        <p:tgtEl>
                                          <p:spTgt spid="94"/>
                                        </p:tgtEl>
                                        <p:attrNameLst>
                                          <p:attrName>ppt_w</p:attrName>
                                        </p:attrNameLst>
                                      </p:cBhvr>
                                      <p:tavLst>
                                        <p:tav tm="0">
                                          <p:val>
                                            <p:fltVal val="0"/>
                                          </p:val>
                                        </p:tav>
                                        <p:tav tm="100000">
                                          <p:val>
                                            <p:strVal val="#ppt_w"/>
                                          </p:val>
                                        </p:tav>
                                      </p:tavLst>
                                    </p:anim>
                                    <p:anim calcmode="lin" valueType="num">
                                      <p:cBhvr>
                                        <p:cTn id="40" dur="1000" fill="hold"/>
                                        <p:tgtEl>
                                          <p:spTgt spid="94"/>
                                        </p:tgtEl>
                                        <p:attrNameLst>
                                          <p:attrName>ppt_h</p:attrName>
                                        </p:attrNameLst>
                                      </p:cBhvr>
                                      <p:tavLst>
                                        <p:tav tm="0">
                                          <p:val>
                                            <p:fltVal val="0"/>
                                          </p:val>
                                        </p:tav>
                                        <p:tav tm="100000">
                                          <p:val>
                                            <p:strVal val="#ppt_h"/>
                                          </p:val>
                                        </p:tav>
                                      </p:tavLst>
                                    </p:anim>
                                    <p:anim calcmode="lin" valueType="num">
                                      <p:cBhvr>
                                        <p:cTn id="41" dur="1000" fill="hold"/>
                                        <p:tgtEl>
                                          <p:spTgt spid="94"/>
                                        </p:tgtEl>
                                        <p:attrNameLst>
                                          <p:attrName>style.rotation</p:attrName>
                                        </p:attrNameLst>
                                      </p:cBhvr>
                                      <p:tavLst>
                                        <p:tav tm="0">
                                          <p:val>
                                            <p:fltVal val="90"/>
                                          </p:val>
                                        </p:tav>
                                        <p:tav tm="100000">
                                          <p:val>
                                            <p:fltVal val="0"/>
                                          </p:val>
                                        </p:tav>
                                      </p:tavLst>
                                    </p:anim>
                                    <p:animEffect transition="in" filter="fade">
                                      <p:cBhvr>
                                        <p:cTn id="42" dur="1000"/>
                                        <p:tgtEl>
                                          <p:spTgt spid="94"/>
                                        </p:tgtEl>
                                      </p:cBhvr>
                                    </p:animEffect>
                                  </p:childTnLst>
                                </p:cTn>
                              </p:par>
                            </p:childTnLst>
                          </p:cTn>
                        </p:par>
                      </p:childTnLst>
                    </p:cTn>
                  </p:par>
                  <p:par>
                    <p:cTn id="43" fill="hold">
                      <p:stCondLst>
                        <p:cond delay="indefinite"/>
                      </p:stCondLst>
                      <p:childTnLst>
                        <p:par>
                          <p:cTn id="44" fill="hold">
                            <p:stCondLst>
                              <p:cond delay="0"/>
                            </p:stCondLst>
                            <p:childTnLst>
                              <p:par>
                                <p:cTn id="45" presetID="9" presetClass="entr" presetSubtype="0" fill="hold" grpId="0" nodeType="clickEffect">
                                  <p:stCondLst>
                                    <p:cond delay="0"/>
                                  </p:stCondLst>
                                  <p:childTnLst>
                                    <p:set>
                                      <p:cBhvr>
                                        <p:cTn id="46" dur="1" fill="hold">
                                          <p:stCondLst>
                                            <p:cond delay="0"/>
                                          </p:stCondLst>
                                        </p:cTn>
                                        <p:tgtEl>
                                          <p:spTgt spid="95"/>
                                        </p:tgtEl>
                                        <p:attrNameLst>
                                          <p:attrName>style.visibility</p:attrName>
                                        </p:attrNameLst>
                                      </p:cBhvr>
                                      <p:to>
                                        <p:strVal val="visible"/>
                                      </p:to>
                                    </p:set>
                                    <p:animEffect transition="in" filter="dissolve">
                                      <p:cBhvr>
                                        <p:cTn id="47" dur="500"/>
                                        <p:tgtEl>
                                          <p:spTgt spid="95"/>
                                        </p:tgtEl>
                                      </p:cBhvr>
                                    </p:animEffect>
                                  </p:childTnLst>
                                </p:cTn>
                              </p:par>
                            </p:childTnLst>
                          </p:cTn>
                        </p:par>
                      </p:childTnLst>
                    </p:cTn>
                  </p:par>
                  <p:par>
                    <p:cTn id="48" fill="hold">
                      <p:stCondLst>
                        <p:cond delay="indefinite"/>
                      </p:stCondLst>
                      <p:childTnLst>
                        <p:par>
                          <p:cTn id="49" fill="hold">
                            <p:stCondLst>
                              <p:cond delay="0"/>
                            </p:stCondLst>
                            <p:childTnLst>
                              <p:par>
                                <p:cTn id="50" presetID="9" presetClass="entr" presetSubtype="0" fill="hold" grpId="0" nodeType="clickEffect">
                                  <p:stCondLst>
                                    <p:cond delay="0"/>
                                  </p:stCondLst>
                                  <p:childTnLst>
                                    <p:set>
                                      <p:cBhvr>
                                        <p:cTn id="51" dur="1" fill="hold">
                                          <p:stCondLst>
                                            <p:cond delay="0"/>
                                          </p:stCondLst>
                                        </p:cTn>
                                        <p:tgtEl>
                                          <p:spTgt spid="100"/>
                                        </p:tgtEl>
                                        <p:attrNameLst>
                                          <p:attrName>style.visibility</p:attrName>
                                        </p:attrNameLst>
                                      </p:cBhvr>
                                      <p:to>
                                        <p:strVal val="visible"/>
                                      </p:to>
                                    </p:set>
                                    <p:animEffect transition="in" filter="dissolve">
                                      <p:cBhvr>
                                        <p:cTn id="52" dur="500"/>
                                        <p:tgtEl>
                                          <p:spTgt spid="100"/>
                                        </p:tgtEl>
                                      </p:cBhvr>
                                    </p:animEffect>
                                  </p:childTnLst>
                                </p:cTn>
                              </p:par>
                            </p:childTnLst>
                          </p:cTn>
                        </p:par>
                      </p:childTnLst>
                    </p:cTn>
                  </p:par>
                  <p:par>
                    <p:cTn id="53" fill="hold">
                      <p:stCondLst>
                        <p:cond delay="indefinite"/>
                      </p:stCondLst>
                      <p:childTnLst>
                        <p:par>
                          <p:cTn id="54" fill="hold">
                            <p:stCondLst>
                              <p:cond delay="0"/>
                            </p:stCondLst>
                            <p:childTnLst>
                              <p:par>
                                <p:cTn id="55" presetID="9" presetClass="entr" presetSubtype="0" fill="hold" grpId="0" nodeType="clickEffect">
                                  <p:stCondLst>
                                    <p:cond delay="0"/>
                                  </p:stCondLst>
                                  <p:childTnLst>
                                    <p:set>
                                      <p:cBhvr>
                                        <p:cTn id="56" dur="1" fill="hold">
                                          <p:stCondLst>
                                            <p:cond delay="0"/>
                                          </p:stCondLst>
                                        </p:cTn>
                                        <p:tgtEl>
                                          <p:spTgt spid="101"/>
                                        </p:tgtEl>
                                        <p:attrNameLst>
                                          <p:attrName>style.visibility</p:attrName>
                                        </p:attrNameLst>
                                      </p:cBhvr>
                                      <p:to>
                                        <p:strVal val="visible"/>
                                      </p:to>
                                    </p:set>
                                    <p:animEffect transition="in" filter="dissolve">
                                      <p:cBhvr>
                                        <p:cTn id="57" dur="500"/>
                                        <p:tgtEl>
                                          <p:spTgt spid="101"/>
                                        </p:tgtEl>
                                      </p:cBhvr>
                                    </p:animEffect>
                                  </p:childTnLst>
                                </p:cTn>
                              </p:par>
                            </p:childTnLst>
                          </p:cTn>
                        </p:par>
                        <p:par>
                          <p:cTn id="58" fill="hold">
                            <p:stCondLst>
                              <p:cond delay="500"/>
                            </p:stCondLst>
                            <p:childTnLst>
                              <p:par>
                                <p:cTn id="59" presetID="9" presetClass="entr" presetSubtype="0" fill="hold" grpId="0" nodeType="afterEffect">
                                  <p:stCondLst>
                                    <p:cond delay="0"/>
                                  </p:stCondLst>
                                  <p:childTnLst>
                                    <p:set>
                                      <p:cBhvr>
                                        <p:cTn id="60" dur="1" fill="hold">
                                          <p:stCondLst>
                                            <p:cond delay="0"/>
                                          </p:stCondLst>
                                        </p:cTn>
                                        <p:tgtEl>
                                          <p:spTgt spid="102"/>
                                        </p:tgtEl>
                                        <p:attrNameLst>
                                          <p:attrName>style.visibility</p:attrName>
                                        </p:attrNameLst>
                                      </p:cBhvr>
                                      <p:to>
                                        <p:strVal val="visible"/>
                                      </p:to>
                                    </p:set>
                                    <p:animEffect transition="in" filter="dissolve">
                                      <p:cBhvr>
                                        <p:cTn id="61" dur="500"/>
                                        <p:tgtEl>
                                          <p:spTgt spid="102"/>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8" fill="hold" grpId="0" nodeType="clickEffect">
                                  <p:stCondLst>
                                    <p:cond delay="0"/>
                                  </p:stCondLst>
                                  <p:childTnLst>
                                    <p:set>
                                      <p:cBhvr>
                                        <p:cTn id="65" dur="1" fill="hold">
                                          <p:stCondLst>
                                            <p:cond delay="0"/>
                                          </p:stCondLst>
                                        </p:cTn>
                                        <p:tgtEl>
                                          <p:spTgt spid="104"/>
                                        </p:tgtEl>
                                        <p:attrNameLst>
                                          <p:attrName>style.visibility</p:attrName>
                                        </p:attrNameLst>
                                      </p:cBhvr>
                                      <p:to>
                                        <p:strVal val="visible"/>
                                      </p:to>
                                    </p:set>
                                    <p:animEffect transition="in" filter="wipe(left)">
                                      <p:cBhvr>
                                        <p:cTn id="66" dur="1000"/>
                                        <p:tgtEl>
                                          <p:spTgt spid="104"/>
                                        </p:tgtEl>
                                      </p:cBhvr>
                                    </p:animEffect>
                                  </p:childTnLst>
                                </p:cTn>
                              </p:par>
                            </p:childTnLst>
                          </p:cTn>
                        </p:par>
                        <p:par>
                          <p:cTn id="67" fill="hold">
                            <p:stCondLst>
                              <p:cond delay="1000"/>
                            </p:stCondLst>
                            <p:childTnLst>
                              <p:par>
                                <p:cTn id="68" presetID="9" presetClass="entr" presetSubtype="0" fill="hold" grpId="0" nodeType="afterEffect">
                                  <p:stCondLst>
                                    <p:cond delay="0"/>
                                  </p:stCondLst>
                                  <p:childTnLst>
                                    <p:set>
                                      <p:cBhvr>
                                        <p:cTn id="69" dur="1" fill="hold">
                                          <p:stCondLst>
                                            <p:cond delay="0"/>
                                          </p:stCondLst>
                                        </p:cTn>
                                        <p:tgtEl>
                                          <p:spTgt spid="103"/>
                                        </p:tgtEl>
                                        <p:attrNameLst>
                                          <p:attrName>style.visibility</p:attrName>
                                        </p:attrNameLst>
                                      </p:cBhvr>
                                      <p:to>
                                        <p:strVal val="visible"/>
                                      </p:to>
                                    </p:set>
                                    <p:animEffect transition="in" filter="dissolve">
                                      <p:cBhvr>
                                        <p:cTn id="70" dur="500"/>
                                        <p:tgtEl>
                                          <p:spTgt spid="1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0" grpId="0"/>
      <p:bldP spid="84" grpId="0" autoUpdateAnimBg="0"/>
      <p:bldP spid="85" grpId="0" autoUpdateAnimBg="0"/>
      <p:bldP spid="86" grpId="0" animBg="1"/>
      <p:bldP spid="87" grpId="0" animBg="1" autoUpdateAnimBg="0"/>
      <p:bldP spid="99" grpId="0" autoUpdateAnimBg="0"/>
      <p:bldP spid="94" grpId="0"/>
      <p:bldP spid="95" grpId="0" autoUpdateAnimBg="0"/>
      <p:bldP spid="100" grpId="0" autoUpdateAnimBg="0"/>
      <p:bldP spid="101" grpId="0" animBg="1"/>
      <p:bldP spid="102" grpId="0" animBg="1" autoUpdateAnimBg="0"/>
      <p:bldP spid="103" grpId="0" animBg="1" autoUpdateAnimBg="0"/>
      <p:bldP spid="104"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44</a:t>
            </a:fld>
            <a:endParaRPr lang="zh-CN" altLang="en-US" dirty="0">
              <a:solidFill>
                <a:srgbClr val="C00000"/>
              </a:solidFill>
            </a:endParaRPr>
          </a:p>
        </p:txBody>
      </p:sp>
      <p:sp>
        <p:nvSpPr>
          <p:cNvPr id="61" name="Text Box 2"/>
          <p:cNvSpPr txBox="1">
            <a:spLocks noChangeArrowheads="1"/>
          </p:cNvSpPr>
          <p:nvPr/>
        </p:nvSpPr>
        <p:spPr bwMode="auto">
          <a:xfrm>
            <a:off x="2083325" y="5682288"/>
            <a:ext cx="580691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gn="ctr" eaLnBrk="1" hangingPunct="1">
              <a:lnSpc>
                <a:spcPct val="100000"/>
              </a:lnSpc>
              <a:spcBef>
                <a:spcPct val="0"/>
              </a:spcBef>
              <a:spcAft>
                <a:spcPct val="0"/>
              </a:spcAft>
            </a:pPr>
            <a:r>
              <a:rPr kumimoji="1" lang="zh-CN" altLang="en-US" sz="4000" b="1" dirty="0">
                <a:solidFill>
                  <a:srgbClr val="000066"/>
                </a:solidFill>
                <a:latin typeface="黑体" pitchFamily="2" charset="-122"/>
                <a:ea typeface="黑体" pitchFamily="2" charset="-122"/>
              </a:rPr>
              <a:t>条分法基本原理</a:t>
            </a:r>
          </a:p>
        </p:txBody>
      </p:sp>
      <p:sp>
        <p:nvSpPr>
          <p:cNvPr id="55" name="Text Box 7"/>
          <p:cNvSpPr txBox="1">
            <a:spLocks noChangeArrowheads="1"/>
          </p:cNvSpPr>
          <p:nvPr/>
        </p:nvSpPr>
        <p:spPr bwMode="auto">
          <a:xfrm>
            <a:off x="0" y="0"/>
            <a:ext cx="5420412"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1800" b="1" kern="900" spc="130" dirty="0" smtClean="0">
                <a:solidFill>
                  <a:srgbClr val="000066"/>
                </a:solidFill>
                <a:ea typeface="黑体" panose="02010609060101010101" pitchFamily="49" charset="-122"/>
                <a:cs typeface="Times New Roman" panose="02020603050405020304" pitchFamily="18" charset="0"/>
              </a:rPr>
              <a:t>§7.3  </a:t>
            </a:r>
            <a:r>
              <a:rPr lang="zh-CN" altLang="en-US" sz="1800" b="1" kern="900" spc="130" dirty="0" smtClean="0">
                <a:solidFill>
                  <a:srgbClr val="000066"/>
                </a:solidFill>
                <a:ea typeface="黑体" panose="02010609060101010101" pitchFamily="49" charset="-122"/>
                <a:cs typeface="Times New Roman" panose="02020603050405020304" pitchFamily="18" charset="0"/>
              </a:rPr>
              <a:t>黏性</a:t>
            </a:r>
            <a:r>
              <a:rPr lang="zh-CN" altLang="en-US" sz="1800" b="1" kern="900" spc="130" dirty="0">
                <a:solidFill>
                  <a:srgbClr val="000066"/>
                </a:solidFill>
                <a:ea typeface="黑体" panose="02010609060101010101" pitchFamily="49" charset="-122"/>
                <a:cs typeface="Times New Roman" panose="02020603050405020304" pitchFamily="18" charset="0"/>
              </a:rPr>
              <a:t>土坡的稳定</a:t>
            </a:r>
            <a:r>
              <a:rPr lang="zh-CN" altLang="en-US" sz="1800" b="1" kern="900" spc="130" dirty="0" smtClean="0">
                <a:solidFill>
                  <a:srgbClr val="000066"/>
                </a:solidFill>
                <a:ea typeface="黑体" panose="02010609060101010101" pitchFamily="49" charset="-122"/>
                <a:cs typeface="Times New Roman" panose="02020603050405020304" pitchFamily="18" charset="0"/>
              </a:rPr>
              <a:t>分析 </a:t>
            </a:r>
            <a:r>
              <a:rPr lang="en-US" altLang="zh-CN" sz="1800" b="1" kern="900" spc="130" dirty="0" smtClean="0">
                <a:solidFill>
                  <a:srgbClr val="000066"/>
                </a:solidFill>
                <a:ea typeface="黑体" panose="02010609060101010101" pitchFamily="49" charset="-122"/>
                <a:cs typeface="Times New Roman" panose="02020603050405020304" pitchFamily="18" charset="0"/>
              </a:rPr>
              <a:t>- </a:t>
            </a:r>
            <a:r>
              <a:rPr lang="zh-CN" altLang="en-US" sz="1800" b="1" kern="900" spc="130" dirty="0" smtClean="0">
                <a:solidFill>
                  <a:srgbClr val="000066"/>
                </a:solidFill>
                <a:ea typeface="黑体" panose="02010609060101010101" pitchFamily="49" charset="-122"/>
                <a:cs typeface="Times New Roman" panose="02020603050405020304" pitchFamily="18" charset="0"/>
              </a:rPr>
              <a:t>条</a:t>
            </a:r>
            <a:r>
              <a:rPr lang="zh-CN" altLang="en-US" sz="1800" b="1" kern="900" spc="130" dirty="0">
                <a:solidFill>
                  <a:srgbClr val="000066"/>
                </a:solidFill>
                <a:ea typeface="黑体" panose="02010609060101010101" pitchFamily="49" charset="-122"/>
                <a:cs typeface="Times New Roman" panose="02020603050405020304" pitchFamily="18" charset="0"/>
              </a:rPr>
              <a:t>分法基本原理</a:t>
            </a:r>
          </a:p>
        </p:txBody>
      </p:sp>
      <p:sp>
        <p:nvSpPr>
          <p:cNvPr id="219" name="Text Box 4"/>
          <p:cNvSpPr txBox="1">
            <a:spLocks noChangeArrowheads="1"/>
          </p:cNvSpPr>
          <p:nvPr/>
        </p:nvSpPr>
        <p:spPr bwMode="auto">
          <a:xfrm>
            <a:off x="356695" y="745760"/>
            <a:ext cx="3682568" cy="535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358775" indent="-358775" eaLnBrk="1" hangingPunct="1">
              <a:lnSpc>
                <a:spcPct val="120000"/>
              </a:lnSpc>
              <a:spcBef>
                <a:spcPts val="600"/>
              </a:spcBef>
              <a:spcAft>
                <a:spcPts val="0"/>
              </a:spcAft>
              <a:buClr>
                <a:srgbClr val="A50021"/>
              </a:buClr>
              <a:buSzPct val="100000"/>
              <a:buFont typeface="Wingdings" panose="05000000000000000000" pitchFamily="2" charset="2"/>
              <a:buChar char="n"/>
            </a:pPr>
            <a:r>
              <a:rPr lang="zh-CN" altLang="en-US" sz="2400" b="1" dirty="0">
                <a:solidFill>
                  <a:srgbClr val="A50021"/>
                </a:solidFill>
                <a:latin typeface="微软雅黑" panose="020B0503020204020204" pitchFamily="34" charset="-122"/>
                <a:ea typeface="微软雅黑" panose="020B0503020204020204" pitchFamily="34" charset="-122"/>
              </a:rPr>
              <a:t>各种条分</a:t>
            </a:r>
            <a:r>
              <a:rPr lang="zh-CN" altLang="en-US" sz="2400" b="1" dirty="0" smtClean="0">
                <a:solidFill>
                  <a:srgbClr val="A50021"/>
                </a:solidFill>
                <a:latin typeface="微软雅黑" panose="020B0503020204020204" pitchFamily="34" charset="-122"/>
                <a:ea typeface="微软雅黑" panose="020B0503020204020204" pitchFamily="34" charset="-122"/>
              </a:rPr>
              <a:t>法处理方法</a:t>
            </a:r>
            <a:endParaRPr lang="zh-CN" altLang="en-US" sz="2400" b="1" dirty="0">
              <a:solidFill>
                <a:srgbClr val="000066"/>
              </a:solidFill>
              <a:ea typeface="幼圆" pitchFamily="49" charset="-122"/>
            </a:endParaRPr>
          </a:p>
        </p:txBody>
      </p:sp>
      <p:sp>
        <p:nvSpPr>
          <p:cNvPr id="87" name="Text Box 116"/>
          <p:cNvSpPr txBox="1">
            <a:spLocks noChangeArrowheads="1"/>
          </p:cNvSpPr>
          <p:nvPr/>
        </p:nvSpPr>
        <p:spPr bwMode="auto">
          <a:xfrm>
            <a:off x="4060380" y="844662"/>
            <a:ext cx="3210815" cy="424732"/>
          </a:xfrm>
          <a:prstGeom prst="rect">
            <a:avLst/>
          </a:prstGeom>
          <a:solidFill>
            <a:schemeClr val="accent1"/>
          </a:solidFill>
          <a:ln w="9525" algn="ctr">
            <a:solidFill>
              <a:srgbClr val="0066FF"/>
            </a:solidFill>
            <a:miter lim="800000"/>
            <a:headEnd/>
            <a:tailEnd/>
          </a:ln>
        </p:spPr>
        <p:txBody>
          <a:bodyPr wrap="none" lIns="0" tIns="0" rIns="0" bIns="0">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r>
              <a:rPr lang="en-US" altLang="zh-CN" sz="2400" b="1" dirty="0">
                <a:solidFill>
                  <a:srgbClr val="CC3300"/>
                </a:solidFill>
                <a:latin typeface="Times New Roman" panose="02020603050405020304" pitchFamily="18" charset="0"/>
                <a:ea typeface="黑体" panose="02010609060101010101" pitchFamily="49" charset="-122"/>
                <a:cs typeface="Times New Roman" panose="02020603050405020304" pitchFamily="18" charset="0"/>
              </a:rPr>
              <a:t> </a:t>
            </a:r>
            <a:r>
              <a:rPr lang="zh-CN" altLang="en-US" sz="2400" b="1" dirty="0">
                <a:solidFill>
                  <a:srgbClr val="CC3300"/>
                </a:solidFill>
                <a:latin typeface="Times New Roman" panose="02020603050405020304" pitchFamily="18" charset="0"/>
                <a:ea typeface="黑体" panose="02010609060101010101" pitchFamily="49" charset="-122"/>
                <a:cs typeface="Times New Roman" panose="02020603050405020304" pitchFamily="18" charset="0"/>
              </a:rPr>
              <a:t>未知数－方程数＝</a:t>
            </a:r>
            <a:r>
              <a:rPr lang="en-US" altLang="zh-CN" sz="2400" b="1"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2n-2 </a:t>
            </a:r>
          </a:p>
        </p:txBody>
      </p:sp>
      <p:sp>
        <p:nvSpPr>
          <p:cNvPr id="99" name="Text Box 4"/>
          <p:cNvSpPr txBox="1">
            <a:spLocks noChangeArrowheads="1"/>
          </p:cNvSpPr>
          <p:nvPr/>
        </p:nvSpPr>
        <p:spPr bwMode="auto">
          <a:xfrm>
            <a:off x="665162" y="1540812"/>
            <a:ext cx="7532638" cy="10009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444500" indent="-444500" eaLnBrk="1" hangingPunct="1">
              <a:lnSpc>
                <a:spcPct val="130000"/>
              </a:lnSpc>
              <a:spcBef>
                <a:spcPts val="600"/>
              </a:spcBef>
              <a:spcAft>
                <a:spcPts val="0"/>
              </a:spcAft>
              <a:buClr>
                <a:srgbClr val="A50021"/>
              </a:buClr>
              <a:buSzPct val="130000"/>
              <a:buFont typeface="Wingdings" panose="05000000000000000000" pitchFamily="2" charset="2"/>
              <a:buChar char="F"/>
            </a:pPr>
            <a:r>
              <a:rPr lang="zh-CN" altLang="en-US" sz="2400" b="1" dirty="0" smtClean="0">
                <a:solidFill>
                  <a:srgbClr val="000066"/>
                </a:solidFill>
                <a:ea typeface="幼圆" pitchFamily="49" charset="-122"/>
              </a:rPr>
              <a:t>对条块间作用力进行一些可以接受的</a:t>
            </a:r>
            <a:r>
              <a:rPr lang="zh-CN" altLang="en-US" sz="2400" b="1" dirty="0" smtClean="0">
                <a:solidFill>
                  <a:srgbClr val="C00000"/>
                </a:solidFill>
                <a:ea typeface="幼圆" pitchFamily="49" charset="-122"/>
              </a:rPr>
              <a:t>简化假定</a:t>
            </a:r>
            <a:r>
              <a:rPr lang="zh-CN" altLang="en-US" sz="2400" b="1" dirty="0" smtClean="0">
                <a:solidFill>
                  <a:srgbClr val="000066"/>
                </a:solidFill>
                <a:ea typeface="幼圆" pitchFamily="49" charset="-122"/>
              </a:rPr>
              <a:t>，以减少未知量或增加方程数，可分为三种类型：</a:t>
            </a:r>
            <a:endParaRPr lang="en-US" altLang="zh-CN" sz="2400" b="1" dirty="0" smtClean="0">
              <a:solidFill>
                <a:srgbClr val="000066"/>
              </a:solidFill>
              <a:ea typeface="幼圆" pitchFamily="49" charset="-122"/>
            </a:endParaRPr>
          </a:p>
        </p:txBody>
      </p:sp>
      <p:sp>
        <p:nvSpPr>
          <p:cNvPr id="100" name="Text Box 4"/>
          <p:cNvSpPr txBox="1">
            <a:spLocks noChangeArrowheads="1"/>
          </p:cNvSpPr>
          <p:nvPr/>
        </p:nvSpPr>
        <p:spPr bwMode="auto">
          <a:xfrm>
            <a:off x="1231030" y="2710974"/>
            <a:ext cx="5233381" cy="2683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357188" indent="-357188" eaLnBrk="1" hangingPunct="1">
              <a:lnSpc>
                <a:spcPct val="120000"/>
              </a:lnSpc>
              <a:spcBef>
                <a:spcPts val="600"/>
              </a:spcBef>
              <a:spcAft>
                <a:spcPts val="0"/>
              </a:spcAft>
              <a:buClr>
                <a:srgbClr val="A50021"/>
              </a:buClr>
              <a:buSzPct val="110000"/>
              <a:buFont typeface="+mj-lt"/>
              <a:buAutoNum type="arabicPeriod"/>
            </a:pPr>
            <a:r>
              <a:rPr lang="zh-CN" altLang="en-US" sz="2200" b="1" dirty="0">
                <a:solidFill>
                  <a:srgbClr val="C00000"/>
                </a:solidFill>
                <a:ea typeface="黑体" panose="02010609060101010101" pitchFamily="49" charset="-122"/>
                <a:cs typeface="Times New Roman" panose="02020603050405020304" pitchFamily="18" charset="0"/>
                <a:sym typeface="Wingdings" panose="05000000000000000000" pitchFamily="2" charset="2"/>
              </a:rPr>
              <a:t>瑞典条分法</a:t>
            </a:r>
            <a:r>
              <a:rPr lang="zh-CN" altLang="en-US" sz="2200" b="1" dirty="0">
                <a:solidFill>
                  <a:srgbClr val="000066"/>
                </a:solidFill>
                <a:ea typeface="幼圆" pitchFamily="49" charset="-122"/>
                <a:cs typeface="Times New Roman" panose="02020603050405020304" pitchFamily="18" charset="0"/>
                <a:sym typeface="Wingdings" panose="05000000000000000000" pitchFamily="2" charset="2"/>
              </a:rPr>
              <a:t>和</a:t>
            </a:r>
            <a:r>
              <a:rPr lang="zh-CN" altLang="en-US" sz="2200" b="1" dirty="0">
                <a:solidFill>
                  <a:srgbClr val="C00000"/>
                </a:solidFill>
                <a:ea typeface="黑体" panose="02010609060101010101" pitchFamily="49" charset="-122"/>
                <a:cs typeface="Times New Roman" panose="02020603050405020304" pitchFamily="18" charset="0"/>
                <a:sym typeface="Wingdings" panose="05000000000000000000" pitchFamily="2" charset="2"/>
              </a:rPr>
              <a:t>简化毕肖甫</a:t>
            </a:r>
            <a:r>
              <a:rPr lang="zh-CN" altLang="en-US" sz="2200" b="1" dirty="0" smtClean="0">
                <a:solidFill>
                  <a:srgbClr val="C00000"/>
                </a:solidFill>
                <a:ea typeface="黑体" panose="02010609060101010101" pitchFamily="49" charset="-122"/>
                <a:cs typeface="Times New Roman" panose="02020603050405020304" pitchFamily="18" charset="0"/>
                <a:sym typeface="Wingdings" panose="05000000000000000000" pitchFamily="2" charset="2"/>
              </a:rPr>
              <a:t>法</a:t>
            </a:r>
            <a:r>
              <a:rPr lang="zh-CN" altLang="en-US" sz="2200" b="1" dirty="0" smtClean="0">
                <a:solidFill>
                  <a:srgbClr val="000066"/>
                </a:solidFill>
                <a:ea typeface="幼圆" pitchFamily="49" charset="-122"/>
                <a:cs typeface="Times New Roman" panose="02020603050405020304" pitchFamily="18" charset="0"/>
                <a:sym typeface="Wingdings" panose="05000000000000000000" pitchFamily="2" charset="2"/>
              </a:rPr>
              <a:t>：不考虑条间作用力或仅考虑其中的一个分量</a:t>
            </a:r>
            <a:endParaRPr lang="en-US" altLang="zh-CN" sz="2200" b="1" dirty="0" smtClean="0">
              <a:solidFill>
                <a:srgbClr val="000066"/>
              </a:solidFill>
              <a:ea typeface="幼圆" pitchFamily="49" charset="-122"/>
              <a:cs typeface="Times New Roman" panose="02020603050405020304" pitchFamily="18" charset="0"/>
              <a:sym typeface="Wingdings" panose="05000000000000000000" pitchFamily="2" charset="2"/>
            </a:endParaRPr>
          </a:p>
          <a:p>
            <a:pPr marL="357188" indent="-357188" eaLnBrk="1" hangingPunct="1">
              <a:lnSpc>
                <a:spcPct val="120000"/>
              </a:lnSpc>
              <a:spcBef>
                <a:spcPts val="600"/>
              </a:spcBef>
              <a:spcAft>
                <a:spcPts val="0"/>
              </a:spcAft>
              <a:buClr>
                <a:srgbClr val="A50021"/>
              </a:buClr>
              <a:buSzPct val="110000"/>
              <a:buFont typeface="+mj-lt"/>
              <a:buAutoNum type="arabicPeriod"/>
            </a:pPr>
            <a:r>
              <a:rPr lang="zh-CN" altLang="en-US" sz="2200" b="1" dirty="0">
                <a:solidFill>
                  <a:srgbClr val="C00000"/>
                </a:solidFill>
                <a:ea typeface="黑体" panose="02010609060101010101" pitchFamily="49" charset="-122"/>
                <a:cs typeface="Times New Roman" panose="02020603050405020304" pitchFamily="18" charset="0"/>
                <a:sym typeface="Wingdings" panose="05000000000000000000" pitchFamily="2" charset="2"/>
              </a:rPr>
              <a:t>普遍条分</a:t>
            </a:r>
            <a:r>
              <a:rPr lang="zh-CN" altLang="en-US" sz="2200" b="1" dirty="0" smtClean="0">
                <a:solidFill>
                  <a:srgbClr val="C00000"/>
                </a:solidFill>
                <a:ea typeface="黑体" panose="02010609060101010101" pitchFamily="49" charset="-122"/>
                <a:cs typeface="Times New Roman" panose="02020603050405020304" pitchFamily="18" charset="0"/>
                <a:sym typeface="Wingdings" panose="05000000000000000000" pitchFamily="2" charset="2"/>
              </a:rPr>
              <a:t>法</a:t>
            </a:r>
            <a:r>
              <a:rPr lang="zh-CN" altLang="en-US" sz="2200" b="1" dirty="0" smtClean="0">
                <a:solidFill>
                  <a:srgbClr val="000066"/>
                </a:solidFill>
                <a:ea typeface="幼圆" pitchFamily="49" charset="-122"/>
                <a:cs typeface="Times New Roman" panose="02020603050405020304" pitchFamily="18" charset="0"/>
                <a:sym typeface="Wingdings" panose="05000000000000000000" pitchFamily="2" charset="2"/>
              </a:rPr>
              <a:t>：假定</a:t>
            </a:r>
            <a:r>
              <a:rPr lang="zh-CN" altLang="en-US" sz="2200" b="1" dirty="0">
                <a:solidFill>
                  <a:srgbClr val="000066"/>
                </a:solidFill>
                <a:ea typeface="幼圆" pitchFamily="49" charset="-122"/>
                <a:cs typeface="Times New Roman" panose="02020603050405020304" pitchFamily="18" charset="0"/>
                <a:sym typeface="Wingdings" panose="05000000000000000000" pitchFamily="2" charset="2"/>
              </a:rPr>
              <a:t>条块间力的作用位置</a:t>
            </a:r>
            <a:r>
              <a:rPr lang="zh-CN" altLang="en-US" sz="2200" b="1" dirty="0" smtClean="0">
                <a:solidFill>
                  <a:srgbClr val="000066"/>
                </a:solidFill>
                <a:ea typeface="幼圆" pitchFamily="49" charset="-122"/>
                <a:cs typeface="Times New Roman" panose="02020603050405020304" pitchFamily="18" charset="0"/>
                <a:sym typeface="Wingdings" panose="05000000000000000000" pitchFamily="2" charset="2"/>
              </a:rPr>
              <a:t>，如规定</a:t>
            </a:r>
            <a:r>
              <a:rPr lang="en-US" altLang="zh-CN" sz="2200" b="1" i="1" dirty="0" smtClean="0">
                <a:solidFill>
                  <a:srgbClr val="000066"/>
                </a:solidFill>
                <a:ea typeface="幼圆" pitchFamily="49" charset="-122"/>
                <a:cs typeface="Times New Roman" panose="02020603050405020304" pitchFamily="18" charset="0"/>
                <a:sym typeface="Wingdings" panose="05000000000000000000" pitchFamily="2" charset="2"/>
              </a:rPr>
              <a:t>h</a:t>
            </a:r>
            <a:r>
              <a:rPr lang="en-US" altLang="zh-CN" sz="2200" b="1" baseline="-25000" dirty="0" smtClean="0">
                <a:solidFill>
                  <a:srgbClr val="000066"/>
                </a:solidFill>
                <a:ea typeface="幼圆" pitchFamily="49" charset="-122"/>
                <a:cs typeface="Times New Roman" panose="02020603050405020304" pitchFamily="18" charset="0"/>
                <a:sym typeface="Wingdings" panose="05000000000000000000" pitchFamily="2" charset="2"/>
              </a:rPr>
              <a:t>i</a:t>
            </a:r>
            <a:r>
              <a:rPr lang="zh-CN" altLang="en-US" sz="2200" b="1" dirty="0" smtClean="0">
                <a:solidFill>
                  <a:srgbClr val="000066"/>
                </a:solidFill>
                <a:ea typeface="幼圆" pitchFamily="49" charset="-122"/>
                <a:cs typeface="Times New Roman" panose="02020603050405020304" pitchFamily="18" charset="0"/>
                <a:sym typeface="Wingdings" panose="05000000000000000000" pitchFamily="2" charset="2"/>
              </a:rPr>
              <a:t>等于</a:t>
            </a:r>
            <a:r>
              <a:rPr lang="zh-CN" altLang="en-US" sz="2200" b="1" dirty="0">
                <a:solidFill>
                  <a:srgbClr val="000066"/>
                </a:solidFill>
                <a:ea typeface="幼圆" pitchFamily="49" charset="-122"/>
                <a:cs typeface="Times New Roman" panose="02020603050405020304" pitchFamily="18" charset="0"/>
                <a:sym typeface="Wingdings" panose="05000000000000000000" pitchFamily="2" charset="2"/>
              </a:rPr>
              <a:t>侧面高度</a:t>
            </a:r>
            <a:r>
              <a:rPr lang="zh-CN" altLang="en-US" sz="2200" b="1" dirty="0" smtClean="0">
                <a:solidFill>
                  <a:srgbClr val="000066"/>
                </a:solidFill>
                <a:ea typeface="幼圆" pitchFamily="49" charset="-122"/>
                <a:cs typeface="Times New Roman" panose="02020603050405020304" pitchFamily="18" charset="0"/>
                <a:sym typeface="Wingdings" panose="05000000000000000000" pitchFamily="2" charset="2"/>
              </a:rPr>
              <a:t>的</a:t>
            </a:r>
            <a:r>
              <a:rPr lang="en-US" altLang="zh-CN" sz="2200" b="1" dirty="0" smtClean="0">
                <a:solidFill>
                  <a:srgbClr val="000066"/>
                </a:solidFill>
                <a:ea typeface="幼圆" pitchFamily="49" charset="-122"/>
                <a:cs typeface="Times New Roman" panose="02020603050405020304" pitchFamily="18" charset="0"/>
                <a:sym typeface="Wingdings" panose="05000000000000000000" pitchFamily="2" charset="2"/>
              </a:rPr>
              <a:t>1/3</a:t>
            </a:r>
          </a:p>
          <a:p>
            <a:pPr marL="357188" indent="-357188" eaLnBrk="1" hangingPunct="1">
              <a:lnSpc>
                <a:spcPct val="120000"/>
              </a:lnSpc>
              <a:spcBef>
                <a:spcPts val="600"/>
              </a:spcBef>
              <a:spcAft>
                <a:spcPts val="0"/>
              </a:spcAft>
              <a:buClr>
                <a:srgbClr val="A50021"/>
              </a:buClr>
              <a:buSzPct val="110000"/>
              <a:buFont typeface="+mj-lt"/>
              <a:buAutoNum type="arabicPeriod"/>
            </a:pPr>
            <a:r>
              <a:rPr lang="zh-CN" altLang="en-US" sz="2200" b="1" dirty="0" smtClean="0">
                <a:solidFill>
                  <a:srgbClr val="C00000"/>
                </a:solidFill>
                <a:ea typeface="黑体" panose="02010609060101010101" pitchFamily="49" charset="-122"/>
                <a:cs typeface="Times New Roman" panose="02020603050405020304" pitchFamily="18" charset="0"/>
                <a:sym typeface="Wingdings" panose="05000000000000000000" pitchFamily="2" charset="2"/>
              </a:rPr>
              <a:t>不平衡推力</a:t>
            </a:r>
            <a:r>
              <a:rPr lang="zh-CN" altLang="en-US" sz="2200" b="1" dirty="0">
                <a:solidFill>
                  <a:srgbClr val="C00000"/>
                </a:solidFill>
                <a:ea typeface="黑体" panose="02010609060101010101" pitchFamily="49" charset="-122"/>
                <a:cs typeface="Times New Roman" panose="02020603050405020304" pitchFamily="18" charset="0"/>
                <a:sym typeface="Wingdings" panose="05000000000000000000" pitchFamily="2" charset="2"/>
              </a:rPr>
              <a:t>传递</a:t>
            </a:r>
            <a:r>
              <a:rPr lang="zh-CN" altLang="en-US" sz="2200" b="1" dirty="0" smtClean="0">
                <a:solidFill>
                  <a:srgbClr val="C00000"/>
                </a:solidFill>
                <a:ea typeface="黑体" panose="02010609060101010101" pitchFamily="49" charset="-122"/>
                <a:cs typeface="Times New Roman" panose="02020603050405020304" pitchFamily="18" charset="0"/>
                <a:sym typeface="Wingdings" panose="05000000000000000000" pitchFamily="2" charset="2"/>
              </a:rPr>
              <a:t>法</a:t>
            </a:r>
            <a:r>
              <a:rPr lang="zh-CN" altLang="en-US" sz="2200" b="1" dirty="0" smtClean="0">
                <a:solidFill>
                  <a:srgbClr val="000066"/>
                </a:solidFill>
                <a:ea typeface="幼圆" pitchFamily="49" charset="-122"/>
                <a:cs typeface="Times New Roman" panose="02020603050405020304" pitchFamily="18" charset="0"/>
                <a:sym typeface="Wingdings" panose="05000000000000000000" pitchFamily="2" charset="2"/>
              </a:rPr>
              <a:t>：假定条间力的作用方向或规定</a:t>
            </a:r>
            <a:r>
              <a:rPr lang="en-US" altLang="zh-CN" sz="2200" b="1" i="1" dirty="0" smtClean="0">
                <a:solidFill>
                  <a:srgbClr val="000066"/>
                </a:solidFill>
                <a:ea typeface="幼圆" pitchFamily="49" charset="-122"/>
                <a:cs typeface="Times New Roman" panose="02020603050405020304" pitchFamily="18" charset="0"/>
                <a:sym typeface="Wingdings" panose="05000000000000000000" pitchFamily="2" charset="2"/>
              </a:rPr>
              <a:t>P</a:t>
            </a:r>
            <a:r>
              <a:rPr lang="en-US" altLang="zh-CN" sz="2200" b="1" baseline="-25000" dirty="0" smtClean="0">
                <a:solidFill>
                  <a:srgbClr val="000066"/>
                </a:solidFill>
                <a:ea typeface="幼圆" pitchFamily="49" charset="-122"/>
                <a:cs typeface="Times New Roman" panose="02020603050405020304" pitchFamily="18" charset="0"/>
                <a:sym typeface="Wingdings" panose="05000000000000000000" pitchFamily="2" charset="2"/>
              </a:rPr>
              <a:t>i</a:t>
            </a:r>
            <a:r>
              <a:rPr lang="zh-CN" altLang="en-US" sz="2200" b="1" dirty="0" smtClean="0">
                <a:solidFill>
                  <a:srgbClr val="000066"/>
                </a:solidFill>
                <a:ea typeface="幼圆" pitchFamily="49" charset="-122"/>
                <a:cs typeface="Times New Roman" panose="02020603050405020304" pitchFamily="18" charset="0"/>
                <a:sym typeface="Wingdings" panose="05000000000000000000" pitchFamily="2" charset="2"/>
              </a:rPr>
              <a:t>和</a:t>
            </a:r>
            <a:r>
              <a:rPr lang="en-US" altLang="zh-CN" sz="2200" b="1" i="1" dirty="0" smtClean="0">
                <a:solidFill>
                  <a:srgbClr val="000066"/>
                </a:solidFill>
                <a:ea typeface="幼圆" pitchFamily="49" charset="-122"/>
                <a:cs typeface="Times New Roman" panose="02020603050405020304" pitchFamily="18" charset="0"/>
                <a:sym typeface="Wingdings" panose="05000000000000000000" pitchFamily="2" charset="2"/>
              </a:rPr>
              <a:t>H</a:t>
            </a:r>
            <a:r>
              <a:rPr lang="en-US" altLang="zh-CN" sz="2200" b="1" baseline="-25000" dirty="0" smtClean="0">
                <a:solidFill>
                  <a:srgbClr val="000066"/>
                </a:solidFill>
                <a:ea typeface="幼圆" pitchFamily="49" charset="-122"/>
                <a:cs typeface="Times New Roman" panose="02020603050405020304" pitchFamily="18" charset="0"/>
                <a:sym typeface="Wingdings" panose="05000000000000000000" pitchFamily="2" charset="2"/>
              </a:rPr>
              <a:t>i</a:t>
            </a:r>
            <a:r>
              <a:rPr lang="zh-CN" altLang="en-US" sz="2200" b="1" dirty="0" smtClean="0">
                <a:solidFill>
                  <a:srgbClr val="000066"/>
                </a:solidFill>
                <a:ea typeface="幼圆" pitchFamily="49" charset="-122"/>
                <a:cs typeface="Times New Roman" panose="02020603050405020304" pitchFamily="18" charset="0"/>
                <a:sym typeface="Wingdings" panose="05000000000000000000" pitchFamily="2" charset="2"/>
              </a:rPr>
              <a:t>的比值</a:t>
            </a:r>
            <a:endParaRPr lang="en-US" altLang="zh-CN" sz="2200" b="1" dirty="0" smtClean="0">
              <a:solidFill>
                <a:srgbClr val="000066"/>
              </a:solidFill>
              <a:ea typeface="幼圆" pitchFamily="49" charset="-122"/>
              <a:cs typeface="Times New Roman" panose="02020603050405020304" pitchFamily="18" charset="0"/>
              <a:sym typeface="Wingdings" panose="05000000000000000000" pitchFamily="2" charset="2"/>
            </a:endParaRPr>
          </a:p>
        </p:txBody>
      </p:sp>
      <p:grpSp>
        <p:nvGrpSpPr>
          <p:cNvPr id="101" name="组合 100"/>
          <p:cNvGrpSpPr/>
          <p:nvPr/>
        </p:nvGrpSpPr>
        <p:grpSpPr>
          <a:xfrm>
            <a:off x="6669925" y="2830682"/>
            <a:ext cx="2261079" cy="2329359"/>
            <a:chOff x="1563424" y="1113179"/>
            <a:chExt cx="2577678" cy="2655516"/>
          </a:xfrm>
        </p:grpSpPr>
        <p:sp>
          <p:nvSpPr>
            <p:cNvPr id="102" name="Text Box 6"/>
            <p:cNvSpPr txBox="1">
              <a:spLocks noChangeArrowheads="1"/>
            </p:cNvSpPr>
            <p:nvPr/>
          </p:nvSpPr>
          <p:spPr bwMode="auto">
            <a:xfrm>
              <a:off x="3253080" y="1755450"/>
              <a:ext cx="624275" cy="4684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800">
                  <a:solidFill>
                    <a:schemeClr val="tx1"/>
                  </a:solidFill>
                  <a:latin typeface="Times New Roman" pitchFamily="18" charset="0"/>
                  <a:ea typeface="宋体" charset="-122"/>
                </a:defRPr>
              </a:lvl1pPr>
              <a:lvl2pPr marL="742950" indent="-285750" eaLnBrk="0" hangingPunct="0">
                <a:defRPr kumimoji="1" sz="2800">
                  <a:solidFill>
                    <a:schemeClr val="tx1"/>
                  </a:solidFill>
                  <a:latin typeface="Times New Roman" pitchFamily="18" charset="0"/>
                  <a:ea typeface="宋体" charset="-122"/>
                </a:defRPr>
              </a:lvl2pPr>
              <a:lvl3pPr marL="1143000" indent="-228600" eaLnBrk="0" hangingPunct="0">
                <a:defRPr kumimoji="1" sz="2800">
                  <a:solidFill>
                    <a:schemeClr val="tx1"/>
                  </a:solidFill>
                  <a:latin typeface="Times New Roman" pitchFamily="18" charset="0"/>
                  <a:ea typeface="宋体" charset="-122"/>
                </a:defRPr>
              </a:lvl3pPr>
              <a:lvl4pPr marL="1600200" indent="-228600" eaLnBrk="0" hangingPunct="0">
                <a:defRPr kumimoji="1" sz="2800">
                  <a:solidFill>
                    <a:schemeClr val="tx1"/>
                  </a:solidFill>
                  <a:latin typeface="Times New Roman" pitchFamily="18" charset="0"/>
                  <a:ea typeface="宋体" charset="-122"/>
                </a:defRPr>
              </a:lvl4pPr>
              <a:lvl5pPr marL="2057400" indent="-228600" eaLnBrk="0" hangingPunct="0">
                <a:defRPr kumimoji="1" sz="2800">
                  <a:solidFill>
                    <a:schemeClr val="tx1"/>
                  </a:solidFill>
                  <a:latin typeface="Times New Roman" pitchFamily="18" charset="0"/>
                  <a:ea typeface="宋体" charset="-122"/>
                </a:defRPr>
              </a:lvl5pPr>
              <a:lvl6pPr marL="2514600" indent="-228600" eaLnBrk="0" fontAlgn="base" hangingPunct="0">
                <a:spcBef>
                  <a:spcPct val="50000"/>
                </a:spcBef>
                <a:spcAft>
                  <a:spcPct val="0"/>
                </a:spcAft>
                <a:defRPr kumimoji="1" sz="2800">
                  <a:solidFill>
                    <a:schemeClr val="tx1"/>
                  </a:solidFill>
                  <a:latin typeface="Times New Roman" pitchFamily="18" charset="0"/>
                  <a:ea typeface="宋体" charset="-122"/>
                </a:defRPr>
              </a:lvl6pPr>
              <a:lvl7pPr marL="2971800" indent="-228600" eaLnBrk="0" fontAlgn="base" hangingPunct="0">
                <a:spcBef>
                  <a:spcPct val="50000"/>
                </a:spcBef>
                <a:spcAft>
                  <a:spcPct val="0"/>
                </a:spcAft>
                <a:defRPr kumimoji="1" sz="2800">
                  <a:solidFill>
                    <a:schemeClr val="tx1"/>
                  </a:solidFill>
                  <a:latin typeface="Times New Roman" pitchFamily="18" charset="0"/>
                  <a:ea typeface="宋体" charset="-122"/>
                </a:defRPr>
              </a:lvl7pPr>
              <a:lvl8pPr marL="3429000" indent="-228600" eaLnBrk="0" fontAlgn="base" hangingPunct="0">
                <a:spcBef>
                  <a:spcPct val="50000"/>
                </a:spcBef>
                <a:spcAft>
                  <a:spcPct val="0"/>
                </a:spcAft>
                <a:defRPr kumimoji="1" sz="2800">
                  <a:solidFill>
                    <a:schemeClr val="tx1"/>
                  </a:solidFill>
                  <a:latin typeface="Times New Roman" pitchFamily="18" charset="0"/>
                  <a:ea typeface="宋体" charset="-122"/>
                </a:defRPr>
              </a:lvl8pPr>
              <a:lvl9pPr marL="3886200" indent="-228600" eaLnBrk="0" fontAlgn="base" hangingPunct="0">
                <a:spcBef>
                  <a:spcPct val="50000"/>
                </a:spcBef>
                <a:spcAft>
                  <a:spcPct val="0"/>
                </a:spcAft>
                <a:defRPr kumimoji="1" sz="2800">
                  <a:solidFill>
                    <a:schemeClr val="tx1"/>
                  </a:solidFill>
                  <a:latin typeface="Times New Roman" pitchFamily="18" charset="0"/>
                  <a:ea typeface="宋体" charset="-122"/>
                </a:defRPr>
              </a:lvl9pPr>
            </a:lstStyle>
            <a:p>
              <a:pPr eaLnBrk="1" hangingPunct="1"/>
              <a:r>
                <a:rPr lang="en-US" altLang="zh-CN" sz="1800" b="1" i="1" dirty="0" smtClean="0">
                  <a:solidFill>
                    <a:srgbClr val="C00000"/>
                  </a:solidFill>
                  <a:cs typeface="Times New Roman" panose="02020603050405020304" pitchFamily="18" charset="0"/>
                </a:rPr>
                <a:t>P</a:t>
              </a:r>
              <a:r>
                <a:rPr lang="en-US" altLang="zh-CN" sz="1800" b="1" baseline="-25000" dirty="0" smtClean="0">
                  <a:solidFill>
                    <a:srgbClr val="C00000"/>
                  </a:solidFill>
                  <a:cs typeface="Times New Roman" panose="02020603050405020304" pitchFamily="18" charset="0"/>
                </a:rPr>
                <a:t>i+1</a:t>
              </a:r>
              <a:endParaRPr lang="en-US" altLang="zh-CN" sz="1800" b="1" i="1" baseline="-25000" dirty="0">
                <a:solidFill>
                  <a:srgbClr val="C00000"/>
                </a:solidFill>
                <a:cs typeface="Times New Roman" panose="02020603050405020304" pitchFamily="18" charset="0"/>
              </a:endParaRPr>
            </a:p>
          </p:txBody>
        </p:sp>
        <p:sp>
          <p:nvSpPr>
            <p:cNvPr id="103" name="Text Box 7"/>
            <p:cNvSpPr txBox="1">
              <a:spLocks noChangeArrowheads="1"/>
            </p:cNvSpPr>
            <p:nvPr/>
          </p:nvSpPr>
          <p:spPr bwMode="auto">
            <a:xfrm>
              <a:off x="3483162" y="2328512"/>
              <a:ext cx="657940" cy="4684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800">
                  <a:solidFill>
                    <a:schemeClr val="tx1"/>
                  </a:solidFill>
                  <a:latin typeface="Times New Roman" pitchFamily="18" charset="0"/>
                  <a:ea typeface="宋体" charset="-122"/>
                </a:defRPr>
              </a:lvl1pPr>
              <a:lvl2pPr marL="742950" indent="-285750" eaLnBrk="0" hangingPunct="0">
                <a:defRPr kumimoji="1" sz="2800">
                  <a:solidFill>
                    <a:schemeClr val="tx1"/>
                  </a:solidFill>
                  <a:latin typeface="Times New Roman" pitchFamily="18" charset="0"/>
                  <a:ea typeface="宋体" charset="-122"/>
                </a:defRPr>
              </a:lvl2pPr>
              <a:lvl3pPr marL="1143000" indent="-228600" eaLnBrk="0" hangingPunct="0">
                <a:defRPr kumimoji="1" sz="2800">
                  <a:solidFill>
                    <a:schemeClr val="tx1"/>
                  </a:solidFill>
                  <a:latin typeface="Times New Roman" pitchFamily="18" charset="0"/>
                  <a:ea typeface="宋体" charset="-122"/>
                </a:defRPr>
              </a:lvl3pPr>
              <a:lvl4pPr marL="1600200" indent="-228600" eaLnBrk="0" hangingPunct="0">
                <a:defRPr kumimoji="1" sz="2800">
                  <a:solidFill>
                    <a:schemeClr val="tx1"/>
                  </a:solidFill>
                  <a:latin typeface="Times New Roman" pitchFamily="18" charset="0"/>
                  <a:ea typeface="宋体" charset="-122"/>
                </a:defRPr>
              </a:lvl4pPr>
              <a:lvl5pPr marL="2057400" indent="-228600" eaLnBrk="0" hangingPunct="0">
                <a:defRPr kumimoji="1" sz="2800">
                  <a:solidFill>
                    <a:schemeClr val="tx1"/>
                  </a:solidFill>
                  <a:latin typeface="Times New Roman" pitchFamily="18" charset="0"/>
                  <a:ea typeface="宋体" charset="-122"/>
                </a:defRPr>
              </a:lvl5pPr>
              <a:lvl6pPr marL="2514600" indent="-228600" eaLnBrk="0" fontAlgn="base" hangingPunct="0">
                <a:spcBef>
                  <a:spcPct val="50000"/>
                </a:spcBef>
                <a:spcAft>
                  <a:spcPct val="0"/>
                </a:spcAft>
                <a:defRPr kumimoji="1" sz="2800">
                  <a:solidFill>
                    <a:schemeClr val="tx1"/>
                  </a:solidFill>
                  <a:latin typeface="Times New Roman" pitchFamily="18" charset="0"/>
                  <a:ea typeface="宋体" charset="-122"/>
                </a:defRPr>
              </a:lvl6pPr>
              <a:lvl7pPr marL="2971800" indent="-228600" eaLnBrk="0" fontAlgn="base" hangingPunct="0">
                <a:spcBef>
                  <a:spcPct val="50000"/>
                </a:spcBef>
                <a:spcAft>
                  <a:spcPct val="0"/>
                </a:spcAft>
                <a:defRPr kumimoji="1" sz="2800">
                  <a:solidFill>
                    <a:schemeClr val="tx1"/>
                  </a:solidFill>
                  <a:latin typeface="Times New Roman" pitchFamily="18" charset="0"/>
                  <a:ea typeface="宋体" charset="-122"/>
                </a:defRPr>
              </a:lvl7pPr>
              <a:lvl8pPr marL="3429000" indent="-228600" eaLnBrk="0" fontAlgn="base" hangingPunct="0">
                <a:spcBef>
                  <a:spcPct val="50000"/>
                </a:spcBef>
                <a:spcAft>
                  <a:spcPct val="0"/>
                </a:spcAft>
                <a:defRPr kumimoji="1" sz="2800">
                  <a:solidFill>
                    <a:schemeClr val="tx1"/>
                  </a:solidFill>
                  <a:latin typeface="Times New Roman" pitchFamily="18" charset="0"/>
                  <a:ea typeface="宋体" charset="-122"/>
                </a:defRPr>
              </a:lvl8pPr>
              <a:lvl9pPr marL="3886200" indent="-228600" eaLnBrk="0" fontAlgn="base" hangingPunct="0">
                <a:spcBef>
                  <a:spcPct val="50000"/>
                </a:spcBef>
                <a:spcAft>
                  <a:spcPct val="0"/>
                </a:spcAft>
                <a:defRPr kumimoji="1" sz="2800">
                  <a:solidFill>
                    <a:schemeClr val="tx1"/>
                  </a:solidFill>
                  <a:latin typeface="Times New Roman" pitchFamily="18" charset="0"/>
                  <a:ea typeface="宋体" charset="-122"/>
                </a:defRPr>
              </a:lvl9pPr>
            </a:lstStyle>
            <a:p>
              <a:pPr eaLnBrk="1" hangingPunct="1"/>
              <a:r>
                <a:rPr lang="en-US" altLang="zh-CN" sz="1800" b="1" i="1" dirty="0">
                  <a:cs typeface="Times New Roman" panose="02020603050405020304" pitchFamily="18" charset="0"/>
                </a:rPr>
                <a:t>h</a:t>
              </a:r>
              <a:r>
                <a:rPr lang="en-US" altLang="zh-CN" sz="1800" b="1" baseline="-25000" dirty="0" smtClean="0">
                  <a:cs typeface="Times New Roman" panose="02020603050405020304" pitchFamily="18" charset="0"/>
                </a:rPr>
                <a:t>i+1</a:t>
              </a:r>
              <a:endParaRPr lang="en-US" altLang="zh-CN" sz="1800" b="1" i="1" baseline="-25000" dirty="0">
                <a:cs typeface="Times New Roman" panose="02020603050405020304" pitchFamily="18" charset="0"/>
              </a:endParaRPr>
            </a:p>
          </p:txBody>
        </p:sp>
        <p:sp>
          <p:nvSpPr>
            <p:cNvPr id="104" name="Freeform 8"/>
            <p:cNvSpPr>
              <a:spLocks/>
            </p:cNvSpPr>
            <p:nvPr/>
          </p:nvSpPr>
          <p:spPr bwMode="auto">
            <a:xfrm>
              <a:off x="2371114" y="1113179"/>
              <a:ext cx="717213" cy="2251941"/>
            </a:xfrm>
            <a:custGeom>
              <a:avLst/>
              <a:gdLst>
                <a:gd name="T0" fmla="*/ 0 w 327"/>
                <a:gd name="T1" fmla="*/ 300423 h 991"/>
                <a:gd name="T2" fmla="*/ 0 w 327"/>
                <a:gd name="T3" fmla="*/ 1636251 h 991"/>
                <a:gd name="T4" fmla="*/ 516939 w 327"/>
                <a:gd name="T5" fmla="*/ 1327711 h 991"/>
                <a:gd name="T6" fmla="*/ 516939 w 327"/>
                <a:gd name="T7" fmla="*/ 0 h 991"/>
                <a:gd name="T8" fmla="*/ 0 w 327"/>
                <a:gd name="T9" fmla="*/ 300423 h 99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7" h="991">
                  <a:moveTo>
                    <a:pt x="0" y="182"/>
                  </a:moveTo>
                  <a:lnTo>
                    <a:pt x="0" y="991"/>
                  </a:lnTo>
                  <a:lnTo>
                    <a:pt x="327" y="804"/>
                  </a:lnTo>
                  <a:lnTo>
                    <a:pt x="327" y="0"/>
                  </a:lnTo>
                  <a:lnTo>
                    <a:pt x="0" y="182"/>
                  </a:lnTo>
                  <a:close/>
                </a:path>
              </a:pathLst>
            </a:custGeom>
            <a:solidFill>
              <a:srgbClr val="CCECFF">
                <a:alpha val="50195"/>
              </a:srgbClr>
            </a:solidFill>
            <a:ln w="28575" cap="flat" cmpd="sng">
              <a:solidFill>
                <a:srgbClr val="000066"/>
              </a:solidFill>
              <a:prstDash val="solid"/>
              <a:round/>
              <a:headEnd/>
              <a:tailEnd/>
            </a:ln>
            <a:effectLst/>
            <a:extLst/>
          </p:spPr>
          <p:txBody>
            <a:bodyPr/>
            <a:lstStyle/>
            <a:p>
              <a:endParaRPr lang="zh-CN" altLang="en-US" sz="1800">
                <a:cs typeface="Times New Roman" panose="02020603050405020304" pitchFamily="18" charset="0"/>
              </a:endParaRPr>
            </a:p>
          </p:txBody>
        </p:sp>
        <p:sp>
          <p:nvSpPr>
            <p:cNvPr id="105" name="Line 9"/>
            <p:cNvSpPr>
              <a:spLocks noChangeShapeType="1"/>
            </p:cNvSpPr>
            <p:nvPr/>
          </p:nvSpPr>
          <p:spPr bwMode="auto">
            <a:xfrm>
              <a:off x="2712394" y="2154120"/>
              <a:ext cx="0" cy="747398"/>
            </a:xfrm>
            <a:prstGeom prst="line">
              <a:avLst/>
            </a:prstGeom>
            <a:noFill/>
            <a:ln w="28575">
              <a:solidFill>
                <a:srgbClr val="C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00">
                <a:cs typeface="Times New Roman" panose="02020603050405020304" pitchFamily="18" charset="0"/>
              </a:endParaRPr>
            </a:p>
          </p:txBody>
        </p:sp>
        <p:sp>
          <p:nvSpPr>
            <p:cNvPr id="106" name="Text Box 10"/>
            <p:cNvSpPr txBox="1">
              <a:spLocks noChangeArrowheads="1"/>
            </p:cNvSpPr>
            <p:nvPr/>
          </p:nvSpPr>
          <p:spPr bwMode="auto">
            <a:xfrm>
              <a:off x="2506576" y="1816754"/>
              <a:ext cx="841124" cy="439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a:solidFill>
                    <a:schemeClr val="tx1"/>
                  </a:solidFill>
                  <a:latin typeface="Times New Roman" pitchFamily="18" charset="0"/>
                  <a:ea typeface="宋体" charset="-122"/>
                </a:defRPr>
              </a:lvl1pPr>
              <a:lvl2pPr marL="742950" indent="-285750" eaLnBrk="0" hangingPunct="0">
                <a:defRPr kumimoji="1" sz="2800">
                  <a:solidFill>
                    <a:schemeClr val="tx1"/>
                  </a:solidFill>
                  <a:latin typeface="Times New Roman" pitchFamily="18" charset="0"/>
                  <a:ea typeface="宋体" charset="-122"/>
                </a:defRPr>
              </a:lvl2pPr>
              <a:lvl3pPr marL="1143000" indent="-228600" eaLnBrk="0" hangingPunct="0">
                <a:defRPr kumimoji="1" sz="2800">
                  <a:solidFill>
                    <a:schemeClr val="tx1"/>
                  </a:solidFill>
                  <a:latin typeface="Times New Roman" pitchFamily="18" charset="0"/>
                  <a:ea typeface="宋体" charset="-122"/>
                </a:defRPr>
              </a:lvl3pPr>
              <a:lvl4pPr marL="1600200" indent="-228600" eaLnBrk="0" hangingPunct="0">
                <a:defRPr kumimoji="1" sz="2800">
                  <a:solidFill>
                    <a:schemeClr val="tx1"/>
                  </a:solidFill>
                  <a:latin typeface="Times New Roman" pitchFamily="18" charset="0"/>
                  <a:ea typeface="宋体" charset="-122"/>
                </a:defRPr>
              </a:lvl4pPr>
              <a:lvl5pPr marL="2057400" indent="-228600" eaLnBrk="0" hangingPunct="0">
                <a:defRPr kumimoji="1" sz="2800">
                  <a:solidFill>
                    <a:schemeClr val="tx1"/>
                  </a:solidFill>
                  <a:latin typeface="Times New Roman" pitchFamily="18" charset="0"/>
                  <a:ea typeface="宋体" charset="-122"/>
                </a:defRPr>
              </a:lvl5pPr>
              <a:lvl6pPr marL="2514600" indent="-228600" eaLnBrk="0" fontAlgn="base" hangingPunct="0">
                <a:spcBef>
                  <a:spcPct val="50000"/>
                </a:spcBef>
                <a:spcAft>
                  <a:spcPct val="0"/>
                </a:spcAft>
                <a:defRPr kumimoji="1" sz="2800">
                  <a:solidFill>
                    <a:schemeClr val="tx1"/>
                  </a:solidFill>
                  <a:latin typeface="Times New Roman" pitchFamily="18" charset="0"/>
                  <a:ea typeface="宋体" charset="-122"/>
                </a:defRPr>
              </a:lvl6pPr>
              <a:lvl7pPr marL="2971800" indent="-228600" eaLnBrk="0" fontAlgn="base" hangingPunct="0">
                <a:spcBef>
                  <a:spcPct val="50000"/>
                </a:spcBef>
                <a:spcAft>
                  <a:spcPct val="0"/>
                </a:spcAft>
                <a:defRPr kumimoji="1" sz="2800">
                  <a:solidFill>
                    <a:schemeClr val="tx1"/>
                  </a:solidFill>
                  <a:latin typeface="Times New Roman" pitchFamily="18" charset="0"/>
                  <a:ea typeface="宋体" charset="-122"/>
                </a:defRPr>
              </a:lvl7pPr>
              <a:lvl8pPr marL="3429000" indent="-228600" eaLnBrk="0" fontAlgn="base" hangingPunct="0">
                <a:spcBef>
                  <a:spcPct val="50000"/>
                </a:spcBef>
                <a:spcAft>
                  <a:spcPct val="0"/>
                </a:spcAft>
                <a:defRPr kumimoji="1" sz="2800">
                  <a:solidFill>
                    <a:schemeClr val="tx1"/>
                  </a:solidFill>
                  <a:latin typeface="Times New Roman" pitchFamily="18" charset="0"/>
                  <a:ea typeface="宋体" charset="-122"/>
                </a:defRPr>
              </a:lvl8pPr>
              <a:lvl9pPr marL="3886200" indent="-228600" eaLnBrk="0" fontAlgn="base" hangingPunct="0">
                <a:spcBef>
                  <a:spcPct val="50000"/>
                </a:spcBef>
                <a:spcAft>
                  <a:spcPct val="0"/>
                </a:spcAft>
                <a:defRPr kumimoji="1" sz="2800">
                  <a:solidFill>
                    <a:schemeClr val="tx1"/>
                  </a:solidFill>
                  <a:latin typeface="Times New Roman" pitchFamily="18" charset="0"/>
                  <a:ea typeface="宋体" charset="-122"/>
                </a:defRPr>
              </a:lvl9pPr>
            </a:lstStyle>
            <a:p>
              <a:pPr eaLnBrk="1" hangingPunct="1"/>
              <a:r>
                <a:rPr lang="en-US" altLang="zh-CN" sz="1800" b="1" i="1" dirty="0">
                  <a:solidFill>
                    <a:srgbClr val="C00000"/>
                  </a:solidFill>
                  <a:cs typeface="Times New Roman" panose="02020603050405020304" pitchFamily="18" charset="0"/>
                </a:rPr>
                <a:t>W</a:t>
              </a:r>
              <a:r>
                <a:rPr lang="en-US" altLang="zh-CN" sz="1800" b="1" baseline="-25000" dirty="0">
                  <a:solidFill>
                    <a:srgbClr val="C00000"/>
                  </a:solidFill>
                  <a:cs typeface="Times New Roman" panose="02020603050405020304" pitchFamily="18" charset="0"/>
                </a:rPr>
                <a:t>i</a:t>
              </a:r>
            </a:p>
          </p:txBody>
        </p:sp>
        <p:sp>
          <p:nvSpPr>
            <p:cNvPr id="107" name="Line 11"/>
            <p:cNvSpPr>
              <a:spLocks noChangeShapeType="1"/>
            </p:cNvSpPr>
            <p:nvPr/>
          </p:nvSpPr>
          <p:spPr bwMode="auto">
            <a:xfrm>
              <a:off x="1829267" y="2437914"/>
              <a:ext cx="474642" cy="0"/>
            </a:xfrm>
            <a:prstGeom prst="line">
              <a:avLst/>
            </a:prstGeom>
            <a:noFill/>
            <a:ln w="28575">
              <a:solidFill>
                <a:srgbClr val="C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00">
                <a:cs typeface="Times New Roman" panose="02020603050405020304" pitchFamily="18" charset="0"/>
              </a:endParaRPr>
            </a:p>
          </p:txBody>
        </p:sp>
        <p:sp>
          <p:nvSpPr>
            <p:cNvPr id="108" name="Line 12"/>
            <p:cNvSpPr>
              <a:spLocks noChangeShapeType="1"/>
            </p:cNvSpPr>
            <p:nvPr/>
          </p:nvSpPr>
          <p:spPr bwMode="auto">
            <a:xfrm flipV="1">
              <a:off x="2293407" y="2437914"/>
              <a:ext cx="0" cy="506931"/>
            </a:xfrm>
            <a:prstGeom prst="line">
              <a:avLst/>
            </a:prstGeom>
            <a:noFill/>
            <a:ln w="28575">
              <a:solidFill>
                <a:srgbClr val="C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00">
                <a:cs typeface="Times New Roman" panose="02020603050405020304" pitchFamily="18" charset="0"/>
              </a:endParaRPr>
            </a:p>
          </p:txBody>
        </p:sp>
        <p:sp>
          <p:nvSpPr>
            <p:cNvPr id="109" name="Line 13"/>
            <p:cNvSpPr>
              <a:spLocks noChangeShapeType="1"/>
            </p:cNvSpPr>
            <p:nvPr/>
          </p:nvSpPr>
          <p:spPr bwMode="auto">
            <a:xfrm flipH="1">
              <a:off x="1793564" y="3391117"/>
              <a:ext cx="557599"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00">
                <a:cs typeface="Times New Roman" panose="02020603050405020304" pitchFamily="18" charset="0"/>
              </a:endParaRPr>
            </a:p>
          </p:txBody>
        </p:sp>
        <p:sp>
          <p:nvSpPr>
            <p:cNvPr id="110" name="Line 14"/>
            <p:cNvSpPr>
              <a:spLocks noChangeShapeType="1"/>
            </p:cNvSpPr>
            <p:nvPr/>
          </p:nvSpPr>
          <p:spPr bwMode="auto">
            <a:xfrm>
              <a:off x="1889122" y="2448746"/>
              <a:ext cx="0" cy="947787"/>
            </a:xfrm>
            <a:prstGeom prst="line">
              <a:avLst/>
            </a:prstGeom>
            <a:noFill/>
            <a:ln w="1270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00">
                <a:cs typeface="Times New Roman" panose="02020603050405020304" pitchFamily="18" charset="0"/>
              </a:endParaRPr>
            </a:p>
          </p:txBody>
        </p:sp>
        <p:sp>
          <p:nvSpPr>
            <p:cNvPr id="111" name="Text Box 15"/>
            <p:cNvSpPr txBox="1">
              <a:spLocks noChangeArrowheads="1"/>
            </p:cNvSpPr>
            <p:nvPr/>
          </p:nvSpPr>
          <p:spPr bwMode="auto">
            <a:xfrm>
              <a:off x="1563424" y="2637220"/>
              <a:ext cx="312790" cy="439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a:spAutoFit/>
            </a:bodyPr>
            <a:lstStyle>
              <a:lvl1pPr eaLnBrk="0" hangingPunct="0">
                <a:defRPr kumimoji="1" sz="2800">
                  <a:solidFill>
                    <a:schemeClr val="tx1"/>
                  </a:solidFill>
                  <a:latin typeface="Times New Roman" pitchFamily="18" charset="0"/>
                  <a:ea typeface="宋体" charset="-122"/>
                </a:defRPr>
              </a:lvl1pPr>
              <a:lvl2pPr marL="742950" indent="-285750" eaLnBrk="0" hangingPunct="0">
                <a:defRPr kumimoji="1" sz="2800">
                  <a:solidFill>
                    <a:schemeClr val="tx1"/>
                  </a:solidFill>
                  <a:latin typeface="Times New Roman" pitchFamily="18" charset="0"/>
                  <a:ea typeface="宋体" charset="-122"/>
                </a:defRPr>
              </a:lvl2pPr>
              <a:lvl3pPr marL="1143000" indent="-228600" eaLnBrk="0" hangingPunct="0">
                <a:defRPr kumimoji="1" sz="2800">
                  <a:solidFill>
                    <a:schemeClr val="tx1"/>
                  </a:solidFill>
                  <a:latin typeface="Times New Roman" pitchFamily="18" charset="0"/>
                  <a:ea typeface="宋体" charset="-122"/>
                </a:defRPr>
              </a:lvl3pPr>
              <a:lvl4pPr marL="1600200" indent="-228600" eaLnBrk="0" hangingPunct="0">
                <a:defRPr kumimoji="1" sz="2800">
                  <a:solidFill>
                    <a:schemeClr val="tx1"/>
                  </a:solidFill>
                  <a:latin typeface="Times New Roman" pitchFamily="18" charset="0"/>
                  <a:ea typeface="宋体" charset="-122"/>
                </a:defRPr>
              </a:lvl4pPr>
              <a:lvl5pPr marL="2057400" indent="-228600" eaLnBrk="0" hangingPunct="0">
                <a:defRPr kumimoji="1" sz="2800">
                  <a:solidFill>
                    <a:schemeClr val="tx1"/>
                  </a:solidFill>
                  <a:latin typeface="Times New Roman" pitchFamily="18" charset="0"/>
                  <a:ea typeface="宋体" charset="-122"/>
                </a:defRPr>
              </a:lvl5pPr>
              <a:lvl6pPr marL="2514600" indent="-228600" eaLnBrk="0" fontAlgn="base" hangingPunct="0">
                <a:spcBef>
                  <a:spcPct val="50000"/>
                </a:spcBef>
                <a:spcAft>
                  <a:spcPct val="0"/>
                </a:spcAft>
                <a:defRPr kumimoji="1" sz="2800">
                  <a:solidFill>
                    <a:schemeClr val="tx1"/>
                  </a:solidFill>
                  <a:latin typeface="Times New Roman" pitchFamily="18" charset="0"/>
                  <a:ea typeface="宋体" charset="-122"/>
                </a:defRPr>
              </a:lvl6pPr>
              <a:lvl7pPr marL="2971800" indent="-228600" eaLnBrk="0" fontAlgn="base" hangingPunct="0">
                <a:spcBef>
                  <a:spcPct val="50000"/>
                </a:spcBef>
                <a:spcAft>
                  <a:spcPct val="0"/>
                </a:spcAft>
                <a:defRPr kumimoji="1" sz="2800">
                  <a:solidFill>
                    <a:schemeClr val="tx1"/>
                  </a:solidFill>
                  <a:latin typeface="Times New Roman" pitchFamily="18" charset="0"/>
                  <a:ea typeface="宋体" charset="-122"/>
                </a:defRPr>
              </a:lvl7pPr>
              <a:lvl8pPr marL="3429000" indent="-228600" eaLnBrk="0" fontAlgn="base" hangingPunct="0">
                <a:spcBef>
                  <a:spcPct val="50000"/>
                </a:spcBef>
                <a:spcAft>
                  <a:spcPct val="0"/>
                </a:spcAft>
                <a:defRPr kumimoji="1" sz="2800">
                  <a:solidFill>
                    <a:schemeClr val="tx1"/>
                  </a:solidFill>
                  <a:latin typeface="Times New Roman" pitchFamily="18" charset="0"/>
                  <a:ea typeface="宋体" charset="-122"/>
                </a:defRPr>
              </a:lvl8pPr>
              <a:lvl9pPr marL="3886200" indent="-228600" eaLnBrk="0" fontAlgn="base" hangingPunct="0">
                <a:spcBef>
                  <a:spcPct val="50000"/>
                </a:spcBef>
                <a:spcAft>
                  <a:spcPct val="0"/>
                </a:spcAft>
                <a:defRPr kumimoji="1" sz="2800">
                  <a:solidFill>
                    <a:schemeClr val="tx1"/>
                  </a:solidFill>
                  <a:latin typeface="Times New Roman" pitchFamily="18" charset="0"/>
                  <a:ea typeface="宋体" charset="-122"/>
                </a:defRPr>
              </a:lvl9pPr>
            </a:lstStyle>
            <a:p>
              <a:pPr eaLnBrk="1" hangingPunct="1"/>
              <a:r>
                <a:rPr lang="en-US" altLang="zh-CN" sz="1800" b="1" i="1" dirty="0" smtClean="0">
                  <a:cs typeface="Times New Roman" panose="02020603050405020304" pitchFamily="18" charset="0"/>
                </a:rPr>
                <a:t>h</a:t>
              </a:r>
              <a:r>
                <a:rPr lang="en-US" altLang="zh-CN" sz="1800" b="1" baseline="-25000" dirty="0" smtClean="0">
                  <a:cs typeface="Times New Roman" panose="02020603050405020304" pitchFamily="18" charset="0"/>
                </a:rPr>
                <a:t>i</a:t>
              </a:r>
              <a:endParaRPr lang="en-US" altLang="zh-CN" sz="1800" b="1" baseline="-25000" dirty="0">
                <a:cs typeface="Times New Roman" panose="02020603050405020304" pitchFamily="18" charset="0"/>
              </a:endParaRPr>
            </a:p>
          </p:txBody>
        </p:sp>
        <p:sp>
          <p:nvSpPr>
            <p:cNvPr id="112" name="Text Box 16"/>
            <p:cNvSpPr txBox="1">
              <a:spLocks noChangeArrowheads="1"/>
            </p:cNvSpPr>
            <p:nvPr/>
          </p:nvSpPr>
          <p:spPr bwMode="auto">
            <a:xfrm>
              <a:off x="1757861" y="1993387"/>
              <a:ext cx="449089" cy="439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800">
                  <a:solidFill>
                    <a:schemeClr val="tx1"/>
                  </a:solidFill>
                  <a:latin typeface="Times New Roman" pitchFamily="18" charset="0"/>
                  <a:ea typeface="宋体" charset="-122"/>
                </a:defRPr>
              </a:lvl1pPr>
              <a:lvl2pPr marL="742950" indent="-285750" eaLnBrk="0" hangingPunct="0">
                <a:defRPr kumimoji="1" sz="2800">
                  <a:solidFill>
                    <a:schemeClr val="tx1"/>
                  </a:solidFill>
                  <a:latin typeface="Times New Roman" pitchFamily="18" charset="0"/>
                  <a:ea typeface="宋体" charset="-122"/>
                </a:defRPr>
              </a:lvl2pPr>
              <a:lvl3pPr marL="1143000" indent="-228600" eaLnBrk="0" hangingPunct="0">
                <a:defRPr kumimoji="1" sz="2800">
                  <a:solidFill>
                    <a:schemeClr val="tx1"/>
                  </a:solidFill>
                  <a:latin typeface="Times New Roman" pitchFamily="18" charset="0"/>
                  <a:ea typeface="宋体" charset="-122"/>
                </a:defRPr>
              </a:lvl3pPr>
              <a:lvl4pPr marL="1600200" indent="-228600" eaLnBrk="0" hangingPunct="0">
                <a:defRPr kumimoji="1" sz="2800">
                  <a:solidFill>
                    <a:schemeClr val="tx1"/>
                  </a:solidFill>
                  <a:latin typeface="Times New Roman" pitchFamily="18" charset="0"/>
                  <a:ea typeface="宋体" charset="-122"/>
                </a:defRPr>
              </a:lvl4pPr>
              <a:lvl5pPr marL="2057400" indent="-228600" eaLnBrk="0" hangingPunct="0">
                <a:defRPr kumimoji="1" sz="2800">
                  <a:solidFill>
                    <a:schemeClr val="tx1"/>
                  </a:solidFill>
                  <a:latin typeface="Times New Roman" pitchFamily="18" charset="0"/>
                  <a:ea typeface="宋体" charset="-122"/>
                </a:defRPr>
              </a:lvl5pPr>
              <a:lvl6pPr marL="2514600" indent="-228600" eaLnBrk="0" fontAlgn="base" hangingPunct="0">
                <a:spcBef>
                  <a:spcPct val="50000"/>
                </a:spcBef>
                <a:spcAft>
                  <a:spcPct val="0"/>
                </a:spcAft>
                <a:defRPr kumimoji="1" sz="2800">
                  <a:solidFill>
                    <a:schemeClr val="tx1"/>
                  </a:solidFill>
                  <a:latin typeface="Times New Roman" pitchFamily="18" charset="0"/>
                  <a:ea typeface="宋体" charset="-122"/>
                </a:defRPr>
              </a:lvl6pPr>
              <a:lvl7pPr marL="2971800" indent="-228600" eaLnBrk="0" fontAlgn="base" hangingPunct="0">
                <a:spcBef>
                  <a:spcPct val="50000"/>
                </a:spcBef>
                <a:spcAft>
                  <a:spcPct val="0"/>
                </a:spcAft>
                <a:defRPr kumimoji="1" sz="2800">
                  <a:solidFill>
                    <a:schemeClr val="tx1"/>
                  </a:solidFill>
                  <a:latin typeface="Times New Roman" pitchFamily="18" charset="0"/>
                  <a:ea typeface="宋体" charset="-122"/>
                </a:defRPr>
              </a:lvl7pPr>
              <a:lvl8pPr marL="3429000" indent="-228600" eaLnBrk="0" fontAlgn="base" hangingPunct="0">
                <a:spcBef>
                  <a:spcPct val="50000"/>
                </a:spcBef>
                <a:spcAft>
                  <a:spcPct val="0"/>
                </a:spcAft>
                <a:defRPr kumimoji="1" sz="2800">
                  <a:solidFill>
                    <a:schemeClr val="tx1"/>
                  </a:solidFill>
                  <a:latin typeface="Times New Roman" pitchFamily="18" charset="0"/>
                  <a:ea typeface="宋体" charset="-122"/>
                </a:defRPr>
              </a:lvl8pPr>
              <a:lvl9pPr marL="3886200" indent="-228600" eaLnBrk="0" fontAlgn="base" hangingPunct="0">
                <a:spcBef>
                  <a:spcPct val="50000"/>
                </a:spcBef>
                <a:spcAft>
                  <a:spcPct val="0"/>
                </a:spcAft>
                <a:defRPr kumimoji="1" sz="2800">
                  <a:solidFill>
                    <a:schemeClr val="tx1"/>
                  </a:solidFill>
                  <a:latin typeface="Times New Roman" pitchFamily="18" charset="0"/>
                  <a:ea typeface="宋体" charset="-122"/>
                </a:defRPr>
              </a:lvl9pPr>
            </a:lstStyle>
            <a:p>
              <a:pPr eaLnBrk="1" hangingPunct="1"/>
              <a:r>
                <a:rPr lang="en-US" altLang="zh-CN" sz="1800" b="1" i="1" dirty="0" smtClean="0">
                  <a:solidFill>
                    <a:srgbClr val="C00000"/>
                  </a:solidFill>
                  <a:cs typeface="Times New Roman" panose="02020603050405020304" pitchFamily="18" charset="0"/>
                </a:rPr>
                <a:t>P</a:t>
              </a:r>
              <a:r>
                <a:rPr lang="en-US" altLang="zh-CN" sz="1800" b="1" baseline="-25000" dirty="0" smtClean="0">
                  <a:solidFill>
                    <a:srgbClr val="C00000"/>
                  </a:solidFill>
                  <a:cs typeface="Times New Roman" panose="02020603050405020304" pitchFamily="18" charset="0"/>
                </a:rPr>
                <a:t>i</a:t>
              </a:r>
              <a:endParaRPr lang="en-US" altLang="zh-CN" sz="1800" b="1" baseline="-25000" dirty="0">
                <a:solidFill>
                  <a:srgbClr val="C00000"/>
                </a:solidFill>
                <a:cs typeface="Times New Roman" panose="02020603050405020304" pitchFamily="18" charset="0"/>
              </a:endParaRPr>
            </a:p>
          </p:txBody>
        </p:sp>
        <p:sp>
          <p:nvSpPr>
            <p:cNvPr id="113" name="Line 17"/>
            <p:cNvSpPr>
              <a:spLocks noChangeShapeType="1"/>
            </p:cNvSpPr>
            <p:nvPr/>
          </p:nvSpPr>
          <p:spPr bwMode="auto">
            <a:xfrm flipH="1">
              <a:off x="3107229" y="2940512"/>
              <a:ext cx="559699"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00">
                <a:cs typeface="Times New Roman" panose="02020603050405020304" pitchFamily="18" charset="0"/>
              </a:endParaRPr>
            </a:p>
          </p:txBody>
        </p:sp>
        <p:sp>
          <p:nvSpPr>
            <p:cNvPr id="114" name="Line 18"/>
            <p:cNvSpPr>
              <a:spLocks noChangeShapeType="1"/>
            </p:cNvSpPr>
            <p:nvPr/>
          </p:nvSpPr>
          <p:spPr bwMode="auto">
            <a:xfrm>
              <a:off x="3473711" y="2197447"/>
              <a:ext cx="0" cy="751730"/>
            </a:xfrm>
            <a:prstGeom prst="line">
              <a:avLst/>
            </a:prstGeom>
            <a:noFill/>
            <a:ln w="1270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00">
                <a:cs typeface="Times New Roman" panose="02020603050405020304" pitchFamily="18" charset="0"/>
              </a:endParaRPr>
            </a:p>
          </p:txBody>
        </p:sp>
        <p:sp>
          <p:nvSpPr>
            <p:cNvPr id="115" name="Line 19"/>
            <p:cNvSpPr>
              <a:spLocks noChangeShapeType="1"/>
            </p:cNvSpPr>
            <p:nvPr/>
          </p:nvSpPr>
          <p:spPr bwMode="auto">
            <a:xfrm flipH="1">
              <a:off x="3141882" y="2189865"/>
              <a:ext cx="515595" cy="0"/>
            </a:xfrm>
            <a:prstGeom prst="line">
              <a:avLst/>
            </a:prstGeom>
            <a:noFill/>
            <a:ln w="28575">
              <a:solidFill>
                <a:srgbClr val="C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00">
                <a:cs typeface="Times New Roman" panose="02020603050405020304" pitchFamily="18" charset="0"/>
              </a:endParaRPr>
            </a:p>
          </p:txBody>
        </p:sp>
        <p:sp>
          <p:nvSpPr>
            <p:cNvPr id="116" name="Line 20"/>
            <p:cNvSpPr>
              <a:spLocks noChangeShapeType="1"/>
            </p:cNvSpPr>
            <p:nvPr/>
          </p:nvSpPr>
          <p:spPr bwMode="auto">
            <a:xfrm>
              <a:off x="3141882" y="1647189"/>
              <a:ext cx="3150" cy="537260"/>
            </a:xfrm>
            <a:prstGeom prst="line">
              <a:avLst/>
            </a:prstGeom>
            <a:noFill/>
            <a:ln w="28575">
              <a:solidFill>
                <a:srgbClr val="C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00">
                <a:cs typeface="Times New Roman" panose="02020603050405020304" pitchFamily="18" charset="0"/>
              </a:endParaRPr>
            </a:p>
          </p:txBody>
        </p:sp>
        <p:sp>
          <p:nvSpPr>
            <p:cNvPr id="117" name="Text Box 21"/>
            <p:cNvSpPr txBox="1">
              <a:spLocks noChangeArrowheads="1"/>
            </p:cNvSpPr>
            <p:nvPr/>
          </p:nvSpPr>
          <p:spPr bwMode="auto">
            <a:xfrm>
              <a:off x="3053672" y="1330899"/>
              <a:ext cx="668783" cy="4684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800">
                  <a:solidFill>
                    <a:schemeClr val="tx1"/>
                  </a:solidFill>
                  <a:latin typeface="Times New Roman" pitchFamily="18" charset="0"/>
                  <a:ea typeface="宋体" charset="-122"/>
                </a:defRPr>
              </a:lvl1pPr>
              <a:lvl2pPr marL="742950" indent="-285750" eaLnBrk="0" hangingPunct="0">
                <a:defRPr kumimoji="1" sz="2800">
                  <a:solidFill>
                    <a:schemeClr val="tx1"/>
                  </a:solidFill>
                  <a:latin typeface="Times New Roman" pitchFamily="18" charset="0"/>
                  <a:ea typeface="宋体" charset="-122"/>
                </a:defRPr>
              </a:lvl2pPr>
              <a:lvl3pPr marL="1143000" indent="-228600" eaLnBrk="0" hangingPunct="0">
                <a:defRPr kumimoji="1" sz="2800">
                  <a:solidFill>
                    <a:schemeClr val="tx1"/>
                  </a:solidFill>
                  <a:latin typeface="Times New Roman" pitchFamily="18" charset="0"/>
                  <a:ea typeface="宋体" charset="-122"/>
                </a:defRPr>
              </a:lvl3pPr>
              <a:lvl4pPr marL="1600200" indent="-228600" eaLnBrk="0" hangingPunct="0">
                <a:defRPr kumimoji="1" sz="2800">
                  <a:solidFill>
                    <a:schemeClr val="tx1"/>
                  </a:solidFill>
                  <a:latin typeface="Times New Roman" pitchFamily="18" charset="0"/>
                  <a:ea typeface="宋体" charset="-122"/>
                </a:defRPr>
              </a:lvl4pPr>
              <a:lvl5pPr marL="2057400" indent="-228600" eaLnBrk="0" hangingPunct="0">
                <a:defRPr kumimoji="1" sz="2800">
                  <a:solidFill>
                    <a:schemeClr val="tx1"/>
                  </a:solidFill>
                  <a:latin typeface="Times New Roman" pitchFamily="18" charset="0"/>
                  <a:ea typeface="宋体" charset="-122"/>
                </a:defRPr>
              </a:lvl5pPr>
              <a:lvl6pPr marL="2514600" indent="-228600" eaLnBrk="0" fontAlgn="base" hangingPunct="0">
                <a:spcBef>
                  <a:spcPct val="50000"/>
                </a:spcBef>
                <a:spcAft>
                  <a:spcPct val="0"/>
                </a:spcAft>
                <a:defRPr kumimoji="1" sz="2800">
                  <a:solidFill>
                    <a:schemeClr val="tx1"/>
                  </a:solidFill>
                  <a:latin typeface="Times New Roman" pitchFamily="18" charset="0"/>
                  <a:ea typeface="宋体" charset="-122"/>
                </a:defRPr>
              </a:lvl6pPr>
              <a:lvl7pPr marL="2971800" indent="-228600" eaLnBrk="0" fontAlgn="base" hangingPunct="0">
                <a:spcBef>
                  <a:spcPct val="50000"/>
                </a:spcBef>
                <a:spcAft>
                  <a:spcPct val="0"/>
                </a:spcAft>
                <a:defRPr kumimoji="1" sz="2800">
                  <a:solidFill>
                    <a:schemeClr val="tx1"/>
                  </a:solidFill>
                  <a:latin typeface="Times New Roman" pitchFamily="18" charset="0"/>
                  <a:ea typeface="宋体" charset="-122"/>
                </a:defRPr>
              </a:lvl7pPr>
              <a:lvl8pPr marL="3429000" indent="-228600" eaLnBrk="0" fontAlgn="base" hangingPunct="0">
                <a:spcBef>
                  <a:spcPct val="50000"/>
                </a:spcBef>
                <a:spcAft>
                  <a:spcPct val="0"/>
                </a:spcAft>
                <a:defRPr kumimoji="1" sz="2800">
                  <a:solidFill>
                    <a:schemeClr val="tx1"/>
                  </a:solidFill>
                  <a:latin typeface="Times New Roman" pitchFamily="18" charset="0"/>
                  <a:ea typeface="宋体" charset="-122"/>
                </a:defRPr>
              </a:lvl8pPr>
              <a:lvl9pPr marL="3886200" indent="-228600" eaLnBrk="0" fontAlgn="base" hangingPunct="0">
                <a:spcBef>
                  <a:spcPct val="50000"/>
                </a:spcBef>
                <a:spcAft>
                  <a:spcPct val="0"/>
                </a:spcAft>
                <a:defRPr kumimoji="1" sz="2800">
                  <a:solidFill>
                    <a:schemeClr val="tx1"/>
                  </a:solidFill>
                  <a:latin typeface="Times New Roman" pitchFamily="18" charset="0"/>
                  <a:ea typeface="宋体" charset="-122"/>
                </a:defRPr>
              </a:lvl9pPr>
            </a:lstStyle>
            <a:p>
              <a:pPr eaLnBrk="1" hangingPunct="1"/>
              <a:r>
                <a:rPr lang="en-US" altLang="zh-CN" sz="1800" b="1" i="1" dirty="0" smtClean="0">
                  <a:solidFill>
                    <a:srgbClr val="C00000"/>
                  </a:solidFill>
                  <a:cs typeface="Times New Roman" panose="02020603050405020304" pitchFamily="18" charset="0"/>
                </a:rPr>
                <a:t>H</a:t>
              </a:r>
              <a:r>
                <a:rPr lang="en-US" altLang="zh-CN" sz="1800" b="1" baseline="-25000" dirty="0" smtClean="0">
                  <a:solidFill>
                    <a:srgbClr val="C00000"/>
                  </a:solidFill>
                  <a:cs typeface="Times New Roman" panose="02020603050405020304" pitchFamily="18" charset="0"/>
                </a:rPr>
                <a:t>i+1</a:t>
              </a:r>
              <a:endParaRPr lang="en-US" altLang="zh-CN" sz="1800" b="1" i="1" baseline="-25000" dirty="0">
                <a:solidFill>
                  <a:srgbClr val="C00000"/>
                </a:solidFill>
                <a:cs typeface="Times New Roman" panose="02020603050405020304" pitchFamily="18" charset="0"/>
              </a:endParaRPr>
            </a:p>
          </p:txBody>
        </p:sp>
        <p:sp>
          <p:nvSpPr>
            <p:cNvPr id="118" name="Line 22"/>
            <p:cNvSpPr>
              <a:spLocks noChangeShapeType="1"/>
            </p:cNvSpPr>
            <p:nvPr/>
          </p:nvSpPr>
          <p:spPr bwMode="auto">
            <a:xfrm flipV="1">
              <a:off x="2434120" y="3048830"/>
              <a:ext cx="632155" cy="385614"/>
            </a:xfrm>
            <a:prstGeom prst="line">
              <a:avLst/>
            </a:prstGeom>
            <a:noFill/>
            <a:ln w="28575">
              <a:solidFill>
                <a:srgbClr val="C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00">
                <a:cs typeface="Times New Roman" panose="02020603050405020304" pitchFamily="18" charset="0"/>
              </a:endParaRPr>
            </a:p>
          </p:txBody>
        </p:sp>
        <p:sp>
          <p:nvSpPr>
            <p:cNvPr id="119" name="Line 23"/>
            <p:cNvSpPr>
              <a:spLocks noChangeShapeType="1"/>
            </p:cNvSpPr>
            <p:nvPr/>
          </p:nvSpPr>
          <p:spPr bwMode="auto">
            <a:xfrm flipH="1" flipV="1">
              <a:off x="2799083" y="3232259"/>
              <a:ext cx="235222" cy="405111"/>
            </a:xfrm>
            <a:prstGeom prst="line">
              <a:avLst/>
            </a:prstGeom>
            <a:noFill/>
            <a:ln w="28575">
              <a:solidFill>
                <a:srgbClr val="C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00">
                <a:cs typeface="Times New Roman" panose="02020603050405020304" pitchFamily="18" charset="0"/>
              </a:endParaRPr>
            </a:p>
          </p:txBody>
        </p:sp>
        <p:sp>
          <p:nvSpPr>
            <p:cNvPr id="120" name="Text Box 24"/>
            <p:cNvSpPr txBox="1">
              <a:spLocks noChangeArrowheads="1"/>
            </p:cNvSpPr>
            <p:nvPr/>
          </p:nvSpPr>
          <p:spPr bwMode="auto">
            <a:xfrm>
              <a:off x="2996969" y="3329375"/>
              <a:ext cx="629006" cy="439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a:solidFill>
                    <a:schemeClr val="tx1"/>
                  </a:solidFill>
                  <a:latin typeface="Times New Roman" pitchFamily="18" charset="0"/>
                  <a:ea typeface="宋体" charset="-122"/>
                </a:defRPr>
              </a:lvl1pPr>
              <a:lvl2pPr marL="742950" indent="-285750" eaLnBrk="0" hangingPunct="0">
                <a:defRPr kumimoji="1" sz="2800">
                  <a:solidFill>
                    <a:schemeClr val="tx1"/>
                  </a:solidFill>
                  <a:latin typeface="Times New Roman" pitchFamily="18" charset="0"/>
                  <a:ea typeface="宋体" charset="-122"/>
                </a:defRPr>
              </a:lvl2pPr>
              <a:lvl3pPr marL="1143000" indent="-228600" eaLnBrk="0" hangingPunct="0">
                <a:defRPr kumimoji="1" sz="2800">
                  <a:solidFill>
                    <a:schemeClr val="tx1"/>
                  </a:solidFill>
                  <a:latin typeface="Times New Roman" pitchFamily="18" charset="0"/>
                  <a:ea typeface="宋体" charset="-122"/>
                </a:defRPr>
              </a:lvl3pPr>
              <a:lvl4pPr marL="1600200" indent="-228600" eaLnBrk="0" hangingPunct="0">
                <a:defRPr kumimoji="1" sz="2800">
                  <a:solidFill>
                    <a:schemeClr val="tx1"/>
                  </a:solidFill>
                  <a:latin typeface="Times New Roman" pitchFamily="18" charset="0"/>
                  <a:ea typeface="宋体" charset="-122"/>
                </a:defRPr>
              </a:lvl4pPr>
              <a:lvl5pPr marL="2057400" indent="-228600" eaLnBrk="0" hangingPunct="0">
                <a:defRPr kumimoji="1" sz="2800">
                  <a:solidFill>
                    <a:schemeClr val="tx1"/>
                  </a:solidFill>
                  <a:latin typeface="Times New Roman" pitchFamily="18" charset="0"/>
                  <a:ea typeface="宋体" charset="-122"/>
                </a:defRPr>
              </a:lvl5pPr>
              <a:lvl6pPr marL="2514600" indent="-228600" eaLnBrk="0" fontAlgn="base" hangingPunct="0">
                <a:spcBef>
                  <a:spcPct val="50000"/>
                </a:spcBef>
                <a:spcAft>
                  <a:spcPct val="0"/>
                </a:spcAft>
                <a:defRPr kumimoji="1" sz="2800">
                  <a:solidFill>
                    <a:schemeClr val="tx1"/>
                  </a:solidFill>
                  <a:latin typeface="Times New Roman" pitchFamily="18" charset="0"/>
                  <a:ea typeface="宋体" charset="-122"/>
                </a:defRPr>
              </a:lvl6pPr>
              <a:lvl7pPr marL="2971800" indent="-228600" eaLnBrk="0" fontAlgn="base" hangingPunct="0">
                <a:spcBef>
                  <a:spcPct val="50000"/>
                </a:spcBef>
                <a:spcAft>
                  <a:spcPct val="0"/>
                </a:spcAft>
                <a:defRPr kumimoji="1" sz="2800">
                  <a:solidFill>
                    <a:schemeClr val="tx1"/>
                  </a:solidFill>
                  <a:latin typeface="Times New Roman" pitchFamily="18" charset="0"/>
                  <a:ea typeface="宋体" charset="-122"/>
                </a:defRPr>
              </a:lvl7pPr>
              <a:lvl8pPr marL="3429000" indent="-228600" eaLnBrk="0" fontAlgn="base" hangingPunct="0">
                <a:spcBef>
                  <a:spcPct val="50000"/>
                </a:spcBef>
                <a:spcAft>
                  <a:spcPct val="0"/>
                </a:spcAft>
                <a:defRPr kumimoji="1" sz="2800">
                  <a:solidFill>
                    <a:schemeClr val="tx1"/>
                  </a:solidFill>
                  <a:latin typeface="Times New Roman" pitchFamily="18" charset="0"/>
                  <a:ea typeface="宋体" charset="-122"/>
                </a:defRPr>
              </a:lvl8pPr>
              <a:lvl9pPr marL="3886200" indent="-228600" eaLnBrk="0" fontAlgn="base" hangingPunct="0">
                <a:spcBef>
                  <a:spcPct val="50000"/>
                </a:spcBef>
                <a:spcAft>
                  <a:spcPct val="0"/>
                </a:spcAft>
                <a:defRPr kumimoji="1" sz="2800">
                  <a:solidFill>
                    <a:schemeClr val="tx1"/>
                  </a:solidFill>
                  <a:latin typeface="Times New Roman" pitchFamily="18" charset="0"/>
                  <a:ea typeface="宋体" charset="-122"/>
                </a:defRPr>
              </a:lvl9pPr>
            </a:lstStyle>
            <a:p>
              <a:pPr eaLnBrk="1" hangingPunct="1"/>
              <a:r>
                <a:rPr lang="en-US" altLang="zh-CN" sz="1800" b="1" i="1" dirty="0">
                  <a:solidFill>
                    <a:srgbClr val="C00000"/>
                  </a:solidFill>
                  <a:cs typeface="Times New Roman" panose="02020603050405020304" pitchFamily="18" charset="0"/>
                </a:rPr>
                <a:t>N</a:t>
              </a:r>
              <a:r>
                <a:rPr lang="en-US" altLang="zh-CN" sz="1800" b="1" baseline="-25000" dirty="0">
                  <a:solidFill>
                    <a:srgbClr val="C00000"/>
                  </a:solidFill>
                  <a:cs typeface="Times New Roman" panose="02020603050405020304" pitchFamily="18" charset="0"/>
                </a:rPr>
                <a:t>i</a:t>
              </a:r>
            </a:p>
          </p:txBody>
        </p:sp>
        <p:sp>
          <p:nvSpPr>
            <p:cNvPr id="121" name="Text Box 25"/>
            <p:cNvSpPr txBox="1">
              <a:spLocks noChangeArrowheads="1"/>
            </p:cNvSpPr>
            <p:nvPr/>
          </p:nvSpPr>
          <p:spPr bwMode="auto">
            <a:xfrm>
              <a:off x="2942364" y="3073744"/>
              <a:ext cx="585952" cy="3340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bIns="0">
              <a:spAutoFit/>
            </a:bodyPr>
            <a:lstStyle>
              <a:lvl1pPr eaLnBrk="0" hangingPunct="0">
                <a:defRPr kumimoji="1" sz="2800">
                  <a:solidFill>
                    <a:schemeClr val="tx1"/>
                  </a:solidFill>
                  <a:latin typeface="Times New Roman" pitchFamily="18" charset="0"/>
                  <a:ea typeface="宋体" charset="-122"/>
                </a:defRPr>
              </a:lvl1pPr>
              <a:lvl2pPr marL="742950" indent="-285750" eaLnBrk="0" hangingPunct="0">
                <a:defRPr kumimoji="1" sz="2800">
                  <a:solidFill>
                    <a:schemeClr val="tx1"/>
                  </a:solidFill>
                  <a:latin typeface="Times New Roman" pitchFamily="18" charset="0"/>
                  <a:ea typeface="宋体" charset="-122"/>
                </a:defRPr>
              </a:lvl2pPr>
              <a:lvl3pPr marL="1143000" indent="-228600" eaLnBrk="0" hangingPunct="0">
                <a:defRPr kumimoji="1" sz="2800">
                  <a:solidFill>
                    <a:schemeClr val="tx1"/>
                  </a:solidFill>
                  <a:latin typeface="Times New Roman" pitchFamily="18" charset="0"/>
                  <a:ea typeface="宋体" charset="-122"/>
                </a:defRPr>
              </a:lvl3pPr>
              <a:lvl4pPr marL="1600200" indent="-228600" eaLnBrk="0" hangingPunct="0">
                <a:defRPr kumimoji="1" sz="2800">
                  <a:solidFill>
                    <a:schemeClr val="tx1"/>
                  </a:solidFill>
                  <a:latin typeface="Times New Roman" pitchFamily="18" charset="0"/>
                  <a:ea typeface="宋体" charset="-122"/>
                </a:defRPr>
              </a:lvl4pPr>
              <a:lvl5pPr marL="2057400" indent="-228600" eaLnBrk="0" hangingPunct="0">
                <a:defRPr kumimoji="1" sz="2800">
                  <a:solidFill>
                    <a:schemeClr val="tx1"/>
                  </a:solidFill>
                  <a:latin typeface="Times New Roman" pitchFamily="18" charset="0"/>
                  <a:ea typeface="宋体" charset="-122"/>
                </a:defRPr>
              </a:lvl5pPr>
              <a:lvl6pPr marL="2514600" indent="-228600" eaLnBrk="0" fontAlgn="base" hangingPunct="0">
                <a:spcBef>
                  <a:spcPct val="50000"/>
                </a:spcBef>
                <a:spcAft>
                  <a:spcPct val="0"/>
                </a:spcAft>
                <a:defRPr kumimoji="1" sz="2800">
                  <a:solidFill>
                    <a:schemeClr val="tx1"/>
                  </a:solidFill>
                  <a:latin typeface="Times New Roman" pitchFamily="18" charset="0"/>
                  <a:ea typeface="宋体" charset="-122"/>
                </a:defRPr>
              </a:lvl6pPr>
              <a:lvl7pPr marL="2971800" indent="-228600" eaLnBrk="0" fontAlgn="base" hangingPunct="0">
                <a:spcBef>
                  <a:spcPct val="50000"/>
                </a:spcBef>
                <a:spcAft>
                  <a:spcPct val="0"/>
                </a:spcAft>
                <a:defRPr kumimoji="1" sz="2800">
                  <a:solidFill>
                    <a:schemeClr val="tx1"/>
                  </a:solidFill>
                  <a:latin typeface="Times New Roman" pitchFamily="18" charset="0"/>
                  <a:ea typeface="宋体" charset="-122"/>
                </a:defRPr>
              </a:lvl7pPr>
              <a:lvl8pPr marL="3429000" indent="-228600" eaLnBrk="0" fontAlgn="base" hangingPunct="0">
                <a:spcBef>
                  <a:spcPct val="50000"/>
                </a:spcBef>
                <a:spcAft>
                  <a:spcPct val="0"/>
                </a:spcAft>
                <a:defRPr kumimoji="1" sz="2800">
                  <a:solidFill>
                    <a:schemeClr val="tx1"/>
                  </a:solidFill>
                  <a:latin typeface="Times New Roman" pitchFamily="18" charset="0"/>
                  <a:ea typeface="宋体" charset="-122"/>
                </a:defRPr>
              </a:lvl8pPr>
              <a:lvl9pPr marL="3886200" indent="-228600" eaLnBrk="0" fontAlgn="base" hangingPunct="0">
                <a:spcBef>
                  <a:spcPct val="50000"/>
                </a:spcBef>
                <a:spcAft>
                  <a:spcPct val="0"/>
                </a:spcAft>
                <a:defRPr kumimoji="1" sz="2800">
                  <a:solidFill>
                    <a:schemeClr val="tx1"/>
                  </a:solidFill>
                  <a:latin typeface="Times New Roman" pitchFamily="18" charset="0"/>
                  <a:ea typeface="宋体" charset="-122"/>
                </a:defRPr>
              </a:lvl9pPr>
            </a:lstStyle>
            <a:p>
              <a:pPr eaLnBrk="1" hangingPunct="1"/>
              <a:r>
                <a:rPr lang="en-US" altLang="zh-CN" sz="1800" b="1" i="1" dirty="0">
                  <a:solidFill>
                    <a:srgbClr val="C00000"/>
                  </a:solidFill>
                  <a:cs typeface="Times New Roman" panose="02020603050405020304" pitchFamily="18" charset="0"/>
                </a:rPr>
                <a:t>T</a:t>
              </a:r>
              <a:r>
                <a:rPr lang="en-US" altLang="zh-CN" sz="1800" b="1" baseline="-25000" dirty="0">
                  <a:solidFill>
                    <a:srgbClr val="C00000"/>
                  </a:solidFill>
                  <a:cs typeface="Times New Roman" panose="02020603050405020304" pitchFamily="18" charset="0"/>
                </a:rPr>
                <a:t>i</a:t>
              </a:r>
            </a:p>
          </p:txBody>
        </p:sp>
        <p:sp>
          <p:nvSpPr>
            <p:cNvPr id="122" name="Text Box 26"/>
            <p:cNvSpPr txBox="1">
              <a:spLocks noChangeArrowheads="1"/>
            </p:cNvSpPr>
            <p:nvPr/>
          </p:nvSpPr>
          <p:spPr bwMode="auto">
            <a:xfrm>
              <a:off x="1973129" y="2782367"/>
              <a:ext cx="418024" cy="439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36000">
              <a:spAutoFit/>
            </a:bodyPr>
            <a:lstStyle>
              <a:lvl1pPr eaLnBrk="0" hangingPunct="0">
                <a:defRPr kumimoji="1" sz="2800">
                  <a:solidFill>
                    <a:schemeClr val="tx1"/>
                  </a:solidFill>
                  <a:latin typeface="Times New Roman" pitchFamily="18" charset="0"/>
                  <a:ea typeface="宋体" charset="-122"/>
                </a:defRPr>
              </a:lvl1pPr>
              <a:lvl2pPr marL="742950" indent="-285750" eaLnBrk="0" hangingPunct="0">
                <a:defRPr kumimoji="1" sz="2800">
                  <a:solidFill>
                    <a:schemeClr val="tx1"/>
                  </a:solidFill>
                  <a:latin typeface="Times New Roman" pitchFamily="18" charset="0"/>
                  <a:ea typeface="宋体" charset="-122"/>
                </a:defRPr>
              </a:lvl2pPr>
              <a:lvl3pPr marL="1143000" indent="-228600" eaLnBrk="0" hangingPunct="0">
                <a:defRPr kumimoji="1" sz="2800">
                  <a:solidFill>
                    <a:schemeClr val="tx1"/>
                  </a:solidFill>
                  <a:latin typeface="Times New Roman" pitchFamily="18" charset="0"/>
                  <a:ea typeface="宋体" charset="-122"/>
                </a:defRPr>
              </a:lvl3pPr>
              <a:lvl4pPr marL="1600200" indent="-228600" eaLnBrk="0" hangingPunct="0">
                <a:defRPr kumimoji="1" sz="2800">
                  <a:solidFill>
                    <a:schemeClr val="tx1"/>
                  </a:solidFill>
                  <a:latin typeface="Times New Roman" pitchFamily="18" charset="0"/>
                  <a:ea typeface="宋体" charset="-122"/>
                </a:defRPr>
              </a:lvl4pPr>
              <a:lvl5pPr marL="2057400" indent="-228600" eaLnBrk="0" hangingPunct="0">
                <a:defRPr kumimoji="1" sz="2800">
                  <a:solidFill>
                    <a:schemeClr val="tx1"/>
                  </a:solidFill>
                  <a:latin typeface="Times New Roman" pitchFamily="18" charset="0"/>
                  <a:ea typeface="宋体" charset="-122"/>
                </a:defRPr>
              </a:lvl5pPr>
              <a:lvl6pPr marL="2514600" indent="-228600" eaLnBrk="0" fontAlgn="base" hangingPunct="0">
                <a:spcBef>
                  <a:spcPct val="50000"/>
                </a:spcBef>
                <a:spcAft>
                  <a:spcPct val="0"/>
                </a:spcAft>
                <a:defRPr kumimoji="1" sz="2800">
                  <a:solidFill>
                    <a:schemeClr val="tx1"/>
                  </a:solidFill>
                  <a:latin typeface="Times New Roman" pitchFamily="18" charset="0"/>
                  <a:ea typeface="宋体" charset="-122"/>
                </a:defRPr>
              </a:lvl6pPr>
              <a:lvl7pPr marL="2971800" indent="-228600" eaLnBrk="0" fontAlgn="base" hangingPunct="0">
                <a:spcBef>
                  <a:spcPct val="50000"/>
                </a:spcBef>
                <a:spcAft>
                  <a:spcPct val="0"/>
                </a:spcAft>
                <a:defRPr kumimoji="1" sz="2800">
                  <a:solidFill>
                    <a:schemeClr val="tx1"/>
                  </a:solidFill>
                  <a:latin typeface="Times New Roman" pitchFamily="18" charset="0"/>
                  <a:ea typeface="宋体" charset="-122"/>
                </a:defRPr>
              </a:lvl7pPr>
              <a:lvl8pPr marL="3429000" indent="-228600" eaLnBrk="0" fontAlgn="base" hangingPunct="0">
                <a:spcBef>
                  <a:spcPct val="50000"/>
                </a:spcBef>
                <a:spcAft>
                  <a:spcPct val="0"/>
                </a:spcAft>
                <a:defRPr kumimoji="1" sz="2800">
                  <a:solidFill>
                    <a:schemeClr val="tx1"/>
                  </a:solidFill>
                  <a:latin typeface="Times New Roman" pitchFamily="18" charset="0"/>
                  <a:ea typeface="宋体" charset="-122"/>
                </a:defRPr>
              </a:lvl8pPr>
              <a:lvl9pPr marL="3886200" indent="-228600" eaLnBrk="0" fontAlgn="base" hangingPunct="0">
                <a:spcBef>
                  <a:spcPct val="50000"/>
                </a:spcBef>
                <a:spcAft>
                  <a:spcPct val="0"/>
                </a:spcAft>
                <a:defRPr kumimoji="1" sz="2800">
                  <a:solidFill>
                    <a:schemeClr val="tx1"/>
                  </a:solidFill>
                  <a:latin typeface="Times New Roman" pitchFamily="18" charset="0"/>
                  <a:ea typeface="宋体" charset="-122"/>
                </a:defRPr>
              </a:lvl9pPr>
            </a:lstStyle>
            <a:p>
              <a:pPr eaLnBrk="1" hangingPunct="1"/>
              <a:r>
                <a:rPr lang="en-US" altLang="zh-CN" sz="1800" b="1" i="1" dirty="0" smtClean="0">
                  <a:solidFill>
                    <a:srgbClr val="C00000"/>
                  </a:solidFill>
                  <a:cs typeface="Times New Roman" panose="02020603050405020304" pitchFamily="18" charset="0"/>
                </a:rPr>
                <a:t>H</a:t>
              </a:r>
              <a:r>
                <a:rPr lang="en-US" altLang="zh-CN" sz="1800" b="1" baseline="-25000" dirty="0" smtClean="0">
                  <a:solidFill>
                    <a:srgbClr val="C00000"/>
                  </a:solidFill>
                  <a:cs typeface="Times New Roman" panose="02020603050405020304" pitchFamily="18" charset="0"/>
                </a:rPr>
                <a:t>i</a:t>
              </a:r>
              <a:endParaRPr lang="en-US" altLang="zh-CN" sz="1800" b="1" baseline="-25000" dirty="0">
                <a:solidFill>
                  <a:srgbClr val="C00000"/>
                </a:solidFill>
                <a:cs typeface="Times New Roman" panose="02020603050405020304" pitchFamily="18" charset="0"/>
              </a:endParaRPr>
            </a:p>
          </p:txBody>
        </p:sp>
      </p:grpSp>
      <p:sp>
        <p:nvSpPr>
          <p:cNvPr id="123" name="Line 27"/>
          <p:cNvSpPr>
            <a:spLocks noChangeShapeType="1"/>
          </p:cNvSpPr>
          <p:nvPr/>
        </p:nvSpPr>
        <p:spPr bwMode="auto">
          <a:xfrm>
            <a:off x="7436283" y="4912375"/>
            <a:ext cx="160020" cy="28336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a:p>
        </p:txBody>
      </p:sp>
      <p:sp>
        <p:nvSpPr>
          <p:cNvPr id="124" name="Line 28"/>
          <p:cNvSpPr>
            <a:spLocks noChangeShapeType="1"/>
          </p:cNvSpPr>
          <p:nvPr/>
        </p:nvSpPr>
        <p:spPr bwMode="auto">
          <a:xfrm flipV="1">
            <a:off x="7530619" y="4873164"/>
            <a:ext cx="323336" cy="199793"/>
          </a:xfrm>
          <a:prstGeom prst="line">
            <a:avLst/>
          </a:prstGeom>
          <a:noFill/>
          <a:ln w="1905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a:p>
        </p:txBody>
      </p:sp>
      <p:sp>
        <p:nvSpPr>
          <p:cNvPr id="125" name="Text Box 29"/>
          <p:cNvSpPr txBox="1">
            <a:spLocks noChangeArrowheads="1"/>
          </p:cNvSpPr>
          <p:nvPr/>
        </p:nvSpPr>
        <p:spPr bwMode="auto">
          <a:xfrm>
            <a:off x="7627087" y="4875930"/>
            <a:ext cx="393382" cy="385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800">
                <a:solidFill>
                  <a:schemeClr val="tx1"/>
                </a:solidFill>
                <a:latin typeface="Times New Roman" pitchFamily="18" charset="0"/>
                <a:ea typeface="宋体" charset="-122"/>
              </a:defRPr>
            </a:lvl1pPr>
            <a:lvl2pPr marL="742950" indent="-285750" eaLnBrk="0" hangingPunct="0">
              <a:defRPr kumimoji="1" sz="2800">
                <a:solidFill>
                  <a:schemeClr val="tx1"/>
                </a:solidFill>
                <a:latin typeface="Times New Roman" pitchFamily="18" charset="0"/>
                <a:ea typeface="宋体" charset="-122"/>
              </a:defRPr>
            </a:lvl2pPr>
            <a:lvl3pPr marL="1143000" indent="-228600" eaLnBrk="0" hangingPunct="0">
              <a:defRPr kumimoji="1" sz="2800">
                <a:solidFill>
                  <a:schemeClr val="tx1"/>
                </a:solidFill>
                <a:latin typeface="Times New Roman" pitchFamily="18" charset="0"/>
                <a:ea typeface="宋体" charset="-122"/>
              </a:defRPr>
            </a:lvl3pPr>
            <a:lvl4pPr marL="1600200" indent="-228600" eaLnBrk="0" hangingPunct="0">
              <a:defRPr kumimoji="1" sz="2800">
                <a:solidFill>
                  <a:schemeClr val="tx1"/>
                </a:solidFill>
                <a:latin typeface="Times New Roman" pitchFamily="18" charset="0"/>
                <a:ea typeface="宋体" charset="-122"/>
              </a:defRPr>
            </a:lvl4pPr>
            <a:lvl5pPr marL="2057400" indent="-228600" eaLnBrk="0" hangingPunct="0">
              <a:defRPr kumimoji="1" sz="2800">
                <a:solidFill>
                  <a:schemeClr val="tx1"/>
                </a:solidFill>
                <a:latin typeface="Times New Roman" pitchFamily="18" charset="0"/>
                <a:ea typeface="宋体" charset="-122"/>
              </a:defRPr>
            </a:lvl5pPr>
            <a:lvl6pPr marL="2514600" indent="-228600" eaLnBrk="0" fontAlgn="base" hangingPunct="0">
              <a:spcBef>
                <a:spcPct val="50000"/>
              </a:spcBef>
              <a:spcAft>
                <a:spcPct val="0"/>
              </a:spcAft>
              <a:defRPr kumimoji="1" sz="2800">
                <a:solidFill>
                  <a:schemeClr val="tx1"/>
                </a:solidFill>
                <a:latin typeface="Times New Roman" pitchFamily="18" charset="0"/>
                <a:ea typeface="宋体" charset="-122"/>
              </a:defRPr>
            </a:lvl6pPr>
            <a:lvl7pPr marL="2971800" indent="-228600" eaLnBrk="0" fontAlgn="base" hangingPunct="0">
              <a:spcBef>
                <a:spcPct val="50000"/>
              </a:spcBef>
              <a:spcAft>
                <a:spcPct val="0"/>
              </a:spcAft>
              <a:defRPr kumimoji="1" sz="2800">
                <a:solidFill>
                  <a:schemeClr val="tx1"/>
                </a:solidFill>
                <a:latin typeface="Times New Roman" pitchFamily="18" charset="0"/>
                <a:ea typeface="宋体" charset="-122"/>
              </a:defRPr>
            </a:lvl7pPr>
            <a:lvl8pPr marL="3429000" indent="-228600" eaLnBrk="0" fontAlgn="base" hangingPunct="0">
              <a:spcBef>
                <a:spcPct val="50000"/>
              </a:spcBef>
              <a:spcAft>
                <a:spcPct val="0"/>
              </a:spcAft>
              <a:defRPr kumimoji="1" sz="2800">
                <a:solidFill>
                  <a:schemeClr val="tx1"/>
                </a:solidFill>
                <a:latin typeface="Times New Roman" pitchFamily="18" charset="0"/>
                <a:ea typeface="宋体" charset="-122"/>
              </a:defRPr>
            </a:lvl8pPr>
            <a:lvl9pPr marL="3886200" indent="-228600" eaLnBrk="0" fontAlgn="base" hangingPunct="0">
              <a:spcBef>
                <a:spcPct val="50000"/>
              </a:spcBef>
              <a:spcAft>
                <a:spcPct val="0"/>
              </a:spcAft>
              <a:defRPr kumimoji="1" sz="2800">
                <a:solidFill>
                  <a:schemeClr val="tx1"/>
                </a:solidFill>
                <a:latin typeface="Times New Roman" pitchFamily="18" charset="0"/>
                <a:ea typeface="宋体" charset="-122"/>
              </a:defRPr>
            </a:lvl9pPr>
          </a:lstStyle>
          <a:p>
            <a:pPr eaLnBrk="1" hangingPunct="1"/>
            <a:r>
              <a:rPr lang="en-US" altLang="zh-CN" sz="1800" b="1" i="1" dirty="0" err="1"/>
              <a:t>t</a:t>
            </a:r>
            <a:r>
              <a:rPr lang="en-US" altLang="zh-CN" sz="1800" b="1" baseline="-25000" dirty="0" err="1"/>
              <a:t>i</a:t>
            </a:r>
            <a:endParaRPr lang="en-US" altLang="zh-CN" sz="1800" b="1" baseline="-25000" dirty="0"/>
          </a:p>
        </p:txBody>
      </p:sp>
    </p:spTree>
    <p:extLst>
      <p:ext uri="{BB962C8B-B14F-4D97-AF65-F5344CB8AC3E}">
        <p14:creationId xmlns:p14="http://schemas.microsoft.com/office/powerpoint/2010/main" val="4113070248"/>
      </p:ext>
    </p:extLst>
  </p:cSld>
  <p:clrMapOvr>
    <a:masterClrMapping/>
  </p:clrMapOvr>
  <p:transition spd="med">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87"/>
                                        </p:tgtEl>
                                        <p:attrNameLst>
                                          <p:attrName>style.visibility</p:attrName>
                                        </p:attrNameLst>
                                      </p:cBhvr>
                                      <p:to>
                                        <p:strVal val="visible"/>
                                      </p:to>
                                    </p:set>
                                    <p:animEffect transition="in" filter="dissolve">
                                      <p:cBhvr>
                                        <p:cTn id="7" dur="500"/>
                                        <p:tgtEl>
                                          <p:spTgt spid="87"/>
                                        </p:tgtEl>
                                      </p:cBhvr>
                                    </p:animEffect>
                                  </p:childTnLst>
                                </p:cTn>
                              </p:par>
                            </p:childTnLst>
                          </p:cTn>
                        </p:par>
                        <p:par>
                          <p:cTn id="8" fill="hold">
                            <p:stCondLst>
                              <p:cond delay="500"/>
                            </p:stCondLst>
                            <p:childTnLst>
                              <p:par>
                                <p:cTn id="9" presetID="16" presetClass="entr" presetSubtype="21" fill="hold" grpId="0" nodeType="afterEffect">
                                  <p:stCondLst>
                                    <p:cond delay="0"/>
                                  </p:stCondLst>
                                  <p:childTnLst>
                                    <p:set>
                                      <p:cBhvr>
                                        <p:cTn id="10" dur="1" fill="hold">
                                          <p:stCondLst>
                                            <p:cond delay="0"/>
                                          </p:stCondLst>
                                        </p:cTn>
                                        <p:tgtEl>
                                          <p:spTgt spid="99"/>
                                        </p:tgtEl>
                                        <p:attrNameLst>
                                          <p:attrName>style.visibility</p:attrName>
                                        </p:attrNameLst>
                                      </p:cBhvr>
                                      <p:to>
                                        <p:strVal val="visible"/>
                                      </p:to>
                                    </p:set>
                                    <p:animEffect transition="in" filter="barn(inVertical)">
                                      <p:cBhvr>
                                        <p:cTn id="11" dur="500"/>
                                        <p:tgtEl>
                                          <p:spTgt spid="99"/>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100">
                                            <p:txEl>
                                              <p:pRg st="0" end="0"/>
                                            </p:txEl>
                                          </p:spTgt>
                                        </p:tgtEl>
                                        <p:attrNameLst>
                                          <p:attrName>style.visibility</p:attrName>
                                        </p:attrNameLst>
                                      </p:cBhvr>
                                      <p:to>
                                        <p:strVal val="visible"/>
                                      </p:to>
                                    </p:set>
                                    <p:animEffect transition="in" filter="wipe(left)">
                                      <p:cBhvr>
                                        <p:cTn id="16" dur="1000"/>
                                        <p:tgtEl>
                                          <p:spTgt spid="100">
                                            <p:txEl>
                                              <p:pRg st="0" end="0"/>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100">
                                            <p:txEl>
                                              <p:pRg st="1" end="1"/>
                                            </p:txEl>
                                          </p:spTgt>
                                        </p:tgtEl>
                                        <p:attrNameLst>
                                          <p:attrName>style.visibility</p:attrName>
                                        </p:attrNameLst>
                                      </p:cBhvr>
                                      <p:to>
                                        <p:strVal val="visible"/>
                                      </p:to>
                                    </p:set>
                                    <p:animEffect transition="in" filter="wipe(left)">
                                      <p:cBhvr>
                                        <p:cTn id="21" dur="1000"/>
                                        <p:tgtEl>
                                          <p:spTgt spid="100">
                                            <p:txEl>
                                              <p:pRg st="1" end="1"/>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100">
                                            <p:txEl>
                                              <p:pRg st="2" end="2"/>
                                            </p:txEl>
                                          </p:spTgt>
                                        </p:tgtEl>
                                        <p:attrNameLst>
                                          <p:attrName>style.visibility</p:attrName>
                                        </p:attrNameLst>
                                      </p:cBhvr>
                                      <p:to>
                                        <p:strVal val="visible"/>
                                      </p:to>
                                    </p:set>
                                    <p:animEffect transition="in" filter="wipe(left)">
                                      <p:cBhvr>
                                        <p:cTn id="26" dur="1000"/>
                                        <p:tgtEl>
                                          <p:spTgt spid="100">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 grpId="0" animBg="1" autoUpdateAnimBg="0"/>
      <p:bldP spid="99" grpId="0"/>
      <p:bldP spid="100" grpId="0" uiExpand="1"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45</a:t>
            </a:fld>
            <a:endParaRPr lang="zh-CN" altLang="en-US" dirty="0">
              <a:solidFill>
                <a:srgbClr val="C00000"/>
              </a:solidFill>
            </a:endParaRPr>
          </a:p>
        </p:txBody>
      </p:sp>
      <p:sp>
        <p:nvSpPr>
          <p:cNvPr id="61" name="Text Box 2"/>
          <p:cNvSpPr txBox="1">
            <a:spLocks noChangeArrowheads="1"/>
          </p:cNvSpPr>
          <p:nvPr/>
        </p:nvSpPr>
        <p:spPr bwMode="auto">
          <a:xfrm>
            <a:off x="2083325" y="5682288"/>
            <a:ext cx="580691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gn="ctr" eaLnBrk="1" hangingPunct="1">
              <a:lnSpc>
                <a:spcPct val="100000"/>
              </a:lnSpc>
              <a:spcBef>
                <a:spcPct val="0"/>
              </a:spcBef>
              <a:spcAft>
                <a:spcPct val="0"/>
              </a:spcAft>
            </a:pPr>
            <a:r>
              <a:rPr kumimoji="1" lang="zh-CN" altLang="en-US" sz="4000" b="1" dirty="0">
                <a:solidFill>
                  <a:srgbClr val="000066"/>
                </a:solidFill>
                <a:latin typeface="黑体" pitchFamily="2" charset="-122"/>
                <a:ea typeface="黑体" pitchFamily="2" charset="-122"/>
              </a:rPr>
              <a:t>条分法基本原理</a:t>
            </a:r>
          </a:p>
        </p:txBody>
      </p:sp>
      <p:sp>
        <p:nvSpPr>
          <p:cNvPr id="55" name="Text Box 7"/>
          <p:cNvSpPr txBox="1">
            <a:spLocks noChangeArrowheads="1"/>
          </p:cNvSpPr>
          <p:nvPr/>
        </p:nvSpPr>
        <p:spPr bwMode="auto">
          <a:xfrm>
            <a:off x="0" y="0"/>
            <a:ext cx="5420412"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1800" b="1" kern="900" spc="130" dirty="0" smtClean="0">
                <a:solidFill>
                  <a:srgbClr val="000066"/>
                </a:solidFill>
                <a:ea typeface="黑体" panose="02010609060101010101" pitchFamily="49" charset="-122"/>
                <a:cs typeface="Times New Roman" panose="02020603050405020304" pitchFamily="18" charset="0"/>
              </a:rPr>
              <a:t>§7.3  </a:t>
            </a:r>
            <a:r>
              <a:rPr lang="zh-CN" altLang="en-US" sz="1800" b="1" kern="900" spc="130" dirty="0" smtClean="0">
                <a:solidFill>
                  <a:srgbClr val="000066"/>
                </a:solidFill>
                <a:ea typeface="黑体" panose="02010609060101010101" pitchFamily="49" charset="-122"/>
                <a:cs typeface="Times New Roman" panose="02020603050405020304" pitchFamily="18" charset="0"/>
              </a:rPr>
              <a:t>黏性</a:t>
            </a:r>
            <a:r>
              <a:rPr lang="zh-CN" altLang="en-US" sz="1800" b="1" kern="900" spc="130" dirty="0">
                <a:solidFill>
                  <a:srgbClr val="000066"/>
                </a:solidFill>
                <a:ea typeface="黑体" panose="02010609060101010101" pitchFamily="49" charset="-122"/>
                <a:cs typeface="Times New Roman" panose="02020603050405020304" pitchFamily="18" charset="0"/>
              </a:rPr>
              <a:t>土坡的稳定</a:t>
            </a:r>
            <a:r>
              <a:rPr lang="zh-CN" altLang="en-US" sz="1800" b="1" kern="900" spc="130" dirty="0" smtClean="0">
                <a:solidFill>
                  <a:srgbClr val="000066"/>
                </a:solidFill>
                <a:ea typeface="黑体" panose="02010609060101010101" pitchFamily="49" charset="-122"/>
                <a:cs typeface="Times New Roman" panose="02020603050405020304" pitchFamily="18" charset="0"/>
              </a:rPr>
              <a:t>分析 </a:t>
            </a:r>
            <a:r>
              <a:rPr lang="en-US" altLang="zh-CN" sz="1800" b="1" kern="900" spc="130" dirty="0" smtClean="0">
                <a:solidFill>
                  <a:srgbClr val="000066"/>
                </a:solidFill>
                <a:ea typeface="黑体" panose="02010609060101010101" pitchFamily="49" charset="-122"/>
                <a:cs typeface="Times New Roman" panose="02020603050405020304" pitchFamily="18" charset="0"/>
              </a:rPr>
              <a:t>- </a:t>
            </a:r>
            <a:r>
              <a:rPr lang="zh-CN" altLang="en-US" sz="1800" b="1" kern="900" spc="130" dirty="0" smtClean="0">
                <a:solidFill>
                  <a:srgbClr val="000066"/>
                </a:solidFill>
                <a:ea typeface="黑体" panose="02010609060101010101" pitchFamily="49" charset="-122"/>
                <a:cs typeface="Times New Roman" panose="02020603050405020304" pitchFamily="18" charset="0"/>
              </a:rPr>
              <a:t>条</a:t>
            </a:r>
            <a:r>
              <a:rPr lang="zh-CN" altLang="en-US" sz="1800" b="1" kern="900" spc="130" dirty="0">
                <a:solidFill>
                  <a:srgbClr val="000066"/>
                </a:solidFill>
                <a:ea typeface="黑体" panose="02010609060101010101" pitchFamily="49" charset="-122"/>
                <a:cs typeface="Times New Roman" panose="02020603050405020304" pitchFamily="18" charset="0"/>
              </a:rPr>
              <a:t>分法基本原理</a:t>
            </a:r>
          </a:p>
        </p:txBody>
      </p:sp>
      <p:sp>
        <p:nvSpPr>
          <p:cNvPr id="219" name="Text Box 4"/>
          <p:cNvSpPr txBox="1">
            <a:spLocks noChangeArrowheads="1"/>
          </p:cNvSpPr>
          <p:nvPr/>
        </p:nvSpPr>
        <p:spPr bwMode="auto">
          <a:xfrm>
            <a:off x="356695" y="745760"/>
            <a:ext cx="2786555" cy="4977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358775" indent="-358775" eaLnBrk="1" hangingPunct="1">
              <a:lnSpc>
                <a:spcPct val="120000"/>
              </a:lnSpc>
              <a:spcBef>
                <a:spcPts val="600"/>
              </a:spcBef>
              <a:spcAft>
                <a:spcPts val="0"/>
              </a:spcAft>
              <a:buClr>
                <a:srgbClr val="A50021"/>
              </a:buClr>
              <a:buSzPct val="100000"/>
              <a:buFont typeface="Wingdings" panose="05000000000000000000" pitchFamily="2" charset="2"/>
              <a:buChar char="n"/>
            </a:pPr>
            <a:r>
              <a:rPr lang="zh-CN" altLang="en-US" sz="2400" b="1" dirty="0" smtClean="0">
                <a:solidFill>
                  <a:srgbClr val="A50021"/>
                </a:solidFill>
                <a:ea typeface="微软雅黑" panose="020B0503020204020204" pitchFamily="34" charset="-122"/>
                <a:cs typeface="Times New Roman" panose="02020603050405020304" pitchFamily="18" charset="0"/>
              </a:rPr>
              <a:t>安全系数</a:t>
            </a:r>
            <a:r>
              <a:rPr lang="en-US" altLang="zh-CN" sz="2400" b="1" i="1" dirty="0" smtClean="0">
                <a:solidFill>
                  <a:srgbClr val="A50021"/>
                </a:solidFill>
                <a:ea typeface="微软雅黑" panose="020B0503020204020204" pitchFamily="34" charset="-122"/>
                <a:cs typeface="Times New Roman" panose="02020603050405020304" pitchFamily="18" charset="0"/>
              </a:rPr>
              <a:t>F</a:t>
            </a:r>
            <a:r>
              <a:rPr lang="en-US" altLang="zh-CN" sz="2400" b="1" i="1" baseline="-25000" dirty="0" smtClean="0">
                <a:solidFill>
                  <a:srgbClr val="A50021"/>
                </a:solidFill>
                <a:ea typeface="微软雅黑" panose="020B0503020204020204" pitchFamily="34" charset="-122"/>
                <a:cs typeface="Times New Roman" panose="02020603050405020304" pitchFamily="18" charset="0"/>
              </a:rPr>
              <a:t>s </a:t>
            </a:r>
            <a:r>
              <a:rPr lang="zh-CN" altLang="en-US" sz="2400" b="1" dirty="0" smtClean="0">
                <a:solidFill>
                  <a:srgbClr val="A50021"/>
                </a:solidFill>
                <a:ea typeface="微软雅黑" panose="020B0503020204020204" pitchFamily="34" charset="-122"/>
                <a:cs typeface="Times New Roman" panose="02020603050405020304" pitchFamily="18" charset="0"/>
              </a:rPr>
              <a:t>定义</a:t>
            </a:r>
            <a:endParaRPr lang="zh-CN" altLang="en-US" sz="2400" b="1" dirty="0">
              <a:solidFill>
                <a:srgbClr val="A50021"/>
              </a:solidFill>
              <a:ea typeface="微软雅黑" panose="020B0503020204020204" pitchFamily="34" charset="-122"/>
              <a:cs typeface="Times New Roman" panose="02020603050405020304" pitchFamily="18" charset="0"/>
            </a:endParaRPr>
          </a:p>
        </p:txBody>
      </p:sp>
      <p:graphicFrame>
        <p:nvGraphicFramePr>
          <p:cNvPr id="38" name="Object 0"/>
          <p:cNvGraphicFramePr>
            <a:graphicFrameLocks noChangeAspect="1"/>
          </p:cNvGraphicFramePr>
          <p:nvPr>
            <p:extLst>
              <p:ext uri="{D42A27DB-BD31-4B8C-83A1-F6EECF244321}">
                <p14:modId xmlns:p14="http://schemas.microsoft.com/office/powerpoint/2010/main" val="3661130540"/>
              </p:ext>
            </p:extLst>
          </p:nvPr>
        </p:nvGraphicFramePr>
        <p:xfrm>
          <a:off x="2239963" y="4294188"/>
          <a:ext cx="2095500" cy="755650"/>
        </p:xfrm>
        <a:graphic>
          <a:graphicData uri="http://schemas.openxmlformats.org/presentationml/2006/ole">
            <mc:AlternateContent xmlns:mc="http://schemas.openxmlformats.org/markup-compatibility/2006">
              <mc:Choice xmlns:v="urn:schemas-microsoft-com:vml" Requires="v">
                <p:oleObj spid="_x0000_s1772045" name="Equation" r:id="rId4" imgW="1231560" imgH="444240" progId="Equation.DSMT4">
                  <p:embed/>
                </p:oleObj>
              </mc:Choice>
              <mc:Fallback>
                <p:oleObj name="Equation" r:id="rId4" imgW="1231560" imgH="444240" progId="Equation.DSMT4">
                  <p:embed/>
                  <p:pic>
                    <p:nvPicPr>
                      <p:cNvPr id="811008" name="Object 0"/>
                      <p:cNvPicPr>
                        <a:picLocks noChangeAspect="1" noChangeArrowheads="1"/>
                      </p:cNvPicPr>
                      <p:nvPr/>
                    </p:nvPicPr>
                    <p:blipFill>
                      <a:blip r:embed="rId5"/>
                      <a:srcRect/>
                      <a:stretch>
                        <a:fillRect/>
                      </a:stretch>
                    </p:blipFill>
                    <p:spPr bwMode="auto">
                      <a:xfrm>
                        <a:off x="2239963" y="4294188"/>
                        <a:ext cx="2095500" cy="755650"/>
                      </a:xfrm>
                      <a:prstGeom prst="rect">
                        <a:avLst/>
                      </a:prstGeom>
                      <a:noFill/>
                      <a:ln>
                        <a:noFill/>
                      </a:ln>
                      <a:effectLst/>
                      <a:extLst/>
                    </p:spPr>
                  </p:pic>
                </p:oleObj>
              </mc:Fallback>
            </mc:AlternateContent>
          </a:graphicData>
        </a:graphic>
      </p:graphicFrame>
      <p:grpSp>
        <p:nvGrpSpPr>
          <p:cNvPr id="3" name="组合 2"/>
          <p:cNvGrpSpPr/>
          <p:nvPr/>
        </p:nvGrpSpPr>
        <p:grpSpPr>
          <a:xfrm>
            <a:off x="903549" y="1508125"/>
            <a:ext cx="7787226" cy="757238"/>
            <a:chOff x="903549" y="1508125"/>
            <a:chExt cx="7787226" cy="757238"/>
          </a:xfrm>
        </p:grpSpPr>
        <p:graphicFrame>
          <p:nvGraphicFramePr>
            <p:cNvPr id="36" name="Object 1"/>
            <p:cNvGraphicFramePr>
              <a:graphicFrameLocks noChangeAspect="1"/>
            </p:cNvGraphicFramePr>
            <p:nvPr>
              <p:extLst>
                <p:ext uri="{D42A27DB-BD31-4B8C-83A1-F6EECF244321}">
                  <p14:modId xmlns:p14="http://schemas.microsoft.com/office/powerpoint/2010/main" val="226733603"/>
                </p:ext>
              </p:extLst>
            </p:nvPr>
          </p:nvGraphicFramePr>
          <p:xfrm>
            <a:off x="1484313" y="1508125"/>
            <a:ext cx="1790700" cy="757238"/>
          </p:xfrm>
          <a:graphic>
            <a:graphicData uri="http://schemas.openxmlformats.org/presentationml/2006/ole">
              <mc:AlternateContent xmlns:mc="http://schemas.openxmlformats.org/markup-compatibility/2006">
                <mc:Choice xmlns:v="urn:schemas-microsoft-com:vml" Requires="v">
                  <p:oleObj spid="_x0000_s1772046" name="Equation" r:id="rId6" imgW="1054080" imgH="444240" progId="Equation.DSMT4">
                    <p:embed/>
                  </p:oleObj>
                </mc:Choice>
                <mc:Fallback>
                  <p:oleObj name="Equation" r:id="rId6" imgW="1054080" imgH="444240" progId="Equation.DSMT4">
                    <p:embed/>
                    <p:pic>
                      <p:nvPicPr>
                        <p:cNvPr id="34" name="Object 1"/>
                        <p:cNvPicPr>
                          <a:picLocks noChangeAspect="1" noChangeArrowheads="1"/>
                        </p:cNvPicPr>
                        <p:nvPr/>
                      </p:nvPicPr>
                      <p:blipFill>
                        <a:blip r:embed="rId7"/>
                        <a:srcRect/>
                        <a:stretch>
                          <a:fillRect/>
                        </a:stretch>
                      </p:blipFill>
                      <p:spPr bwMode="auto">
                        <a:xfrm>
                          <a:off x="1484313" y="1508125"/>
                          <a:ext cx="1790700" cy="757238"/>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7" name="Text Box 53"/>
            <p:cNvSpPr txBox="1">
              <a:spLocks noChangeArrowheads="1"/>
            </p:cNvSpPr>
            <p:nvPr/>
          </p:nvSpPr>
          <p:spPr bwMode="auto">
            <a:xfrm>
              <a:off x="3778772" y="1629873"/>
              <a:ext cx="4912003" cy="477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800">
                  <a:solidFill>
                    <a:schemeClr val="tx1"/>
                  </a:solidFill>
                  <a:latin typeface="Times New Roman" pitchFamily="18" charset="0"/>
                  <a:ea typeface="宋体" charset="-122"/>
                </a:defRPr>
              </a:lvl1pPr>
              <a:lvl2pPr marL="742950" indent="-285750" eaLnBrk="0" hangingPunct="0">
                <a:defRPr kumimoji="1" sz="2800">
                  <a:solidFill>
                    <a:schemeClr val="tx1"/>
                  </a:solidFill>
                  <a:latin typeface="Times New Roman" pitchFamily="18" charset="0"/>
                  <a:ea typeface="宋体" charset="-122"/>
                </a:defRPr>
              </a:lvl2pPr>
              <a:lvl3pPr marL="1143000" indent="-228600" eaLnBrk="0" hangingPunct="0">
                <a:defRPr kumimoji="1" sz="2800">
                  <a:solidFill>
                    <a:schemeClr val="tx1"/>
                  </a:solidFill>
                  <a:latin typeface="Times New Roman" pitchFamily="18" charset="0"/>
                  <a:ea typeface="宋体" charset="-122"/>
                </a:defRPr>
              </a:lvl3pPr>
              <a:lvl4pPr marL="1600200" indent="-228600" eaLnBrk="0" hangingPunct="0">
                <a:defRPr kumimoji="1" sz="2800">
                  <a:solidFill>
                    <a:schemeClr val="tx1"/>
                  </a:solidFill>
                  <a:latin typeface="Times New Roman" pitchFamily="18" charset="0"/>
                  <a:ea typeface="宋体" charset="-122"/>
                </a:defRPr>
              </a:lvl4pPr>
              <a:lvl5pPr marL="2057400" indent="-228600" eaLnBrk="0" hangingPunct="0">
                <a:defRPr kumimoji="1" sz="2800">
                  <a:solidFill>
                    <a:schemeClr val="tx1"/>
                  </a:solidFill>
                  <a:latin typeface="Times New Roman" pitchFamily="18" charset="0"/>
                  <a:ea typeface="宋体" charset="-122"/>
                </a:defRPr>
              </a:lvl5pPr>
              <a:lvl6pPr marL="2514600" indent="-228600" eaLnBrk="0" fontAlgn="base" hangingPunct="0">
                <a:spcBef>
                  <a:spcPct val="50000"/>
                </a:spcBef>
                <a:spcAft>
                  <a:spcPct val="0"/>
                </a:spcAft>
                <a:defRPr kumimoji="1" sz="2800">
                  <a:solidFill>
                    <a:schemeClr val="tx1"/>
                  </a:solidFill>
                  <a:latin typeface="Times New Roman" pitchFamily="18" charset="0"/>
                  <a:ea typeface="宋体" charset="-122"/>
                </a:defRPr>
              </a:lvl6pPr>
              <a:lvl7pPr marL="2971800" indent="-228600" eaLnBrk="0" fontAlgn="base" hangingPunct="0">
                <a:spcBef>
                  <a:spcPct val="50000"/>
                </a:spcBef>
                <a:spcAft>
                  <a:spcPct val="0"/>
                </a:spcAft>
                <a:defRPr kumimoji="1" sz="2800">
                  <a:solidFill>
                    <a:schemeClr val="tx1"/>
                  </a:solidFill>
                  <a:latin typeface="Times New Roman" pitchFamily="18" charset="0"/>
                  <a:ea typeface="宋体" charset="-122"/>
                </a:defRPr>
              </a:lvl7pPr>
              <a:lvl8pPr marL="3429000" indent="-228600" eaLnBrk="0" fontAlgn="base" hangingPunct="0">
                <a:spcBef>
                  <a:spcPct val="50000"/>
                </a:spcBef>
                <a:spcAft>
                  <a:spcPct val="0"/>
                </a:spcAft>
                <a:defRPr kumimoji="1" sz="2800">
                  <a:solidFill>
                    <a:schemeClr val="tx1"/>
                  </a:solidFill>
                  <a:latin typeface="Times New Roman" pitchFamily="18" charset="0"/>
                  <a:ea typeface="宋体" charset="-122"/>
                </a:defRPr>
              </a:lvl8pPr>
              <a:lvl9pPr marL="3886200" indent="-228600" eaLnBrk="0" fontAlgn="base" hangingPunct="0">
                <a:spcBef>
                  <a:spcPct val="50000"/>
                </a:spcBef>
                <a:spcAft>
                  <a:spcPct val="0"/>
                </a:spcAft>
                <a:defRPr kumimoji="1" sz="2800">
                  <a:solidFill>
                    <a:schemeClr val="tx1"/>
                  </a:solidFill>
                  <a:latin typeface="Times New Roman" pitchFamily="18" charset="0"/>
                  <a:ea typeface="宋体" charset="-122"/>
                </a:defRPr>
              </a:lvl9pPr>
            </a:lstStyle>
            <a:p>
              <a:pPr eaLnBrk="1" hangingPunct="1">
                <a:lnSpc>
                  <a:spcPct val="125000"/>
                </a:lnSpc>
              </a:pPr>
              <a:r>
                <a:rPr lang="zh-CN" altLang="en-US" sz="2000" b="1" i="1" dirty="0" smtClean="0">
                  <a:solidFill>
                    <a:srgbClr val="000066"/>
                  </a:solidFill>
                  <a:ea typeface="幼圆" panose="02010509060101010101" pitchFamily="49" charset="-122"/>
                  <a:cs typeface="Times New Roman" panose="02020603050405020304" pitchFamily="18" charset="0"/>
                  <a:sym typeface="Symbol" panose="05050102010706020507" pitchFamily="18" charset="2"/>
                </a:rPr>
                <a:t></a:t>
              </a:r>
              <a:r>
                <a:rPr lang="en-US" altLang="zh-CN" sz="2000" b="1" baseline="-25000" dirty="0" smtClean="0">
                  <a:solidFill>
                    <a:srgbClr val="000066"/>
                  </a:solidFill>
                  <a:ea typeface="幼圆" panose="02010509060101010101" pitchFamily="49" charset="-122"/>
                  <a:cs typeface="Times New Roman" panose="02020603050405020304" pitchFamily="18" charset="0"/>
                  <a:sym typeface="Symbol" panose="05050102010706020507" pitchFamily="18" charset="2"/>
                </a:rPr>
                <a:t>e</a:t>
              </a:r>
              <a:r>
                <a:rPr lang="zh-CN" altLang="en-US" sz="2000" b="1" dirty="0" smtClean="0">
                  <a:solidFill>
                    <a:srgbClr val="000066"/>
                  </a:solidFill>
                  <a:ea typeface="幼圆" panose="02010509060101010101" pitchFamily="49" charset="-122"/>
                  <a:cs typeface="Times New Roman" panose="02020603050405020304" pitchFamily="18" charset="0"/>
                  <a:sym typeface="Symbol" panose="05050102010706020507" pitchFamily="18" charset="2"/>
                </a:rPr>
                <a:t>和</a:t>
              </a:r>
              <a:r>
                <a:rPr lang="en-US" altLang="zh-CN" sz="2000" b="1" i="1" dirty="0" err="1">
                  <a:solidFill>
                    <a:srgbClr val="000066"/>
                  </a:solidFill>
                  <a:ea typeface="幼圆" panose="02010509060101010101" pitchFamily="49" charset="-122"/>
                  <a:cs typeface="Times New Roman" panose="02020603050405020304" pitchFamily="18" charset="0"/>
                  <a:sym typeface="Symbol" panose="05050102010706020507" pitchFamily="18" charset="2"/>
                </a:rPr>
                <a:t>c</a:t>
              </a:r>
              <a:r>
                <a:rPr lang="en-US" altLang="zh-CN" sz="2000" b="1" baseline="-25000" dirty="0" err="1">
                  <a:solidFill>
                    <a:srgbClr val="000066"/>
                  </a:solidFill>
                  <a:ea typeface="幼圆" panose="02010509060101010101" pitchFamily="49" charset="-122"/>
                  <a:cs typeface="Times New Roman" panose="02020603050405020304" pitchFamily="18" charset="0"/>
                  <a:sym typeface="Symbol" panose="05050102010706020507" pitchFamily="18" charset="2"/>
                </a:rPr>
                <a:t>e</a:t>
              </a:r>
              <a:r>
                <a:rPr lang="zh-CN" altLang="en-US" sz="2000" b="1" dirty="0" smtClean="0">
                  <a:solidFill>
                    <a:srgbClr val="000066"/>
                  </a:solidFill>
                  <a:ea typeface="幼圆" panose="02010509060101010101" pitchFamily="49" charset="-122"/>
                  <a:cs typeface="Times New Roman" panose="02020603050405020304" pitchFamily="18" charset="0"/>
                  <a:sym typeface="Symbol"/>
                </a:rPr>
                <a:t>分别为折减后的内摩擦角和黏聚力</a:t>
              </a:r>
              <a:endParaRPr lang="zh-CN" altLang="en-US" sz="2000" b="1" baseline="-25000" dirty="0">
                <a:solidFill>
                  <a:srgbClr val="000066"/>
                </a:solidFill>
                <a:ea typeface="幼圆" panose="02010509060101010101" pitchFamily="49" charset="-122"/>
                <a:cs typeface="Times New Roman" panose="02020603050405020304" pitchFamily="18" charset="0"/>
              </a:endParaRPr>
            </a:p>
          </p:txBody>
        </p:sp>
        <p:sp>
          <p:nvSpPr>
            <p:cNvPr id="39" name="Text Box 53"/>
            <p:cNvSpPr txBox="1">
              <a:spLocks noChangeArrowheads="1"/>
            </p:cNvSpPr>
            <p:nvPr/>
          </p:nvSpPr>
          <p:spPr bwMode="auto">
            <a:xfrm>
              <a:off x="903549" y="1620348"/>
              <a:ext cx="555102" cy="4409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800">
                  <a:solidFill>
                    <a:schemeClr val="tx1"/>
                  </a:solidFill>
                  <a:latin typeface="Times New Roman" pitchFamily="18" charset="0"/>
                  <a:ea typeface="宋体" charset="-122"/>
                </a:defRPr>
              </a:lvl1pPr>
              <a:lvl2pPr marL="742950" indent="-285750" eaLnBrk="0" hangingPunct="0">
                <a:defRPr kumimoji="1" sz="2800">
                  <a:solidFill>
                    <a:schemeClr val="tx1"/>
                  </a:solidFill>
                  <a:latin typeface="Times New Roman" pitchFamily="18" charset="0"/>
                  <a:ea typeface="宋体" charset="-122"/>
                </a:defRPr>
              </a:lvl2pPr>
              <a:lvl3pPr marL="1143000" indent="-228600" eaLnBrk="0" hangingPunct="0">
                <a:defRPr kumimoji="1" sz="2800">
                  <a:solidFill>
                    <a:schemeClr val="tx1"/>
                  </a:solidFill>
                  <a:latin typeface="Times New Roman" pitchFamily="18" charset="0"/>
                  <a:ea typeface="宋体" charset="-122"/>
                </a:defRPr>
              </a:lvl3pPr>
              <a:lvl4pPr marL="1600200" indent="-228600" eaLnBrk="0" hangingPunct="0">
                <a:defRPr kumimoji="1" sz="2800">
                  <a:solidFill>
                    <a:schemeClr val="tx1"/>
                  </a:solidFill>
                  <a:latin typeface="Times New Roman" pitchFamily="18" charset="0"/>
                  <a:ea typeface="宋体" charset="-122"/>
                </a:defRPr>
              </a:lvl4pPr>
              <a:lvl5pPr marL="2057400" indent="-228600" eaLnBrk="0" hangingPunct="0">
                <a:defRPr kumimoji="1" sz="2800">
                  <a:solidFill>
                    <a:schemeClr val="tx1"/>
                  </a:solidFill>
                  <a:latin typeface="Times New Roman" pitchFamily="18" charset="0"/>
                  <a:ea typeface="宋体" charset="-122"/>
                </a:defRPr>
              </a:lvl5pPr>
              <a:lvl6pPr marL="2514600" indent="-228600" eaLnBrk="0" fontAlgn="base" hangingPunct="0">
                <a:spcBef>
                  <a:spcPct val="50000"/>
                </a:spcBef>
                <a:spcAft>
                  <a:spcPct val="0"/>
                </a:spcAft>
                <a:defRPr kumimoji="1" sz="2800">
                  <a:solidFill>
                    <a:schemeClr val="tx1"/>
                  </a:solidFill>
                  <a:latin typeface="Times New Roman" pitchFamily="18" charset="0"/>
                  <a:ea typeface="宋体" charset="-122"/>
                </a:defRPr>
              </a:lvl6pPr>
              <a:lvl7pPr marL="2971800" indent="-228600" eaLnBrk="0" fontAlgn="base" hangingPunct="0">
                <a:spcBef>
                  <a:spcPct val="50000"/>
                </a:spcBef>
                <a:spcAft>
                  <a:spcPct val="0"/>
                </a:spcAft>
                <a:defRPr kumimoji="1" sz="2800">
                  <a:solidFill>
                    <a:schemeClr val="tx1"/>
                  </a:solidFill>
                  <a:latin typeface="Times New Roman" pitchFamily="18" charset="0"/>
                  <a:ea typeface="宋体" charset="-122"/>
                </a:defRPr>
              </a:lvl7pPr>
              <a:lvl8pPr marL="3429000" indent="-228600" eaLnBrk="0" fontAlgn="base" hangingPunct="0">
                <a:spcBef>
                  <a:spcPct val="50000"/>
                </a:spcBef>
                <a:spcAft>
                  <a:spcPct val="0"/>
                </a:spcAft>
                <a:defRPr kumimoji="1" sz="2800">
                  <a:solidFill>
                    <a:schemeClr val="tx1"/>
                  </a:solidFill>
                  <a:latin typeface="Times New Roman" pitchFamily="18" charset="0"/>
                  <a:ea typeface="宋体" charset="-122"/>
                </a:defRPr>
              </a:lvl8pPr>
              <a:lvl9pPr marL="3886200" indent="-228600" eaLnBrk="0" fontAlgn="base" hangingPunct="0">
                <a:spcBef>
                  <a:spcPct val="50000"/>
                </a:spcBef>
                <a:spcAft>
                  <a:spcPct val="0"/>
                </a:spcAft>
                <a:defRPr kumimoji="1" sz="2800">
                  <a:solidFill>
                    <a:schemeClr val="tx1"/>
                  </a:solidFill>
                  <a:latin typeface="Times New Roman" pitchFamily="18" charset="0"/>
                  <a:ea typeface="宋体" charset="-122"/>
                </a:defRPr>
              </a:lvl9pPr>
            </a:lstStyle>
            <a:p>
              <a:pPr eaLnBrk="1" hangingPunct="1">
                <a:lnSpc>
                  <a:spcPct val="125000"/>
                </a:lnSpc>
              </a:pPr>
              <a:r>
                <a:rPr lang="en-US" altLang="zh-CN" sz="2000" b="1" dirty="0" smtClean="0">
                  <a:solidFill>
                    <a:srgbClr val="A50021"/>
                  </a:solidFill>
                  <a:ea typeface="幼圆" panose="02010509060101010101" pitchFamily="49" charset="-122"/>
                  <a:cs typeface="Times New Roman" panose="02020603050405020304" pitchFamily="18" charset="0"/>
                  <a:sym typeface="Symbol" panose="05050102010706020507" pitchFamily="18" charset="2"/>
                </a:rPr>
                <a:t>(1)</a:t>
              </a:r>
              <a:endParaRPr lang="zh-CN" altLang="en-US" sz="2000" b="1" baseline="-25000" dirty="0">
                <a:solidFill>
                  <a:srgbClr val="A50021"/>
                </a:solidFill>
                <a:ea typeface="幼圆" panose="02010509060101010101" pitchFamily="49" charset="-122"/>
                <a:cs typeface="Times New Roman" panose="02020603050405020304" pitchFamily="18" charset="0"/>
              </a:endParaRPr>
            </a:p>
          </p:txBody>
        </p:sp>
      </p:grpSp>
      <p:sp>
        <p:nvSpPr>
          <p:cNvPr id="41" name="AutoShape 5"/>
          <p:cNvSpPr>
            <a:spLocks noChangeArrowheads="1"/>
          </p:cNvSpPr>
          <p:nvPr/>
        </p:nvSpPr>
        <p:spPr bwMode="auto">
          <a:xfrm>
            <a:off x="1427672" y="3741845"/>
            <a:ext cx="466960" cy="376146"/>
          </a:xfrm>
          <a:prstGeom prst="homePlate">
            <a:avLst>
              <a:gd name="adj" fmla="val 33632"/>
            </a:avLst>
          </a:prstGeom>
          <a:solidFill>
            <a:schemeClr val="accent2"/>
          </a:solidFill>
          <a:ln w="9525">
            <a:solidFill>
              <a:schemeClr val="tx1"/>
            </a:solidFill>
            <a:miter lim="800000"/>
            <a:headEnd/>
            <a:tailEnd/>
          </a:ln>
        </p:spPr>
        <p:txBody>
          <a:bodyPr anchor="ctr"/>
          <a:lstStyle/>
          <a:p>
            <a:endParaRPr lang="zh-CN" altLang="en-US"/>
          </a:p>
        </p:txBody>
      </p:sp>
      <p:sp>
        <p:nvSpPr>
          <p:cNvPr id="42" name="Text Box 110"/>
          <p:cNvSpPr txBox="1">
            <a:spLocks noChangeArrowheads="1"/>
          </p:cNvSpPr>
          <p:nvPr/>
        </p:nvSpPr>
        <p:spPr bwMode="auto">
          <a:xfrm>
            <a:off x="2039327" y="3765306"/>
            <a:ext cx="3017370" cy="3539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defTabSz="739775" eaLnBrk="1" hangingPunct="1">
              <a:buClr>
                <a:srgbClr val="C00000"/>
              </a:buClr>
              <a:buSzPct val="130000"/>
              <a:tabLst>
                <a:tab pos="3411538" algn="l"/>
              </a:tabLst>
            </a:pPr>
            <a:r>
              <a:rPr lang="zh-CN" altLang="en-US" sz="20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 滑动面</a:t>
            </a:r>
            <a:r>
              <a:rPr lang="zh-CN" altLang="en-US"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上极限</a:t>
            </a:r>
            <a:r>
              <a:rPr lang="zh-CN" altLang="en-US" sz="20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平衡条件</a:t>
            </a:r>
            <a:r>
              <a:rPr lang="en-US" altLang="zh-CN" sz="20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a:t>
            </a:r>
            <a:endParaRPr lang="en-US" altLang="zh-CN"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p:txBody>
      </p:sp>
      <p:grpSp>
        <p:nvGrpSpPr>
          <p:cNvPr id="43" name="组合 42"/>
          <p:cNvGrpSpPr/>
          <p:nvPr/>
        </p:nvGrpSpPr>
        <p:grpSpPr>
          <a:xfrm>
            <a:off x="6518821" y="2871995"/>
            <a:ext cx="2261079" cy="2367276"/>
            <a:chOff x="1563424" y="1113179"/>
            <a:chExt cx="2577678" cy="2647112"/>
          </a:xfrm>
        </p:grpSpPr>
        <p:sp>
          <p:nvSpPr>
            <p:cNvPr id="44" name="Text Box 6"/>
            <p:cNvSpPr txBox="1">
              <a:spLocks noChangeArrowheads="1"/>
            </p:cNvSpPr>
            <p:nvPr/>
          </p:nvSpPr>
          <p:spPr bwMode="auto">
            <a:xfrm>
              <a:off x="3253080" y="1755450"/>
              <a:ext cx="624275" cy="4684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800">
                  <a:solidFill>
                    <a:schemeClr val="tx1"/>
                  </a:solidFill>
                  <a:latin typeface="Times New Roman" pitchFamily="18" charset="0"/>
                  <a:ea typeface="宋体" charset="-122"/>
                </a:defRPr>
              </a:lvl1pPr>
              <a:lvl2pPr marL="742950" indent="-285750" eaLnBrk="0" hangingPunct="0">
                <a:defRPr kumimoji="1" sz="2800">
                  <a:solidFill>
                    <a:schemeClr val="tx1"/>
                  </a:solidFill>
                  <a:latin typeface="Times New Roman" pitchFamily="18" charset="0"/>
                  <a:ea typeface="宋体" charset="-122"/>
                </a:defRPr>
              </a:lvl2pPr>
              <a:lvl3pPr marL="1143000" indent="-228600" eaLnBrk="0" hangingPunct="0">
                <a:defRPr kumimoji="1" sz="2800">
                  <a:solidFill>
                    <a:schemeClr val="tx1"/>
                  </a:solidFill>
                  <a:latin typeface="Times New Roman" pitchFamily="18" charset="0"/>
                  <a:ea typeface="宋体" charset="-122"/>
                </a:defRPr>
              </a:lvl3pPr>
              <a:lvl4pPr marL="1600200" indent="-228600" eaLnBrk="0" hangingPunct="0">
                <a:defRPr kumimoji="1" sz="2800">
                  <a:solidFill>
                    <a:schemeClr val="tx1"/>
                  </a:solidFill>
                  <a:latin typeface="Times New Roman" pitchFamily="18" charset="0"/>
                  <a:ea typeface="宋体" charset="-122"/>
                </a:defRPr>
              </a:lvl4pPr>
              <a:lvl5pPr marL="2057400" indent="-228600" eaLnBrk="0" hangingPunct="0">
                <a:defRPr kumimoji="1" sz="2800">
                  <a:solidFill>
                    <a:schemeClr val="tx1"/>
                  </a:solidFill>
                  <a:latin typeface="Times New Roman" pitchFamily="18" charset="0"/>
                  <a:ea typeface="宋体" charset="-122"/>
                </a:defRPr>
              </a:lvl5pPr>
              <a:lvl6pPr marL="2514600" indent="-228600" eaLnBrk="0" fontAlgn="base" hangingPunct="0">
                <a:spcBef>
                  <a:spcPct val="50000"/>
                </a:spcBef>
                <a:spcAft>
                  <a:spcPct val="0"/>
                </a:spcAft>
                <a:defRPr kumimoji="1" sz="2800">
                  <a:solidFill>
                    <a:schemeClr val="tx1"/>
                  </a:solidFill>
                  <a:latin typeface="Times New Roman" pitchFamily="18" charset="0"/>
                  <a:ea typeface="宋体" charset="-122"/>
                </a:defRPr>
              </a:lvl6pPr>
              <a:lvl7pPr marL="2971800" indent="-228600" eaLnBrk="0" fontAlgn="base" hangingPunct="0">
                <a:spcBef>
                  <a:spcPct val="50000"/>
                </a:spcBef>
                <a:spcAft>
                  <a:spcPct val="0"/>
                </a:spcAft>
                <a:defRPr kumimoji="1" sz="2800">
                  <a:solidFill>
                    <a:schemeClr val="tx1"/>
                  </a:solidFill>
                  <a:latin typeface="Times New Roman" pitchFamily="18" charset="0"/>
                  <a:ea typeface="宋体" charset="-122"/>
                </a:defRPr>
              </a:lvl7pPr>
              <a:lvl8pPr marL="3429000" indent="-228600" eaLnBrk="0" fontAlgn="base" hangingPunct="0">
                <a:spcBef>
                  <a:spcPct val="50000"/>
                </a:spcBef>
                <a:spcAft>
                  <a:spcPct val="0"/>
                </a:spcAft>
                <a:defRPr kumimoji="1" sz="2800">
                  <a:solidFill>
                    <a:schemeClr val="tx1"/>
                  </a:solidFill>
                  <a:latin typeface="Times New Roman" pitchFamily="18" charset="0"/>
                  <a:ea typeface="宋体" charset="-122"/>
                </a:defRPr>
              </a:lvl8pPr>
              <a:lvl9pPr marL="3886200" indent="-228600" eaLnBrk="0" fontAlgn="base" hangingPunct="0">
                <a:spcBef>
                  <a:spcPct val="50000"/>
                </a:spcBef>
                <a:spcAft>
                  <a:spcPct val="0"/>
                </a:spcAft>
                <a:defRPr kumimoji="1" sz="2800">
                  <a:solidFill>
                    <a:schemeClr val="tx1"/>
                  </a:solidFill>
                  <a:latin typeface="Times New Roman" pitchFamily="18" charset="0"/>
                  <a:ea typeface="宋体" charset="-122"/>
                </a:defRPr>
              </a:lvl9pPr>
            </a:lstStyle>
            <a:p>
              <a:pPr eaLnBrk="1" hangingPunct="1"/>
              <a:r>
                <a:rPr lang="en-US" altLang="zh-CN" sz="1800" b="1" i="1" dirty="0" smtClean="0">
                  <a:solidFill>
                    <a:srgbClr val="C00000"/>
                  </a:solidFill>
                  <a:cs typeface="Times New Roman" panose="02020603050405020304" pitchFamily="18" charset="0"/>
                </a:rPr>
                <a:t>P</a:t>
              </a:r>
              <a:r>
                <a:rPr lang="en-US" altLang="zh-CN" sz="1800" b="1" baseline="-25000" dirty="0" smtClean="0">
                  <a:solidFill>
                    <a:srgbClr val="C00000"/>
                  </a:solidFill>
                  <a:cs typeface="Times New Roman" panose="02020603050405020304" pitchFamily="18" charset="0"/>
                </a:rPr>
                <a:t>i+1</a:t>
              </a:r>
              <a:endParaRPr lang="en-US" altLang="zh-CN" sz="1800" b="1" i="1" baseline="-25000" dirty="0">
                <a:solidFill>
                  <a:srgbClr val="C00000"/>
                </a:solidFill>
                <a:cs typeface="Times New Roman" panose="02020603050405020304" pitchFamily="18" charset="0"/>
              </a:endParaRPr>
            </a:p>
          </p:txBody>
        </p:sp>
        <p:sp>
          <p:nvSpPr>
            <p:cNvPr id="45" name="Text Box 7"/>
            <p:cNvSpPr txBox="1">
              <a:spLocks noChangeArrowheads="1"/>
            </p:cNvSpPr>
            <p:nvPr/>
          </p:nvSpPr>
          <p:spPr bwMode="auto">
            <a:xfrm>
              <a:off x="3483162" y="2328512"/>
              <a:ext cx="657940" cy="4684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800">
                  <a:solidFill>
                    <a:schemeClr val="tx1"/>
                  </a:solidFill>
                  <a:latin typeface="Times New Roman" pitchFamily="18" charset="0"/>
                  <a:ea typeface="宋体" charset="-122"/>
                </a:defRPr>
              </a:lvl1pPr>
              <a:lvl2pPr marL="742950" indent="-285750" eaLnBrk="0" hangingPunct="0">
                <a:defRPr kumimoji="1" sz="2800">
                  <a:solidFill>
                    <a:schemeClr val="tx1"/>
                  </a:solidFill>
                  <a:latin typeface="Times New Roman" pitchFamily="18" charset="0"/>
                  <a:ea typeface="宋体" charset="-122"/>
                </a:defRPr>
              </a:lvl2pPr>
              <a:lvl3pPr marL="1143000" indent="-228600" eaLnBrk="0" hangingPunct="0">
                <a:defRPr kumimoji="1" sz="2800">
                  <a:solidFill>
                    <a:schemeClr val="tx1"/>
                  </a:solidFill>
                  <a:latin typeface="Times New Roman" pitchFamily="18" charset="0"/>
                  <a:ea typeface="宋体" charset="-122"/>
                </a:defRPr>
              </a:lvl3pPr>
              <a:lvl4pPr marL="1600200" indent="-228600" eaLnBrk="0" hangingPunct="0">
                <a:defRPr kumimoji="1" sz="2800">
                  <a:solidFill>
                    <a:schemeClr val="tx1"/>
                  </a:solidFill>
                  <a:latin typeface="Times New Roman" pitchFamily="18" charset="0"/>
                  <a:ea typeface="宋体" charset="-122"/>
                </a:defRPr>
              </a:lvl4pPr>
              <a:lvl5pPr marL="2057400" indent="-228600" eaLnBrk="0" hangingPunct="0">
                <a:defRPr kumimoji="1" sz="2800">
                  <a:solidFill>
                    <a:schemeClr val="tx1"/>
                  </a:solidFill>
                  <a:latin typeface="Times New Roman" pitchFamily="18" charset="0"/>
                  <a:ea typeface="宋体" charset="-122"/>
                </a:defRPr>
              </a:lvl5pPr>
              <a:lvl6pPr marL="2514600" indent="-228600" eaLnBrk="0" fontAlgn="base" hangingPunct="0">
                <a:spcBef>
                  <a:spcPct val="50000"/>
                </a:spcBef>
                <a:spcAft>
                  <a:spcPct val="0"/>
                </a:spcAft>
                <a:defRPr kumimoji="1" sz="2800">
                  <a:solidFill>
                    <a:schemeClr val="tx1"/>
                  </a:solidFill>
                  <a:latin typeface="Times New Roman" pitchFamily="18" charset="0"/>
                  <a:ea typeface="宋体" charset="-122"/>
                </a:defRPr>
              </a:lvl6pPr>
              <a:lvl7pPr marL="2971800" indent="-228600" eaLnBrk="0" fontAlgn="base" hangingPunct="0">
                <a:spcBef>
                  <a:spcPct val="50000"/>
                </a:spcBef>
                <a:spcAft>
                  <a:spcPct val="0"/>
                </a:spcAft>
                <a:defRPr kumimoji="1" sz="2800">
                  <a:solidFill>
                    <a:schemeClr val="tx1"/>
                  </a:solidFill>
                  <a:latin typeface="Times New Roman" pitchFamily="18" charset="0"/>
                  <a:ea typeface="宋体" charset="-122"/>
                </a:defRPr>
              </a:lvl7pPr>
              <a:lvl8pPr marL="3429000" indent="-228600" eaLnBrk="0" fontAlgn="base" hangingPunct="0">
                <a:spcBef>
                  <a:spcPct val="50000"/>
                </a:spcBef>
                <a:spcAft>
                  <a:spcPct val="0"/>
                </a:spcAft>
                <a:defRPr kumimoji="1" sz="2800">
                  <a:solidFill>
                    <a:schemeClr val="tx1"/>
                  </a:solidFill>
                  <a:latin typeface="Times New Roman" pitchFamily="18" charset="0"/>
                  <a:ea typeface="宋体" charset="-122"/>
                </a:defRPr>
              </a:lvl8pPr>
              <a:lvl9pPr marL="3886200" indent="-228600" eaLnBrk="0" fontAlgn="base" hangingPunct="0">
                <a:spcBef>
                  <a:spcPct val="50000"/>
                </a:spcBef>
                <a:spcAft>
                  <a:spcPct val="0"/>
                </a:spcAft>
                <a:defRPr kumimoji="1" sz="2800">
                  <a:solidFill>
                    <a:schemeClr val="tx1"/>
                  </a:solidFill>
                  <a:latin typeface="Times New Roman" pitchFamily="18" charset="0"/>
                  <a:ea typeface="宋体" charset="-122"/>
                </a:defRPr>
              </a:lvl9pPr>
            </a:lstStyle>
            <a:p>
              <a:pPr eaLnBrk="1" hangingPunct="1"/>
              <a:r>
                <a:rPr lang="en-US" altLang="zh-CN" sz="1800" b="1" i="1" dirty="0">
                  <a:cs typeface="Times New Roman" panose="02020603050405020304" pitchFamily="18" charset="0"/>
                </a:rPr>
                <a:t>h</a:t>
              </a:r>
              <a:r>
                <a:rPr lang="en-US" altLang="zh-CN" sz="1800" b="1" baseline="-25000" dirty="0" smtClean="0">
                  <a:cs typeface="Times New Roman" panose="02020603050405020304" pitchFamily="18" charset="0"/>
                </a:rPr>
                <a:t>i+1</a:t>
              </a:r>
              <a:endParaRPr lang="en-US" altLang="zh-CN" sz="1800" b="1" i="1" baseline="-25000" dirty="0">
                <a:cs typeface="Times New Roman" panose="02020603050405020304" pitchFamily="18" charset="0"/>
              </a:endParaRPr>
            </a:p>
          </p:txBody>
        </p:sp>
        <p:sp>
          <p:nvSpPr>
            <p:cNvPr id="46" name="Freeform 8"/>
            <p:cNvSpPr>
              <a:spLocks/>
            </p:cNvSpPr>
            <p:nvPr/>
          </p:nvSpPr>
          <p:spPr bwMode="auto">
            <a:xfrm>
              <a:off x="2371114" y="1113179"/>
              <a:ext cx="717213" cy="2251941"/>
            </a:xfrm>
            <a:custGeom>
              <a:avLst/>
              <a:gdLst>
                <a:gd name="T0" fmla="*/ 0 w 327"/>
                <a:gd name="T1" fmla="*/ 300423 h 991"/>
                <a:gd name="T2" fmla="*/ 0 w 327"/>
                <a:gd name="T3" fmla="*/ 1636251 h 991"/>
                <a:gd name="T4" fmla="*/ 516939 w 327"/>
                <a:gd name="T5" fmla="*/ 1327711 h 991"/>
                <a:gd name="T6" fmla="*/ 516939 w 327"/>
                <a:gd name="T7" fmla="*/ 0 h 991"/>
                <a:gd name="T8" fmla="*/ 0 w 327"/>
                <a:gd name="T9" fmla="*/ 300423 h 99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7" h="991">
                  <a:moveTo>
                    <a:pt x="0" y="182"/>
                  </a:moveTo>
                  <a:lnTo>
                    <a:pt x="0" y="991"/>
                  </a:lnTo>
                  <a:lnTo>
                    <a:pt x="327" y="804"/>
                  </a:lnTo>
                  <a:lnTo>
                    <a:pt x="327" y="0"/>
                  </a:lnTo>
                  <a:lnTo>
                    <a:pt x="0" y="182"/>
                  </a:lnTo>
                  <a:close/>
                </a:path>
              </a:pathLst>
            </a:custGeom>
            <a:solidFill>
              <a:srgbClr val="CCECFF">
                <a:alpha val="50195"/>
              </a:srgbClr>
            </a:solidFill>
            <a:ln w="28575" cap="flat" cmpd="sng">
              <a:solidFill>
                <a:srgbClr val="000066"/>
              </a:solidFill>
              <a:prstDash val="solid"/>
              <a:round/>
              <a:headEnd/>
              <a:tailEnd/>
            </a:ln>
            <a:effectLst/>
            <a:extLst/>
          </p:spPr>
          <p:txBody>
            <a:bodyPr/>
            <a:lstStyle/>
            <a:p>
              <a:endParaRPr lang="zh-CN" altLang="en-US" sz="1800">
                <a:cs typeface="Times New Roman" panose="02020603050405020304" pitchFamily="18" charset="0"/>
              </a:endParaRPr>
            </a:p>
          </p:txBody>
        </p:sp>
        <p:sp>
          <p:nvSpPr>
            <p:cNvPr id="47" name="Line 9"/>
            <p:cNvSpPr>
              <a:spLocks noChangeShapeType="1"/>
            </p:cNvSpPr>
            <p:nvPr/>
          </p:nvSpPr>
          <p:spPr bwMode="auto">
            <a:xfrm>
              <a:off x="2712394" y="2154120"/>
              <a:ext cx="0" cy="747398"/>
            </a:xfrm>
            <a:prstGeom prst="line">
              <a:avLst/>
            </a:prstGeom>
            <a:noFill/>
            <a:ln w="28575">
              <a:solidFill>
                <a:srgbClr val="C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00">
                <a:cs typeface="Times New Roman" panose="02020603050405020304" pitchFamily="18" charset="0"/>
              </a:endParaRPr>
            </a:p>
          </p:txBody>
        </p:sp>
        <p:sp>
          <p:nvSpPr>
            <p:cNvPr id="48" name="Text Box 10"/>
            <p:cNvSpPr txBox="1">
              <a:spLocks noChangeArrowheads="1"/>
            </p:cNvSpPr>
            <p:nvPr/>
          </p:nvSpPr>
          <p:spPr bwMode="auto">
            <a:xfrm>
              <a:off x="2506576" y="1829164"/>
              <a:ext cx="841124" cy="439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a:solidFill>
                    <a:schemeClr val="tx1"/>
                  </a:solidFill>
                  <a:latin typeface="Times New Roman" pitchFamily="18" charset="0"/>
                  <a:ea typeface="宋体" charset="-122"/>
                </a:defRPr>
              </a:lvl1pPr>
              <a:lvl2pPr marL="742950" indent="-285750" eaLnBrk="0" hangingPunct="0">
                <a:defRPr kumimoji="1" sz="2800">
                  <a:solidFill>
                    <a:schemeClr val="tx1"/>
                  </a:solidFill>
                  <a:latin typeface="Times New Roman" pitchFamily="18" charset="0"/>
                  <a:ea typeface="宋体" charset="-122"/>
                </a:defRPr>
              </a:lvl2pPr>
              <a:lvl3pPr marL="1143000" indent="-228600" eaLnBrk="0" hangingPunct="0">
                <a:defRPr kumimoji="1" sz="2800">
                  <a:solidFill>
                    <a:schemeClr val="tx1"/>
                  </a:solidFill>
                  <a:latin typeface="Times New Roman" pitchFamily="18" charset="0"/>
                  <a:ea typeface="宋体" charset="-122"/>
                </a:defRPr>
              </a:lvl3pPr>
              <a:lvl4pPr marL="1600200" indent="-228600" eaLnBrk="0" hangingPunct="0">
                <a:defRPr kumimoji="1" sz="2800">
                  <a:solidFill>
                    <a:schemeClr val="tx1"/>
                  </a:solidFill>
                  <a:latin typeface="Times New Roman" pitchFamily="18" charset="0"/>
                  <a:ea typeface="宋体" charset="-122"/>
                </a:defRPr>
              </a:lvl4pPr>
              <a:lvl5pPr marL="2057400" indent="-228600" eaLnBrk="0" hangingPunct="0">
                <a:defRPr kumimoji="1" sz="2800">
                  <a:solidFill>
                    <a:schemeClr val="tx1"/>
                  </a:solidFill>
                  <a:latin typeface="Times New Roman" pitchFamily="18" charset="0"/>
                  <a:ea typeface="宋体" charset="-122"/>
                </a:defRPr>
              </a:lvl5pPr>
              <a:lvl6pPr marL="2514600" indent="-228600" eaLnBrk="0" fontAlgn="base" hangingPunct="0">
                <a:spcBef>
                  <a:spcPct val="50000"/>
                </a:spcBef>
                <a:spcAft>
                  <a:spcPct val="0"/>
                </a:spcAft>
                <a:defRPr kumimoji="1" sz="2800">
                  <a:solidFill>
                    <a:schemeClr val="tx1"/>
                  </a:solidFill>
                  <a:latin typeface="Times New Roman" pitchFamily="18" charset="0"/>
                  <a:ea typeface="宋体" charset="-122"/>
                </a:defRPr>
              </a:lvl6pPr>
              <a:lvl7pPr marL="2971800" indent="-228600" eaLnBrk="0" fontAlgn="base" hangingPunct="0">
                <a:spcBef>
                  <a:spcPct val="50000"/>
                </a:spcBef>
                <a:spcAft>
                  <a:spcPct val="0"/>
                </a:spcAft>
                <a:defRPr kumimoji="1" sz="2800">
                  <a:solidFill>
                    <a:schemeClr val="tx1"/>
                  </a:solidFill>
                  <a:latin typeface="Times New Roman" pitchFamily="18" charset="0"/>
                  <a:ea typeface="宋体" charset="-122"/>
                </a:defRPr>
              </a:lvl7pPr>
              <a:lvl8pPr marL="3429000" indent="-228600" eaLnBrk="0" fontAlgn="base" hangingPunct="0">
                <a:spcBef>
                  <a:spcPct val="50000"/>
                </a:spcBef>
                <a:spcAft>
                  <a:spcPct val="0"/>
                </a:spcAft>
                <a:defRPr kumimoji="1" sz="2800">
                  <a:solidFill>
                    <a:schemeClr val="tx1"/>
                  </a:solidFill>
                  <a:latin typeface="Times New Roman" pitchFamily="18" charset="0"/>
                  <a:ea typeface="宋体" charset="-122"/>
                </a:defRPr>
              </a:lvl8pPr>
              <a:lvl9pPr marL="3886200" indent="-228600" eaLnBrk="0" fontAlgn="base" hangingPunct="0">
                <a:spcBef>
                  <a:spcPct val="50000"/>
                </a:spcBef>
                <a:spcAft>
                  <a:spcPct val="0"/>
                </a:spcAft>
                <a:defRPr kumimoji="1" sz="2800">
                  <a:solidFill>
                    <a:schemeClr val="tx1"/>
                  </a:solidFill>
                  <a:latin typeface="Times New Roman" pitchFamily="18" charset="0"/>
                  <a:ea typeface="宋体" charset="-122"/>
                </a:defRPr>
              </a:lvl9pPr>
            </a:lstStyle>
            <a:p>
              <a:pPr eaLnBrk="1" hangingPunct="1"/>
              <a:r>
                <a:rPr lang="en-US" altLang="zh-CN" sz="1800" b="1" i="1" dirty="0">
                  <a:solidFill>
                    <a:srgbClr val="C00000"/>
                  </a:solidFill>
                  <a:cs typeface="Times New Roman" panose="02020603050405020304" pitchFamily="18" charset="0"/>
                </a:rPr>
                <a:t>W</a:t>
              </a:r>
              <a:r>
                <a:rPr lang="en-US" altLang="zh-CN" sz="1800" b="1" baseline="-25000" dirty="0">
                  <a:solidFill>
                    <a:srgbClr val="C00000"/>
                  </a:solidFill>
                  <a:cs typeface="Times New Roman" panose="02020603050405020304" pitchFamily="18" charset="0"/>
                </a:rPr>
                <a:t>i</a:t>
              </a:r>
            </a:p>
          </p:txBody>
        </p:sp>
        <p:sp>
          <p:nvSpPr>
            <p:cNvPr id="49" name="Line 11"/>
            <p:cNvSpPr>
              <a:spLocks noChangeShapeType="1"/>
            </p:cNvSpPr>
            <p:nvPr/>
          </p:nvSpPr>
          <p:spPr bwMode="auto">
            <a:xfrm>
              <a:off x="1829267" y="2437914"/>
              <a:ext cx="474642" cy="0"/>
            </a:xfrm>
            <a:prstGeom prst="line">
              <a:avLst/>
            </a:prstGeom>
            <a:noFill/>
            <a:ln w="28575">
              <a:solidFill>
                <a:srgbClr val="C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00">
                <a:cs typeface="Times New Roman" panose="02020603050405020304" pitchFamily="18" charset="0"/>
              </a:endParaRPr>
            </a:p>
          </p:txBody>
        </p:sp>
        <p:sp>
          <p:nvSpPr>
            <p:cNvPr id="50" name="Line 12"/>
            <p:cNvSpPr>
              <a:spLocks noChangeShapeType="1"/>
            </p:cNvSpPr>
            <p:nvPr/>
          </p:nvSpPr>
          <p:spPr bwMode="auto">
            <a:xfrm flipV="1">
              <a:off x="2293407" y="2437914"/>
              <a:ext cx="0" cy="506931"/>
            </a:xfrm>
            <a:prstGeom prst="line">
              <a:avLst/>
            </a:prstGeom>
            <a:noFill/>
            <a:ln w="28575">
              <a:solidFill>
                <a:srgbClr val="C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00">
                <a:cs typeface="Times New Roman" panose="02020603050405020304" pitchFamily="18" charset="0"/>
              </a:endParaRPr>
            </a:p>
          </p:txBody>
        </p:sp>
        <p:sp>
          <p:nvSpPr>
            <p:cNvPr id="51" name="Line 13"/>
            <p:cNvSpPr>
              <a:spLocks noChangeShapeType="1"/>
            </p:cNvSpPr>
            <p:nvPr/>
          </p:nvSpPr>
          <p:spPr bwMode="auto">
            <a:xfrm flipH="1">
              <a:off x="1793564" y="3391117"/>
              <a:ext cx="557599"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00">
                <a:cs typeface="Times New Roman" panose="02020603050405020304" pitchFamily="18" charset="0"/>
              </a:endParaRPr>
            </a:p>
          </p:txBody>
        </p:sp>
        <p:sp>
          <p:nvSpPr>
            <p:cNvPr id="52" name="Line 14"/>
            <p:cNvSpPr>
              <a:spLocks noChangeShapeType="1"/>
            </p:cNvSpPr>
            <p:nvPr/>
          </p:nvSpPr>
          <p:spPr bwMode="auto">
            <a:xfrm>
              <a:off x="1889122" y="2448746"/>
              <a:ext cx="0" cy="947787"/>
            </a:xfrm>
            <a:prstGeom prst="line">
              <a:avLst/>
            </a:prstGeom>
            <a:noFill/>
            <a:ln w="1270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00">
                <a:cs typeface="Times New Roman" panose="02020603050405020304" pitchFamily="18" charset="0"/>
              </a:endParaRPr>
            </a:p>
          </p:txBody>
        </p:sp>
        <p:sp>
          <p:nvSpPr>
            <p:cNvPr id="53" name="Text Box 15"/>
            <p:cNvSpPr txBox="1">
              <a:spLocks noChangeArrowheads="1"/>
            </p:cNvSpPr>
            <p:nvPr/>
          </p:nvSpPr>
          <p:spPr bwMode="auto">
            <a:xfrm>
              <a:off x="1563424" y="2637220"/>
              <a:ext cx="312790" cy="439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a:spAutoFit/>
            </a:bodyPr>
            <a:lstStyle>
              <a:lvl1pPr eaLnBrk="0" hangingPunct="0">
                <a:defRPr kumimoji="1" sz="2800">
                  <a:solidFill>
                    <a:schemeClr val="tx1"/>
                  </a:solidFill>
                  <a:latin typeface="Times New Roman" pitchFamily="18" charset="0"/>
                  <a:ea typeface="宋体" charset="-122"/>
                </a:defRPr>
              </a:lvl1pPr>
              <a:lvl2pPr marL="742950" indent="-285750" eaLnBrk="0" hangingPunct="0">
                <a:defRPr kumimoji="1" sz="2800">
                  <a:solidFill>
                    <a:schemeClr val="tx1"/>
                  </a:solidFill>
                  <a:latin typeface="Times New Roman" pitchFamily="18" charset="0"/>
                  <a:ea typeface="宋体" charset="-122"/>
                </a:defRPr>
              </a:lvl2pPr>
              <a:lvl3pPr marL="1143000" indent="-228600" eaLnBrk="0" hangingPunct="0">
                <a:defRPr kumimoji="1" sz="2800">
                  <a:solidFill>
                    <a:schemeClr val="tx1"/>
                  </a:solidFill>
                  <a:latin typeface="Times New Roman" pitchFamily="18" charset="0"/>
                  <a:ea typeface="宋体" charset="-122"/>
                </a:defRPr>
              </a:lvl3pPr>
              <a:lvl4pPr marL="1600200" indent="-228600" eaLnBrk="0" hangingPunct="0">
                <a:defRPr kumimoji="1" sz="2800">
                  <a:solidFill>
                    <a:schemeClr val="tx1"/>
                  </a:solidFill>
                  <a:latin typeface="Times New Roman" pitchFamily="18" charset="0"/>
                  <a:ea typeface="宋体" charset="-122"/>
                </a:defRPr>
              </a:lvl4pPr>
              <a:lvl5pPr marL="2057400" indent="-228600" eaLnBrk="0" hangingPunct="0">
                <a:defRPr kumimoji="1" sz="2800">
                  <a:solidFill>
                    <a:schemeClr val="tx1"/>
                  </a:solidFill>
                  <a:latin typeface="Times New Roman" pitchFamily="18" charset="0"/>
                  <a:ea typeface="宋体" charset="-122"/>
                </a:defRPr>
              </a:lvl5pPr>
              <a:lvl6pPr marL="2514600" indent="-228600" eaLnBrk="0" fontAlgn="base" hangingPunct="0">
                <a:spcBef>
                  <a:spcPct val="50000"/>
                </a:spcBef>
                <a:spcAft>
                  <a:spcPct val="0"/>
                </a:spcAft>
                <a:defRPr kumimoji="1" sz="2800">
                  <a:solidFill>
                    <a:schemeClr val="tx1"/>
                  </a:solidFill>
                  <a:latin typeface="Times New Roman" pitchFamily="18" charset="0"/>
                  <a:ea typeface="宋体" charset="-122"/>
                </a:defRPr>
              </a:lvl6pPr>
              <a:lvl7pPr marL="2971800" indent="-228600" eaLnBrk="0" fontAlgn="base" hangingPunct="0">
                <a:spcBef>
                  <a:spcPct val="50000"/>
                </a:spcBef>
                <a:spcAft>
                  <a:spcPct val="0"/>
                </a:spcAft>
                <a:defRPr kumimoji="1" sz="2800">
                  <a:solidFill>
                    <a:schemeClr val="tx1"/>
                  </a:solidFill>
                  <a:latin typeface="Times New Roman" pitchFamily="18" charset="0"/>
                  <a:ea typeface="宋体" charset="-122"/>
                </a:defRPr>
              </a:lvl7pPr>
              <a:lvl8pPr marL="3429000" indent="-228600" eaLnBrk="0" fontAlgn="base" hangingPunct="0">
                <a:spcBef>
                  <a:spcPct val="50000"/>
                </a:spcBef>
                <a:spcAft>
                  <a:spcPct val="0"/>
                </a:spcAft>
                <a:defRPr kumimoji="1" sz="2800">
                  <a:solidFill>
                    <a:schemeClr val="tx1"/>
                  </a:solidFill>
                  <a:latin typeface="Times New Roman" pitchFamily="18" charset="0"/>
                  <a:ea typeface="宋体" charset="-122"/>
                </a:defRPr>
              </a:lvl8pPr>
              <a:lvl9pPr marL="3886200" indent="-228600" eaLnBrk="0" fontAlgn="base" hangingPunct="0">
                <a:spcBef>
                  <a:spcPct val="50000"/>
                </a:spcBef>
                <a:spcAft>
                  <a:spcPct val="0"/>
                </a:spcAft>
                <a:defRPr kumimoji="1" sz="2800">
                  <a:solidFill>
                    <a:schemeClr val="tx1"/>
                  </a:solidFill>
                  <a:latin typeface="Times New Roman" pitchFamily="18" charset="0"/>
                  <a:ea typeface="宋体" charset="-122"/>
                </a:defRPr>
              </a:lvl9pPr>
            </a:lstStyle>
            <a:p>
              <a:pPr eaLnBrk="1" hangingPunct="1"/>
              <a:r>
                <a:rPr lang="en-US" altLang="zh-CN" sz="1800" b="1" i="1" dirty="0" smtClean="0">
                  <a:cs typeface="Times New Roman" panose="02020603050405020304" pitchFamily="18" charset="0"/>
                </a:rPr>
                <a:t>h</a:t>
              </a:r>
              <a:r>
                <a:rPr lang="en-US" altLang="zh-CN" sz="1800" b="1" baseline="-25000" dirty="0" smtClean="0">
                  <a:cs typeface="Times New Roman" panose="02020603050405020304" pitchFamily="18" charset="0"/>
                </a:rPr>
                <a:t>i</a:t>
              </a:r>
              <a:endParaRPr lang="en-US" altLang="zh-CN" sz="1800" b="1" baseline="-25000" dirty="0">
                <a:cs typeface="Times New Roman" panose="02020603050405020304" pitchFamily="18" charset="0"/>
              </a:endParaRPr>
            </a:p>
          </p:txBody>
        </p:sp>
        <p:sp>
          <p:nvSpPr>
            <p:cNvPr id="54" name="Text Box 16"/>
            <p:cNvSpPr txBox="1">
              <a:spLocks noChangeArrowheads="1"/>
            </p:cNvSpPr>
            <p:nvPr/>
          </p:nvSpPr>
          <p:spPr bwMode="auto">
            <a:xfrm>
              <a:off x="1757861" y="1993387"/>
              <a:ext cx="449089" cy="439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800">
                  <a:solidFill>
                    <a:schemeClr val="tx1"/>
                  </a:solidFill>
                  <a:latin typeface="Times New Roman" pitchFamily="18" charset="0"/>
                  <a:ea typeface="宋体" charset="-122"/>
                </a:defRPr>
              </a:lvl1pPr>
              <a:lvl2pPr marL="742950" indent="-285750" eaLnBrk="0" hangingPunct="0">
                <a:defRPr kumimoji="1" sz="2800">
                  <a:solidFill>
                    <a:schemeClr val="tx1"/>
                  </a:solidFill>
                  <a:latin typeface="Times New Roman" pitchFamily="18" charset="0"/>
                  <a:ea typeface="宋体" charset="-122"/>
                </a:defRPr>
              </a:lvl2pPr>
              <a:lvl3pPr marL="1143000" indent="-228600" eaLnBrk="0" hangingPunct="0">
                <a:defRPr kumimoji="1" sz="2800">
                  <a:solidFill>
                    <a:schemeClr val="tx1"/>
                  </a:solidFill>
                  <a:latin typeface="Times New Roman" pitchFamily="18" charset="0"/>
                  <a:ea typeface="宋体" charset="-122"/>
                </a:defRPr>
              </a:lvl3pPr>
              <a:lvl4pPr marL="1600200" indent="-228600" eaLnBrk="0" hangingPunct="0">
                <a:defRPr kumimoji="1" sz="2800">
                  <a:solidFill>
                    <a:schemeClr val="tx1"/>
                  </a:solidFill>
                  <a:latin typeface="Times New Roman" pitchFamily="18" charset="0"/>
                  <a:ea typeface="宋体" charset="-122"/>
                </a:defRPr>
              </a:lvl4pPr>
              <a:lvl5pPr marL="2057400" indent="-228600" eaLnBrk="0" hangingPunct="0">
                <a:defRPr kumimoji="1" sz="2800">
                  <a:solidFill>
                    <a:schemeClr val="tx1"/>
                  </a:solidFill>
                  <a:latin typeface="Times New Roman" pitchFamily="18" charset="0"/>
                  <a:ea typeface="宋体" charset="-122"/>
                </a:defRPr>
              </a:lvl5pPr>
              <a:lvl6pPr marL="2514600" indent="-228600" eaLnBrk="0" fontAlgn="base" hangingPunct="0">
                <a:spcBef>
                  <a:spcPct val="50000"/>
                </a:spcBef>
                <a:spcAft>
                  <a:spcPct val="0"/>
                </a:spcAft>
                <a:defRPr kumimoji="1" sz="2800">
                  <a:solidFill>
                    <a:schemeClr val="tx1"/>
                  </a:solidFill>
                  <a:latin typeface="Times New Roman" pitchFamily="18" charset="0"/>
                  <a:ea typeface="宋体" charset="-122"/>
                </a:defRPr>
              </a:lvl6pPr>
              <a:lvl7pPr marL="2971800" indent="-228600" eaLnBrk="0" fontAlgn="base" hangingPunct="0">
                <a:spcBef>
                  <a:spcPct val="50000"/>
                </a:spcBef>
                <a:spcAft>
                  <a:spcPct val="0"/>
                </a:spcAft>
                <a:defRPr kumimoji="1" sz="2800">
                  <a:solidFill>
                    <a:schemeClr val="tx1"/>
                  </a:solidFill>
                  <a:latin typeface="Times New Roman" pitchFamily="18" charset="0"/>
                  <a:ea typeface="宋体" charset="-122"/>
                </a:defRPr>
              </a:lvl7pPr>
              <a:lvl8pPr marL="3429000" indent="-228600" eaLnBrk="0" fontAlgn="base" hangingPunct="0">
                <a:spcBef>
                  <a:spcPct val="50000"/>
                </a:spcBef>
                <a:spcAft>
                  <a:spcPct val="0"/>
                </a:spcAft>
                <a:defRPr kumimoji="1" sz="2800">
                  <a:solidFill>
                    <a:schemeClr val="tx1"/>
                  </a:solidFill>
                  <a:latin typeface="Times New Roman" pitchFamily="18" charset="0"/>
                  <a:ea typeface="宋体" charset="-122"/>
                </a:defRPr>
              </a:lvl8pPr>
              <a:lvl9pPr marL="3886200" indent="-228600" eaLnBrk="0" fontAlgn="base" hangingPunct="0">
                <a:spcBef>
                  <a:spcPct val="50000"/>
                </a:spcBef>
                <a:spcAft>
                  <a:spcPct val="0"/>
                </a:spcAft>
                <a:defRPr kumimoji="1" sz="2800">
                  <a:solidFill>
                    <a:schemeClr val="tx1"/>
                  </a:solidFill>
                  <a:latin typeface="Times New Roman" pitchFamily="18" charset="0"/>
                  <a:ea typeface="宋体" charset="-122"/>
                </a:defRPr>
              </a:lvl9pPr>
            </a:lstStyle>
            <a:p>
              <a:pPr eaLnBrk="1" hangingPunct="1"/>
              <a:r>
                <a:rPr lang="en-US" altLang="zh-CN" sz="1800" b="1" i="1" dirty="0" smtClean="0">
                  <a:solidFill>
                    <a:srgbClr val="C00000"/>
                  </a:solidFill>
                  <a:cs typeface="Times New Roman" panose="02020603050405020304" pitchFamily="18" charset="0"/>
                </a:rPr>
                <a:t>P</a:t>
              </a:r>
              <a:r>
                <a:rPr lang="en-US" altLang="zh-CN" sz="1800" b="1" baseline="-25000" dirty="0" smtClean="0">
                  <a:solidFill>
                    <a:srgbClr val="C00000"/>
                  </a:solidFill>
                  <a:cs typeface="Times New Roman" panose="02020603050405020304" pitchFamily="18" charset="0"/>
                </a:rPr>
                <a:t>i</a:t>
              </a:r>
              <a:endParaRPr lang="en-US" altLang="zh-CN" sz="1800" b="1" baseline="-25000" dirty="0">
                <a:solidFill>
                  <a:srgbClr val="C00000"/>
                </a:solidFill>
                <a:cs typeface="Times New Roman" panose="02020603050405020304" pitchFamily="18" charset="0"/>
              </a:endParaRPr>
            </a:p>
          </p:txBody>
        </p:sp>
        <p:sp>
          <p:nvSpPr>
            <p:cNvPr id="56" name="Line 17"/>
            <p:cNvSpPr>
              <a:spLocks noChangeShapeType="1"/>
            </p:cNvSpPr>
            <p:nvPr/>
          </p:nvSpPr>
          <p:spPr bwMode="auto">
            <a:xfrm flipH="1">
              <a:off x="3107229" y="2940512"/>
              <a:ext cx="559699"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00">
                <a:cs typeface="Times New Roman" panose="02020603050405020304" pitchFamily="18" charset="0"/>
              </a:endParaRPr>
            </a:p>
          </p:txBody>
        </p:sp>
        <p:sp>
          <p:nvSpPr>
            <p:cNvPr id="57" name="Line 18"/>
            <p:cNvSpPr>
              <a:spLocks noChangeShapeType="1"/>
            </p:cNvSpPr>
            <p:nvPr/>
          </p:nvSpPr>
          <p:spPr bwMode="auto">
            <a:xfrm>
              <a:off x="3473711" y="2197447"/>
              <a:ext cx="0" cy="751730"/>
            </a:xfrm>
            <a:prstGeom prst="line">
              <a:avLst/>
            </a:prstGeom>
            <a:noFill/>
            <a:ln w="1270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00">
                <a:cs typeface="Times New Roman" panose="02020603050405020304" pitchFamily="18" charset="0"/>
              </a:endParaRPr>
            </a:p>
          </p:txBody>
        </p:sp>
        <p:sp>
          <p:nvSpPr>
            <p:cNvPr id="58" name="Line 19"/>
            <p:cNvSpPr>
              <a:spLocks noChangeShapeType="1"/>
            </p:cNvSpPr>
            <p:nvPr/>
          </p:nvSpPr>
          <p:spPr bwMode="auto">
            <a:xfrm flipH="1">
              <a:off x="3141882" y="2189865"/>
              <a:ext cx="515595" cy="0"/>
            </a:xfrm>
            <a:prstGeom prst="line">
              <a:avLst/>
            </a:prstGeom>
            <a:noFill/>
            <a:ln w="28575">
              <a:solidFill>
                <a:srgbClr val="C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00">
                <a:cs typeface="Times New Roman" panose="02020603050405020304" pitchFamily="18" charset="0"/>
              </a:endParaRPr>
            </a:p>
          </p:txBody>
        </p:sp>
        <p:sp>
          <p:nvSpPr>
            <p:cNvPr id="59" name="Line 20"/>
            <p:cNvSpPr>
              <a:spLocks noChangeShapeType="1"/>
            </p:cNvSpPr>
            <p:nvPr/>
          </p:nvSpPr>
          <p:spPr bwMode="auto">
            <a:xfrm>
              <a:off x="3141882" y="1647189"/>
              <a:ext cx="3150" cy="537260"/>
            </a:xfrm>
            <a:prstGeom prst="line">
              <a:avLst/>
            </a:prstGeom>
            <a:noFill/>
            <a:ln w="28575">
              <a:solidFill>
                <a:srgbClr val="C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00">
                <a:cs typeface="Times New Roman" panose="02020603050405020304" pitchFamily="18" charset="0"/>
              </a:endParaRPr>
            </a:p>
          </p:txBody>
        </p:sp>
        <p:sp>
          <p:nvSpPr>
            <p:cNvPr id="60" name="Text Box 21"/>
            <p:cNvSpPr txBox="1">
              <a:spLocks noChangeArrowheads="1"/>
            </p:cNvSpPr>
            <p:nvPr/>
          </p:nvSpPr>
          <p:spPr bwMode="auto">
            <a:xfrm>
              <a:off x="3053672" y="1330899"/>
              <a:ext cx="668783" cy="4684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800">
                  <a:solidFill>
                    <a:schemeClr val="tx1"/>
                  </a:solidFill>
                  <a:latin typeface="Times New Roman" pitchFamily="18" charset="0"/>
                  <a:ea typeface="宋体" charset="-122"/>
                </a:defRPr>
              </a:lvl1pPr>
              <a:lvl2pPr marL="742950" indent="-285750" eaLnBrk="0" hangingPunct="0">
                <a:defRPr kumimoji="1" sz="2800">
                  <a:solidFill>
                    <a:schemeClr val="tx1"/>
                  </a:solidFill>
                  <a:latin typeface="Times New Roman" pitchFamily="18" charset="0"/>
                  <a:ea typeface="宋体" charset="-122"/>
                </a:defRPr>
              </a:lvl2pPr>
              <a:lvl3pPr marL="1143000" indent="-228600" eaLnBrk="0" hangingPunct="0">
                <a:defRPr kumimoji="1" sz="2800">
                  <a:solidFill>
                    <a:schemeClr val="tx1"/>
                  </a:solidFill>
                  <a:latin typeface="Times New Roman" pitchFamily="18" charset="0"/>
                  <a:ea typeface="宋体" charset="-122"/>
                </a:defRPr>
              </a:lvl3pPr>
              <a:lvl4pPr marL="1600200" indent="-228600" eaLnBrk="0" hangingPunct="0">
                <a:defRPr kumimoji="1" sz="2800">
                  <a:solidFill>
                    <a:schemeClr val="tx1"/>
                  </a:solidFill>
                  <a:latin typeface="Times New Roman" pitchFamily="18" charset="0"/>
                  <a:ea typeface="宋体" charset="-122"/>
                </a:defRPr>
              </a:lvl4pPr>
              <a:lvl5pPr marL="2057400" indent="-228600" eaLnBrk="0" hangingPunct="0">
                <a:defRPr kumimoji="1" sz="2800">
                  <a:solidFill>
                    <a:schemeClr val="tx1"/>
                  </a:solidFill>
                  <a:latin typeface="Times New Roman" pitchFamily="18" charset="0"/>
                  <a:ea typeface="宋体" charset="-122"/>
                </a:defRPr>
              </a:lvl5pPr>
              <a:lvl6pPr marL="2514600" indent="-228600" eaLnBrk="0" fontAlgn="base" hangingPunct="0">
                <a:spcBef>
                  <a:spcPct val="50000"/>
                </a:spcBef>
                <a:spcAft>
                  <a:spcPct val="0"/>
                </a:spcAft>
                <a:defRPr kumimoji="1" sz="2800">
                  <a:solidFill>
                    <a:schemeClr val="tx1"/>
                  </a:solidFill>
                  <a:latin typeface="Times New Roman" pitchFamily="18" charset="0"/>
                  <a:ea typeface="宋体" charset="-122"/>
                </a:defRPr>
              </a:lvl6pPr>
              <a:lvl7pPr marL="2971800" indent="-228600" eaLnBrk="0" fontAlgn="base" hangingPunct="0">
                <a:spcBef>
                  <a:spcPct val="50000"/>
                </a:spcBef>
                <a:spcAft>
                  <a:spcPct val="0"/>
                </a:spcAft>
                <a:defRPr kumimoji="1" sz="2800">
                  <a:solidFill>
                    <a:schemeClr val="tx1"/>
                  </a:solidFill>
                  <a:latin typeface="Times New Roman" pitchFamily="18" charset="0"/>
                  <a:ea typeface="宋体" charset="-122"/>
                </a:defRPr>
              </a:lvl7pPr>
              <a:lvl8pPr marL="3429000" indent="-228600" eaLnBrk="0" fontAlgn="base" hangingPunct="0">
                <a:spcBef>
                  <a:spcPct val="50000"/>
                </a:spcBef>
                <a:spcAft>
                  <a:spcPct val="0"/>
                </a:spcAft>
                <a:defRPr kumimoji="1" sz="2800">
                  <a:solidFill>
                    <a:schemeClr val="tx1"/>
                  </a:solidFill>
                  <a:latin typeface="Times New Roman" pitchFamily="18" charset="0"/>
                  <a:ea typeface="宋体" charset="-122"/>
                </a:defRPr>
              </a:lvl8pPr>
              <a:lvl9pPr marL="3886200" indent="-228600" eaLnBrk="0" fontAlgn="base" hangingPunct="0">
                <a:spcBef>
                  <a:spcPct val="50000"/>
                </a:spcBef>
                <a:spcAft>
                  <a:spcPct val="0"/>
                </a:spcAft>
                <a:defRPr kumimoji="1" sz="2800">
                  <a:solidFill>
                    <a:schemeClr val="tx1"/>
                  </a:solidFill>
                  <a:latin typeface="Times New Roman" pitchFamily="18" charset="0"/>
                  <a:ea typeface="宋体" charset="-122"/>
                </a:defRPr>
              </a:lvl9pPr>
            </a:lstStyle>
            <a:p>
              <a:pPr eaLnBrk="1" hangingPunct="1"/>
              <a:r>
                <a:rPr lang="en-US" altLang="zh-CN" sz="1800" b="1" i="1" dirty="0" smtClean="0">
                  <a:solidFill>
                    <a:srgbClr val="C00000"/>
                  </a:solidFill>
                  <a:cs typeface="Times New Roman" panose="02020603050405020304" pitchFamily="18" charset="0"/>
                </a:rPr>
                <a:t>H</a:t>
              </a:r>
              <a:r>
                <a:rPr lang="en-US" altLang="zh-CN" sz="1800" b="1" baseline="-25000" dirty="0" smtClean="0">
                  <a:solidFill>
                    <a:srgbClr val="C00000"/>
                  </a:solidFill>
                  <a:cs typeface="Times New Roman" panose="02020603050405020304" pitchFamily="18" charset="0"/>
                </a:rPr>
                <a:t>i+1</a:t>
              </a:r>
              <a:endParaRPr lang="en-US" altLang="zh-CN" sz="1800" b="1" i="1" baseline="-25000" dirty="0">
                <a:solidFill>
                  <a:srgbClr val="C00000"/>
                </a:solidFill>
                <a:cs typeface="Times New Roman" panose="02020603050405020304" pitchFamily="18" charset="0"/>
              </a:endParaRPr>
            </a:p>
          </p:txBody>
        </p:sp>
        <p:sp>
          <p:nvSpPr>
            <p:cNvPr id="62" name="Line 22"/>
            <p:cNvSpPr>
              <a:spLocks noChangeShapeType="1"/>
            </p:cNvSpPr>
            <p:nvPr/>
          </p:nvSpPr>
          <p:spPr bwMode="auto">
            <a:xfrm flipV="1">
              <a:off x="2434120" y="3048830"/>
              <a:ext cx="632155" cy="385614"/>
            </a:xfrm>
            <a:prstGeom prst="line">
              <a:avLst/>
            </a:prstGeom>
            <a:noFill/>
            <a:ln w="28575">
              <a:solidFill>
                <a:srgbClr val="C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00">
                <a:cs typeface="Times New Roman" panose="02020603050405020304" pitchFamily="18" charset="0"/>
              </a:endParaRPr>
            </a:p>
          </p:txBody>
        </p:sp>
        <p:sp>
          <p:nvSpPr>
            <p:cNvPr id="63" name="Line 23"/>
            <p:cNvSpPr>
              <a:spLocks noChangeShapeType="1"/>
            </p:cNvSpPr>
            <p:nvPr/>
          </p:nvSpPr>
          <p:spPr bwMode="auto">
            <a:xfrm flipH="1" flipV="1">
              <a:off x="2799083" y="3232259"/>
              <a:ext cx="235222" cy="405111"/>
            </a:xfrm>
            <a:prstGeom prst="line">
              <a:avLst/>
            </a:prstGeom>
            <a:noFill/>
            <a:ln w="28575">
              <a:solidFill>
                <a:srgbClr val="C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00">
                <a:cs typeface="Times New Roman" panose="02020603050405020304" pitchFamily="18" charset="0"/>
              </a:endParaRPr>
            </a:p>
          </p:txBody>
        </p:sp>
        <p:sp>
          <p:nvSpPr>
            <p:cNvPr id="64" name="Text Box 24"/>
            <p:cNvSpPr txBox="1">
              <a:spLocks noChangeArrowheads="1"/>
            </p:cNvSpPr>
            <p:nvPr/>
          </p:nvSpPr>
          <p:spPr bwMode="auto">
            <a:xfrm>
              <a:off x="2996969" y="3329375"/>
              <a:ext cx="629006" cy="4309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a:solidFill>
                    <a:schemeClr val="tx1"/>
                  </a:solidFill>
                  <a:latin typeface="Times New Roman" pitchFamily="18" charset="0"/>
                  <a:ea typeface="宋体" charset="-122"/>
                </a:defRPr>
              </a:lvl1pPr>
              <a:lvl2pPr marL="742950" indent="-285750" eaLnBrk="0" hangingPunct="0">
                <a:defRPr kumimoji="1" sz="2800">
                  <a:solidFill>
                    <a:schemeClr val="tx1"/>
                  </a:solidFill>
                  <a:latin typeface="Times New Roman" pitchFamily="18" charset="0"/>
                  <a:ea typeface="宋体" charset="-122"/>
                </a:defRPr>
              </a:lvl2pPr>
              <a:lvl3pPr marL="1143000" indent="-228600" eaLnBrk="0" hangingPunct="0">
                <a:defRPr kumimoji="1" sz="2800">
                  <a:solidFill>
                    <a:schemeClr val="tx1"/>
                  </a:solidFill>
                  <a:latin typeface="Times New Roman" pitchFamily="18" charset="0"/>
                  <a:ea typeface="宋体" charset="-122"/>
                </a:defRPr>
              </a:lvl3pPr>
              <a:lvl4pPr marL="1600200" indent="-228600" eaLnBrk="0" hangingPunct="0">
                <a:defRPr kumimoji="1" sz="2800">
                  <a:solidFill>
                    <a:schemeClr val="tx1"/>
                  </a:solidFill>
                  <a:latin typeface="Times New Roman" pitchFamily="18" charset="0"/>
                  <a:ea typeface="宋体" charset="-122"/>
                </a:defRPr>
              </a:lvl4pPr>
              <a:lvl5pPr marL="2057400" indent="-228600" eaLnBrk="0" hangingPunct="0">
                <a:defRPr kumimoji="1" sz="2800">
                  <a:solidFill>
                    <a:schemeClr val="tx1"/>
                  </a:solidFill>
                  <a:latin typeface="Times New Roman" pitchFamily="18" charset="0"/>
                  <a:ea typeface="宋体" charset="-122"/>
                </a:defRPr>
              </a:lvl5pPr>
              <a:lvl6pPr marL="2514600" indent="-228600" eaLnBrk="0" fontAlgn="base" hangingPunct="0">
                <a:spcBef>
                  <a:spcPct val="50000"/>
                </a:spcBef>
                <a:spcAft>
                  <a:spcPct val="0"/>
                </a:spcAft>
                <a:defRPr kumimoji="1" sz="2800">
                  <a:solidFill>
                    <a:schemeClr val="tx1"/>
                  </a:solidFill>
                  <a:latin typeface="Times New Roman" pitchFamily="18" charset="0"/>
                  <a:ea typeface="宋体" charset="-122"/>
                </a:defRPr>
              </a:lvl6pPr>
              <a:lvl7pPr marL="2971800" indent="-228600" eaLnBrk="0" fontAlgn="base" hangingPunct="0">
                <a:spcBef>
                  <a:spcPct val="50000"/>
                </a:spcBef>
                <a:spcAft>
                  <a:spcPct val="0"/>
                </a:spcAft>
                <a:defRPr kumimoji="1" sz="2800">
                  <a:solidFill>
                    <a:schemeClr val="tx1"/>
                  </a:solidFill>
                  <a:latin typeface="Times New Roman" pitchFamily="18" charset="0"/>
                  <a:ea typeface="宋体" charset="-122"/>
                </a:defRPr>
              </a:lvl7pPr>
              <a:lvl8pPr marL="3429000" indent="-228600" eaLnBrk="0" fontAlgn="base" hangingPunct="0">
                <a:spcBef>
                  <a:spcPct val="50000"/>
                </a:spcBef>
                <a:spcAft>
                  <a:spcPct val="0"/>
                </a:spcAft>
                <a:defRPr kumimoji="1" sz="2800">
                  <a:solidFill>
                    <a:schemeClr val="tx1"/>
                  </a:solidFill>
                  <a:latin typeface="Times New Roman" pitchFamily="18" charset="0"/>
                  <a:ea typeface="宋体" charset="-122"/>
                </a:defRPr>
              </a:lvl8pPr>
              <a:lvl9pPr marL="3886200" indent="-228600" eaLnBrk="0" fontAlgn="base" hangingPunct="0">
                <a:spcBef>
                  <a:spcPct val="50000"/>
                </a:spcBef>
                <a:spcAft>
                  <a:spcPct val="0"/>
                </a:spcAft>
                <a:defRPr kumimoji="1" sz="2800">
                  <a:solidFill>
                    <a:schemeClr val="tx1"/>
                  </a:solidFill>
                  <a:latin typeface="Times New Roman" pitchFamily="18" charset="0"/>
                  <a:ea typeface="宋体" charset="-122"/>
                </a:defRPr>
              </a:lvl9pPr>
            </a:lstStyle>
            <a:p>
              <a:pPr eaLnBrk="1" hangingPunct="1"/>
              <a:r>
                <a:rPr lang="en-US" altLang="zh-CN" sz="1800" b="1" i="1" dirty="0">
                  <a:solidFill>
                    <a:srgbClr val="C00000"/>
                  </a:solidFill>
                  <a:cs typeface="Times New Roman" panose="02020603050405020304" pitchFamily="18" charset="0"/>
                </a:rPr>
                <a:t>N</a:t>
              </a:r>
              <a:r>
                <a:rPr lang="en-US" altLang="zh-CN" sz="1800" b="1" baseline="-25000" dirty="0">
                  <a:solidFill>
                    <a:srgbClr val="C00000"/>
                  </a:solidFill>
                  <a:cs typeface="Times New Roman" panose="02020603050405020304" pitchFamily="18" charset="0"/>
                </a:rPr>
                <a:t>i</a:t>
              </a:r>
            </a:p>
          </p:txBody>
        </p:sp>
        <p:sp>
          <p:nvSpPr>
            <p:cNvPr id="65" name="Text Box 25"/>
            <p:cNvSpPr txBox="1">
              <a:spLocks noChangeArrowheads="1"/>
            </p:cNvSpPr>
            <p:nvPr/>
          </p:nvSpPr>
          <p:spPr bwMode="auto">
            <a:xfrm>
              <a:off x="2942364" y="3073744"/>
              <a:ext cx="585952" cy="3340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bIns="0">
              <a:spAutoFit/>
            </a:bodyPr>
            <a:lstStyle>
              <a:lvl1pPr eaLnBrk="0" hangingPunct="0">
                <a:defRPr kumimoji="1" sz="2800">
                  <a:solidFill>
                    <a:schemeClr val="tx1"/>
                  </a:solidFill>
                  <a:latin typeface="Times New Roman" pitchFamily="18" charset="0"/>
                  <a:ea typeface="宋体" charset="-122"/>
                </a:defRPr>
              </a:lvl1pPr>
              <a:lvl2pPr marL="742950" indent="-285750" eaLnBrk="0" hangingPunct="0">
                <a:defRPr kumimoji="1" sz="2800">
                  <a:solidFill>
                    <a:schemeClr val="tx1"/>
                  </a:solidFill>
                  <a:latin typeface="Times New Roman" pitchFamily="18" charset="0"/>
                  <a:ea typeface="宋体" charset="-122"/>
                </a:defRPr>
              </a:lvl2pPr>
              <a:lvl3pPr marL="1143000" indent="-228600" eaLnBrk="0" hangingPunct="0">
                <a:defRPr kumimoji="1" sz="2800">
                  <a:solidFill>
                    <a:schemeClr val="tx1"/>
                  </a:solidFill>
                  <a:latin typeface="Times New Roman" pitchFamily="18" charset="0"/>
                  <a:ea typeface="宋体" charset="-122"/>
                </a:defRPr>
              </a:lvl3pPr>
              <a:lvl4pPr marL="1600200" indent="-228600" eaLnBrk="0" hangingPunct="0">
                <a:defRPr kumimoji="1" sz="2800">
                  <a:solidFill>
                    <a:schemeClr val="tx1"/>
                  </a:solidFill>
                  <a:latin typeface="Times New Roman" pitchFamily="18" charset="0"/>
                  <a:ea typeface="宋体" charset="-122"/>
                </a:defRPr>
              </a:lvl4pPr>
              <a:lvl5pPr marL="2057400" indent="-228600" eaLnBrk="0" hangingPunct="0">
                <a:defRPr kumimoji="1" sz="2800">
                  <a:solidFill>
                    <a:schemeClr val="tx1"/>
                  </a:solidFill>
                  <a:latin typeface="Times New Roman" pitchFamily="18" charset="0"/>
                  <a:ea typeface="宋体" charset="-122"/>
                </a:defRPr>
              </a:lvl5pPr>
              <a:lvl6pPr marL="2514600" indent="-228600" eaLnBrk="0" fontAlgn="base" hangingPunct="0">
                <a:spcBef>
                  <a:spcPct val="50000"/>
                </a:spcBef>
                <a:spcAft>
                  <a:spcPct val="0"/>
                </a:spcAft>
                <a:defRPr kumimoji="1" sz="2800">
                  <a:solidFill>
                    <a:schemeClr val="tx1"/>
                  </a:solidFill>
                  <a:latin typeface="Times New Roman" pitchFamily="18" charset="0"/>
                  <a:ea typeface="宋体" charset="-122"/>
                </a:defRPr>
              </a:lvl6pPr>
              <a:lvl7pPr marL="2971800" indent="-228600" eaLnBrk="0" fontAlgn="base" hangingPunct="0">
                <a:spcBef>
                  <a:spcPct val="50000"/>
                </a:spcBef>
                <a:spcAft>
                  <a:spcPct val="0"/>
                </a:spcAft>
                <a:defRPr kumimoji="1" sz="2800">
                  <a:solidFill>
                    <a:schemeClr val="tx1"/>
                  </a:solidFill>
                  <a:latin typeface="Times New Roman" pitchFamily="18" charset="0"/>
                  <a:ea typeface="宋体" charset="-122"/>
                </a:defRPr>
              </a:lvl7pPr>
              <a:lvl8pPr marL="3429000" indent="-228600" eaLnBrk="0" fontAlgn="base" hangingPunct="0">
                <a:spcBef>
                  <a:spcPct val="50000"/>
                </a:spcBef>
                <a:spcAft>
                  <a:spcPct val="0"/>
                </a:spcAft>
                <a:defRPr kumimoji="1" sz="2800">
                  <a:solidFill>
                    <a:schemeClr val="tx1"/>
                  </a:solidFill>
                  <a:latin typeface="Times New Roman" pitchFamily="18" charset="0"/>
                  <a:ea typeface="宋体" charset="-122"/>
                </a:defRPr>
              </a:lvl8pPr>
              <a:lvl9pPr marL="3886200" indent="-228600" eaLnBrk="0" fontAlgn="base" hangingPunct="0">
                <a:spcBef>
                  <a:spcPct val="50000"/>
                </a:spcBef>
                <a:spcAft>
                  <a:spcPct val="0"/>
                </a:spcAft>
                <a:defRPr kumimoji="1" sz="2800">
                  <a:solidFill>
                    <a:schemeClr val="tx1"/>
                  </a:solidFill>
                  <a:latin typeface="Times New Roman" pitchFamily="18" charset="0"/>
                  <a:ea typeface="宋体" charset="-122"/>
                </a:defRPr>
              </a:lvl9pPr>
            </a:lstStyle>
            <a:p>
              <a:pPr eaLnBrk="1" hangingPunct="1"/>
              <a:r>
                <a:rPr lang="en-US" altLang="zh-CN" sz="1800" b="1" i="1" dirty="0">
                  <a:solidFill>
                    <a:srgbClr val="C00000"/>
                  </a:solidFill>
                  <a:cs typeface="Times New Roman" panose="02020603050405020304" pitchFamily="18" charset="0"/>
                </a:rPr>
                <a:t>T</a:t>
              </a:r>
              <a:r>
                <a:rPr lang="en-US" altLang="zh-CN" sz="1800" b="1" baseline="-25000" dirty="0">
                  <a:solidFill>
                    <a:srgbClr val="C00000"/>
                  </a:solidFill>
                  <a:cs typeface="Times New Roman" panose="02020603050405020304" pitchFamily="18" charset="0"/>
                </a:rPr>
                <a:t>i</a:t>
              </a:r>
            </a:p>
          </p:txBody>
        </p:sp>
        <p:sp>
          <p:nvSpPr>
            <p:cNvPr id="66" name="Text Box 26"/>
            <p:cNvSpPr txBox="1">
              <a:spLocks noChangeArrowheads="1"/>
            </p:cNvSpPr>
            <p:nvPr/>
          </p:nvSpPr>
          <p:spPr bwMode="auto">
            <a:xfrm>
              <a:off x="1973129" y="2782367"/>
              <a:ext cx="418024" cy="439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36000">
              <a:spAutoFit/>
            </a:bodyPr>
            <a:lstStyle>
              <a:lvl1pPr eaLnBrk="0" hangingPunct="0">
                <a:defRPr kumimoji="1" sz="2800">
                  <a:solidFill>
                    <a:schemeClr val="tx1"/>
                  </a:solidFill>
                  <a:latin typeface="Times New Roman" pitchFamily="18" charset="0"/>
                  <a:ea typeface="宋体" charset="-122"/>
                </a:defRPr>
              </a:lvl1pPr>
              <a:lvl2pPr marL="742950" indent="-285750" eaLnBrk="0" hangingPunct="0">
                <a:defRPr kumimoji="1" sz="2800">
                  <a:solidFill>
                    <a:schemeClr val="tx1"/>
                  </a:solidFill>
                  <a:latin typeface="Times New Roman" pitchFamily="18" charset="0"/>
                  <a:ea typeface="宋体" charset="-122"/>
                </a:defRPr>
              </a:lvl2pPr>
              <a:lvl3pPr marL="1143000" indent="-228600" eaLnBrk="0" hangingPunct="0">
                <a:defRPr kumimoji="1" sz="2800">
                  <a:solidFill>
                    <a:schemeClr val="tx1"/>
                  </a:solidFill>
                  <a:latin typeface="Times New Roman" pitchFamily="18" charset="0"/>
                  <a:ea typeface="宋体" charset="-122"/>
                </a:defRPr>
              </a:lvl3pPr>
              <a:lvl4pPr marL="1600200" indent="-228600" eaLnBrk="0" hangingPunct="0">
                <a:defRPr kumimoji="1" sz="2800">
                  <a:solidFill>
                    <a:schemeClr val="tx1"/>
                  </a:solidFill>
                  <a:latin typeface="Times New Roman" pitchFamily="18" charset="0"/>
                  <a:ea typeface="宋体" charset="-122"/>
                </a:defRPr>
              </a:lvl4pPr>
              <a:lvl5pPr marL="2057400" indent="-228600" eaLnBrk="0" hangingPunct="0">
                <a:defRPr kumimoji="1" sz="2800">
                  <a:solidFill>
                    <a:schemeClr val="tx1"/>
                  </a:solidFill>
                  <a:latin typeface="Times New Roman" pitchFamily="18" charset="0"/>
                  <a:ea typeface="宋体" charset="-122"/>
                </a:defRPr>
              </a:lvl5pPr>
              <a:lvl6pPr marL="2514600" indent="-228600" eaLnBrk="0" fontAlgn="base" hangingPunct="0">
                <a:spcBef>
                  <a:spcPct val="50000"/>
                </a:spcBef>
                <a:spcAft>
                  <a:spcPct val="0"/>
                </a:spcAft>
                <a:defRPr kumimoji="1" sz="2800">
                  <a:solidFill>
                    <a:schemeClr val="tx1"/>
                  </a:solidFill>
                  <a:latin typeface="Times New Roman" pitchFamily="18" charset="0"/>
                  <a:ea typeface="宋体" charset="-122"/>
                </a:defRPr>
              </a:lvl6pPr>
              <a:lvl7pPr marL="2971800" indent="-228600" eaLnBrk="0" fontAlgn="base" hangingPunct="0">
                <a:spcBef>
                  <a:spcPct val="50000"/>
                </a:spcBef>
                <a:spcAft>
                  <a:spcPct val="0"/>
                </a:spcAft>
                <a:defRPr kumimoji="1" sz="2800">
                  <a:solidFill>
                    <a:schemeClr val="tx1"/>
                  </a:solidFill>
                  <a:latin typeface="Times New Roman" pitchFamily="18" charset="0"/>
                  <a:ea typeface="宋体" charset="-122"/>
                </a:defRPr>
              </a:lvl7pPr>
              <a:lvl8pPr marL="3429000" indent="-228600" eaLnBrk="0" fontAlgn="base" hangingPunct="0">
                <a:spcBef>
                  <a:spcPct val="50000"/>
                </a:spcBef>
                <a:spcAft>
                  <a:spcPct val="0"/>
                </a:spcAft>
                <a:defRPr kumimoji="1" sz="2800">
                  <a:solidFill>
                    <a:schemeClr val="tx1"/>
                  </a:solidFill>
                  <a:latin typeface="Times New Roman" pitchFamily="18" charset="0"/>
                  <a:ea typeface="宋体" charset="-122"/>
                </a:defRPr>
              </a:lvl8pPr>
              <a:lvl9pPr marL="3886200" indent="-228600" eaLnBrk="0" fontAlgn="base" hangingPunct="0">
                <a:spcBef>
                  <a:spcPct val="50000"/>
                </a:spcBef>
                <a:spcAft>
                  <a:spcPct val="0"/>
                </a:spcAft>
                <a:defRPr kumimoji="1" sz="2800">
                  <a:solidFill>
                    <a:schemeClr val="tx1"/>
                  </a:solidFill>
                  <a:latin typeface="Times New Roman" pitchFamily="18" charset="0"/>
                  <a:ea typeface="宋体" charset="-122"/>
                </a:defRPr>
              </a:lvl9pPr>
            </a:lstStyle>
            <a:p>
              <a:pPr eaLnBrk="1" hangingPunct="1"/>
              <a:r>
                <a:rPr lang="en-US" altLang="zh-CN" sz="1800" b="1" i="1" dirty="0" smtClean="0">
                  <a:solidFill>
                    <a:srgbClr val="C00000"/>
                  </a:solidFill>
                  <a:cs typeface="Times New Roman" panose="02020603050405020304" pitchFamily="18" charset="0"/>
                </a:rPr>
                <a:t>H</a:t>
              </a:r>
              <a:r>
                <a:rPr lang="en-US" altLang="zh-CN" sz="1800" b="1" baseline="-25000" dirty="0" smtClean="0">
                  <a:solidFill>
                    <a:srgbClr val="C00000"/>
                  </a:solidFill>
                  <a:cs typeface="Times New Roman" panose="02020603050405020304" pitchFamily="18" charset="0"/>
                </a:rPr>
                <a:t>i</a:t>
              </a:r>
              <a:endParaRPr lang="en-US" altLang="zh-CN" sz="1800" b="1" baseline="-25000" dirty="0">
                <a:solidFill>
                  <a:srgbClr val="C00000"/>
                </a:solidFill>
                <a:cs typeface="Times New Roman" panose="02020603050405020304" pitchFamily="18" charset="0"/>
              </a:endParaRPr>
            </a:p>
          </p:txBody>
        </p:sp>
      </p:grpSp>
      <p:sp>
        <p:nvSpPr>
          <p:cNvPr id="67" name="Line 27"/>
          <p:cNvSpPr>
            <a:spLocks noChangeShapeType="1"/>
          </p:cNvSpPr>
          <p:nvPr/>
        </p:nvSpPr>
        <p:spPr bwMode="auto">
          <a:xfrm>
            <a:off x="7285179" y="4953688"/>
            <a:ext cx="160020" cy="28336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a:p>
        </p:txBody>
      </p:sp>
      <p:sp>
        <p:nvSpPr>
          <p:cNvPr id="68" name="Line 28"/>
          <p:cNvSpPr>
            <a:spLocks noChangeShapeType="1"/>
          </p:cNvSpPr>
          <p:nvPr/>
        </p:nvSpPr>
        <p:spPr bwMode="auto">
          <a:xfrm flipV="1">
            <a:off x="7379515" y="4914477"/>
            <a:ext cx="323336" cy="199793"/>
          </a:xfrm>
          <a:prstGeom prst="line">
            <a:avLst/>
          </a:prstGeom>
          <a:noFill/>
          <a:ln w="1905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a:p>
        </p:txBody>
      </p:sp>
      <p:sp>
        <p:nvSpPr>
          <p:cNvPr id="69" name="Text Box 29"/>
          <p:cNvSpPr txBox="1">
            <a:spLocks noChangeArrowheads="1"/>
          </p:cNvSpPr>
          <p:nvPr/>
        </p:nvSpPr>
        <p:spPr bwMode="auto">
          <a:xfrm>
            <a:off x="7475983" y="4917243"/>
            <a:ext cx="393382" cy="385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800">
                <a:solidFill>
                  <a:schemeClr val="tx1"/>
                </a:solidFill>
                <a:latin typeface="Times New Roman" pitchFamily="18" charset="0"/>
                <a:ea typeface="宋体" charset="-122"/>
              </a:defRPr>
            </a:lvl1pPr>
            <a:lvl2pPr marL="742950" indent="-285750" eaLnBrk="0" hangingPunct="0">
              <a:defRPr kumimoji="1" sz="2800">
                <a:solidFill>
                  <a:schemeClr val="tx1"/>
                </a:solidFill>
                <a:latin typeface="Times New Roman" pitchFamily="18" charset="0"/>
                <a:ea typeface="宋体" charset="-122"/>
              </a:defRPr>
            </a:lvl2pPr>
            <a:lvl3pPr marL="1143000" indent="-228600" eaLnBrk="0" hangingPunct="0">
              <a:defRPr kumimoji="1" sz="2800">
                <a:solidFill>
                  <a:schemeClr val="tx1"/>
                </a:solidFill>
                <a:latin typeface="Times New Roman" pitchFamily="18" charset="0"/>
                <a:ea typeface="宋体" charset="-122"/>
              </a:defRPr>
            </a:lvl3pPr>
            <a:lvl4pPr marL="1600200" indent="-228600" eaLnBrk="0" hangingPunct="0">
              <a:defRPr kumimoji="1" sz="2800">
                <a:solidFill>
                  <a:schemeClr val="tx1"/>
                </a:solidFill>
                <a:latin typeface="Times New Roman" pitchFamily="18" charset="0"/>
                <a:ea typeface="宋体" charset="-122"/>
              </a:defRPr>
            </a:lvl4pPr>
            <a:lvl5pPr marL="2057400" indent="-228600" eaLnBrk="0" hangingPunct="0">
              <a:defRPr kumimoji="1" sz="2800">
                <a:solidFill>
                  <a:schemeClr val="tx1"/>
                </a:solidFill>
                <a:latin typeface="Times New Roman" pitchFamily="18" charset="0"/>
                <a:ea typeface="宋体" charset="-122"/>
              </a:defRPr>
            </a:lvl5pPr>
            <a:lvl6pPr marL="2514600" indent="-228600" eaLnBrk="0" fontAlgn="base" hangingPunct="0">
              <a:spcBef>
                <a:spcPct val="50000"/>
              </a:spcBef>
              <a:spcAft>
                <a:spcPct val="0"/>
              </a:spcAft>
              <a:defRPr kumimoji="1" sz="2800">
                <a:solidFill>
                  <a:schemeClr val="tx1"/>
                </a:solidFill>
                <a:latin typeface="Times New Roman" pitchFamily="18" charset="0"/>
                <a:ea typeface="宋体" charset="-122"/>
              </a:defRPr>
            </a:lvl6pPr>
            <a:lvl7pPr marL="2971800" indent="-228600" eaLnBrk="0" fontAlgn="base" hangingPunct="0">
              <a:spcBef>
                <a:spcPct val="50000"/>
              </a:spcBef>
              <a:spcAft>
                <a:spcPct val="0"/>
              </a:spcAft>
              <a:defRPr kumimoji="1" sz="2800">
                <a:solidFill>
                  <a:schemeClr val="tx1"/>
                </a:solidFill>
                <a:latin typeface="Times New Roman" pitchFamily="18" charset="0"/>
                <a:ea typeface="宋体" charset="-122"/>
              </a:defRPr>
            </a:lvl7pPr>
            <a:lvl8pPr marL="3429000" indent="-228600" eaLnBrk="0" fontAlgn="base" hangingPunct="0">
              <a:spcBef>
                <a:spcPct val="50000"/>
              </a:spcBef>
              <a:spcAft>
                <a:spcPct val="0"/>
              </a:spcAft>
              <a:defRPr kumimoji="1" sz="2800">
                <a:solidFill>
                  <a:schemeClr val="tx1"/>
                </a:solidFill>
                <a:latin typeface="Times New Roman" pitchFamily="18" charset="0"/>
                <a:ea typeface="宋体" charset="-122"/>
              </a:defRPr>
            </a:lvl8pPr>
            <a:lvl9pPr marL="3886200" indent="-228600" eaLnBrk="0" fontAlgn="base" hangingPunct="0">
              <a:spcBef>
                <a:spcPct val="50000"/>
              </a:spcBef>
              <a:spcAft>
                <a:spcPct val="0"/>
              </a:spcAft>
              <a:defRPr kumimoji="1" sz="2800">
                <a:solidFill>
                  <a:schemeClr val="tx1"/>
                </a:solidFill>
                <a:latin typeface="Times New Roman" pitchFamily="18" charset="0"/>
                <a:ea typeface="宋体" charset="-122"/>
              </a:defRPr>
            </a:lvl9pPr>
          </a:lstStyle>
          <a:p>
            <a:pPr eaLnBrk="1" hangingPunct="1"/>
            <a:r>
              <a:rPr lang="en-US" altLang="zh-CN" sz="1800" b="1" i="1" dirty="0" err="1"/>
              <a:t>t</a:t>
            </a:r>
            <a:r>
              <a:rPr lang="en-US" altLang="zh-CN" sz="1800" b="1" baseline="-25000" dirty="0" err="1"/>
              <a:t>i</a:t>
            </a:r>
            <a:endParaRPr lang="en-US" altLang="zh-CN" sz="1800" b="1" baseline="-25000" dirty="0"/>
          </a:p>
        </p:txBody>
      </p:sp>
      <p:sp>
        <p:nvSpPr>
          <p:cNvPr id="2" name="矩形 1"/>
          <p:cNvSpPr/>
          <p:nvPr/>
        </p:nvSpPr>
        <p:spPr>
          <a:xfrm>
            <a:off x="1172816" y="2514873"/>
            <a:ext cx="5347254" cy="861774"/>
          </a:xfrm>
          <a:prstGeom prst="rect">
            <a:avLst/>
          </a:prstGeom>
        </p:spPr>
        <p:txBody>
          <a:bodyPr wrap="square">
            <a:spAutoFit/>
          </a:bodyPr>
          <a:lstStyle/>
          <a:p>
            <a:pPr marL="342900" indent="-342900">
              <a:lnSpc>
                <a:spcPct val="125000"/>
              </a:lnSpc>
              <a:buClr>
                <a:srgbClr val="C00000"/>
              </a:buClr>
              <a:buSzPct val="130000"/>
              <a:buFont typeface="Wingdings" panose="05000000000000000000" pitchFamily="2" charset="2"/>
              <a:buChar char="F"/>
            </a:pPr>
            <a:r>
              <a:rPr lang="zh-CN" altLang="en-US" sz="2000" b="1" dirty="0">
                <a:solidFill>
                  <a:srgbClr val="000066"/>
                </a:solidFill>
                <a:ea typeface="幼圆" panose="02010509060101010101" pitchFamily="49" charset="-122"/>
                <a:cs typeface="Times New Roman" panose="02020603050405020304" pitchFamily="18" charset="0"/>
              </a:rPr>
              <a:t>将土的抗剪强度</a:t>
            </a:r>
            <a:r>
              <a:rPr lang="zh-CN" altLang="en-US" sz="2000" b="1" dirty="0" smtClean="0">
                <a:solidFill>
                  <a:srgbClr val="000066"/>
                </a:solidFill>
                <a:ea typeface="幼圆" panose="02010509060101010101" pitchFamily="49" charset="-122"/>
                <a:cs typeface="Times New Roman" panose="02020603050405020304" pitchFamily="18" charset="0"/>
              </a:rPr>
              <a:t>降低至</a:t>
            </a:r>
            <a:r>
              <a:rPr lang="zh-CN" altLang="en-US" sz="2000" b="1" i="1" dirty="0" smtClean="0">
                <a:solidFill>
                  <a:srgbClr val="000066"/>
                </a:solidFill>
                <a:ea typeface="幼圆" panose="02010509060101010101" pitchFamily="49" charset="-122"/>
                <a:cs typeface="Times New Roman" panose="02020603050405020304" pitchFamily="18" charset="0"/>
                <a:sym typeface="Symbol" panose="05050102010706020507" pitchFamily="18" charset="2"/>
              </a:rPr>
              <a:t></a:t>
            </a:r>
            <a:r>
              <a:rPr lang="en-US" altLang="zh-CN" sz="2000" b="1" i="1" baseline="-25000" dirty="0">
                <a:solidFill>
                  <a:srgbClr val="000066"/>
                </a:solidFill>
                <a:ea typeface="幼圆" panose="02010509060101010101" pitchFamily="49" charset="-122"/>
                <a:cs typeface="Times New Roman" panose="02020603050405020304" pitchFamily="18" charset="0"/>
                <a:sym typeface="Symbol" panose="05050102010706020507" pitchFamily="18" charset="2"/>
              </a:rPr>
              <a:t>e</a:t>
            </a:r>
            <a:r>
              <a:rPr lang="zh-CN" altLang="en-US" sz="2000" b="1" dirty="0">
                <a:solidFill>
                  <a:srgbClr val="000066"/>
                </a:solidFill>
                <a:ea typeface="幼圆" panose="02010509060101010101" pitchFamily="49" charset="-122"/>
                <a:cs typeface="Times New Roman" panose="02020603050405020304" pitchFamily="18" charset="0"/>
                <a:sym typeface="Symbol" panose="05050102010706020507" pitchFamily="18" charset="2"/>
              </a:rPr>
              <a:t>和</a:t>
            </a:r>
            <a:r>
              <a:rPr lang="en-US" altLang="zh-CN" sz="2000" b="1" i="1" dirty="0" err="1">
                <a:solidFill>
                  <a:srgbClr val="000066"/>
                </a:solidFill>
                <a:ea typeface="幼圆" panose="02010509060101010101" pitchFamily="49" charset="-122"/>
                <a:cs typeface="Times New Roman" panose="02020603050405020304" pitchFamily="18" charset="0"/>
                <a:sym typeface="Symbol" panose="05050102010706020507" pitchFamily="18" charset="2"/>
              </a:rPr>
              <a:t>c</a:t>
            </a:r>
            <a:r>
              <a:rPr lang="en-US" altLang="zh-CN" sz="2000" b="1" i="1" baseline="-25000" dirty="0" err="1">
                <a:solidFill>
                  <a:srgbClr val="000066"/>
                </a:solidFill>
                <a:ea typeface="幼圆" panose="02010509060101010101" pitchFamily="49" charset="-122"/>
                <a:cs typeface="Times New Roman" panose="02020603050405020304" pitchFamily="18" charset="0"/>
                <a:sym typeface="Symbol" panose="05050102010706020507" pitchFamily="18" charset="2"/>
              </a:rPr>
              <a:t>e</a:t>
            </a:r>
            <a:r>
              <a:rPr lang="en-US" altLang="zh-CN" sz="2000" b="1" i="1" baseline="-25000" dirty="0">
                <a:solidFill>
                  <a:srgbClr val="000066"/>
                </a:solidFill>
                <a:ea typeface="幼圆" panose="02010509060101010101" pitchFamily="49" charset="-122"/>
                <a:cs typeface="Times New Roman" panose="02020603050405020304" pitchFamily="18" charset="0"/>
                <a:sym typeface="Symbol" panose="05050102010706020507" pitchFamily="18" charset="2"/>
              </a:rPr>
              <a:t>  </a:t>
            </a:r>
            <a:r>
              <a:rPr lang="en-US" altLang="zh-CN" sz="2000" b="1" dirty="0">
                <a:solidFill>
                  <a:srgbClr val="000066"/>
                </a:solidFill>
                <a:ea typeface="幼圆" panose="02010509060101010101" pitchFamily="49" charset="-122"/>
                <a:cs typeface="Times New Roman" panose="02020603050405020304" pitchFamily="18" charset="0"/>
              </a:rPr>
              <a:t>, </a:t>
            </a:r>
            <a:r>
              <a:rPr lang="zh-CN" altLang="en-US" sz="2000" b="1" dirty="0">
                <a:solidFill>
                  <a:srgbClr val="000066"/>
                </a:solidFill>
                <a:ea typeface="幼圆" panose="02010509060101010101" pitchFamily="49" charset="-122"/>
                <a:cs typeface="Times New Roman" panose="02020603050405020304" pitchFamily="18" charset="0"/>
              </a:rPr>
              <a:t>则土体沿着此滑裂面处处达到极限</a:t>
            </a:r>
            <a:r>
              <a:rPr lang="zh-CN" altLang="en-US" sz="2000" b="1" dirty="0" smtClean="0">
                <a:solidFill>
                  <a:srgbClr val="000066"/>
                </a:solidFill>
                <a:ea typeface="幼圆" panose="02010509060101010101" pitchFamily="49" charset="-122"/>
                <a:cs typeface="Times New Roman" panose="02020603050405020304" pitchFamily="18" charset="0"/>
              </a:rPr>
              <a:t>平衡状态</a:t>
            </a:r>
            <a:endParaRPr lang="zh-CN" altLang="en-US" sz="2000" dirty="0">
              <a:solidFill>
                <a:srgbClr val="000066"/>
              </a:solidFill>
              <a:ea typeface="幼圆" panose="02010509060101010101" pitchFamily="49" charset="-122"/>
              <a:cs typeface="Times New Roman" panose="02020603050405020304" pitchFamily="18" charset="0"/>
            </a:endParaRPr>
          </a:p>
        </p:txBody>
      </p:sp>
    </p:spTree>
    <p:extLst>
      <p:ext uri="{BB962C8B-B14F-4D97-AF65-F5344CB8AC3E}">
        <p14:creationId xmlns:p14="http://schemas.microsoft.com/office/powerpoint/2010/main" val="1049691977"/>
      </p:ext>
    </p:extLst>
  </p:cSld>
  <p:clrMapOvr>
    <a:masterClrMapping/>
  </p:clrMapOvr>
  <p:transition spd="med">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1000"/>
                                        <p:tgtEl>
                                          <p:spTgt spid="3"/>
                                        </p:tgtEl>
                                      </p:cBhvr>
                                    </p:animEffect>
                                  </p:childTnLst>
                                </p:cTn>
                              </p:par>
                            </p:childTnLst>
                          </p:cTn>
                        </p:par>
                        <p:par>
                          <p:cTn id="8" fill="hold">
                            <p:stCondLst>
                              <p:cond delay="1000"/>
                            </p:stCondLst>
                            <p:childTnLst>
                              <p:par>
                                <p:cTn id="9" presetID="22" presetClass="entr" presetSubtype="8" fill="hold" grpId="0"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wipe(left)">
                                      <p:cBhvr>
                                        <p:cTn id="11" dur="1000"/>
                                        <p:tgtEl>
                                          <p:spTgt spid="2"/>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41"/>
                                        </p:tgtEl>
                                        <p:attrNameLst>
                                          <p:attrName>style.visibility</p:attrName>
                                        </p:attrNameLst>
                                      </p:cBhvr>
                                      <p:to>
                                        <p:strVal val="visible"/>
                                      </p:to>
                                    </p:set>
                                    <p:animEffect transition="in" filter="wipe(left)">
                                      <p:cBhvr>
                                        <p:cTn id="16" dur="1000"/>
                                        <p:tgtEl>
                                          <p:spTgt spid="41"/>
                                        </p:tgtEl>
                                      </p:cBhvr>
                                    </p:animEffect>
                                  </p:childTnLst>
                                </p:cTn>
                              </p:par>
                            </p:childTnLst>
                          </p:cTn>
                        </p:par>
                        <p:par>
                          <p:cTn id="17" fill="hold">
                            <p:stCondLst>
                              <p:cond delay="1000"/>
                            </p:stCondLst>
                            <p:childTnLst>
                              <p:par>
                                <p:cTn id="18" presetID="9" presetClass="entr" presetSubtype="0" fill="hold" grpId="0" nodeType="afterEffect">
                                  <p:stCondLst>
                                    <p:cond delay="0"/>
                                  </p:stCondLst>
                                  <p:childTnLst>
                                    <p:set>
                                      <p:cBhvr>
                                        <p:cTn id="19" dur="1" fill="hold">
                                          <p:stCondLst>
                                            <p:cond delay="0"/>
                                          </p:stCondLst>
                                        </p:cTn>
                                        <p:tgtEl>
                                          <p:spTgt spid="42"/>
                                        </p:tgtEl>
                                        <p:attrNameLst>
                                          <p:attrName>style.visibility</p:attrName>
                                        </p:attrNameLst>
                                      </p:cBhvr>
                                      <p:to>
                                        <p:strVal val="visible"/>
                                      </p:to>
                                    </p:set>
                                    <p:animEffect transition="in" filter="dissolve">
                                      <p:cBhvr>
                                        <p:cTn id="20" dur="500"/>
                                        <p:tgtEl>
                                          <p:spTgt spid="42"/>
                                        </p:tgtEl>
                                      </p:cBhvr>
                                    </p:animEffect>
                                  </p:childTnLst>
                                </p:cTn>
                              </p:par>
                            </p:childTnLst>
                          </p:cTn>
                        </p:par>
                        <p:par>
                          <p:cTn id="21" fill="hold">
                            <p:stCondLst>
                              <p:cond delay="1500"/>
                            </p:stCondLst>
                            <p:childTnLst>
                              <p:par>
                                <p:cTn id="22" presetID="22" presetClass="entr" presetSubtype="1" fill="hold" nodeType="afterEffect">
                                  <p:stCondLst>
                                    <p:cond delay="0"/>
                                  </p:stCondLst>
                                  <p:childTnLst>
                                    <p:set>
                                      <p:cBhvr>
                                        <p:cTn id="23" dur="1" fill="hold">
                                          <p:stCondLst>
                                            <p:cond delay="0"/>
                                          </p:stCondLst>
                                        </p:cTn>
                                        <p:tgtEl>
                                          <p:spTgt spid="38"/>
                                        </p:tgtEl>
                                        <p:attrNameLst>
                                          <p:attrName>style.visibility</p:attrName>
                                        </p:attrNameLst>
                                      </p:cBhvr>
                                      <p:to>
                                        <p:strVal val="visible"/>
                                      </p:to>
                                    </p:set>
                                    <p:animEffect transition="in" filter="wipe(up)">
                                      <p:cBhvr>
                                        <p:cTn id="24"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animBg="1"/>
      <p:bldP spid="42" grpId="0" autoUpdateAnimBg="0"/>
      <p:bldP spid="2"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 name="Freeform 8"/>
          <p:cNvSpPr>
            <a:spLocks/>
          </p:cNvSpPr>
          <p:nvPr/>
        </p:nvSpPr>
        <p:spPr bwMode="auto">
          <a:xfrm>
            <a:off x="6448392" y="3087543"/>
            <a:ext cx="629123" cy="1975352"/>
          </a:xfrm>
          <a:custGeom>
            <a:avLst/>
            <a:gdLst>
              <a:gd name="T0" fmla="*/ 0 w 327"/>
              <a:gd name="T1" fmla="*/ 300423 h 991"/>
              <a:gd name="T2" fmla="*/ 0 w 327"/>
              <a:gd name="T3" fmla="*/ 1636251 h 991"/>
              <a:gd name="T4" fmla="*/ 516939 w 327"/>
              <a:gd name="T5" fmla="*/ 1327711 h 991"/>
              <a:gd name="T6" fmla="*/ 516939 w 327"/>
              <a:gd name="T7" fmla="*/ 0 h 991"/>
              <a:gd name="T8" fmla="*/ 0 w 327"/>
              <a:gd name="T9" fmla="*/ 300423 h 99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7" h="991">
                <a:moveTo>
                  <a:pt x="0" y="182"/>
                </a:moveTo>
                <a:lnTo>
                  <a:pt x="0" y="991"/>
                </a:lnTo>
                <a:lnTo>
                  <a:pt x="327" y="804"/>
                </a:lnTo>
                <a:lnTo>
                  <a:pt x="327" y="0"/>
                </a:lnTo>
                <a:lnTo>
                  <a:pt x="0" y="182"/>
                </a:lnTo>
                <a:close/>
              </a:path>
            </a:pathLst>
          </a:custGeom>
          <a:solidFill>
            <a:srgbClr val="CCECFF">
              <a:alpha val="50195"/>
            </a:srgbClr>
          </a:solidFill>
          <a:ln w="28575" cap="flat" cmpd="sng">
            <a:solidFill>
              <a:srgbClr val="000066"/>
            </a:solidFill>
            <a:prstDash val="solid"/>
            <a:round/>
            <a:headEnd/>
            <a:tailEnd/>
          </a:ln>
          <a:effectLst/>
          <a:extLst/>
        </p:spPr>
        <p:txBody>
          <a:bodyPr/>
          <a:lstStyle/>
          <a:p>
            <a:endParaRPr lang="zh-CN" altLang="en-US" sz="1800">
              <a:cs typeface="Times New Roman" panose="02020603050405020304" pitchFamily="18" charset="0"/>
            </a:endParaRPr>
          </a:p>
        </p:txBody>
      </p:sp>
      <p:cxnSp>
        <p:nvCxnSpPr>
          <p:cNvPr id="3" name="直接连接符 2"/>
          <p:cNvCxnSpPr/>
          <p:nvPr/>
        </p:nvCxnSpPr>
        <p:spPr bwMode="auto">
          <a:xfrm flipV="1">
            <a:off x="6770105" y="3214842"/>
            <a:ext cx="0" cy="2196294"/>
          </a:xfrm>
          <a:prstGeom prst="line">
            <a:avLst/>
          </a:prstGeom>
          <a:noFill/>
          <a:ln w="9525" cap="flat" cmpd="sng" algn="ctr">
            <a:solidFill>
              <a:schemeClr val="tx1"/>
            </a:solidFill>
            <a:prstDash val="lgDashDot"/>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46</a:t>
            </a:fld>
            <a:endParaRPr lang="zh-CN" altLang="en-US" dirty="0">
              <a:solidFill>
                <a:srgbClr val="C00000"/>
              </a:solidFill>
            </a:endParaRPr>
          </a:p>
        </p:txBody>
      </p:sp>
      <p:sp>
        <p:nvSpPr>
          <p:cNvPr id="61" name="Text Box 2"/>
          <p:cNvSpPr txBox="1">
            <a:spLocks noChangeArrowheads="1"/>
          </p:cNvSpPr>
          <p:nvPr/>
        </p:nvSpPr>
        <p:spPr bwMode="auto">
          <a:xfrm>
            <a:off x="2083325" y="5690239"/>
            <a:ext cx="580691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gn="ctr" eaLnBrk="1" hangingPunct="1">
              <a:lnSpc>
                <a:spcPct val="100000"/>
              </a:lnSpc>
              <a:spcBef>
                <a:spcPct val="0"/>
              </a:spcBef>
              <a:spcAft>
                <a:spcPct val="0"/>
              </a:spcAft>
            </a:pPr>
            <a:r>
              <a:rPr kumimoji="1" lang="zh-CN" altLang="en-US" sz="4000" b="1" dirty="0">
                <a:solidFill>
                  <a:srgbClr val="000066"/>
                </a:solidFill>
                <a:latin typeface="黑体" pitchFamily="2" charset="-122"/>
                <a:ea typeface="黑体" pitchFamily="2" charset="-122"/>
              </a:rPr>
              <a:t>瑞典条分法</a:t>
            </a:r>
          </a:p>
        </p:txBody>
      </p:sp>
      <p:sp>
        <p:nvSpPr>
          <p:cNvPr id="55" name="Text Box 7"/>
          <p:cNvSpPr txBox="1">
            <a:spLocks noChangeArrowheads="1"/>
          </p:cNvSpPr>
          <p:nvPr/>
        </p:nvSpPr>
        <p:spPr bwMode="auto">
          <a:xfrm>
            <a:off x="0" y="0"/>
            <a:ext cx="5420412"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1800" b="1" kern="900" spc="130" dirty="0" smtClean="0">
                <a:solidFill>
                  <a:srgbClr val="000066"/>
                </a:solidFill>
                <a:ea typeface="黑体" panose="02010609060101010101" pitchFamily="49" charset="-122"/>
                <a:cs typeface="Times New Roman" panose="02020603050405020304" pitchFamily="18" charset="0"/>
              </a:rPr>
              <a:t>§7.3  </a:t>
            </a:r>
            <a:r>
              <a:rPr lang="zh-CN" altLang="en-US" sz="1800" b="1" kern="900" spc="130" dirty="0" smtClean="0">
                <a:solidFill>
                  <a:srgbClr val="000066"/>
                </a:solidFill>
                <a:ea typeface="黑体" panose="02010609060101010101" pitchFamily="49" charset="-122"/>
                <a:cs typeface="Times New Roman" panose="02020603050405020304" pitchFamily="18" charset="0"/>
              </a:rPr>
              <a:t>黏性</a:t>
            </a:r>
            <a:r>
              <a:rPr lang="zh-CN" altLang="en-US" sz="1800" b="1" kern="900" spc="130" dirty="0">
                <a:solidFill>
                  <a:srgbClr val="000066"/>
                </a:solidFill>
                <a:ea typeface="黑体" panose="02010609060101010101" pitchFamily="49" charset="-122"/>
                <a:cs typeface="Times New Roman" panose="02020603050405020304" pitchFamily="18" charset="0"/>
              </a:rPr>
              <a:t>土坡的稳定</a:t>
            </a:r>
            <a:r>
              <a:rPr lang="zh-CN" altLang="en-US" sz="1800" b="1" kern="900" spc="130" dirty="0" smtClean="0">
                <a:solidFill>
                  <a:srgbClr val="000066"/>
                </a:solidFill>
                <a:ea typeface="黑体" panose="02010609060101010101" pitchFamily="49" charset="-122"/>
                <a:cs typeface="Times New Roman" panose="02020603050405020304" pitchFamily="18" charset="0"/>
              </a:rPr>
              <a:t>分析 </a:t>
            </a:r>
            <a:r>
              <a:rPr lang="en-US" altLang="zh-CN" sz="1800" b="1" kern="900" spc="130" dirty="0" smtClean="0">
                <a:solidFill>
                  <a:srgbClr val="000066"/>
                </a:solidFill>
                <a:ea typeface="黑体" panose="02010609060101010101" pitchFamily="49" charset="-122"/>
                <a:cs typeface="Times New Roman" panose="02020603050405020304" pitchFamily="18" charset="0"/>
              </a:rPr>
              <a:t>- </a:t>
            </a:r>
            <a:r>
              <a:rPr lang="zh-CN" altLang="en-US" sz="1800" b="1" kern="900" spc="130" dirty="0" smtClean="0">
                <a:solidFill>
                  <a:srgbClr val="000066"/>
                </a:solidFill>
                <a:ea typeface="黑体" panose="02010609060101010101" pitchFamily="49" charset="-122"/>
                <a:cs typeface="Times New Roman" panose="02020603050405020304" pitchFamily="18" charset="0"/>
              </a:rPr>
              <a:t>瑞典</a:t>
            </a:r>
            <a:r>
              <a:rPr lang="zh-CN" altLang="en-US" sz="1800" b="1" kern="900" spc="130" dirty="0">
                <a:solidFill>
                  <a:srgbClr val="000066"/>
                </a:solidFill>
                <a:ea typeface="黑体" panose="02010609060101010101" pitchFamily="49" charset="-122"/>
                <a:cs typeface="Times New Roman" panose="02020603050405020304" pitchFamily="18" charset="0"/>
              </a:rPr>
              <a:t>条分</a:t>
            </a:r>
            <a:r>
              <a:rPr lang="zh-CN" altLang="en-US" sz="1800" b="1" kern="900" spc="130" dirty="0" smtClean="0">
                <a:solidFill>
                  <a:srgbClr val="000066"/>
                </a:solidFill>
                <a:ea typeface="黑体" panose="02010609060101010101" pitchFamily="49" charset="-122"/>
                <a:cs typeface="Times New Roman" panose="02020603050405020304" pitchFamily="18" charset="0"/>
              </a:rPr>
              <a:t>法</a:t>
            </a:r>
            <a:endParaRPr lang="zh-CN" altLang="en-US" sz="1800" b="1" kern="900" spc="130" dirty="0">
              <a:solidFill>
                <a:srgbClr val="000066"/>
              </a:solidFill>
              <a:ea typeface="黑体" panose="02010609060101010101" pitchFamily="49" charset="-122"/>
              <a:cs typeface="Times New Roman" panose="02020603050405020304" pitchFamily="18" charset="0"/>
            </a:endParaRPr>
          </a:p>
        </p:txBody>
      </p:sp>
      <p:sp>
        <p:nvSpPr>
          <p:cNvPr id="219" name="Text Box 4"/>
          <p:cNvSpPr txBox="1">
            <a:spLocks noChangeArrowheads="1"/>
          </p:cNvSpPr>
          <p:nvPr/>
        </p:nvSpPr>
        <p:spPr bwMode="auto">
          <a:xfrm>
            <a:off x="356695" y="693507"/>
            <a:ext cx="2275187" cy="4977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358775" indent="-358775" eaLnBrk="1" hangingPunct="1">
              <a:lnSpc>
                <a:spcPct val="120000"/>
              </a:lnSpc>
              <a:spcBef>
                <a:spcPts val="600"/>
              </a:spcBef>
              <a:spcAft>
                <a:spcPts val="0"/>
              </a:spcAft>
              <a:buClr>
                <a:srgbClr val="A50021"/>
              </a:buClr>
              <a:buSzPct val="100000"/>
              <a:buFont typeface="Wingdings" panose="05000000000000000000" pitchFamily="2" charset="2"/>
              <a:buChar char="n"/>
            </a:pPr>
            <a:r>
              <a:rPr lang="zh-CN" altLang="en-US" sz="2400" b="1" dirty="0" smtClean="0">
                <a:solidFill>
                  <a:srgbClr val="A50021"/>
                </a:solidFill>
                <a:latin typeface="微软雅黑" panose="020B0503020204020204" pitchFamily="34" charset="-122"/>
                <a:ea typeface="微软雅黑" panose="020B0503020204020204" pitchFamily="34" charset="-122"/>
              </a:rPr>
              <a:t>基本假设：</a:t>
            </a:r>
            <a:endParaRPr lang="zh-CN" altLang="en-US" sz="2400" b="1" dirty="0">
              <a:solidFill>
                <a:srgbClr val="000066"/>
              </a:solidFill>
              <a:ea typeface="幼圆" pitchFamily="49" charset="-122"/>
            </a:endParaRPr>
          </a:p>
        </p:txBody>
      </p:sp>
      <p:sp>
        <p:nvSpPr>
          <p:cNvPr id="99" name="Text Box 4"/>
          <p:cNvSpPr txBox="1">
            <a:spLocks noChangeArrowheads="1"/>
          </p:cNvSpPr>
          <p:nvPr/>
        </p:nvSpPr>
        <p:spPr bwMode="auto">
          <a:xfrm>
            <a:off x="866774" y="1196590"/>
            <a:ext cx="3482975" cy="1292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180975" indent="-180975" eaLnBrk="1" hangingPunct="1">
              <a:lnSpc>
                <a:spcPct val="130000"/>
              </a:lnSpc>
              <a:spcBef>
                <a:spcPts val="0"/>
              </a:spcBef>
              <a:spcAft>
                <a:spcPts val="0"/>
              </a:spcAft>
              <a:buClr>
                <a:srgbClr val="A50021"/>
              </a:buClr>
              <a:buSzPct val="130000"/>
              <a:buFont typeface="Arial" panose="020B0604020202020204" pitchFamily="34" charset="0"/>
              <a:buChar char="•"/>
            </a:pPr>
            <a:r>
              <a:rPr lang="zh-CN" altLang="en-US" sz="2000" b="1" dirty="0" smtClean="0">
                <a:solidFill>
                  <a:srgbClr val="000066"/>
                </a:solidFill>
                <a:ea typeface="幼圆" pitchFamily="49" charset="-122"/>
                <a:cs typeface="Times New Roman" panose="02020603050405020304" pitchFamily="18" charset="0"/>
              </a:rPr>
              <a:t>滑动面是一个圆弧面</a:t>
            </a:r>
            <a:endParaRPr lang="en-US" altLang="zh-CN" sz="2000" b="1" dirty="0" smtClean="0">
              <a:solidFill>
                <a:srgbClr val="000066"/>
              </a:solidFill>
              <a:ea typeface="幼圆" pitchFamily="49" charset="-122"/>
              <a:cs typeface="Times New Roman" panose="02020603050405020304" pitchFamily="18" charset="0"/>
            </a:endParaRPr>
          </a:p>
          <a:p>
            <a:pPr marL="180975" indent="-180975" eaLnBrk="1" hangingPunct="1">
              <a:lnSpc>
                <a:spcPct val="130000"/>
              </a:lnSpc>
              <a:spcBef>
                <a:spcPts val="0"/>
              </a:spcBef>
              <a:spcAft>
                <a:spcPts val="0"/>
              </a:spcAft>
              <a:buClr>
                <a:srgbClr val="A50021"/>
              </a:buClr>
              <a:buSzPct val="130000"/>
              <a:buFont typeface="Arial" panose="020B0604020202020204" pitchFamily="34" charset="0"/>
              <a:buChar char="•"/>
            </a:pPr>
            <a:r>
              <a:rPr lang="zh-CN" altLang="en-US" sz="2000" b="1" dirty="0" smtClean="0">
                <a:solidFill>
                  <a:srgbClr val="000066"/>
                </a:solidFill>
                <a:ea typeface="幼圆" pitchFamily="49" charset="-122"/>
                <a:cs typeface="Times New Roman" panose="02020603050405020304" pitchFamily="18" charset="0"/>
              </a:rPr>
              <a:t>条块间的作用力可以忽略</a:t>
            </a:r>
            <a:endParaRPr lang="en-US" altLang="zh-CN" sz="2000" b="1" dirty="0" smtClean="0">
              <a:solidFill>
                <a:srgbClr val="000066"/>
              </a:solidFill>
              <a:ea typeface="幼圆" pitchFamily="49" charset="-122"/>
              <a:cs typeface="Times New Roman" panose="02020603050405020304" pitchFamily="18" charset="0"/>
            </a:endParaRPr>
          </a:p>
          <a:p>
            <a:pPr marL="180975" indent="-180975" eaLnBrk="1" hangingPunct="1">
              <a:lnSpc>
                <a:spcPct val="130000"/>
              </a:lnSpc>
              <a:spcBef>
                <a:spcPts val="0"/>
              </a:spcBef>
              <a:spcAft>
                <a:spcPts val="0"/>
              </a:spcAft>
              <a:buClr>
                <a:srgbClr val="A50021"/>
              </a:buClr>
              <a:buSzPct val="130000"/>
              <a:buFont typeface="Arial" panose="020B0604020202020204" pitchFamily="34" charset="0"/>
              <a:buChar char="•"/>
            </a:pPr>
            <a:r>
              <a:rPr lang="en-US" altLang="zh-CN" sz="2000" b="1" i="1" dirty="0" smtClean="0">
                <a:solidFill>
                  <a:srgbClr val="000066"/>
                </a:solidFill>
                <a:ea typeface="幼圆" pitchFamily="49" charset="-122"/>
                <a:cs typeface="Times New Roman" panose="02020603050405020304" pitchFamily="18" charset="0"/>
              </a:rPr>
              <a:t>W</a:t>
            </a:r>
            <a:r>
              <a:rPr lang="en-US" altLang="zh-CN" sz="2000" b="1" i="1" baseline="-25000" dirty="0" smtClean="0">
                <a:solidFill>
                  <a:srgbClr val="000066"/>
                </a:solidFill>
                <a:ea typeface="幼圆" pitchFamily="49" charset="-122"/>
                <a:cs typeface="Times New Roman" panose="02020603050405020304" pitchFamily="18" charset="0"/>
              </a:rPr>
              <a:t>i</a:t>
            </a:r>
            <a:r>
              <a:rPr lang="zh-CN" altLang="en-US" sz="2000" b="1" dirty="0" smtClean="0">
                <a:solidFill>
                  <a:srgbClr val="000066"/>
                </a:solidFill>
                <a:ea typeface="幼圆" pitchFamily="49" charset="-122"/>
                <a:cs typeface="Times New Roman" panose="02020603050405020304" pitchFamily="18" charset="0"/>
              </a:rPr>
              <a:t>和</a:t>
            </a:r>
            <a:r>
              <a:rPr lang="en-US" altLang="zh-CN" sz="2000" b="1" i="1" dirty="0" smtClean="0">
                <a:solidFill>
                  <a:srgbClr val="000066"/>
                </a:solidFill>
                <a:ea typeface="幼圆" pitchFamily="49" charset="-122"/>
                <a:cs typeface="Times New Roman" panose="02020603050405020304" pitchFamily="18" charset="0"/>
              </a:rPr>
              <a:t>N</a:t>
            </a:r>
            <a:r>
              <a:rPr lang="en-US" altLang="zh-CN" sz="2000" b="1" i="1" baseline="-25000" dirty="0" smtClean="0">
                <a:solidFill>
                  <a:srgbClr val="000066"/>
                </a:solidFill>
                <a:ea typeface="幼圆" pitchFamily="49" charset="-122"/>
                <a:cs typeface="Times New Roman" panose="02020603050405020304" pitchFamily="18" charset="0"/>
              </a:rPr>
              <a:t>i</a:t>
            </a:r>
            <a:r>
              <a:rPr lang="zh-CN" altLang="en-US" sz="2000" b="1" dirty="0" smtClean="0">
                <a:solidFill>
                  <a:srgbClr val="000066"/>
                </a:solidFill>
                <a:ea typeface="幼圆" pitchFamily="49" charset="-122"/>
                <a:cs typeface="Times New Roman" panose="02020603050405020304" pitchFamily="18" charset="0"/>
              </a:rPr>
              <a:t>作用在土条中线上</a:t>
            </a:r>
            <a:endParaRPr lang="en-US" altLang="zh-CN" sz="2000" b="1" dirty="0" smtClean="0">
              <a:solidFill>
                <a:srgbClr val="000066"/>
              </a:solidFill>
              <a:ea typeface="幼圆" pitchFamily="49" charset="-122"/>
              <a:cs typeface="Times New Roman" panose="02020603050405020304" pitchFamily="18" charset="0"/>
            </a:endParaRPr>
          </a:p>
        </p:txBody>
      </p:sp>
      <p:sp>
        <p:nvSpPr>
          <p:cNvPr id="105" name="Line 9"/>
          <p:cNvSpPr>
            <a:spLocks noChangeShapeType="1"/>
          </p:cNvSpPr>
          <p:nvPr/>
        </p:nvSpPr>
        <p:spPr bwMode="auto">
          <a:xfrm>
            <a:off x="6763071" y="3940678"/>
            <a:ext cx="0" cy="496098"/>
          </a:xfrm>
          <a:prstGeom prst="line">
            <a:avLst/>
          </a:prstGeom>
          <a:noFill/>
          <a:ln w="28575">
            <a:solidFill>
              <a:srgbClr val="C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00">
              <a:cs typeface="Times New Roman" panose="02020603050405020304" pitchFamily="18" charset="0"/>
            </a:endParaRPr>
          </a:p>
        </p:txBody>
      </p:sp>
      <p:sp>
        <p:nvSpPr>
          <p:cNvPr id="106" name="Text Box 10"/>
          <p:cNvSpPr txBox="1">
            <a:spLocks noChangeArrowheads="1"/>
          </p:cNvSpPr>
          <p:nvPr/>
        </p:nvSpPr>
        <p:spPr bwMode="auto">
          <a:xfrm>
            <a:off x="6694021" y="3732271"/>
            <a:ext cx="454706" cy="385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800">
                <a:solidFill>
                  <a:schemeClr val="tx1"/>
                </a:solidFill>
                <a:latin typeface="Times New Roman" pitchFamily="18" charset="0"/>
                <a:ea typeface="宋体" charset="-122"/>
              </a:defRPr>
            </a:lvl1pPr>
            <a:lvl2pPr marL="742950" indent="-285750" eaLnBrk="0" hangingPunct="0">
              <a:defRPr kumimoji="1" sz="2800">
                <a:solidFill>
                  <a:schemeClr val="tx1"/>
                </a:solidFill>
                <a:latin typeface="Times New Roman" pitchFamily="18" charset="0"/>
                <a:ea typeface="宋体" charset="-122"/>
              </a:defRPr>
            </a:lvl2pPr>
            <a:lvl3pPr marL="1143000" indent="-228600" eaLnBrk="0" hangingPunct="0">
              <a:defRPr kumimoji="1" sz="2800">
                <a:solidFill>
                  <a:schemeClr val="tx1"/>
                </a:solidFill>
                <a:latin typeface="Times New Roman" pitchFamily="18" charset="0"/>
                <a:ea typeface="宋体" charset="-122"/>
              </a:defRPr>
            </a:lvl3pPr>
            <a:lvl4pPr marL="1600200" indent="-228600" eaLnBrk="0" hangingPunct="0">
              <a:defRPr kumimoji="1" sz="2800">
                <a:solidFill>
                  <a:schemeClr val="tx1"/>
                </a:solidFill>
                <a:latin typeface="Times New Roman" pitchFamily="18" charset="0"/>
                <a:ea typeface="宋体" charset="-122"/>
              </a:defRPr>
            </a:lvl4pPr>
            <a:lvl5pPr marL="2057400" indent="-228600" eaLnBrk="0" hangingPunct="0">
              <a:defRPr kumimoji="1" sz="2800">
                <a:solidFill>
                  <a:schemeClr val="tx1"/>
                </a:solidFill>
                <a:latin typeface="Times New Roman" pitchFamily="18" charset="0"/>
                <a:ea typeface="宋体" charset="-122"/>
              </a:defRPr>
            </a:lvl5pPr>
            <a:lvl6pPr marL="2514600" indent="-228600" eaLnBrk="0" fontAlgn="base" hangingPunct="0">
              <a:spcBef>
                <a:spcPct val="50000"/>
              </a:spcBef>
              <a:spcAft>
                <a:spcPct val="0"/>
              </a:spcAft>
              <a:defRPr kumimoji="1" sz="2800">
                <a:solidFill>
                  <a:schemeClr val="tx1"/>
                </a:solidFill>
                <a:latin typeface="Times New Roman" pitchFamily="18" charset="0"/>
                <a:ea typeface="宋体" charset="-122"/>
              </a:defRPr>
            </a:lvl6pPr>
            <a:lvl7pPr marL="2971800" indent="-228600" eaLnBrk="0" fontAlgn="base" hangingPunct="0">
              <a:spcBef>
                <a:spcPct val="50000"/>
              </a:spcBef>
              <a:spcAft>
                <a:spcPct val="0"/>
              </a:spcAft>
              <a:defRPr kumimoji="1" sz="2800">
                <a:solidFill>
                  <a:schemeClr val="tx1"/>
                </a:solidFill>
                <a:latin typeface="Times New Roman" pitchFamily="18" charset="0"/>
                <a:ea typeface="宋体" charset="-122"/>
              </a:defRPr>
            </a:lvl7pPr>
            <a:lvl8pPr marL="3429000" indent="-228600" eaLnBrk="0" fontAlgn="base" hangingPunct="0">
              <a:spcBef>
                <a:spcPct val="50000"/>
              </a:spcBef>
              <a:spcAft>
                <a:spcPct val="0"/>
              </a:spcAft>
              <a:defRPr kumimoji="1" sz="2800">
                <a:solidFill>
                  <a:schemeClr val="tx1"/>
                </a:solidFill>
                <a:latin typeface="Times New Roman" pitchFamily="18" charset="0"/>
                <a:ea typeface="宋体" charset="-122"/>
              </a:defRPr>
            </a:lvl8pPr>
            <a:lvl9pPr marL="3886200" indent="-228600" eaLnBrk="0" fontAlgn="base" hangingPunct="0">
              <a:spcBef>
                <a:spcPct val="50000"/>
              </a:spcBef>
              <a:spcAft>
                <a:spcPct val="0"/>
              </a:spcAft>
              <a:defRPr kumimoji="1" sz="2800">
                <a:solidFill>
                  <a:schemeClr val="tx1"/>
                </a:solidFill>
                <a:latin typeface="Times New Roman" pitchFamily="18" charset="0"/>
                <a:ea typeface="宋体" charset="-122"/>
              </a:defRPr>
            </a:lvl9pPr>
          </a:lstStyle>
          <a:p>
            <a:pPr eaLnBrk="1" hangingPunct="1"/>
            <a:r>
              <a:rPr lang="en-US" altLang="zh-CN" sz="1800" b="1" i="1" dirty="0">
                <a:solidFill>
                  <a:srgbClr val="C00000"/>
                </a:solidFill>
                <a:cs typeface="Times New Roman" panose="02020603050405020304" pitchFamily="18" charset="0"/>
              </a:rPr>
              <a:t>W</a:t>
            </a:r>
            <a:r>
              <a:rPr lang="en-US" altLang="zh-CN" sz="1800" b="1" baseline="-25000" dirty="0">
                <a:solidFill>
                  <a:srgbClr val="C00000"/>
                </a:solidFill>
                <a:cs typeface="Times New Roman" panose="02020603050405020304" pitchFamily="18" charset="0"/>
              </a:rPr>
              <a:t>i</a:t>
            </a:r>
          </a:p>
        </p:txBody>
      </p:sp>
      <p:sp>
        <p:nvSpPr>
          <p:cNvPr id="118" name="Line 22"/>
          <p:cNvSpPr>
            <a:spLocks noChangeShapeType="1"/>
          </p:cNvSpPr>
          <p:nvPr/>
        </p:nvSpPr>
        <p:spPr bwMode="auto">
          <a:xfrm flipV="1">
            <a:off x="6523822" y="4839844"/>
            <a:ext cx="554512" cy="338252"/>
          </a:xfrm>
          <a:prstGeom prst="line">
            <a:avLst/>
          </a:prstGeom>
          <a:noFill/>
          <a:ln w="28575">
            <a:solidFill>
              <a:srgbClr val="C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00">
              <a:cs typeface="Times New Roman" panose="02020603050405020304" pitchFamily="18" charset="0"/>
            </a:endParaRPr>
          </a:p>
        </p:txBody>
      </p:sp>
      <p:sp>
        <p:nvSpPr>
          <p:cNvPr id="119" name="Line 23"/>
          <p:cNvSpPr>
            <a:spLocks noChangeShapeType="1"/>
          </p:cNvSpPr>
          <p:nvPr/>
        </p:nvSpPr>
        <p:spPr bwMode="auto">
          <a:xfrm flipH="1" flipV="1">
            <a:off x="6766919" y="4865413"/>
            <a:ext cx="314335" cy="541364"/>
          </a:xfrm>
          <a:prstGeom prst="line">
            <a:avLst/>
          </a:prstGeom>
          <a:noFill/>
          <a:ln w="28575">
            <a:solidFill>
              <a:srgbClr val="C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00">
              <a:cs typeface="Times New Roman" panose="02020603050405020304" pitchFamily="18" charset="0"/>
            </a:endParaRPr>
          </a:p>
        </p:txBody>
      </p:sp>
      <p:sp>
        <p:nvSpPr>
          <p:cNvPr id="120" name="Text Box 24"/>
          <p:cNvSpPr txBox="1">
            <a:spLocks noChangeArrowheads="1"/>
          </p:cNvSpPr>
          <p:nvPr/>
        </p:nvSpPr>
        <p:spPr bwMode="auto">
          <a:xfrm>
            <a:off x="7040761" y="5141669"/>
            <a:ext cx="551749" cy="385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a:solidFill>
                  <a:schemeClr val="tx1"/>
                </a:solidFill>
                <a:latin typeface="Times New Roman" pitchFamily="18" charset="0"/>
                <a:ea typeface="宋体" charset="-122"/>
              </a:defRPr>
            </a:lvl1pPr>
            <a:lvl2pPr marL="742950" indent="-285750" eaLnBrk="0" hangingPunct="0">
              <a:defRPr kumimoji="1" sz="2800">
                <a:solidFill>
                  <a:schemeClr val="tx1"/>
                </a:solidFill>
                <a:latin typeface="Times New Roman" pitchFamily="18" charset="0"/>
                <a:ea typeface="宋体" charset="-122"/>
              </a:defRPr>
            </a:lvl2pPr>
            <a:lvl3pPr marL="1143000" indent="-228600" eaLnBrk="0" hangingPunct="0">
              <a:defRPr kumimoji="1" sz="2800">
                <a:solidFill>
                  <a:schemeClr val="tx1"/>
                </a:solidFill>
                <a:latin typeface="Times New Roman" pitchFamily="18" charset="0"/>
                <a:ea typeface="宋体" charset="-122"/>
              </a:defRPr>
            </a:lvl3pPr>
            <a:lvl4pPr marL="1600200" indent="-228600" eaLnBrk="0" hangingPunct="0">
              <a:defRPr kumimoji="1" sz="2800">
                <a:solidFill>
                  <a:schemeClr val="tx1"/>
                </a:solidFill>
                <a:latin typeface="Times New Roman" pitchFamily="18" charset="0"/>
                <a:ea typeface="宋体" charset="-122"/>
              </a:defRPr>
            </a:lvl4pPr>
            <a:lvl5pPr marL="2057400" indent="-228600" eaLnBrk="0" hangingPunct="0">
              <a:defRPr kumimoji="1" sz="2800">
                <a:solidFill>
                  <a:schemeClr val="tx1"/>
                </a:solidFill>
                <a:latin typeface="Times New Roman" pitchFamily="18" charset="0"/>
                <a:ea typeface="宋体" charset="-122"/>
              </a:defRPr>
            </a:lvl5pPr>
            <a:lvl6pPr marL="2514600" indent="-228600" eaLnBrk="0" fontAlgn="base" hangingPunct="0">
              <a:spcBef>
                <a:spcPct val="50000"/>
              </a:spcBef>
              <a:spcAft>
                <a:spcPct val="0"/>
              </a:spcAft>
              <a:defRPr kumimoji="1" sz="2800">
                <a:solidFill>
                  <a:schemeClr val="tx1"/>
                </a:solidFill>
                <a:latin typeface="Times New Roman" pitchFamily="18" charset="0"/>
                <a:ea typeface="宋体" charset="-122"/>
              </a:defRPr>
            </a:lvl6pPr>
            <a:lvl7pPr marL="2971800" indent="-228600" eaLnBrk="0" fontAlgn="base" hangingPunct="0">
              <a:spcBef>
                <a:spcPct val="50000"/>
              </a:spcBef>
              <a:spcAft>
                <a:spcPct val="0"/>
              </a:spcAft>
              <a:defRPr kumimoji="1" sz="2800">
                <a:solidFill>
                  <a:schemeClr val="tx1"/>
                </a:solidFill>
                <a:latin typeface="Times New Roman" pitchFamily="18" charset="0"/>
                <a:ea typeface="宋体" charset="-122"/>
              </a:defRPr>
            </a:lvl7pPr>
            <a:lvl8pPr marL="3429000" indent="-228600" eaLnBrk="0" fontAlgn="base" hangingPunct="0">
              <a:spcBef>
                <a:spcPct val="50000"/>
              </a:spcBef>
              <a:spcAft>
                <a:spcPct val="0"/>
              </a:spcAft>
              <a:defRPr kumimoji="1" sz="2800">
                <a:solidFill>
                  <a:schemeClr val="tx1"/>
                </a:solidFill>
                <a:latin typeface="Times New Roman" pitchFamily="18" charset="0"/>
                <a:ea typeface="宋体" charset="-122"/>
              </a:defRPr>
            </a:lvl8pPr>
            <a:lvl9pPr marL="3886200" indent="-228600" eaLnBrk="0" fontAlgn="base" hangingPunct="0">
              <a:spcBef>
                <a:spcPct val="50000"/>
              </a:spcBef>
              <a:spcAft>
                <a:spcPct val="0"/>
              </a:spcAft>
              <a:defRPr kumimoji="1" sz="2800">
                <a:solidFill>
                  <a:schemeClr val="tx1"/>
                </a:solidFill>
                <a:latin typeface="Times New Roman" pitchFamily="18" charset="0"/>
                <a:ea typeface="宋体" charset="-122"/>
              </a:defRPr>
            </a:lvl9pPr>
          </a:lstStyle>
          <a:p>
            <a:pPr eaLnBrk="1" hangingPunct="1"/>
            <a:r>
              <a:rPr lang="en-US" altLang="zh-CN" sz="1800" b="1" i="1" dirty="0">
                <a:solidFill>
                  <a:srgbClr val="C00000"/>
                </a:solidFill>
                <a:cs typeface="Times New Roman" panose="02020603050405020304" pitchFamily="18" charset="0"/>
              </a:rPr>
              <a:t>N</a:t>
            </a:r>
            <a:r>
              <a:rPr lang="en-US" altLang="zh-CN" sz="1800" b="1" baseline="-25000" dirty="0">
                <a:solidFill>
                  <a:srgbClr val="C00000"/>
                </a:solidFill>
                <a:cs typeface="Times New Roman" panose="02020603050405020304" pitchFamily="18" charset="0"/>
              </a:rPr>
              <a:t>i</a:t>
            </a:r>
          </a:p>
        </p:txBody>
      </p:sp>
      <p:sp>
        <p:nvSpPr>
          <p:cNvPr id="121" name="Text Box 25"/>
          <p:cNvSpPr txBox="1">
            <a:spLocks noChangeArrowheads="1"/>
          </p:cNvSpPr>
          <p:nvPr/>
        </p:nvSpPr>
        <p:spPr bwMode="auto">
          <a:xfrm>
            <a:off x="7026236" y="4750574"/>
            <a:ext cx="416177" cy="2930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tIns="0" bIns="0">
            <a:spAutoFit/>
          </a:bodyPr>
          <a:lstStyle>
            <a:lvl1pPr eaLnBrk="0" hangingPunct="0">
              <a:defRPr kumimoji="1" sz="2800">
                <a:solidFill>
                  <a:schemeClr val="tx1"/>
                </a:solidFill>
                <a:latin typeface="Times New Roman" pitchFamily="18" charset="0"/>
                <a:ea typeface="宋体" charset="-122"/>
              </a:defRPr>
            </a:lvl1pPr>
            <a:lvl2pPr marL="742950" indent="-285750" eaLnBrk="0" hangingPunct="0">
              <a:defRPr kumimoji="1" sz="2800">
                <a:solidFill>
                  <a:schemeClr val="tx1"/>
                </a:solidFill>
                <a:latin typeface="Times New Roman" pitchFamily="18" charset="0"/>
                <a:ea typeface="宋体" charset="-122"/>
              </a:defRPr>
            </a:lvl2pPr>
            <a:lvl3pPr marL="1143000" indent="-228600" eaLnBrk="0" hangingPunct="0">
              <a:defRPr kumimoji="1" sz="2800">
                <a:solidFill>
                  <a:schemeClr val="tx1"/>
                </a:solidFill>
                <a:latin typeface="Times New Roman" pitchFamily="18" charset="0"/>
                <a:ea typeface="宋体" charset="-122"/>
              </a:defRPr>
            </a:lvl3pPr>
            <a:lvl4pPr marL="1600200" indent="-228600" eaLnBrk="0" hangingPunct="0">
              <a:defRPr kumimoji="1" sz="2800">
                <a:solidFill>
                  <a:schemeClr val="tx1"/>
                </a:solidFill>
                <a:latin typeface="Times New Roman" pitchFamily="18" charset="0"/>
                <a:ea typeface="宋体" charset="-122"/>
              </a:defRPr>
            </a:lvl4pPr>
            <a:lvl5pPr marL="2057400" indent="-228600" eaLnBrk="0" hangingPunct="0">
              <a:defRPr kumimoji="1" sz="2800">
                <a:solidFill>
                  <a:schemeClr val="tx1"/>
                </a:solidFill>
                <a:latin typeface="Times New Roman" pitchFamily="18" charset="0"/>
                <a:ea typeface="宋体" charset="-122"/>
              </a:defRPr>
            </a:lvl5pPr>
            <a:lvl6pPr marL="2514600" indent="-228600" eaLnBrk="0" fontAlgn="base" hangingPunct="0">
              <a:spcBef>
                <a:spcPct val="50000"/>
              </a:spcBef>
              <a:spcAft>
                <a:spcPct val="0"/>
              </a:spcAft>
              <a:defRPr kumimoji="1" sz="2800">
                <a:solidFill>
                  <a:schemeClr val="tx1"/>
                </a:solidFill>
                <a:latin typeface="Times New Roman" pitchFamily="18" charset="0"/>
                <a:ea typeface="宋体" charset="-122"/>
              </a:defRPr>
            </a:lvl6pPr>
            <a:lvl7pPr marL="2971800" indent="-228600" eaLnBrk="0" fontAlgn="base" hangingPunct="0">
              <a:spcBef>
                <a:spcPct val="50000"/>
              </a:spcBef>
              <a:spcAft>
                <a:spcPct val="0"/>
              </a:spcAft>
              <a:defRPr kumimoji="1" sz="2800">
                <a:solidFill>
                  <a:schemeClr val="tx1"/>
                </a:solidFill>
                <a:latin typeface="Times New Roman" pitchFamily="18" charset="0"/>
                <a:ea typeface="宋体" charset="-122"/>
              </a:defRPr>
            </a:lvl7pPr>
            <a:lvl8pPr marL="3429000" indent="-228600" eaLnBrk="0" fontAlgn="base" hangingPunct="0">
              <a:spcBef>
                <a:spcPct val="50000"/>
              </a:spcBef>
              <a:spcAft>
                <a:spcPct val="0"/>
              </a:spcAft>
              <a:defRPr kumimoji="1" sz="2800">
                <a:solidFill>
                  <a:schemeClr val="tx1"/>
                </a:solidFill>
                <a:latin typeface="Times New Roman" pitchFamily="18" charset="0"/>
                <a:ea typeface="宋体" charset="-122"/>
              </a:defRPr>
            </a:lvl8pPr>
            <a:lvl9pPr marL="3886200" indent="-228600" eaLnBrk="0" fontAlgn="base" hangingPunct="0">
              <a:spcBef>
                <a:spcPct val="50000"/>
              </a:spcBef>
              <a:spcAft>
                <a:spcPct val="0"/>
              </a:spcAft>
              <a:defRPr kumimoji="1" sz="2800">
                <a:solidFill>
                  <a:schemeClr val="tx1"/>
                </a:solidFill>
                <a:latin typeface="Times New Roman" pitchFamily="18" charset="0"/>
                <a:ea typeface="宋体" charset="-122"/>
              </a:defRPr>
            </a:lvl9pPr>
          </a:lstStyle>
          <a:p>
            <a:pPr eaLnBrk="1" hangingPunct="1"/>
            <a:r>
              <a:rPr lang="en-US" altLang="zh-CN" sz="1800" b="1" i="1" dirty="0">
                <a:solidFill>
                  <a:srgbClr val="C00000"/>
                </a:solidFill>
                <a:cs typeface="Times New Roman" panose="02020603050405020304" pitchFamily="18" charset="0"/>
              </a:rPr>
              <a:t>T</a:t>
            </a:r>
            <a:r>
              <a:rPr lang="en-US" altLang="zh-CN" sz="1800" b="1" baseline="-25000" dirty="0">
                <a:solidFill>
                  <a:srgbClr val="C00000"/>
                </a:solidFill>
                <a:cs typeface="Times New Roman" panose="02020603050405020304" pitchFamily="18" charset="0"/>
              </a:rPr>
              <a:t>i</a:t>
            </a:r>
          </a:p>
        </p:txBody>
      </p:sp>
      <p:sp>
        <p:nvSpPr>
          <p:cNvPr id="34" name="任意多边形 33"/>
          <p:cNvSpPr/>
          <p:nvPr/>
        </p:nvSpPr>
        <p:spPr bwMode="auto">
          <a:xfrm>
            <a:off x="5317451" y="1254175"/>
            <a:ext cx="3116307" cy="1612402"/>
          </a:xfrm>
          <a:custGeom>
            <a:avLst/>
            <a:gdLst>
              <a:gd name="connsiteX0" fmla="*/ 0 w 3450692"/>
              <a:gd name="connsiteY0" fmla="*/ 1561822 h 1785416"/>
              <a:gd name="connsiteX1" fmla="*/ 313700 w 3450692"/>
              <a:gd name="connsiteY1" fmla="*/ 1561822 h 1785416"/>
              <a:gd name="connsiteX2" fmla="*/ 2833305 w 3450692"/>
              <a:gd name="connsiteY2" fmla="*/ 0 h 1785416"/>
              <a:gd name="connsiteX3" fmla="*/ 3450692 w 3450692"/>
              <a:gd name="connsiteY3" fmla="*/ 0 h 1785416"/>
              <a:gd name="connsiteX4" fmla="*/ 3310529 w 3450692"/>
              <a:gd name="connsiteY4" fmla="*/ 367095 h 1785416"/>
              <a:gd name="connsiteX5" fmla="*/ 3080260 w 3450692"/>
              <a:gd name="connsiteY5" fmla="*/ 760888 h 1785416"/>
              <a:gd name="connsiteX6" fmla="*/ 2746538 w 3450692"/>
              <a:gd name="connsiteY6" fmla="*/ 1131320 h 1785416"/>
              <a:gd name="connsiteX7" fmla="*/ 2312698 w 3450692"/>
              <a:gd name="connsiteY7" fmla="*/ 1461706 h 1785416"/>
              <a:gd name="connsiteX8" fmla="*/ 1908894 w 3450692"/>
              <a:gd name="connsiteY8" fmla="*/ 1641916 h 1785416"/>
              <a:gd name="connsiteX9" fmla="*/ 1578508 w 3450692"/>
              <a:gd name="connsiteY9" fmla="*/ 1738695 h 1785416"/>
              <a:gd name="connsiteX10" fmla="*/ 1261472 w 3450692"/>
              <a:gd name="connsiteY10" fmla="*/ 1778742 h 1785416"/>
              <a:gd name="connsiteX11" fmla="*/ 957784 w 3450692"/>
              <a:gd name="connsiteY11" fmla="*/ 1785416 h 1785416"/>
              <a:gd name="connsiteX12" fmla="*/ 660771 w 3450692"/>
              <a:gd name="connsiteY12" fmla="*/ 1755381 h 1785416"/>
              <a:gd name="connsiteX13" fmla="*/ 323711 w 3450692"/>
              <a:gd name="connsiteY13" fmla="*/ 1678625 h 1785416"/>
              <a:gd name="connsiteX14" fmla="*/ 0 w 3450692"/>
              <a:gd name="connsiteY14" fmla="*/ 1561822 h 1785416"/>
              <a:gd name="connsiteX0" fmla="*/ 0 w 3450692"/>
              <a:gd name="connsiteY0" fmla="*/ 1561822 h 1785416"/>
              <a:gd name="connsiteX1" fmla="*/ 313700 w 3450692"/>
              <a:gd name="connsiteY1" fmla="*/ 1561822 h 1785416"/>
              <a:gd name="connsiteX2" fmla="*/ 2833305 w 3450692"/>
              <a:gd name="connsiteY2" fmla="*/ 0 h 1785416"/>
              <a:gd name="connsiteX3" fmla="*/ 3450692 w 3450692"/>
              <a:gd name="connsiteY3" fmla="*/ 0 h 1785416"/>
              <a:gd name="connsiteX4" fmla="*/ 3310529 w 3450692"/>
              <a:gd name="connsiteY4" fmla="*/ 367095 h 1785416"/>
              <a:gd name="connsiteX5" fmla="*/ 3080260 w 3450692"/>
              <a:gd name="connsiteY5" fmla="*/ 760888 h 1785416"/>
              <a:gd name="connsiteX6" fmla="*/ 2746538 w 3450692"/>
              <a:gd name="connsiteY6" fmla="*/ 1131320 h 1785416"/>
              <a:gd name="connsiteX7" fmla="*/ 2312698 w 3450692"/>
              <a:gd name="connsiteY7" fmla="*/ 1461706 h 1785416"/>
              <a:gd name="connsiteX8" fmla="*/ 1908894 w 3450692"/>
              <a:gd name="connsiteY8" fmla="*/ 1641916 h 1785416"/>
              <a:gd name="connsiteX9" fmla="*/ 1578508 w 3450692"/>
              <a:gd name="connsiteY9" fmla="*/ 1738695 h 1785416"/>
              <a:gd name="connsiteX10" fmla="*/ 1261472 w 3450692"/>
              <a:gd name="connsiteY10" fmla="*/ 1778742 h 1785416"/>
              <a:gd name="connsiteX11" fmla="*/ 957784 w 3450692"/>
              <a:gd name="connsiteY11" fmla="*/ 1785416 h 1785416"/>
              <a:gd name="connsiteX12" fmla="*/ 660771 w 3450692"/>
              <a:gd name="connsiteY12" fmla="*/ 1755381 h 1785416"/>
              <a:gd name="connsiteX13" fmla="*/ 489791 w 3450692"/>
              <a:gd name="connsiteY13" fmla="*/ 1727823 h 1785416"/>
              <a:gd name="connsiteX14" fmla="*/ 323711 w 3450692"/>
              <a:gd name="connsiteY14" fmla="*/ 1678625 h 1785416"/>
              <a:gd name="connsiteX15" fmla="*/ 0 w 3450692"/>
              <a:gd name="connsiteY15" fmla="*/ 1561822 h 1785416"/>
              <a:gd name="connsiteX0" fmla="*/ 0 w 3450692"/>
              <a:gd name="connsiteY0" fmla="*/ 1561822 h 1785416"/>
              <a:gd name="connsiteX1" fmla="*/ 313700 w 3450692"/>
              <a:gd name="connsiteY1" fmla="*/ 1561822 h 1785416"/>
              <a:gd name="connsiteX2" fmla="*/ 2833305 w 3450692"/>
              <a:gd name="connsiteY2" fmla="*/ 0 h 1785416"/>
              <a:gd name="connsiteX3" fmla="*/ 3450692 w 3450692"/>
              <a:gd name="connsiteY3" fmla="*/ 0 h 1785416"/>
              <a:gd name="connsiteX4" fmla="*/ 3343186 w 3450692"/>
              <a:gd name="connsiteY4" fmla="*/ 307224 h 1785416"/>
              <a:gd name="connsiteX5" fmla="*/ 3080260 w 3450692"/>
              <a:gd name="connsiteY5" fmla="*/ 760888 h 1785416"/>
              <a:gd name="connsiteX6" fmla="*/ 2746538 w 3450692"/>
              <a:gd name="connsiteY6" fmla="*/ 1131320 h 1785416"/>
              <a:gd name="connsiteX7" fmla="*/ 2312698 w 3450692"/>
              <a:gd name="connsiteY7" fmla="*/ 1461706 h 1785416"/>
              <a:gd name="connsiteX8" fmla="*/ 1908894 w 3450692"/>
              <a:gd name="connsiteY8" fmla="*/ 1641916 h 1785416"/>
              <a:gd name="connsiteX9" fmla="*/ 1578508 w 3450692"/>
              <a:gd name="connsiteY9" fmla="*/ 1738695 h 1785416"/>
              <a:gd name="connsiteX10" fmla="*/ 1261472 w 3450692"/>
              <a:gd name="connsiteY10" fmla="*/ 1778742 h 1785416"/>
              <a:gd name="connsiteX11" fmla="*/ 957784 w 3450692"/>
              <a:gd name="connsiteY11" fmla="*/ 1785416 h 1785416"/>
              <a:gd name="connsiteX12" fmla="*/ 660771 w 3450692"/>
              <a:gd name="connsiteY12" fmla="*/ 1755381 h 1785416"/>
              <a:gd name="connsiteX13" fmla="*/ 489791 w 3450692"/>
              <a:gd name="connsiteY13" fmla="*/ 1727823 h 1785416"/>
              <a:gd name="connsiteX14" fmla="*/ 323711 w 3450692"/>
              <a:gd name="connsiteY14" fmla="*/ 1678625 h 1785416"/>
              <a:gd name="connsiteX15" fmla="*/ 0 w 3450692"/>
              <a:gd name="connsiteY15" fmla="*/ 1561822 h 1785416"/>
              <a:gd name="connsiteX0" fmla="*/ 0 w 3450692"/>
              <a:gd name="connsiteY0" fmla="*/ 1561822 h 1785416"/>
              <a:gd name="connsiteX1" fmla="*/ 313700 w 3450692"/>
              <a:gd name="connsiteY1" fmla="*/ 1561822 h 1785416"/>
              <a:gd name="connsiteX2" fmla="*/ 2833305 w 3450692"/>
              <a:gd name="connsiteY2" fmla="*/ 0 h 1785416"/>
              <a:gd name="connsiteX3" fmla="*/ 3450692 w 3450692"/>
              <a:gd name="connsiteY3" fmla="*/ 0 h 1785416"/>
              <a:gd name="connsiteX4" fmla="*/ 3403534 w 3450692"/>
              <a:gd name="connsiteY4" fmla="*/ 151209 h 1785416"/>
              <a:gd name="connsiteX5" fmla="*/ 3343186 w 3450692"/>
              <a:gd name="connsiteY5" fmla="*/ 307224 h 1785416"/>
              <a:gd name="connsiteX6" fmla="*/ 3080260 w 3450692"/>
              <a:gd name="connsiteY6" fmla="*/ 760888 h 1785416"/>
              <a:gd name="connsiteX7" fmla="*/ 2746538 w 3450692"/>
              <a:gd name="connsiteY7" fmla="*/ 1131320 h 1785416"/>
              <a:gd name="connsiteX8" fmla="*/ 2312698 w 3450692"/>
              <a:gd name="connsiteY8" fmla="*/ 1461706 h 1785416"/>
              <a:gd name="connsiteX9" fmla="*/ 1908894 w 3450692"/>
              <a:gd name="connsiteY9" fmla="*/ 1641916 h 1785416"/>
              <a:gd name="connsiteX10" fmla="*/ 1578508 w 3450692"/>
              <a:gd name="connsiteY10" fmla="*/ 1738695 h 1785416"/>
              <a:gd name="connsiteX11" fmla="*/ 1261472 w 3450692"/>
              <a:gd name="connsiteY11" fmla="*/ 1778742 h 1785416"/>
              <a:gd name="connsiteX12" fmla="*/ 957784 w 3450692"/>
              <a:gd name="connsiteY12" fmla="*/ 1785416 h 1785416"/>
              <a:gd name="connsiteX13" fmla="*/ 660771 w 3450692"/>
              <a:gd name="connsiteY13" fmla="*/ 1755381 h 1785416"/>
              <a:gd name="connsiteX14" fmla="*/ 489791 w 3450692"/>
              <a:gd name="connsiteY14" fmla="*/ 1727823 h 1785416"/>
              <a:gd name="connsiteX15" fmla="*/ 323711 w 3450692"/>
              <a:gd name="connsiteY15" fmla="*/ 1678625 h 1785416"/>
              <a:gd name="connsiteX16" fmla="*/ 0 w 3450692"/>
              <a:gd name="connsiteY16" fmla="*/ 1561822 h 17854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450692" h="1785416">
                <a:moveTo>
                  <a:pt x="0" y="1561822"/>
                </a:moveTo>
                <a:lnTo>
                  <a:pt x="313700" y="1561822"/>
                </a:lnTo>
                <a:lnTo>
                  <a:pt x="2833305" y="0"/>
                </a:lnTo>
                <a:lnTo>
                  <a:pt x="3450692" y="0"/>
                </a:lnTo>
                <a:cubicBezTo>
                  <a:pt x="3431949" y="50403"/>
                  <a:pt x="3422277" y="100806"/>
                  <a:pt x="3403534" y="151209"/>
                </a:cubicBezTo>
                <a:lnTo>
                  <a:pt x="3343186" y="307224"/>
                </a:lnTo>
                <a:lnTo>
                  <a:pt x="3080260" y="760888"/>
                </a:lnTo>
                <a:lnTo>
                  <a:pt x="2746538" y="1131320"/>
                </a:lnTo>
                <a:lnTo>
                  <a:pt x="2312698" y="1461706"/>
                </a:lnTo>
                <a:lnTo>
                  <a:pt x="1908894" y="1641916"/>
                </a:lnTo>
                <a:lnTo>
                  <a:pt x="1578508" y="1738695"/>
                </a:lnTo>
                <a:lnTo>
                  <a:pt x="1261472" y="1778742"/>
                </a:lnTo>
                <a:lnTo>
                  <a:pt x="957784" y="1785416"/>
                </a:lnTo>
                <a:lnTo>
                  <a:pt x="660771" y="1755381"/>
                </a:lnTo>
                <a:cubicBezTo>
                  <a:pt x="604383" y="1742566"/>
                  <a:pt x="546179" y="1740638"/>
                  <a:pt x="489791" y="1727823"/>
                </a:cubicBezTo>
                <a:lnTo>
                  <a:pt x="323711" y="1678625"/>
                </a:lnTo>
                <a:lnTo>
                  <a:pt x="0" y="1561822"/>
                </a:lnTo>
                <a:close/>
              </a:path>
            </a:pathLst>
          </a:custGeom>
          <a:solidFill>
            <a:srgbClr val="FFC000"/>
          </a:solidFill>
          <a:ln w="12700" cap="flat" cmpd="sng" algn="ctr">
            <a:no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35" name="任意多边形 34"/>
          <p:cNvSpPr/>
          <p:nvPr/>
        </p:nvSpPr>
        <p:spPr bwMode="auto">
          <a:xfrm>
            <a:off x="7309597" y="1428978"/>
            <a:ext cx="283300" cy="1193478"/>
          </a:xfrm>
          <a:custGeom>
            <a:avLst/>
            <a:gdLst>
              <a:gd name="connsiteX0" fmla="*/ 0 w 313699"/>
              <a:gd name="connsiteY0" fmla="*/ 1321541 h 1321541"/>
              <a:gd name="connsiteX1" fmla="*/ 0 w 313699"/>
              <a:gd name="connsiteY1" fmla="*/ 180210 h 1321541"/>
              <a:gd name="connsiteX2" fmla="*/ 313699 w 313699"/>
              <a:gd name="connsiteY2" fmla="*/ 0 h 1321541"/>
              <a:gd name="connsiteX3" fmla="*/ 313699 w 313699"/>
              <a:gd name="connsiteY3" fmla="*/ 1124645 h 1321541"/>
              <a:gd name="connsiteX4" fmla="*/ 170198 w 313699"/>
              <a:gd name="connsiteY4" fmla="*/ 1224762 h 1321541"/>
              <a:gd name="connsiteX5" fmla="*/ 0 w 313699"/>
              <a:gd name="connsiteY5" fmla="*/ 1321541 h 1321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13699" h="1321541">
                <a:moveTo>
                  <a:pt x="0" y="1321541"/>
                </a:moveTo>
                <a:lnTo>
                  <a:pt x="0" y="180210"/>
                </a:lnTo>
                <a:lnTo>
                  <a:pt x="313699" y="0"/>
                </a:lnTo>
                <a:lnTo>
                  <a:pt x="313699" y="1124645"/>
                </a:lnTo>
                <a:lnTo>
                  <a:pt x="170198" y="1224762"/>
                </a:lnTo>
                <a:lnTo>
                  <a:pt x="0" y="1321541"/>
                </a:lnTo>
                <a:close/>
              </a:path>
            </a:pathLst>
          </a:custGeom>
          <a:solidFill>
            <a:srgbClr val="CCECFF"/>
          </a:solid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cxnSp>
        <p:nvCxnSpPr>
          <p:cNvPr id="36" name="直接连接符 35"/>
          <p:cNvCxnSpPr/>
          <p:nvPr/>
        </p:nvCxnSpPr>
        <p:spPr bwMode="auto">
          <a:xfrm>
            <a:off x="6182506" y="2293948"/>
            <a:ext cx="0" cy="569615"/>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7" name="直接连接符 36"/>
          <p:cNvCxnSpPr/>
          <p:nvPr/>
        </p:nvCxnSpPr>
        <p:spPr bwMode="auto">
          <a:xfrm>
            <a:off x="5901508" y="2465737"/>
            <a:ext cx="0" cy="379744"/>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8" name="Text Box 115"/>
          <p:cNvSpPr txBox="1">
            <a:spLocks noChangeArrowheads="1"/>
          </p:cNvSpPr>
          <p:nvPr/>
        </p:nvSpPr>
        <p:spPr bwMode="auto">
          <a:xfrm>
            <a:off x="4932804" y="2571917"/>
            <a:ext cx="590670" cy="3480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1800" b="1">
                <a:solidFill>
                  <a:schemeClr val="tx1"/>
                </a:solidFill>
                <a:latin typeface="Times New Roman" panose="02020603050405020304" pitchFamily="18" charset="0"/>
              </a:rPr>
              <a:t>A</a:t>
            </a:r>
          </a:p>
        </p:txBody>
      </p:sp>
      <p:sp>
        <p:nvSpPr>
          <p:cNvPr id="39" name="Text Box 133"/>
          <p:cNvSpPr txBox="1">
            <a:spLocks noChangeArrowheads="1"/>
          </p:cNvSpPr>
          <p:nvPr/>
        </p:nvSpPr>
        <p:spPr bwMode="auto">
          <a:xfrm>
            <a:off x="6016869" y="347787"/>
            <a:ext cx="373979" cy="3710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1800" b="1" dirty="0">
                <a:solidFill>
                  <a:schemeClr val="tx1"/>
                </a:solidFill>
                <a:latin typeface="Times New Roman" panose="02020603050405020304" pitchFamily="18" charset="0"/>
              </a:rPr>
              <a:t>O</a:t>
            </a:r>
          </a:p>
        </p:txBody>
      </p:sp>
      <p:sp>
        <p:nvSpPr>
          <p:cNvPr id="40" name="Text Box 135"/>
          <p:cNvSpPr txBox="1">
            <a:spLocks noChangeArrowheads="1"/>
          </p:cNvSpPr>
          <p:nvPr/>
        </p:nvSpPr>
        <p:spPr bwMode="auto">
          <a:xfrm>
            <a:off x="6229090" y="2453751"/>
            <a:ext cx="322580" cy="3480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1800" b="1" dirty="0">
                <a:solidFill>
                  <a:srgbClr val="C00000"/>
                </a:solidFill>
                <a:latin typeface="Times New Roman" panose="02020603050405020304" pitchFamily="18" charset="0"/>
              </a:rPr>
              <a:t>0</a:t>
            </a:r>
          </a:p>
        </p:txBody>
      </p:sp>
      <p:sp>
        <p:nvSpPr>
          <p:cNvPr id="41" name="Text Box 136"/>
          <p:cNvSpPr txBox="1">
            <a:spLocks noChangeArrowheads="1"/>
          </p:cNvSpPr>
          <p:nvPr/>
        </p:nvSpPr>
        <p:spPr bwMode="auto">
          <a:xfrm>
            <a:off x="6223506" y="927116"/>
            <a:ext cx="478166" cy="3845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1800" b="1" dirty="0">
                <a:solidFill>
                  <a:srgbClr val="C00000"/>
                </a:solidFill>
                <a:latin typeface="Times New Roman" panose="02020603050405020304" pitchFamily="18" charset="0"/>
                <a:sym typeface="Symbol" panose="05050102010706020507" pitchFamily="18" charset="2"/>
              </a:rPr>
              <a:t> </a:t>
            </a:r>
            <a:r>
              <a:rPr kumimoji="1" lang="en-US" altLang="zh-CN" sz="1800" b="1" i="1" dirty="0">
                <a:solidFill>
                  <a:srgbClr val="C00000"/>
                </a:solidFill>
                <a:latin typeface="Times New Roman" panose="02020603050405020304" pitchFamily="18" charset="0"/>
                <a:sym typeface="Symbol" panose="05050102010706020507" pitchFamily="18" charset="2"/>
              </a:rPr>
              <a:t></a:t>
            </a:r>
            <a:r>
              <a:rPr kumimoji="1" lang="en-US" altLang="zh-CN" sz="1800" b="1" baseline="-25000" dirty="0" err="1">
                <a:solidFill>
                  <a:srgbClr val="C00000"/>
                </a:solidFill>
                <a:latin typeface="Times New Roman" panose="02020603050405020304" pitchFamily="18" charset="0"/>
                <a:sym typeface="Symbol" panose="05050102010706020507" pitchFamily="18" charset="2"/>
              </a:rPr>
              <a:t>i</a:t>
            </a:r>
            <a:endParaRPr kumimoji="1" lang="en-US" altLang="zh-CN" sz="1800" b="1" baseline="-25000" dirty="0">
              <a:solidFill>
                <a:srgbClr val="C00000"/>
              </a:solidFill>
              <a:latin typeface="Times New Roman" panose="02020603050405020304" pitchFamily="18" charset="0"/>
            </a:endParaRPr>
          </a:p>
        </p:txBody>
      </p:sp>
      <p:sp>
        <p:nvSpPr>
          <p:cNvPr id="42" name="Text Box 141"/>
          <p:cNvSpPr txBox="1">
            <a:spLocks noChangeArrowheads="1"/>
          </p:cNvSpPr>
          <p:nvPr/>
        </p:nvSpPr>
        <p:spPr bwMode="auto">
          <a:xfrm>
            <a:off x="7664964" y="977087"/>
            <a:ext cx="407161" cy="3480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1800" b="1" dirty="0">
                <a:solidFill>
                  <a:schemeClr val="tx1"/>
                </a:solidFill>
                <a:latin typeface="Times New Roman" panose="02020603050405020304" pitchFamily="18" charset="0"/>
              </a:rPr>
              <a:t>B</a:t>
            </a:r>
          </a:p>
        </p:txBody>
      </p:sp>
      <p:sp>
        <p:nvSpPr>
          <p:cNvPr id="43" name="任意多边形 42"/>
          <p:cNvSpPr/>
          <p:nvPr/>
        </p:nvSpPr>
        <p:spPr bwMode="auto">
          <a:xfrm>
            <a:off x="4927046" y="1255656"/>
            <a:ext cx="4043035" cy="1403368"/>
          </a:xfrm>
          <a:custGeom>
            <a:avLst/>
            <a:gdLst>
              <a:gd name="connsiteX0" fmla="*/ 0 w 4476860"/>
              <a:gd name="connsiteY0" fmla="*/ 1553952 h 1553952"/>
              <a:gd name="connsiteX1" fmla="*/ 745263 w 4476860"/>
              <a:gd name="connsiteY1" fmla="*/ 1553952 h 1553952"/>
              <a:gd name="connsiteX2" fmla="*/ 3255898 w 4476860"/>
              <a:gd name="connsiteY2" fmla="*/ 0 h 1553952"/>
              <a:gd name="connsiteX3" fmla="*/ 4476860 w 4476860"/>
              <a:gd name="connsiteY3" fmla="*/ 0 h 1553952"/>
            </a:gdLst>
            <a:ahLst/>
            <a:cxnLst>
              <a:cxn ang="0">
                <a:pos x="connsiteX0" y="connsiteY0"/>
              </a:cxn>
              <a:cxn ang="0">
                <a:pos x="connsiteX1" y="connsiteY1"/>
              </a:cxn>
              <a:cxn ang="0">
                <a:pos x="connsiteX2" y="connsiteY2"/>
              </a:cxn>
              <a:cxn ang="0">
                <a:pos x="connsiteX3" y="connsiteY3"/>
              </a:cxn>
            </a:cxnLst>
            <a:rect l="l" t="t" r="r" b="b"/>
            <a:pathLst>
              <a:path w="4476860" h="1553952">
                <a:moveTo>
                  <a:pt x="0" y="1553952"/>
                </a:moveTo>
                <a:lnTo>
                  <a:pt x="745263" y="1553952"/>
                </a:lnTo>
                <a:lnTo>
                  <a:pt x="3255898" y="0"/>
                </a:lnTo>
                <a:lnTo>
                  <a:pt x="4476860" y="0"/>
                </a:lnTo>
              </a:path>
            </a:pathLst>
          </a:custGeom>
          <a:noFill/>
          <a:ln w="19050" cap="flat" cmpd="sng" algn="ctr">
            <a:solidFill>
              <a:srgbClr val="000066"/>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cxnSp>
        <p:nvCxnSpPr>
          <p:cNvPr id="44" name="直接连接符 43"/>
          <p:cNvCxnSpPr/>
          <p:nvPr/>
        </p:nvCxnSpPr>
        <p:spPr bwMode="auto">
          <a:xfrm>
            <a:off x="6290763" y="613275"/>
            <a:ext cx="0" cy="2398202"/>
          </a:xfrm>
          <a:prstGeom prst="line">
            <a:avLst/>
          </a:prstGeom>
          <a:noFill/>
          <a:ln w="12700" cap="flat" cmpd="sng" algn="ctr">
            <a:solidFill>
              <a:schemeClr val="tx1"/>
            </a:solidFill>
            <a:prstDash val="lgDashDot"/>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5" name="直接连接符 44"/>
          <p:cNvCxnSpPr/>
          <p:nvPr/>
        </p:nvCxnSpPr>
        <p:spPr bwMode="auto">
          <a:xfrm>
            <a:off x="5605441" y="2658718"/>
            <a:ext cx="0" cy="111512"/>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6" name="直接连接符 45"/>
          <p:cNvCxnSpPr/>
          <p:nvPr/>
        </p:nvCxnSpPr>
        <p:spPr bwMode="auto">
          <a:xfrm>
            <a:off x="6463504" y="2125174"/>
            <a:ext cx="0" cy="738544"/>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7" name="直接连接符 46"/>
          <p:cNvCxnSpPr/>
          <p:nvPr/>
        </p:nvCxnSpPr>
        <p:spPr bwMode="auto">
          <a:xfrm>
            <a:off x="6744503" y="1950372"/>
            <a:ext cx="0" cy="873789"/>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8" name="直接连接符 47"/>
          <p:cNvCxnSpPr/>
          <p:nvPr/>
        </p:nvCxnSpPr>
        <p:spPr bwMode="auto">
          <a:xfrm>
            <a:off x="7025501" y="1769541"/>
            <a:ext cx="0" cy="974832"/>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9" name="直接连接符 48"/>
          <p:cNvCxnSpPr/>
          <p:nvPr/>
        </p:nvCxnSpPr>
        <p:spPr bwMode="auto">
          <a:xfrm>
            <a:off x="7306499" y="1603781"/>
            <a:ext cx="0" cy="1018234"/>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0" name="直接连接符 49"/>
          <p:cNvCxnSpPr/>
          <p:nvPr/>
        </p:nvCxnSpPr>
        <p:spPr bwMode="auto">
          <a:xfrm>
            <a:off x="7587498" y="1428978"/>
            <a:ext cx="0" cy="1025473"/>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1" name="直接连接符 50"/>
          <p:cNvCxnSpPr>
            <a:stCxn id="43" idx="2"/>
          </p:cNvCxnSpPr>
          <p:nvPr/>
        </p:nvCxnSpPr>
        <p:spPr bwMode="auto">
          <a:xfrm>
            <a:off x="7867435" y="1255656"/>
            <a:ext cx="1061" cy="952877"/>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2" name="直接连接符 51"/>
          <p:cNvCxnSpPr/>
          <p:nvPr/>
        </p:nvCxnSpPr>
        <p:spPr bwMode="auto">
          <a:xfrm>
            <a:off x="8149494" y="1248148"/>
            <a:ext cx="0" cy="615018"/>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3" name="直接箭头连接符 52"/>
          <p:cNvCxnSpPr/>
          <p:nvPr/>
        </p:nvCxnSpPr>
        <p:spPr bwMode="auto">
          <a:xfrm>
            <a:off x="6287164" y="619156"/>
            <a:ext cx="2114656" cy="639415"/>
          </a:xfrm>
          <a:prstGeom prst="straightConnector1">
            <a:avLst/>
          </a:prstGeom>
          <a:noFill/>
          <a:ln w="12700" cap="flat" cmpd="sng" algn="ctr">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4" name="直接箭头连接符 53"/>
          <p:cNvCxnSpPr>
            <a:endCxn id="75" idx="0"/>
          </p:cNvCxnSpPr>
          <p:nvPr/>
        </p:nvCxnSpPr>
        <p:spPr bwMode="auto">
          <a:xfrm flipH="1">
            <a:off x="5306528" y="616142"/>
            <a:ext cx="980636" cy="2045268"/>
          </a:xfrm>
          <a:prstGeom prst="straightConnector1">
            <a:avLst/>
          </a:prstGeom>
          <a:noFill/>
          <a:ln w="12700" cap="flat" cmpd="sng" algn="ctr">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56" name="Group 12"/>
          <p:cNvGrpSpPr>
            <a:grpSpLocks/>
          </p:cNvGrpSpPr>
          <p:nvPr/>
        </p:nvGrpSpPr>
        <p:grpSpPr bwMode="auto">
          <a:xfrm>
            <a:off x="8517627" y="1261289"/>
            <a:ext cx="410560" cy="57195"/>
            <a:chOff x="2274" y="1204"/>
            <a:chExt cx="270" cy="44"/>
          </a:xfrm>
        </p:grpSpPr>
        <p:sp>
          <p:nvSpPr>
            <p:cNvPr id="57" name="Line 13"/>
            <p:cNvSpPr>
              <a:spLocks noChangeShapeType="1"/>
            </p:cNvSpPr>
            <p:nvPr/>
          </p:nvSpPr>
          <p:spPr bwMode="auto">
            <a:xfrm flipH="1">
              <a:off x="2274" y="1210"/>
              <a:ext cx="28" cy="34"/>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 name="Line 14"/>
            <p:cNvSpPr>
              <a:spLocks noChangeShapeType="1"/>
            </p:cNvSpPr>
            <p:nvPr/>
          </p:nvSpPr>
          <p:spPr bwMode="auto">
            <a:xfrm flipH="1">
              <a:off x="2304" y="1214"/>
              <a:ext cx="34" cy="34"/>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 name="Line 15"/>
            <p:cNvSpPr>
              <a:spLocks noChangeShapeType="1"/>
            </p:cNvSpPr>
            <p:nvPr/>
          </p:nvSpPr>
          <p:spPr bwMode="auto">
            <a:xfrm flipH="1">
              <a:off x="2346" y="1206"/>
              <a:ext cx="36" cy="42"/>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0" name="Line 16"/>
            <p:cNvSpPr>
              <a:spLocks noChangeShapeType="1"/>
            </p:cNvSpPr>
            <p:nvPr/>
          </p:nvSpPr>
          <p:spPr bwMode="auto">
            <a:xfrm>
              <a:off x="2376" y="1206"/>
              <a:ext cx="40" cy="38"/>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2" name="Line 17"/>
            <p:cNvSpPr>
              <a:spLocks noChangeShapeType="1"/>
            </p:cNvSpPr>
            <p:nvPr/>
          </p:nvSpPr>
          <p:spPr bwMode="auto">
            <a:xfrm>
              <a:off x="2420" y="1210"/>
              <a:ext cx="40" cy="34"/>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3" name="Line 18"/>
            <p:cNvSpPr>
              <a:spLocks noChangeShapeType="1"/>
            </p:cNvSpPr>
            <p:nvPr/>
          </p:nvSpPr>
          <p:spPr bwMode="auto">
            <a:xfrm flipV="1">
              <a:off x="2460" y="1204"/>
              <a:ext cx="46" cy="42"/>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 name="Line 19"/>
            <p:cNvSpPr>
              <a:spLocks noChangeShapeType="1"/>
            </p:cNvSpPr>
            <p:nvPr/>
          </p:nvSpPr>
          <p:spPr bwMode="auto">
            <a:xfrm flipV="1">
              <a:off x="2512" y="1208"/>
              <a:ext cx="32" cy="36"/>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69" name="Text Box 135"/>
          <p:cNvSpPr txBox="1">
            <a:spLocks noChangeArrowheads="1"/>
          </p:cNvSpPr>
          <p:nvPr/>
        </p:nvSpPr>
        <p:spPr bwMode="auto">
          <a:xfrm>
            <a:off x="6458389" y="2381372"/>
            <a:ext cx="322580" cy="3480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1800" b="1" dirty="0">
                <a:solidFill>
                  <a:srgbClr val="C00000"/>
                </a:solidFill>
                <a:latin typeface="Times New Roman" panose="02020603050405020304" pitchFamily="18" charset="0"/>
              </a:rPr>
              <a:t>1</a:t>
            </a:r>
          </a:p>
        </p:txBody>
      </p:sp>
      <p:sp>
        <p:nvSpPr>
          <p:cNvPr id="70" name="Text Box 135"/>
          <p:cNvSpPr txBox="1">
            <a:spLocks noChangeArrowheads="1"/>
          </p:cNvSpPr>
          <p:nvPr/>
        </p:nvSpPr>
        <p:spPr bwMode="auto">
          <a:xfrm>
            <a:off x="6725114" y="2318478"/>
            <a:ext cx="322580" cy="3480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1800" b="1" dirty="0">
                <a:solidFill>
                  <a:srgbClr val="C00000"/>
                </a:solidFill>
                <a:latin typeface="Times New Roman" panose="02020603050405020304" pitchFamily="18" charset="0"/>
              </a:rPr>
              <a:t>2</a:t>
            </a:r>
          </a:p>
        </p:txBody>
      </p:sp>
      <p:sp>
        <p:nvSpPr>
          <p:cNvPr id="71" name="Text Box 135"/>
          <p:cNvSpPr txBox="1">
            <a:spLocks noChangeArrowheads="1"/>
          </p:cNvSpPr>
          <p:nvPr/>
        </p:nvSpPr>
        <p:spPr bwMode="auto">
          <a:xfrm>
            <a:off x="7320617" y="2029219"/>
            <a:ext cx="284426" cy="3480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1800" b="1" i="1" dirty="0">
                <a:solidFill>
                  <a:srgbClr val="C00000"/>
                </a:solidFill>
                <a:latin typeface="Times New Roman" panose="02020603050405020304" pitchFamily="18" charset="0"/>
              </a:rPr>
              <a:t>i</a:t>
            </a:r>
          </a:p>
        </p:txBody>
      </p:sp>
      <p:sp>
        <p:nvSpPr>
          <p:cNvPr id="72" name="Text Box 135"/>
          <p:cNvSpPr txBox="1">
            <a:spLocks noChangeArrowheads="1"/>
          </p:cNvSpPr>
          <p:nvPr/>
        </p:nvSpPr>
        <p:spPr bwMode="auto">
          <a:xfrm>
            <a:off x="5875786" y="2478333"/>
            <a:ext cx="452181" cy="410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1800" b="1" dirty="0" smtClean="0">
                <a:solidFill>
                  <a:srgbClr val="C00000"/>
                </a:solidFill>
                <a:latin typeface="Times New Roman" panose="02020603050405020304" pitchFamily="18" charset="0"/>
              </a:rPr>
              <a:t>-1</a:t>
            </a:r>
            <a:endParaRPr kumimoji="1" lang="en-US" altLang="zh-CN" sz="1800" b="1" dirty="0">
              <a:solidFill>
                <a:srgbClr val="C00000"/>
              </a:solidFill>
              <a:latin typeface="Times New Roman" panose="02020603050405020304" pitchFamily="18" charset="0"/>
            </a:endParaRPr>
          </a:p>
        </p:txBody>
      </p:sp>
      <p:sp>
        <p:nvSpPr>
          <p:cNvPr id="73" name="Text Box 135"/>
          <p:cNvSpPr txBox="1">
            <a:spLocks noChangeArrowheads="1"/>
          </p:cNvSpPr>
          <p:nvPr/>
        </p:nvSpPr>
        <p:spPr bwMode="auto">
          <a:xfrm>
            <a:off x="5585167" y="2505587"/>
            <a:ext cx="452181" cy="410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1800" b="1" dirty="0" smtClean="0">
                <a:solidFill>
                  <a:srgbClr val="C00000"/>
                </a:solidFill>
                <a:latin typeface="Times New Roman" panose="02020603050405020304" pitchFamily="18" charset="0"/>
              </a:rPr>
              <a:t>-2</a:t>
            </a:r>
            <a:endParaRPr kumimoji="1" lang="en-US" altLang="zh-CN" sz="1800" b="1" dirty="0">
              <a:solidFill>
                <a:srgbClr val="C00000"/>
              </a:solidFill>
              <a:latin typeface="Times New Roman" panose="02020603050405020304" pitchFamily="18" charset="0"/>
            </a:endParaRPr>
          </a:p>
        </p:txBody>
      </p:sp>
      <p:cxnSp>
        <p:nvCxnSpPr>
          <p:cNvPr id="74" name="直接连接符 73"/>
          <p:cNvCxnSpPr>
            <a:endCxn id="75" idx="8"/>
          </p:cNvCxnSpPr>
          <p:nvPr/>
        </p:nvCxnSpPr>
        <p:spPr bwMode="auto">
          <a:xfrm>
            <a:off x="6287164" y="617987"/>
            <a:ext cx="1188856" cy="1909769"/>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5" name="任意多边形 74"/>
          <p:cNvSpPr/>
          <p:nvPr/>
        </p:nvSpPr>
        <p:spPr bwMode="auto">
          <a:xfrm>
            <a:off x="5306528" y="1253269"/>
            <a:ext cx="3128937" cy="1616062"/>
          </a:xfrm>
          <a:custGeom>
            <a:avLst/>
            <a:gdLst>
              <a:gd name="connsiteX0" fmla="*/ 0 w 3464678"/>
              <a:gd name="connsiteY0" fmla="*/ 1559237 h 1789468"/>
              <a:gd name="connsiteX1" fmla="*/ 224636 w 3464678"/>
              <a:gd name="connsiteY1" fmla="*/ 1646449 h 1789468"/>
              <a:gd name="connsiteX2" fmla="*/ 502127 w 3464678"/>
              <a:gd name="connsiteY2" fmla="*/ 1731018 h 1789468"/>
              <a:gd name="connsiteX3" fmla="*/ 824546 w 3464678"/>
              <a:gd name="connsiteY3" fmla="*/ 1778588 h 1789468"/>
              <a:gd name="connsiteX4" fmla="*/ 1218319 w 3464678"/>
              <a:gd name="connsiteY4" fmla="*/ 1786516 h 1789468"/>
              <a:gd name="connsiteX5" fmla="*/ 1585665 w 3464678"/>
              <a:gd name="connsiteY5" fmla="*/ 1738946 h 1789468"/>
              <a:gd name="connsiteX6" fmla="*/ 1910726 w 3464678"/>
              <a:gd name="connsiteY6" fmla="*/ 1646449 h 1789468"/>
              <a:gd name="connsiteX7" fmla="*/ 2145933 w 3464678"/>
              <a:gd name="connsiteY7" fmla="*/ 1548666 h 1789468"/>
              <a:gd name="connsiteX8" fmla="*/ 2402282 w 3464678"/>
              <a:gd name="connsiteY8" fmla="*/ 1411242 h 1789468"/>
              <a:gd name="connsiteX9" fmla="*/ 2648060 w 3464678"/>
              <a:gd name="connsiteY9" fmla="*/ 1228891 h 1789468"/>
              <a:gd name="connsiteX10" fmla="*/ 2880625 w 3464678"/>
              <a:gd name="connsiteY10" fmla="*/ 1001612 h 1789468"/>
              <a:gd name="connsiteX11" fmla="*/ 3121117 w 3464678"/>
              <a:gd name="connsiteY11" fmla="*/ 713549 h 1789468"/>
              <a:gd name="connsiteX12" fmla="*/ 3282326 w 3464678"/>
              <a:gd name="connsiteY12" fmla="*/ 443986 h 1789468"/>
              <a:gd name="connsiteX13" fmla="*/ 3409180 w 3464678"/>
              <a:gd name="connsiteY13" fmla="*/ 177066 h 1789468"/>
              <a:gd name="connsiteX14" fmla="*/ 3464678 w 3464678"/>
              <a:gd name="connsiteY14" fmla="*/ 0 h 1789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464678" h="1789468">
                <a:moveTo>
                  <a:pt x="0" y="1559237"/>
                </a:moveTo>
                <a:cubicBezTo>
                  <a:pt x="70474" y="1588528"/>
                  <a:pt x="140948" y="1617819"/>
                  <a:pt x="224636" y="1646449"/>
                </a:cubicBezTo>
                <a:cubicBezTo>
                  <a:pt x="308324" y="1675079"/>
                  <a:pt x="402142" y="1708995"/>
                  <a:pt x="502127" y="1731018"/>
                </a:cubicBezTo>
                <a:cubicBezTo>
                  <a:pt x="602112" y="1753041"/>
                  <a:pt x="705181" y="1769338"/>
                  <a:pt x="824546" y="1778588"/>
                </a:cubicBezTo>
                <a:cubicBezTo>
                  <a:pt x="943911" y="1787838"/>
                  <a:pt x="1091466" y="1793123"/>
                  <a:pt x="1218319" y="1786516"/>
                </a:cubicBezTo>
                <a:cubicBezTo>
                  <a:pt x="1345172" y="1779909"/>
                  <a:pt x="1470264" y="1762290"/>
                  <a:pt x="1585665" y="1738946"/>
                </a:cubicBezTo>
                <a:cubicBezTo>
                  <a:pt x="1701066" y="1715602"/>
                  <a:pt x="1817348" y="1678162"/>
                  <a:pt x="1910726" y="1646449"/>
                </a:cubicBezTo>
                <a:cubicBezTo>
                  <a:pt x="2004104" y="1614736"/>
                  <a:pt x="2064007" y="1587867"/>
                  <a:pt x="2145933" y="1548666"/>
                </a:cubicBezTo>
                <a:cubicBezTo>
                  <a:pt x="2227859" y="1509465"/>
                  <a:pt x="2318594" y="1464538"/>
                  <a:pt x="2402282" y="1411242"/>
                </a:cubicBezTo>
                <a:cubicBezTo>
                  <a:pt x="2485970" y="1357946"/>
                  <a:pt x="2568336" y="1297163"/>
                  <a:pt x="2648060" y="1228891"/>
                </a:cubicBezTo>
                <a:cubicBezTo>
                  <a:pt x="2727784" y="1160619"/>
                  <a:pt x="2801782" y="1087502"/>
                  <a:pt x="2880625" y="1001612"/>
                </a:cubicBezTo>
                <a:cubicBezTo>
                  <a:pt x="2959468" y="915722"/>
                  <a:pt x="3054167" y="806487"/>
                  <a:pt x="3121117" y="713549"/>
                </a:cubicBezTo>
                <a:cubicBezTo>
                  <a:pt x="3188067" y="620611"/>
                  <a:pt x="3234316" y="533400"/>
                  <a:pt x="3282326" y="443986"/>
                </a:cubicBezTo>
                <a:cubicBezTo>
                  <a:pt x="3330336" y="354572"/>
                  <a:pt x="3378788" y="251064"/>
                  <a:pt x="3409180" y="177066"/>
                </a:cubicBezTo>
                <a:cubicBezTo>
                  <a:pt x="3439572" y="103068"/>
                  <a:pt x="3452125" y="51534"/>
                  <a:pt x="3464678" y="0"/>
                </a:cubicBezTo>
              </a:path>
            </a:pathLst>
          </a:custGeom>
          <a:noFill/>
          <a:ln w="19050" cap="flat" cmpd="sng" algn="ctr">
            <a:solidFill>
              <a:srgbClr val="C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76" name="Arc 52"/>
          <p:cNvSpPr>
            <a:spLocks/>
          </p:cNvSpPr>
          <p:nvPr/>
        </p:nvSpPr>
        <p:spPr bwMode="auto">
          <a:xfrm rot="6458630">
            <a:off x="6316542" y="867824"/>
            <a:ext cx="123066" cy="151653"/>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9525">
            <a:solidFill>
              <a:schemeClr val="tx1"/>
            </a:solidFill>
            <a:round/>
            <a:headEnd type="triangle" w="med" len="me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7" name="Text Box 2450"/>
          <p:cNvSpPr txBox="1">
            <a:spLocks noChangeArrowheads="1"/>
          </p:cNvSpPr>
          <p:nvPr/>
        </p:nvSpPr>
        <p:spPr bwMode="auto">
          <a:xfrm>
            <a:off x="6829500" y="737163"/>
            <a:ext cx="317328" cy="3480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800" b="1" i="1" dirty="0"/>
              <a:t>R</a:t>
            </a:r>
          </a:p>
        </p:txBody>
      </p:sp>
      <p:sp>
        <p:nvSpPr>
          <p:cNvPr id="79" name="Text Box 135"/>
          <p:cNvSpPr txBox="1">
            <a:spLocks noChangeArrowheads="1"/>
          </p:cNvSpPr>
          <p:nvPr/>
        </p:nvSpPr>
        <p:spPr bwMode="auto">
          <a:xfrm>
            <a:off x="6971247" y="2115558"/>
            <a:ext cx="322580" cy="3480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1800" b="1" dirty="0" smtClean="0">
                <a:solidFill>
                  <a:srgbClr val="C00000"/>
                </a:solidFill>
                <a:latin typeface="Times New Roman" panose="02020603050405020304" pitchFamily="18" charset="0"/>
              </a:rPr>
              <a:t>…</a:t>
            </a:r>
            <a:endParaRPr kumimoji="1" lang="en-US" altLang="zh-CN" sz="1800" b="1" dirty="0">
              <a:solidFill>
                <a:srgbClr val="C00000"/>
              </a:solidFill>
              <a:latin typeface="Times New Roman" panose="02020603050405020304" pitchFamily="18" charset="0"/>
            </a:endParaRPr>
          </a:p>
        </p:txBody>
      </p:sp>
      <p:sp>
        <p:nvSpPr>
          <p:cNvPr id="80" name="Text Box 135"/>
          <p:cNvSpPr txBox="1">
            <a:spLocks noChangeArrowheads="1"/>
          </p:cNvSpPr>
          <p:nvPr/>
        </p:nvSpPr>
        <p:spPr bwMode="auto">
          <a:xfrm>
            <a:off x="7563969" y="1773992"/>
            <a:ext cx="322580" cy="3480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1800" b="1" dirty="0" smtClean="0">
                <a:solidFill>
                  <a:srgbClr val="C00000"/>
                </a:solidFill>
                <a:latin typeface="Times New Roman" panose="02020603050405020304" pitchFamily="18" charset="0"/>
              </a:rPr>
              <a:t>…</a:t>
            </a:r>
            <a:endParaRPr kumimoji="1" lang="en-US" altLang="zh-CN" sz="1800" b="1" dirty="0">
              <a:solidFill>
                <a:srgbClr val="C00000"/>
              </a:solidFill>
              <a:latin typeface="Times New Roman" panose="02020603050405020304" pitchFamily="18" charset="0"/>
            </a:endParaRPr>
          </a:p>
        </p:txBody>
      </p:sp>
      <p:sp>
        <p:nvSpPr>
          <p:cNvPr id="81" name="Text Box 135"/>
          <p:cNvSpPr txBox="1">
            <a:spLocks noChangeArrowheads="1"/>
          </p:cNvSpPr>
          <p:nvPr/>
        </p:nvSpPr>
        <p:spPr bwMode="auto">
          <a:xfrm>
            <a:off x="7864349" y="1531881"/>
            <a:ext cx="322580" cy="3710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1800" b="1" dirty="0">
                <a:solidFill>
                  <a:srgbClr val="C00000"/>
                </a:solidFill>
                <a:latin typeface="Times New Roman" panose="02020603050405020304" pitchFamily="18" charset="0"/>
              </a:rPr>
              <a:t>7</a:t>
            </a:r>
          </a:p>
        </p:txBody>
      </p:sp>
      <p:sp>
        <p:nvSpPr>
          <p:cNvPr id="82" name="Text Box 135"/>
          <p:cNvSpPr txBox="1">
            <a:spLocks noChangeArrowheads="1"/>
          </p:cNvSpPr>
          <p:nvPr/>
        </p:nvSpPr>
        <p:spPr bwMode="auto">
          <a:xfrm>
            <a:off x="8122538" y="1193335"/>
            <a:ext cx="322580" cy="3710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1800" b="1" dirty="0" smtClean="0">
                <a:solidFill>
                  <a:srgbClr val="C00000"/>
                </a:solidFill>
                <a:latin typeface="Times New Roman" panose="02020603050405020304" pitchFamily="18" charset="0"/>
              </a:rPr>
              <a:t>8</a:t>
            </a:r>
            <a:endParaRPr kumimoji="1" lang="en-US" altLang="zh-CN" sz="1800" b="1" dirty="0">
              <a:solidFill>
                <a:srgbClr val="C00000"/>
              </a:solidFill>
              <a:latin typeface="Times New Roman" panose="02020603050405020304" pitchFamily="18" charset="0"/>
            </a:endParaRPr>
          </a:p>
        </p:txBody>
      </p:sp>
      <p:sp>
        <p:nvSpPr>
          <p:cNvPr id="85" name="Text Box 136"/>
          <p:cNvSpPr txBox="1">
            <a:spLocks noChangeArrowheads="1"/>
          </p:cNvSpPr>
          <p:nvPr/>
        </p:nvSpPr>
        <p:spPr bwMode="auto">
          <a:xfrm>
            <a:off x="6665788" y="5194417"/>
            <a:ext cx="478166" cy="3845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1800" b="1" dirty="0">
                <a:solidFill>
                  <a:srgbClr val="C00000"/>
                </a:solidFill>
                <a:latin typeface="Times New Roman" panose="02020603050405020304" pitchFamily="18" charset="0"/>
                <a:sym typeface="Symbol" panose="05050102010706020507" pitchFamily="18" charset="2"/>
              </a:rPr>
              <a:t> </a:t>
            </a:r>
            <a:r>
              <a:rPr kumimoji="1" lang="en-US" altLang="zh-CN" sz="1800" b="1" i="1" dirty="0">
                <a:solidFill>
                  <a:srgbClr val="C00000"/>
                </a:solidFill>
                <a:latin typeface="Times New Roman" panose="02020603050405020304" pitchFamily="18" charset="0"/>
                <a:sym typeface="Symbol" panose="05050102010706020507" pitchFamily="18" charset="2"/>
              </a:rPr>
              <a:t></a:t>
            </a:r>
            <a:r>
              <a:rPr kumimoji="1" lang="en-US" altLang="zh-CN" sz="1800" b="1" baseline="-25000" dirty="0" err="1">
                <a:solidFill>
                  <a:srgbClr val="C00000"/>
                </a:solidFill>
                <a:latin typeface="Times New Roman" panose="02020603050405020304" pitchFamily="18" charset="0"/>
                <a:sym typeface="Symbol" panose="05050102010706020507" pitchFamily="18" charset="2"/>
              </a:rPr>
              <a:t>i</a:t>
            </a:r>
            <a:endParaRPr kumimoji="1" lang="en-US" altLang="zh-CN" sz="1800" b="1" baseline="-25000" dirty="0">
              <a:solidFill>
                <a:srgbClr val="C00000"/>
              </a:solidFill>
              <a:latin typeface="Times New Roman" panose="02020603050405020304" pitchFamily="18" charset="0"/>
            </a:endParaRPr>
          </a:p>
        </p:txBody>
      </p:sp>
      <p:sp>
        <p:nvSpPr>
          <p:cNvPr id="86" name="Arc 52"/>
          <p:cNvSpPr>
            <a:spLocks/>
          </p:cNvSpPr>
          <p:nvPr/>
        </p:nvSpPr>
        <p:spPr bwMode="auto">
          <a:xfrm rot="6458630">
            <a:off x="6794603" y="5136748"/>
            <a:ext cx="123066" cy="151653"/>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9525">
            <a:solidFill>
              <a:schemeClr val="tx1"/>
            </a:solidFill>
            <a:round/>
            <a:headEnd type="triangle" w="med" len="me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95" name="Text Box 46"/>
          <p:cNvSpPr txBox="1">
            <a:spLocks noChangeArrowheads="1"/>
          </p:cNvSpPr>
          <p:nvPr/>
        </p:nvSpPr>
        <p:spPr bwMode="auto">
          <a:xfrm>
            <a:off x="596815" y="2473576"/>
            <a:ext cx="1821794" cy="506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442913" indent="-358775" eaLnBrk="1" hangingPunct="1">
              <a:lnSpc>
                <a:spcPct val="125000"/>
              </a:lnSpc>
              <a:spcBef>
                <a:spcPct val="0"/>
              </a:spcBef>
              <a:spcAft>
                <a:spcPct val="0"/>
              </a:spcAft>
              <a:buSzPct val="100000"/>
              <a:buFont typeface="Wingdings" panose="05000000000000000000" pitchFamily="2" charset="2"/>
              <a:buChar char="Ø"/>
            </a:pPr>
            <a:r>
              <a:rPr lang="zh-CN" altLang="en-US" sz="2400" b="1" dirty="0" smtClean="0">
                <a:solidFill>
                  <a:srgbClr val="C00000"/>
                </a:solidFill>
                <a:latin typeface="黑体" panose="02010609060101010101" pitchFamily="49" charset="-122"/>
                <a:ea typeface="黑体" panose="02010609060101010101" pitchFamily="49" charset="-122"/>
              </a:rPr>
              <a:t>未知数</a:t>
            </a:r>
            <a:endParaRPr lang="zh-CN" altLang="en-US" sz="2400" b="1" dirty="0">
              <a:solidFill>
                <a:srgbClr val="C00000"/>
              </a:solidFill>
              <a:ea typeface="幼圆" panose="02010509060101010101" pitchFamily="49" charset="-122"/>
              <a:cs typeface="Times New Roman" panose="02020603050405020304" pitchFamily="18" charset="0"/>
            </a:endParaRPr>
          </a:p>
        </p:txBody>
      </p:sp>
      <p:grpSp>
        <p:nvGrpSpPr>
          <p:cNvPr id="2" name="组合 1"/>
          <p:cNvGrpSpPr/>
          <p:nvPr/>
        </p:nvGrpSpPr>
        <p:grpSpPr>
          <a:xfrm>
            <a:off x="949516" y="3001589"/>
            <a:ext cx="4613108" cy="776902"/>
            <a:chOff x="949516" y="3001589"/>
            <a:chExt cx="4613108" cy="776902"/>
          </a:xfrm>
        </p:grpSpPr>
        <p:sp>
          <p:nvSpPr>
            <p:cNvPr id="97" name="Text Box 110"/>
            <p:cNvSpPr txBox="1">
              <a:spLocks noChangeArrowheads="1"/>
            </p:cNvSpPr>
            <p:nvPr/>
          </p:nvSpPr>
          <p:spPr bwMode="auto">
            <a:xfrm>
              <a:off x="950620" y="3001589"/>
              <a:ext cx="3770252" cy="3539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marL="182563" lvl="2" indent="-182563" defTabSz="739775">
                <a:buClr>
                  <a:srgbClr val="C00000"/>
                </a:buClr>
                <a:buSzPct val="130000"/>
                <a:buFont typeface="Arial" panose="020B0604020202020204" pitchFamily="34" charset="0"/>
                <a:buChar char="•"/>
              </a:pPr>
              <a:r>
                <a:rPr lang="zh-CN" altLang="en-US"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土条底</a:t>
              </a:r>
              <a:r>
                <a:rPr lang="zh-CN" altLang="en-US" sz="20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作用力：</a:t>
              </a:r>
              <a:r>
                <a:rPr lang="en-US" altLang="zh-CN" sz="2000" b="1" i="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  </a:t>
              </a:r>
              <a:r>
                <a:rPr lang="en-US" altLang="zh-CN" sz="2000" b="1" i="1" dirty="0">
                  <a:solidFill>
                    <a:srgbClr val="C00000"/>
                  </a:solidFill>
                  <a:latin typeface="Times New Roman" panose="02020603050405020304" pitchFamily="18" charset="0"/>
                  <a:ea typeface="幼圆" panose="02010509060101010101" pitchFamily="49" charset="-122"/>
                  <a:cs typeface="Times New Roman" panose="02020603050405020304" pitchFamily="18" charset="0"/>
                </a:rPr>
                <a:t>N</a:t>
              </a:r>
              <a:r>
                <a:rPr lang="en-US" altLang="zh-CN" sz="2000" b="1" baseline="-25000" dirty="0">
                  <a:solidFill>
                    <a:srgbClr val="C00000"/>
                  </a:solidFill>
                  <a:latin typeface="Times New Roman" panose="02020603050405020304" pitchFamily="18" charset="0"/>
                  <a:ea typeface="幼圆" panose="02010509060101010101" pitchFamily="49" charset="-122"/>
                  <a:cs typeface="Times New Roman" panose="02020603050405020304" pitchFamily="18" charset="0"/>
                </a:rPr>
                <a:t>i</a:t>
              </a:r>
              <a:r>
                <a:rPr lang="en-US" altLang="zh-CN" sz="2000" b="1" i="1" baseline="-25000" dirty="0">
                  <a:solidFill>
                    <a:srgbClr val="C00000"/>
                  </a:solidFill>
                  <a:latin typeface="Times New Roman" panose="02020603050405020304" pitchFamily="18" charset="0"/>
                  <a:ea typeface="幼圆" panose="02010509060101010101" pitchFamily="49" charset="-122"/>
                  <a:cs typeface="Times New Roman" panose="02020603050405020304" pitchFamily="18" charset="0"/>
                </a:rPr>
                <a:t> </a:t>
              </a:r>
              <a:r>
                <a:rPr lang="en-US" altLang="zh-CN" sz="2000" b="1" i="1" dirty="0">
                  <a:solidFill>
                    <a:srgbClr val="C00000"/>
                  </a:solidFill>
                  <a:latin typeface="Times New Roman" panose="02020603050405020304" pitchFamily="18" charset="0"/>
                  <a:ea typeface="幼圆" panose="02010509060101010101" pitchFamily="49" charset="-122"/>
                  <a:cs typeface="Times New Roman" panose="02020603050405020304" pitchFamily="18" charset="0"/>
                </a:rPr>
                <a:t>   T</a:t>
              </a:r>
              <a:r>
                <a:rPr lang="en-US" altLang="zh-CN" sz="2000" b="1" baseline="-25000" dirty="0">
                  <a:solidFill>
                    <a:srgbClr val="C00000"/>
                  </a:solidFill>
                  <a:latin typeface="Times New Roman" panose="02020603050405020304" pitchFamily="18" charset="0"/>
                  <a:ea typeface="幼圆" panose="02010509060101010101" pitchFamily="49" charset="-122"/>
                  <a:cs typeface="Times New Roman" panose="02020603050405020304" pitchFamily="18" charset="0"/>
                </a:rPr>
                <a:t>i</a:t>
              </a:r>
              <a:r>
                <a:rPr lang="en-US" altLang="zh-CN" sz="2000" b="1" i="1" baseline="-25000" dirty="0">
                  <a:solidFill>
                    <a:srgbClr val="C00000"/>
                  </a:solidFill>
                  <a:latin typeface="Times New Roman" panose="02020603050405020304" pitchFamily="18" charset="0"/>
                  <a:ea typeface="幼圆" panose="02010509060101010101" pitchFamily="49" charset="-122"/>
                  <a:cs typeface="Times New Roman" panose="02020603050405020304" pitchFamily="18" charset="0"/>
                </a:rPr>
                <a:t> </a:t>
              </a:r>
              <a:r>
                <a:rPr lang="en-US" altLang="zh-CN" sz="2000" b="1" i="1" dirty="0">
                  <a:solidFill>
                    <a:srgbClr val="C00000"/>
                  </a:solidFill>
                  <a:latin typeface="Times New Roman" panose="02020603050405020304" pitchFamily="18" charset="0"/>
                  <a:ea typeface="幼圆" panose="02010509060101010101" pitchFamily="49" charset="-122"/>
                  <a:cs typeface="Times New Roman" panose="02020603050405020304" pitchFamily="18" charset="0"/>
                </a:rPr>
                <a:t>  </a:t>
              </a:r>
              <a:r>
                <a:rPr lang="en-US" altLang="zh-CN" sz="2000" b="1" dirty="0" smtClean="0">
                  <a:solidFill>
                    <a:srgbClr val="C00000"/>
                  </a:solidFill>
                  <a:latin typeface="Times New Roman" panose="02020603050405020304" pitchFamily="18" charset="0"/>
                  <a:ea typeface="幼圆" panose="02010509060101010101" pitchFamily="49" charset="-122"/>
                  <a:cs typeface="Times New Roman" panose="02020603050405020304" pitchFamily="18" charset="0"/>
                </a:rPr>
                <a:t> </a:t>
              </a:r>
              <a:r>
                <a:rPr lang="en-US" altLang="zh-CN" sz="20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2n</a:t>
              </a:r>
              <a:r>
                <a:rPr lang="zh-CN" altLang="en-US" sz="20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个 </a:t>
              </a:r>
              <a:endParaRPr lang="en-US" altLang="zh-CN"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p:txBody>
        </p:sp>
        <p:sp>
          <p:nvSpPr>
            <p:cNvPr id="98" name="Text Box 111"/>
            <p:cNvSpPr txBox="1">
              <a:spLocks noChangeArrowheads="1"/>
            </p:cNvSpPr>
            <p:nvPr/>
          </p:nvSpPr>
          <p:spPr bwMode="auto">
            <a:xfrm>
              <a:off x="949516" y="3424548"/>
              <a:ext cx="3658935" cy="3539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marL="182563" indent="-182563" eaLnBrk="1" hangingPunct="1">
                <a:buClr>
                  <a:srgbClr val="C00000"/>
                </a:buClr>
                <a:buSzPct val="130000"/>
                <a:buFont typeface="Arial" panose="020B0604020202020204" pitchFamily="34" charset="0"/>
                <a:buChar char="•"/>
                <a:tabLst>
                  <a:tab pos="4484688" algn="l"/>
                </a:tabLst>
              </a:pPr>
              <a:r>
                <a:rPr lang="zh-CN" altLang="en-US" sz="20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整体安全系数 </a:t>
              </a:r>
              <a:r>
                <a:rPr lang="en-US" altLang="zh-CN" sz="2000" b="1" i="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F</a:t>
              </a:r>
              <a:r>
                <a:rPr lang="en-US" altLang="zh-CN" sz="2000" b="1" baseline="-25000"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s</a:t>
              </a:r>
              <a:r>
                <a:rPr lang="en-US" altLang="zh-CN" sz="2000" b="1" i="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                 </a:t>
              </a:r>
              <a:r>
                <a:rPr lang="en-US" altLang="zh-CN" sz="20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1</a:t>
              </a:r>
              <a:r>
                <a:rPr lang="zh-CN" altLang="en-US" sz="20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个</a:t>
              </a:r>
              <a:endParaRPr lang="en-US" altLang="zh-CN"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p:txBody>
        </p:sp>
        <p:sp>
          <p:nvSpPr>
            <p:cNvPr id="126" name="AutoShape 113"/>
            <p:cNvSpPr>
              <a:spLocks/>
            </p:cNvSpPr>
            <p:nvPr/>
          </p:nvSpPr>
          <p:spPr bwMode="auto">
            <a:xfrm>
              <a:off x="4603376" y="3122126"/>
              <a:ext cx="89291" cy="617015"/>
            </a:xfrm>
            <a:prstGeom prst="rightBrace">
              <a:avLst>
                <a:gd name="adj1" fmla="val 116667"/>
                <a:gd name="adj2" fmla="val 50000"/>
              </a:avLst>
            </a:prstGeom>
            <a:noFill/>
            <a:ln w="34925">
              <a:solidFill>
                <a:srgbClr val="CC33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r">
                <a:spcBef>
                  <a:spcPct val="20000"/>
                </a:spcBef>
              </a:pPr>
              <a:endParaRPr lang="zh-CN" altLang="en-US" sz="2000" b="1">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p:txBody>
        </p:sp>
        <p:sp>
          <p:nvSpPr>
            <p:cNvPr id="127" name="Rectangle 115"/>
            <p:cNvSpPr>
              <a:spLocks noChangeArrowheads="1"/>
            </p:cNvSpPr>
            <p:nvPr/>
          </p:nvSpPr>
          <p:spPr bwMode="auto">
            <a:xfrm>
              <a:off x="4832937" y="3208469"/>
              <a:ext cx="729687" cy="417871"/>
            </a:xfrm>
            <a:prstGeom prst="rect">
              <a:avLst/>
            </a:prstGeom>
            <a:solidFill>
              <a:srgbClr val="0000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spcBef>
                  <a:spcPct val="20000"/>
                </a:spcBef>
              </a:pPr>
              <a:r>
                <a:rPr lang="en-US" altLang="zh-CN" sz="2000" b="1" dirty="0" smtClean="0">
                  <a:solidFill>
                    <a:schemeClr val="bg1"/>
                  </a:solidFill>
                  <a:latin typeface="Times New Roman" panose="02020603050405020304" pitchFamily="18" charset="0"/>
                  <a:ea typeface="幼圆" panose="02010509060101010101" pitchFamily="49" charset="-122"/>
                  <a:cs typeface="Times New Roman" panose="02020603050405020304" pitchFamily="18" charset="0"/>
                </a:rPr>
                <a:t>2n+1</a:t>
              </a:r>
              <a:endParaRPr lang="en-US" altLang="zh-CN" sz="2000" b="1" dirty="0">
                <a:solidFill>
                  <a:schemeClr val="bg1"/>
                </a:solidFill>
                <a:latin typeface="Times New Roman" panose="02020603050405020304" pitchFamily="18" charset="0"/>
                <a:ea typeface="幼圆" panose="02010509060101010101" pitchFamily="49" charset="-122"/>
                <a:cs typeface="Times New Roman" panose="02020603050405020304" pitchFamily="18" charset="0"/>
              </a:endParaRPr>
            </a:p>
          </p:txBody>
        </p:sp>
      </p:grpSp>
      <p:sp>
        <p:nvSpPr>
          <p:cNvPr id="129" name="Text Box 46"/>
          <p:cNvSpPr txBox="1">
            <a:spLocks noChangeArrowheads="1"/>
          </p:cNvSpPr>
          <p:nvPr/>
        </p:nvSpPr>
        <p:spPr bwMode="auto">
          <a:xfrm>
            <a:off x="586254" y="3802921"/>
            <a:ext cx="2736367" cy="506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442913" indent="-358775" eaLnBrk="1" hangingPunct="1">
              <a:lnSpc>
                <a:spcPct val="125000"/>
              </a:lnSpc>
              <a:spcBef>
                <a:spcPct val="0"/>
              </a:spcBef>
              <a:spcAft>
                <a:spcPct val="0"/>
              </a:spcAft>
              <a:buSzPct val="100000"/>
              <a:buFont typeface="Wingdings" panose="05000000000000000000" pitchFamily="2" charset="2"/>
              <a:buChar char="Ø"/>
            </a:pPr>
            <a:r>
              <a:rPr lang="zh-CN" altLang="en-US" sz="2400" b="1" dirty="0" smtClean="0">
                <a:solidFill>
                  <a:srgbClr val="C00000"/>
                </a:solidFill>
                <a:latin typeface="黑体" panose="02010609060101010101" pitchFamily="49" charset="-122"/>
                <a:ea typeface="黑体" panose="02010609060101010101" pitchFamily="49" charset="-122"/>
              </a:rPr>
              <a:t>利用的方程</a:t>
            </a:r>
            <a:endParaRPr lang="zh-CN" altLang="en-US" sz="2400" b="1" dirty="0">
              <a:solidFill>
                <a:srgbClr val="C00000"/>
              </a:solidFill>
              <a:ea typeface="幼圆" panose="02010509060101010101" pitchFamily="49" charset="-122"/>
              <a:cs typeface="Times New Roman" panose="02020603050405020304" pitchFamily="18" charset="0"/>
            </a:endParaRPr>
          </a:p>
        </p:txBody>
      </p:sp>
      <p:grpSp>
        <p:nvGrpSpPr>
          <p:cNvPr id="4" name="组合 3"/>
          <p:cNvGrpSpPr/>
          <p:nvPr/>
        </p:nvGrpSpPr>
        <p:grpSpPr>
          <a:xfrm>
            <a:off x="957287" y="4349040"/>
            <a:ext cx="4477081" cy="1084704"/>
            <a:chOff x="957287" y="4349040"/>
            <a:chExt cx="4477081" cy="1084704"/>
          </a:xfrm>
        </p:grpSpPr>
        <p:sp>
          <p:nvSpPr>
            <p:cNvPr id="130" name="Text Box 110"/>
            <p:cNvSpPr txBox="1">
              <a:spLocks noChangeArrowheads="1"/>
            </p:cNvSpPr>
            <p:nvPr/>
          </p:nvSpPr>
          <p:spPr bwMode="auto">
            <a:xfrm>
              <a:off x="958166" y="4349040"/>
              <a:ext cx="3631941" cy="3539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marL="182563" lvl="2" indent="-182563" defTabSz="739775">
                <a:buClr>
                  <a:srgbClr val="C00000"/>
                </a:buClr>
                <a:buSzPct val="130000"/>
                <a:buFont typeface="Arial" panose="020B0604020202020204" pitchFamily="34" charset="0"/>
                <a:buChar char="•"/>
              </a:pPr>
              <a:r>
                <a:rPr lang="zh-CN" altLang="en-US" sz="20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土条径向力平衡：           </a:t>
              </a:r>
              <a:r>
                <a:rPr lang="en-US" altLang="zh-CN" sz="20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n</a:t>
              </a:r>
              <a:r>
                <a:rPr lang="zh-CN" altLang="en-US" sz="20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个 </a:t>
              </a:r>
              <a:endParaRPr lang="en-US" altLang="zh-CN"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p:txBody>
        </p:sp>
        <p:sp>
          <p:nvSpPr>
            <p:cNvPr id="131" name="Text Box 111"/>
            <p:cNvSpPr txBox="1">
              <a:spLocks noChangeArrowheads="1"/>
            </p:cNvSpPr>
            <p:nvPr/>
          </p:nvSpPr>
          <p:spPr bwMode="auto">
            <a:xfrm>
              <a:off x="966115" y="5079801"/>
              <a:ext cx="3658935" cy="3539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marL="182563" indent="-182563" eaLnBrk="1" hangingPunct="1">
                <a:buClr>
                  <a:srgbClr val="C00000"/>
                </a:buClr>
                <a:buSzPct val="130000"/>
                <a:buFont typeface="Arial" panose="020B0604020202020204" pitchFamily="34" charset="0"/>
                <a:buChar char="•"/>
                <a:tabLst>
                  <a:tab pos="4484688" algn="l"/>
                </a:tabLst>
              </a:pPr>
              <a:r>
                <a:rPr lang="zh-CN" altLang="en-US" sz="20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整体力矩平衡   </a:t>
              </a:r>
              <a:r>
                <a:rPr lang="en-US" altLang="zh-CN" sz="2000" b="1" i="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                </a:t>
              </a:r>
              <a:r>
                <a:rPr lang="en-US" altLang="zh-CN" sz="20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1</a:t>
              </a:r>
              <a:r>
                <a:rPr lang="zh-CN" altLang="en-US" sz="20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个</a:t>
              </a:r>
              <a:endParaRPr lang="en-US" altLang="zh-CN"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p:txBody>
        </p:sp>
        <p:sp>
          <p:nvSpPr>
            <p:cNvPr id="132" name="AutoShape 113"/>
            <p:cNvSpPr>
              <a:spLocks/>
            </p:cNvSpPr>
            <p:nvPr/>
          </p:nvSpPr>
          <p:spPr bwMode="auto">
            <a:xfrm>
              <a:off x="4466074" y="4460524"/>
              <a:ext cx="96881" cy="844806"/>
            </a:xfrm>
            <a:prstGeom prst="rightBrace">
              <a:avLst>
                <a:gd name="adj1" fmla="val 116667"/>
                <a:gd name="adj2" fmla="val 50000"/>
              </a:avLst>
            </a:prstGeom>
            <a:noFill/>
            <a:ln w="34925">
              <a:solidFill>
                <a:srgbClr val="CC33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r">
                <a:spcBef>
                  <a:spcPct val="20000"/>
                </a:spcBef>
              </a:pPr>
              <a:endParaRPr lang="zh-CN" altLang="en-US" sz="2000" b="1">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p:txBody>
        </p:sp>
        <p:sp>
          <p:nvSpPr>
            <p:cNvPr id="133" name="Rectangle 115"/>
            <p:cNvSpPr>
              <a:spLocks noChangeArrowheads="1"/>
            </p:cNvSpPr>
            <p:nvPr/>
          </p:nvSpPr>
          <p:spPr bwMode="auto">
            <a:xfrm>
              <a:off x="4704681" y="4673616"/>
              <a:ext cx="729687" cy="417871"/>
            </a:xfrm>
            <a:prstGeom prst="rect">
              <a:avLst/>
            </a:prstGeom>
            <a:solidFill>
              <a:srgbClr val="0000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spcBef>
                  <a:spcPct val="20000"/>
                </a:spcBef>
              </a:pPr>
              <a:r>
                <a:rPr lang="en-US" altLang="zh-CN" sz="2000" b="1" dirty="0" smtClean="0">
                  <a:solidFill>
                    <a:schemeClr val="bg1"/>
                  </a:solidFill>
                  <a:latin typeface="Times New Roman" panose="02020603050405020304" pitchFamily="18" charset="0"/>
                  <a:ea typeface="幼圆" panose="02010509060101010101" pitchFamily="49" charset="-122"/>
                  <a:cs typeface="Times New Roman" panose="02020603050405020304" pitchFamily="18" charset="0"/>
                </a:rPr>
                <a:t>2n+1</a:t>
              </a:r>
              <a:endParaRPr lang="en-US" altLang="zh-CN" sz="2000" b="1" dirty="0">
                <a:solidFill>
                  <a:schemeClr val="bg1"/>
                </a:solidFill>
                <a:latin typeface="Times New Roman" panose="02020603050405020304" pitchFamily="18" charset="0"/>
                <a:ea typeface="幼圆" panose="02010509060101010101" pitchFamily="49" charset="-122"/>
                <a:cs typeface="Times New Roman" panose="02020603050405020304" pitchFamily="18" charset="0"/>
              </a:endParaRPr>
            </a:p>
          </p:txBody>
        </p:sp>
        <p:sp>
          <p:nvSpPr>
            <p:cNvPr id="134" name="Text Box 110"/>
            <p:cNvSpPr txBox="1">
              <a:spLocks noChangeArrowheads="1"/>
            </p:cNvSpPr>
            <p:nvPr/>
          </p:nvSpPr>
          <p:spPr bwMode="auto">
            <a:xfrm>
              <a:off x="957287" y="4709360"/>
              <a:ext cx="3542286" cy="3539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marL="182563" indent="-182563" defTabSz="739775" eaLnBrk="1" hangingPunct="1">
                <a:buClr>
                  <a:srgbClr val="C00000"/>
                </a:buClr>
                <a:buSzPct val="130000"/>
                <a:buFont typeface="Arial" panose="020B0604020202020204" pitchFamily="34" charset="0"/>
                <a:buChar char="•"/>
                <a:tabLst>
                  <a:tab pos="3411538" algn="l"/>
                </a:tabLst>
              </a:pPr>
              <a:r>
                <a:rPr lang="zh-CN" altLang="en-US"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滑动面上极限平衡条件  </a:t>
              </a:r>
              <a:r>
                <a:rPr lang="zh-CN" altLang="en-US" sz="20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 </a:t>
              </a:r>
              <a:r>
                <a:rPr lang="en-US" altLang="zh-CN" sz="20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n</a:t>
              </a:r>
              <a:r>
                <a:rPr lang="zh-CN" altLang="en-US" sz="20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个</a:t>
              </a:r>
              <a:endParaRPr lang="en-US" altLang="zh-CN"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p:txBody>
        </p:sp>
      </p:grpSp>
    </p:spTree>
    <p:extLst>
      <p:ext uri="{BB962C8B-B14F-4D97-AF65-F5344CB8AC3E}">
        <p14:creationId xmlns:p14="http://schemas.microsoft.com/office/powerpoint/2010/main" val="473184675"/>
      </p:ext>
    </p:extLst>
  </p:cSld>
  <p:clrMapOvr>
    <a:masterClrMapping/>
  </p:clrMapOvr>
  <p:transition spd="med">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99"/>
                                        </p:tgtEl>
                                        <p:attrNameLst>
                                          <p:attrName>style.visibility</p:attrName>
                                        </p:attrNameLst>
                                      </p:cBhvr>
                                      <p:to>
                                        <p:strVal val="visible"/>
                                      </p:to>
                                    </p:set>
                                    <p:animEffect transition="in" filter="barn(inVertical)">
                                      <p:cBhvr>
                                        <p:cTn id="7" dur="500"/>
                                        <p:tgtEl>
                                          <p:spTgt spid="99"/>
                                        </p:tgtEl>
                                      </p:cBhvr>
                                    </p:animEffect>
                                  </p:childTnLst>
                                </p:cTn>
                              </p:par>
                            </p:childTnLst>
                          </p:cTn>
                        </p:par>
                      </p:childTnLst>
                    </p:cTn>
                  </p:par>
                  <p:par>
                    <p:cTn id="8" fill="hold">
                      <p:stCondLst>
                        <p:cond delay="indefinite"/>
                      </p:stCondLst>
                      <p:childTnLst>
                        <p:par>
                          <p:cTn id="9" fill="hold">
                            <p:stCondLst>
                              <p:cond delay="0"/>
                            </p:stCondLst>
                            <p:childTnLst>
                              <p:par>
                                <p:cTn id="10" presetID="31" presetClass="entr" presetSubtype="0" fill="hold" grpId="0" nodeType="clickEffect">
                                  <p:stCondLst>
                                    <p:cond delay="0"/>
                                  </p:stCondLst>
                                  <p:childTnLst>
                                    <p:set>
                                      <p:cBhvr>
                                        <p:cTn id="11" dur="1" fill="hold">
                                          <p:stCondLst>
                                            <p:cond delay="0"/>
                                          </p:stCondLst>
                                        </p:cTn>
                                        <p:tgtEl>
                                          <p:spTgt spid="95"/>
                                        </p:tgtEl>
                                        <p:attrNameLst>
                                          <p:attrName>style.visibility</p:attrName>
                                        </p:attrNameLst>
                                      </p:cBhvr>
                                      <p:to>
                                        <p:strVal val="visible"/>
                                      </p:to>
                                    </p:set>
                                    <p:anim calcmode="lin" valueType="num">
                                      <p:cBhvr>
                                        <p:cTn id="12" dur="1000" fill="hold"/>
                                        <p:tgtEl>
                                          <p:spTgt spid="95"/>
                                        </p:tgtEl>
                                        <p:attrNameLst>
                                          <p:attrName>ppt_w</p:attrName>
                                        </p:attrNameLst>
                                      </p:cBhvr>
                                      <p:tavLst>
                                        <p:tav tm="0">
                                          <p:val>
                                            <p:fltVal val="0"/>
                                          </p:val>
                                        </p:tav>
                                        <p:tav tm="100000">
                                          <p:val>
                                            <p:strVal val="#ppt_w"/>
                                          </p:val>
                                        </p:tav>
                                      </p:tavLst>
                                    </p:anim>
                                    <p:anim calcmode="lin" valueType="num">
                                      <p:cBhvr>
                                        <p:cTn id="13" dur="1000" fill="hold"/>
                                        <p:tgtEl>
                                          <p:spTgt spid="95"/>
                                        </p:tgtEl>
                                        <p:attrNameLst>
                                          <p:attrName>ppt_h</p:attrName>
                                        </p:attrNameLst>
                                      </p:cBhvr>
                                      <p:tavLst>
                                        <p:tav tm="0">
                                          <p:val>
                                            <p:fltVal val="0"/>
                                          </p:val>
                                        </p:tav>
                                        <p:tav tm="100000">
                                          <p:val>
                                            <p:strVal val="#ppt_h"/>
                                          </p:val>
                                        </p:tav>
                                      </p:tavLst>
                                    </p:anim>
                                    <p:anim calcmode="lin" valueType="num">
                                      <p:cBhvr>
                                        <p:cTn id="14" dur="1000" fill="hold"/>
                                        <p:tgtEl>
                                          <p:spTgt spid="95"/>
                                        </p:tgtEl>
                                        <p:attrNameLst>
                                          <p:attrName>style.rotation</p:attrName>
                                        </p:attrNameLst>
                                      </p:cBhvr>
                                      <p:tavLst>
                                        <p:tav tm="0">
                                          <p:val>
                                            <p:fltVal val="90"/>
                                          </p:val>
                                        </p:tav>
                                        <p:tav tm="100000">
                                          <p:val>
                                            <p:fltVal val="0"/>
                                          </p:val>
                                        </p:tav>
                                      </p:tavLst>
                                    </p:anim>
                                    <p:animEffect transition="in" filter="fade">
                                      <p:cBhvr>
                                        <p:cTn id="15" dur="1000"/>
                                        <p:tgtEl>
                                          <p:spTgt spid="95"/>
                                        </p:tgtEl>
                                      </p:cBhvr>
                                    </p:animEffect>
                                  </p:childTnLst>
                                </p:cTn>
                              </p:par>
                            </p:childTnLst>
                          </p:cTn>
                        </p:par>
                        <p:par>
                          <p:cTn id="16" fill="hold">
                            <p:stCondLst>
                              <p:cond delay="1000"/>
                            </p:stCondLst>
                            <p:childTnLst>
                              <p:par>
                                <p:cTn id="17" presetID="22" presetClass="entr" presetSubtype="8" fill="hold" nodeType="after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wipe(left)">
                                      <p:cBhvr>
                                        <p:cTn id="19" dur="1000"/>
                                        <p:tgtEl>
                                          <p:spTgt spid="2"/>
                                        </p:tgtEl>
                                      </p:cBhvr>
                                    </p:animEffect>
                                  </p:childTnLst>
                                </p:cTn>
                              </p:par>
                            </p:childTnLst>
                          </p:cTn>
                        </p:par>
                      </p:childTnLst>
                    </p:cTn>
                  </p:par>
                  <p:par>
                    <p:cTn id="20" fill="hold">
                      <p:stCondLst>
                        <p:cond delay="indefinite"/>
                      </p:stCondLst>
                      <p:childTnLst>
                        <p:par>
                          <p:cTn id="21" fill="hold">
                            <p:stCondLst>
                              <p:cond delay="0"/>
                            </p:stCondLst>
                            <p:childTnLst>
                              <p:par>
                                <p:cTn id="22" presetID="31" presetClass="entr" presetSubtype="0" fill="hold" grpId="0" nodeType="clickEffect">
                                  <p:stCondLst>
                                    <p:cond delay="0"/>
                                  </p:stCondLst>
                                  <p:childTnLst>
                                    <p:set>
                                      <p:cBhvr>
                                        <p:cTn id="23" dur="1" fill="hold">
                                          <p:stCondLst>
                                            <p:cond delay="0"/>
                                          </p:stCondLst>
                                        </p:cTn>
                                        <p:tgtEl>
                                          <p:spTgt spid="129"/>
                                        </p:tgtEl>
                                        <p:attrNameLst>
                                          <p:attrName>style.visibility</p:attrName>
                                        </p:attrNameLst>
                                      </p:cBhvr>
                                      <p:to>
                                        <p:strVal val="visible"/>
                                      </p:to>
                                    </p:set>
                                    <p:anim calcmode="lin" valueType="num">
                                      <p:cBhvr>
                                        <p:cTn id="24" dur="1000" fill="hold"/>
                                        <p:tgtEl>
                                          <p:spTgt spid="129"/>
                                        </p:tgtEl>
                                        <p:attrNameLst>
                                          <p:attrName>ppt_w</p:attrName>
                                        </p:attrNameLst>
                                      </p:cBhvr>
                                      <p:tavLst>
                                        <p:tav tm="0">
                                          <p:val>
                                            <p:fltVal val="0"/>
                                          </p:val>
                                        </p:tav>
                                        <p:tav tm="100000">
                                          <p:val>
                                            <p:strVal val="#ppt_w"/>
                                          </p:val>
                                        </p:tav>
                                      </p:tavLst>
                                    </p:anim>
                                    <p:anim calcmode="lin" valueType="num">
                                      <p:cBhvr>
                                        <p:cTn id="25" dur="1000" fill="hold"/>
                                        <p:tgtEl>
                                          <p:spTgt spid="129"/>
                                        </p:tgtEl>
                                        <p:attrNameLst>
                                          <p:attrName>ppt_h</p:attrName>
                                        </p:attrNameLst>
                                      </p:cBhvr>
                                      <p:tavLst>
                                        <p:tav tm="0">
                                          <p:val>
                                            <p:fltVal val="0"/>
                                          </p:val>
                                        </p:tav>
                                        <p:tav tm="100000">
                                          <p:val>
                                            <p:strVal val="#ppt_h"/>
                                          </p:val>
                                        </p:tav>
                                      </p:tavLst>
                                    </p:anim>
                                    <p:anim calcmode="lin" valueType="num">
                                      <p:cBhvr>
                                        <p:cTn id="26" dur="1000" fill="hold"/>
                                        <p:tgtEl>
                                          <p:spTgt spid="129"/>
                                        </p:tgtEl>
                                        <p:attrNameLst>
                                          <p:attrName>style.rotation</p:attrName>
                                        </p:attrNameLst>
                                      </p:cBhvr>
                                      <p:tavLst>
                                        <p:tav tm="0">
                                          <p:val>
                                            <p:fltVal val="90"/>
                                          </p:val>
                                        </p:tav>
                                        <p:tav tm="100000">
                                          <p:val>
                                            <p:fltVal val="0"/>
                                          </p:val>
                                        </p:tav>
                                      </p:tavLst>
                                    </p:anim>
                                    <p:animEffect transition="in" filter="fade">
                                      <p:cBhvr>
                                        <p:cTn id="27" dur="1000"/>
                                        <p:tgtEl>
                                          <p:spTgt spid="129"/>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4"/>
                                        </p:tgtEl>
                                        <p:attrNameLst>
                                          <p:attrName>style.visibility</p:attrName>
                                        </p:attrNameLst>
                                      </p:cBhvr>
                                      <p:to>
                                        <p:strVal val="visible"/>
                                      </p:to>
                                    </p:set>
                                    <p:animEffect transition="in" filter="wipe(left)">
                                      <p:cBhvr>
                                        <p:cTn id="32"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 grpId="0"/>
      <p:bldP spid="95" grpId="0"/>
      <p:bldP spid="129"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任意多边形 33"/>
          <p:cNvSpPr/>
          <p:nvPr/>
        </p:nvSpPr>
        <p:spPr bwMode="auto">
          <a:xfrm>
            <a:off x="5371769" y="1661560"/>
            <a:ext cx="3116307" cy="1612402"/>
          </a:xfrm>
          <a:custGeom>
            <a:avLst/>
            <a:gdLst>
              <a:gd name="connsiteX0" fmla="*/ 0 w 3450692"/>
              <a:gd name="connsiteY0" fmla="*/ 1561822 h 1785416"/>
              <a:gd name="connsiteX1" fmla="*/ 313700 w 3450692"/>
              <a:gd name="connsiteY1" fmla="*/ 1561822 h 1785416"/>
              <a:gd name="connsiteX2" fmla="*/ 2833305 w 3450692"/>
              <a:gd name="connsiteY2" fmla="*/ 0 h 1785416"/>
              <a:gd name="connsiteX3" fmla="*/ 3450692 w 3450692"/>
              <a:gd name="connsiteY3" fmla="*/ 0 h 1785416"/>
              <a:gd name="connsiteX4" fmla="*/ 3310529 w 3450692"/>
              <a:gd name="connsiteY4" fmla="*/ 367095 h 1785416"/>
              <a:gd name="connsiteX5" fmla="*/ 3080260 w 3450692"/>
              <a:gd name="connsiteY5" fmla="*/ 760888 h 1785416"/>
              <a:gd name="connsiteX6" fmla="*/ 2746538 w 3450692"/>
              <a:gd name="connsiteY6" fmla="*/ 1131320 h 1785416"/>
              <a:gd name="connsiteX7" fmla="*/ 2312698 w 3450692"/>
              <a:gd name="connsiteY7" fmla="*/ 1461706 h 1785416"/>
              <a:gd name="connsiteX8" fmla="*/ 1908894 w 3450692"/>
              <a:gd name="connsiteY8" fmla="*/ 1641916 h 1785416"/>
              <a:gd name="connsiteX9" fmla="*/ 1578508 w 3450692"/>
              <a:gd name="connsiteY9" fmla="*/ 1738695 h 1785416"/>
              <a:gd name="connsiteX10" fmla="*/ 1261472 w 3450692"/>
              <a:gd name="connsiteY10" fmla="*/ 1778742 h 1785416"/>
              <a:gd name="connsiteX11" fmla="*/ 957784 w 3450692"/>
              <a:gd name="connsiteY11" fmla="*/ 1785416 h 1785416"/>
              <a:gd name="connsiteX12" fmla="*/ 660771 w 3450692"/>
              <a:gd name="connsiteY12" fmla="*/ 1755381 h 1785416"/>
              <a:gd name="connsiteX13" fmla="*/ 323711 w 3450692"/>
              <a:gd name="connsiteY13" fmla="*/ 1678625 h 1785416"/>
              <a:gd name="connsiteX14" fmla="*/ 0 w 3450692"/>
              <a:gd name="connsiteY14" fmla="*/ 1561822 h 1785416"/>
              <a:gd name="connsiteX0" fmla="*/ 0 w 3450692"/>
              <a:gd name="connsiteY0" fmla="*/ 1561822 h 1785416"/>
              <a:gd name="connsiteX1" fmla="*/ 313700 w 3450692"/>
              <a:gd name="connsiteY1" fmla="*/ 1561822 h 1785416"/>
              <a:gd name="connsiteX2" fmla="*/ 2833305 w 3450692"/>
              <a:gd name="connsiteY2" fmla="*/ 0 h 1785416"/>
              <a:gd name="connsiteX3" fmla="*/ 3450692 w 3450692"/>
              <a:gd name="connsiteY3" fmla="*/ 0 h 1785416"/>
              <a:gd name="connsiteX4" fmla="*/ 3310529 w 3450692"/>
              <a:gd name="connsiteY4" fmla="*/ 367095 h 1785416"/>
              <a:gd name="connsiteX5" fmla="*/ 3080260 w 3450692"/>
              <a:gd name="connsiteY5" fmla="*/ 760888 h 1785416"/>
              <a:gd name="connsiteX6" fmla="*/ 2746538 w 3450692"/>
              <a:gd name="connsiteY6" fmla="*/ 1131320 h 1785416"/>
              <a:gd name="connsiteX7" fmla="*/ 2312698 w 3450692"/>
              <a:gd name="connsiteY7" fmla="*/ 1461706 h 1785416"/>
              <a:gd name="connsiteX8" fmla="*/ 1908894 w 3450692"/>
              <a:gd name="connsiteY8" fmla="*/ 1641916 h 1785416"/>
              <a:gd name="connsiteX9" fmla="*/ 1578508 w 3450692"/>
              <a:gd name="connsiteY9" fmla="*/ 1738695 h 1785416"/>
              <a:gd name="connsiteX10" fmla="*/ 1261472 w 3450692"/>
              <a:gd name="connsiteY10" fmla="*/ 1778742 h 1785416"/>
              <a:gd name="connsiteX11" fmla="*/ 957784 w 3450692"/>
              <a:gd name="connsiteY11" fmla="*/ 1785416 h 1785416"/>
              <a:gd name="connsiteX12" fmla="*/ 660771 w 3450692"/>
              <a:gd name="connsiteY12" fmla="*/ 1755381 h 1785416"/>
              <a:gd name="connsiteX13" fmla="*/ 489791 w 3450692"/>
              <a:gd name="connsiteY13" fmla="*/ 1727823 h 1785416"/>
              <a:gd name="connsiteX14" fmla="*/ 323711 w 3450692"/>
              <a:gd name="connsiteY14" fmla="*/ 1678625 h 1785416"/>
              <a:gd name="connsiteX15" fmla="*/ 0 w 3450692"/>
              <a:gd name="connsiteY15" fmla="*/ 1561822 h 1785416"/>
              <a:gd name="connsiteX0" fmla="*/ 0 w 3450692"/>
              <a:gd name="connsiteY0" fmla="*/ 1561822 h 1785416"/>
              <a:gd name="connsiteX1" fmla="*/ 313700 w 3450692"/>
              <a:gd name="connsiteY1" fmla="*/ 1561822 h 1785416"/>
              <a:gd name="connsiteX2" fmla="*/ 2833305 w 3450692"/>
              <a:gd name="connsiteY2" fmla="*/ 0 h 1785416"/>
              <a:gd name="connsiteX3" fmla="*/ 3450692 w 3450692"/>
              <a:gd name="connsiteY3" fmla="*/ 0 h 1785416"/>
              <a:gd name="connsiteX4" fmla="*/ 3343186 w 3450692"/>
              <a:gd name="connsiteY4" fmla="*/ 307224 h 1785416"/>
              <a:gd name="connsiteX5" fmla="*/ 3080260 w 3450692"/>
              <a:gd name="connsiteY5" fmla="*/ 760888 h 1785416"/>
              <a:gd name="connsiteX6" fmla="*/ 2746538 w 3450692"/>
              <a:gd name="connsiteY6" fmla="*/ 1131320 h 1785416"/>
              <a:gd name="connsiteX7" fmla="*/ 2312698 w 3450692"/>
              <a:gd name="connsiteY7" fmla="*/ 1461706 h 1785416"/>
              <a:gd name="connsiteX8" fmla="*/ 1908894 w 3450692"/>
              <a:gd name="connsiteY8" fmla="*/ 1641916 h 1785416"/>
              <a:gd name="connsiteX9" fmla="*/ 1578508 w 3450692"/>
              <a:gd name="connsiteY9" fmla="*/ 1738695 h 1785416"/>
              <a:gd name="connsiteX10" fmla="*/ 1261472 w 3450692"/>
              <a:gd name="connsiteY10" fmla="*/ 1778742 h 1785416"/>
              <a:gd name="connsiteX11" fmla="*/ 957784 w 3450692"/>
              <a:gd name="connsiteY11" fmla="*/ 1785416 h 1785416"/>
              <a:gd name="connsiteX12" fmla="*/ 660771 w 3450692"/>
              <a:gd name="connsiteY12" fmla="*/ 1755381 h 1785416"/>
              <a:gd name="connsiteX13" fmla="*/ 489791 w 3450692"/>
              <a:gd name="connsiteY13" fmla="*/ 1727823 h 1785416"/>
              <a:gd name="connsiteX14" fmla="*/ 323711 w 3450692"/>
              <a:gd name="connsiteY14" fmla="*/ 1678625 h 1785416"/>
              <a:gd name="connsiteX15" fmla="*/ 0 w 3450692"/>
              <a:gd name="connsiteY15" fmla="*/ 1561822 h 1785416"/>
              <a:gd name="connsiteX0" fmla="*/ 0 w 3450692"/>
              <a:gd name="connsiteY0" fmla="*/ 1561822 h 1785416"/>
              <a:gd name="connsiteX1" fmla="*/ 313700 w 3450692"/>
              <a:gd name="connsiteY1" fmla="*/ 1561822 h 1785416"/>
              <a:gd name="connsiteX2" fmla="*/ 2833305 w 3450692"/>
              <a:gd name="connsiteY2" fmla="*/ 0 h 1785416"/>
              <a:gd name="connsiteX3" fmla="*/ 3450692 w 3450692"/>
              <a:gd name="connsiteY3" fmla="*/ 0 h 1785416"/>
              <a:gd name="connsiteX4" fmla="*/ 3403534 w 3450692"/>
              <a:gd name="connsiteY4" fmla="*/ 151209 h 1785416"/>
              <a:gd name="connsiteX5" fmla="*/ 3343186 w 3450692"/>
              <a:gd name="connsiteY5" fmla="*/ 307224 h 1785416"/>
              <a:gd name="connsiteX6" fmla="*/ 3080260 w 3450692"/>
              <a:gd name="connsiteY6" fmla="*/ 760888 h 1785416"/>
              <a:gd name="connsiteX7" fmla="*/ 2746538 w 3450692"/>
              <a:gd name="connsiteY7" fmla="*/ 1131320 h 1785416"/>
              <a:gd name="connsiteX8" fmla="*/ 2312698 w 3450692"/>
              <a:gd name="connsiteY8" fmla="*/ 1461706 h 1785416"/>
              <a:gd name="connsiteX9" fmla="*/ 1908894 w 3450692"/>
              <a:gd name="connsiteY9" fmla="*/ 1641916 h 1785416"/>
              <a:gd name="connsiteX10" fmla="*/ 1578508 w 3450692"/>
              <a:gd name="connsiteY10" fmla="*/ 1738695 h 1785416"/>
              <a:gd name="connsiteX11" fmla="*/ 1261472 w 3450692"/>
              <a:gd name="connsiteY11" fmla="*/ 1778742 h 1785416"/>
              <a:gd name="connsiteX12" fmla="*/ 957784 w 3450692"/>
              <a:gd name="connsiteY12" fmla="*/ 1785416 h 1785416"/>
              <a:gd name="connsiteX13" fmla="*/ 660771 w 3450692"/>
              <a:gd name="connsiteY13" fmla="*/ 1755381 h 1785416"/>
              <a:gd name="connsiteX14" fmla="*/ 489791 w 3450692"/>
              <a:gd name="connsiteY14" fmla="*/ 1727823 h 1785416"/>
              <a:gd name="connsiteX15" fmla="*/ 323711 w 3450692"/>
              <a:gd name="connsiteY15" fmla="*/ 1678625 h 1785416"/>
              <a:gd name="connsiteX16" fmla="*/ 0 w 3450692"/>
              <a:gd name="connsiteY16" fmla="*/ 1561822 h 17854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450692" h="1785416">
                <a:moveTo>
                  <a:pt x="0" y="1561822"/>
                </a:moveTo>
                <a:lnTo>
                  <a:pt x="313700" y="1561822"/>
                </a:lnTo>
                <a:lnTo>
                  <a:pt x="2833305" y="0"/>
                </a:lnTo>
                <a:lnTo>
                  <a:pt x="3450692" y="0"/>
                </a:lnTo>
                <a:cubicBezTo>
                  <a:pt x="3431949" y="50403"/>
                  <a:pt x="3422277" y="100806"/>
                  <a:pt x="3403534" y="151209"/>
                </a:cubicBezTo>
                <a:lnTo>
                  <a:pt x="3343186" y="307224"/>
                </a:lnTo>
                <a:lnTo>
                  <a:pt x="3080260" y="760888"/>
                </a:lnTo>
                <a:lnTo>
                  <a:pt x="2746538" y="1131320"/>
                </a:lnTo>
                <a:lnTo>
                  <a:pt x="2312698" y="1461706"/>
                </a:lnTo>
                <a:lnTo>
                  <a:pt x="1908894" y="1641916"/>
                </a:lnTo>
                <a:lnTo>
                  <a:pt x="1578508" y="1738695"/>
                </a:lnTo>
                <a:lnTo>
                  <a:pt x="1261472" y="1778742"/>
                </a:lnTo>
                <a:lnTo>
                  <a:pt x="957784" y="1785416"/>
                </a:lnTo>
                <a:lnTo>
                  <a:pt x="660771" y="1755381"/>
                </a:lnTo>
                <a:cubicBezTo>
                  <a:pt x="604383" y="1742566"/>
                  <a:pt x="546179" y="1740638"/>
                  <a:pt x="489791" y="1727823"/>
                </a:cubicBezTo>
                <a:lnTo>
                  <a:pt x="323711" y="1678625"/>
                </a:lnTo>
                <a:lnTo>
                  <a:pt x="0" y="1561822"/>
                </a:lnTo>
                <a:close/>
              </a:path>
            </a:pathLst>
          </a:custGeom>
          <a:solidFill>
            <a:srgbClr val="FFC000"/>
          </a:solidFill>
          <a:ln w="12700" cap="flat" cmpd="sng" algn="ctr">
            <a:no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35" name="任意多边形 34"/>
          <p:cNvSpPr/>
          <p:nvPr/>
        </p:nvSpPr>
        <p:spPr bwMode="auto">
          <a:xfrm>
            <a:off x="7357859" y="1836363"/>
            <a:ext cx="289355" cy="1193478"/>
          </a:xfrm>
          <a:custGeom>
            <a:avLst/>
            <a:gdLst>
              <a:gd name="connsiteX0" fmla="*/ 0 w 313699"/>
              <a:gd name="connsiteY0" fmla="*/ 1321541 h 1321541"/>
              <a:gd name="connsiteX1" fmla="*/ 0 w 313699"/>
              <a:gd name="connsiteY1" fmla="*/ 180210 h 1321541"/>
              <a:gd name="connsiteX2" fmla="*/ 313699 w 313699"/>
              <a:gd name="connsiteY2" fmla="*/ 0 h 1321541"/>
              <a:gd name="connsiteX3" fmla="*/ 313699 w 313699"/>
              <a:gd name="connsiteY3" fmla="*/ 1124645 h 1321541"/>
              <a:gd name="connsiteX4" fmla="*/ 170198 w 313699"/>
              <a:gd name="connsiteY4" fmla="*/ 1224762 h 1321541"/>
              <a:gd name="connsiteX5" fmla="*/ 0 w 313699"/>
              <a:gd name="connsiteY5" fmla="*/ 1321541 h 1321541"/>
              <a:gd name="connsiteX0" fmla="*/ 6705 w 320404"/>
              <a:gd name="connsiteY0" fmla="*/ 1321541 h 1321541"/>
              <a:gd name="connsiteX1" fmla="*/ 0 w 320404"/>
              <a:gd name="connsiteY1" fmla="*/ 200326 h 1321541"/>
              <a:gd name="connsiteX2" fmla="*/ 320404 w 320404"/>
              <a:gd name="connsiteY2" fmla="*/ 0 h 1321541"/>
              <a:gd name="connsiteX3" fmla="*/ 320404 w 320404"/>
              <a:gd name="connsiteY3" fmla="*/ 1124645 h 1321541"/>
              <a:gd name="connsiteX4" fmla="*/ 176903 w 320404"/>
              <a:gd name="connsiteY4" fmla="*/ 1224762 h 1321541"/>
              <a:gd name="connsiteX5" fmla="*/ 6705 w 320404"/>
              <a:gd name="connsiteY5" fmla="*/ 1321541 h 1321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0404" h="1321541">
                <a:moveTo>
                  <a:pt x="6705" y="1321541"/>
                </a:moveTo>
                <a:lnTo>
                  <a:pt x="0" y="200326"/>
                </a:lnTo>
                <a:lnTo>
                  <a:pt x="320404" y="0"/>
                </a:lnTo>
                <a:lnTo>
                  <a:pt x="320404" y="1124645"/>
                </a:lnTo>
                <a:lnTo>
                  <a:pt x="176903" y="1224762"/>
                </a:lnTo>
                <a:lnTo>
                  <a:pt x="6705" y="1321541"/>
                </a:lnTo>
                <a:close/>
              </a:path>
            </a:pathLst>
          </a:custGeom>
          <a:solidFill>
            <a:srgbClr val="CCECFF"/>
          </a:solid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104" name="Freeform 8"/>
          <p:cNvSpPr>
            <a:spLocks/>
          </p:cNvSpPr>
          <p:nvPr/>
        </p:nvSpPr>
        <p:spPr bwMode="auto">
          <a:xfrm>
            <a:off x="7290373" y="3413441"/>
            <a:ext cx="629123" cy="1975352"/>
          </a:xfrm>
          <a:custGeom>
            <a:avLst/>
            <a:gdLst>
              <a:gd name="T0" fmla="*/ 0 w 327"/>
              <a:gd name="T1" fmla="*/ 300423 h 991"/>
              <a:gd name="T2" fmla="*/ 0 w 327"/>
              <a:gd name="T3" fmla="*/ 1636251 h 991"/>
              <a:gd name="T4" fmla="*/ 516939 w 327"/>
              <a:gd name="T5" fmla="*/ 1327711 h 991"/>
              <a:gd name="T6" fmla="*/ 516939 w 327"/>
              <a:gd name="T7" fmla="*/ 0 h 991"/>
              <a:gd name="T8" fmla="*/ 0 w 327"/>
              <a:gd name="T9" fmla="*/ 300423 h 99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7" h="991">
                <a:moveTo>
                  <a:pt x="0" y="182"/>
                </a:moveTo>
                <a:lnTo>
                  <a:pt x="0" y="991"/>
                </a:lnTo>
                <a:lnTo>
                  <a:pt x="327" y="804"/>
                </a:lnTo>
                <a:lnTo>
                  <a:pt x="327" y="0"/>
                </a:lnTo>
                <a:lnTo>
                  <a:pt x="0" y="182"/>
                </a:lnTo>
                <a:close/>
              </a:path>
            </a:pathLst>
          </a:custGeom>
          <a:solidFill>
            <a:srgbClr val="CCECFF">
              <a:alpha val="50195"/>
            </a:srgbClr>
          </a:solidFill>
          <a:ln w="28575" cap="flat" cmpd="sng">
            <a:solidFill>
              <a:srgbClr val="000066"/>
            </a:solidFill>
            <a:prstDash val="solid"/>
            <a:round/>
            <a:headEnd/>
            <a:tailEnd/>
          </a:ln>
          <a:effectLst/>
          <a:extLst/>
        </p:spPr>
        <p:txBody>
          <a:bodyPr/>
          <a:lstStyle/>
          <a:p>
            <a:endParaRPr lang="zh-CN" altLang="en-US" sz="1800">
              <a:cs typeface="Times New Roman" panose="02020603050405020304" pitchFamily="18" charset="0"/>
            </a:endParaRPr>
          </a:p>
        </p:txBody>
      </p:sp>
      <p:cxnSp>
        <p:nvCxnSpPr>
          <p:cNvPr id="3" name="直接连接符 2"/>
          <p:cNvCxnSpPr/>
          <p:nvPr/>
        </p:nvCxnSpPr>
        <p:spPr bwMode="auto">
          <a:xfrm flipV="1">
            <a:off x="7612086" y="3540740"/>
            <a:ext cx="0" cy="2196294"/>
          </a:xfrm>
          <a:prstGeom prst="line">
            <a:avLst/>
          </a:prstGeom>
          <a:noFill/>
          <a:ln w="9525" cap="flat" cmpd="sng" algn="ctr">
            <a:solidFill>
              <a:schemeClr val="tx1"/>
            </a:solidFill>
            <a:prstDash val="lgDashDot"/>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47</a:t>
            </a:fld>
            <a:endParaRPr lang="zh-CN" altLang="en-US" dirty="0">
              <a:solidFill>
                <a:srgbClr val="C00000"/>
              </a:solidFill>
            </a:endParaRPr>
          </a:p>
        </p:txBody>
      </p:sp>
      <p:sp>
        <p:nvSpPr>
          <p:cNvPr id="61" name="Text Box 2"/>
          <p:cNvSpPr txBox="1">
            <a:spLocks noChangeArrowheads="1"/>
          </p:cNvSpPr>
          <p:nvPr/>
        </p:nvSpPr>
        <p:spPr bwMode="auto">
          <a:xfrm>
            <a:off x="2074272" y="5727555"/>
            <a:ext cx="580691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gn="ctr" eaLnBrk="1" hangingPunct="1">
              <a:lnSpc>
                <a:spcPct val="100000"/>
              </a:lnSpc>
              <a:spcBef>
                <a:spcPct val="0"/>
              </a:spcBef>
              <a:spcAft>
                <a:spcPct val="0"/>
              </a:spcAft>
            </a:pPr>
            <a:r>
              <a:rPr kumimoji="1" lang="zh-CN" altLang="en-US" sz="4000" b="1" dirty="0">
                <a:solidFill>
                  <a:srgbClr val="000066"/>
                </a:solidFill>
                <a:latin typeface="黑体" pitchFamily="2" charset="-122"/>
                <a:ea typeface="黑体" pitchFamily="2" charset="-122"/>
              </a:rPr>
              <a:t>瑞典条分法</a:t>
            </a:r>
          </a:p>
        </p:txBody>
      </p:sp>
      <p:sp>
        <p:nvSpPr>
          <p:cNvPr id="55" name="Text Box 7"/>
          <p:cNvSpPr txBox="1">
            <a:spLocks noChangeArrowheads="1"/>
          </p:cNvSpPr>
          <p:nvPr/>
        </p:nvSpPr>
        <p:spPr bwMode="auto">
          <a:xfrm>
            <a:off x="0" y="0"/>
            <a:ext cx="5420412"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1800" b="1" kern="900" spc="130" dirty="0" smtClean="0">
                <a:solidFill>
                  <a:srgbClr val="000066"/>
                </a:solidFill>
                <a:ea typeface="黑体" panose="02010609060101010101" pitchFamily="49" charset="-122"/>
                <a:cs typeface="Times New Roman" panose="02020603050405020304" pitchFamily="18" charset="0"/>
              </a:rPr>
              <a:t>§7.3  </a:t>
            </a:r>
            <a:r>
              <a:rPr lang="zh-CN" altLang="en-US" sz="1800" b="1" kern="900" spc="130" dirty="0" smtClean="0">
                <a:solidFill>
                  <a:srgbClr val="000066"/>
                </a:solidFill>
                <a:ea typeface="黑体" panose="02010609060101010101" pitchFamily="49" charset="-122"/>
                <a:cs typeface="Times New Roman" panose="02020603050405020304" pitchFamily="18" charset="0"/>
              </a:rPr>
              <a:t>黏性</a:t>
            </a:r>
            <a:r>
              <a:rPr lang="zh-CN" altLang="en-US" sz="1800" b="1" kern="900" spc="130" dirty="0">
                <a:solidFill>
                  <a:srgbClr val="000066"/>
                </a:solidFill>
                <a:ea typeface="黑体" panose="02010609060101010101" pitchFamily="49" charset="-122"/>
                <a:cs typeface="Times New Roman" panose="02020603050405020304" pitchFamily="18" charset="0"/>
              </a:rPr>
              <a:t>土坡的稳定</a:t>
            </a:r>
            <a:r>
              <a:rPr lang="zh-CN" altLang="en-US" sz="1800" b="1" kern="900" spc="130" dirty="0" smtClean="0">
                <a:solidFill>
                  <a:srgbClr val="000066"/>
                </a:solidFill>
                <a:ea typeface="黑体" panose="02010609060101010101" pitchFamily="49" charset="-122"/>
                <a:cs typeface="Times New Roman" panose="02020603050405020304" pitchFamily="18" charset="0"/>
              </a:rPr>
              <a:t>分析 </a:t>
            </a:r>
            <a:r>
              <a:rPr lang="en-US" altLang="zh-CN" sz="1800" b="1" kern="900" spc="130" dirty="0" smtClean="0">
                <a:solidFill>
                  <a:srgbClr val="000066"/>
                </a:solidFill>
                <a:ea typeface="黑体" panose="02010609060101010101" pitchFamily="49" charset="-122"/>
                <a:cs typeface="Times New Roman" panose="02020603050405020304" pitchFamily="18" charset="0"/>
              </a:rPr>
              <a:t>- </a:t>
            </a:r>
            <a:r>
              <a:rPr lang="zh-CN" altLang="en-US" sz="1800" b="1" kern="900" spc="130" dirty="0" smtClean="0">
                <a:solidFill>
                  <a:srgbClr val="000066"/>
                </a:solidFill>
                <a:ea typeface="黑体" panose="02010609060101010101" pitchFamily="49" charset="-122"/>
                <a:cs typeface="Times New Roman" panose="02020603050405020304" pitchFamily="18" charset="0"/>
              </a:rPr>
              <a:t>瑞典</a:t>
            </a:r>
            <a:r>
              <a:rPr lang="zh-CN" altLang="en-US" sz="1800" b="1" kern="900" spc="130" dirty="0">
                <a:solidFill>
                  <a:srgbClr val="000066"/>
                </a:solidFill>
                <a:ea typeface="黑体" panose="02010609060101010101" pitchFamily="49" charset="-122"/>
                <a:cs typeface="Times New Roman" panose="02020603050405020304" pitchFamily="18" charset="0"/>
              </a:rPr>
              <a:t>条分</a:t>
            </a:r>
            <a:r>
              <a:rPr lang="zh-CN" altLang="en-US" sz="1800" b="1" kern="900" spc="130" dirty="0" smtClean="0">
                <a:solidFill>
                  <a:srgbClr val="000066"/>
                </a:solidFill>
                <a:ea typeface="黑体" panose="02010609060101010101" pitchFamily="49" charset="-122"/>
                <a:cs typeface="Times New Roman" panose="02020603050405020304" pitchFamily="18" charset="0"/>
              </a:rPr>
              <a:t>法</a:t>
            </a:r>
            <a:endParaRPr lang="zh-CN" altLang="en-US" sz="1800" b="1" kern="900" spc="130" dirty="0">
              <a:solidFill>
                <a:srgbClr val="000066"/>
              </a:solidFill>
              <a:ea typeface="黑体" panose="02010609060101010101" pitchFamily="49" charset="-122"/>
              <a:cs typeface="Times New Roman" panose="02020603050405020304" pitchFamily="18" charset="0"/>
            </a:endParaRPr>
          </a:p>
        </p:txBody>
      </p:sp>
      <p:sp>
        <p:nvSpPr>
          <p:cNvPr id="219" name="Text Box 4"/>
          <p:cNvSpPr txBox="1">
            <a:spLocks noChangeArrowheads="1"/>
          </p:cNvSpPr>
          <p:nvPr/>
        </p:nvSpPr>
        <p:spPr bwMode="auto">
          <a:xfrm>
            <a:off x="356695" y="634724"/>
            <a:ext cx="3952755" cy="535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358775" indent="-358775" eaLnBrk="1" hangingPunct="1">
              <a:lnSpc>
                <a:spcPct val="120000"/>
              </a:lnSpc>
              <a:spcBef>
                <a:spcPts val="600"/>
              </a:spcBef>
              <a:spcAft>
                <a:spcPts val="0"/>
              </a:spcAft>
              <a:buClr>
                <a:srgbClr val="A50021"/>
              </a:buClr>
              <a:buSzPct val="100000"/>
              <a:buFont typeface="Wingdings" panose="05000000000000000000" pitchFamily="2" charset="2"/>
              <a:buChar char="n"/>
            </a:pPr>
            <a:r>
              <a:rPr lang="zh-CN" altLang="en-US" sz="2400" b="1" dirty="0" smtClean="0">
                <a:solidFill>
                  <a:srgbClr val="A50021"/>
                </a:solidFill>
                <a:latin typeface="微软雅黑" panose="020B0503020204020204" pitchFamily="34" charset="-122"/>
                <a:ea typeface="微软雅黑" panose="020B0503020204020204" pitchFamily="34" charset="-122"/>
              </a:rPr>
              <a:t>抗滑安全系数推导</a:t>
            </a:r>
            <a:endParaRPr lang="zh-CN" altLang="en-US" sz="2400" b="1" dirty="0">
              <a:solidFill>
                <a:srgbClr val="000066"/>
              </a:solidFill>
              <a:ea typeface="幼圆" pitchFamily="49" charset="-122"/>
            </a:endParaRPr>
          </a:p>
        </p:txBody>
      </p:sp>
      <p:sp>
        <p:nvSpPr>
          <p:cNvPr id="105" name="Line 9"/>
          <p:cNvSpPr>
            <a:spLocks noChangeShapeType="1"/>
          </p:cNvSpPr>
          <p:nvPr/>
        </p:nvSpPr>
        <p:spPr bwMode="auto">
          <a:xfrm>
            <a:off x="7605052" y="4266576"/>
            <a:ext cx="0" cy="496098"/>
          </a:xfrm>
          <a:prstGeom prst="line">
            <a:avLst/>
          </a:prstGeom>
          <a:noFill/>
          <a:ln w="28575">
            <a:solidFill>
              <a:srgbClr val="C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00">
              <a:cs typeface="Times New Roman" panose="02020603050405020304" pitchFamily="18" charset="0"/>
            </a:endParaRPr>
          </a:p>
        </p:txBody>
      </p:sp>
      <p:sp>
        <p:nvSpPr>
          <p:cNvPr id="106" name="Text Box 10"/>
          <p:cNvSpPr txBox="1">
            <a:spLocks noChangeArrowheads="1"/>
          </p:cNvSpPr>
          <p:nvPr/>
        </p:nvSpPr>
        <p:spPr bwMode="auto">
          <a:xfrm>
            <a:off x="7536002" y="4058169"/>
            <a:ext cx="454706" cy="385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800">
                <a:solidFill>
                  <a:schemeClr val="tx1"/>
                </a:solidFill>
                <a:latin typeface="Times New Roman" pitchFamily="18" charset="0"/>
                <a:ea typeface="宋体" charset="-122"/>
              </a:defRPr>
            </a:lvl1pPr>
            <a:lvl2pPr marL="742950" indent="-285750" eaLnBrk="0" hangingPunct="0">
              <a:defRPr kumimoji="1" sz="2800">
                <a:solidFill>
                  <a:schemeClr val="tx1"/>
                </a:solidFill>
                <a:latin typeface="Times New Roman" pitchFamily="18" charset="0"/>
                <a:ea typeface="宋体" charset="-122"/>
              </a:defRPr>
            </a:lvl2pPr>
            <a:lvl3pPr marL="1143000" indent="-228600" eaLnBrk="0" hangingPunct="0">
              <a:defRPr kumimoji="1" sz="2800">
                <a:solidFill>
                  <a:schemeClr val="tx1"/>
                </a:solidFill>
                <a:latin typeface="Times New Roman" pitchFamily="18" charset="0"/>
                <a:ea typeface="宋体" charset="-122"/>
              </a:defRPr>
            </a:lvl3pPr>
            <a:lvl4pPr marL="1600200" indent="-228600" eaLnBrk="0" hangingPunct="0">
              <a:defRPr kumimoji="1" sz="2800">
                <a:solidFill>
                  <a:schemeClr val="tx1"/>
                </a:solidFill>
                <a:latin typeface="Times New Roman" pitchFamily="18" charset="0"/>
                <a:ea typeface="宋体" charset="-122"/>
              </a:defRPr>
            </a:lvl4pPr>
            <a:lvl5pPr marL="2057400" indent="-228600" eaLnBrk="0" hangingPunct="0">
              <a:defRPr kumimoji="1" sz="2800">
                <a:solidFill>
                  <a:schemeClr val="tx1"/>
                </a:solidFill>
                <a:latin typeface="Times New Roman" pitchFamily="18" charset="0"/>
                <a:ea typeface="宋体" charset="-122"/>
              </a:defRPr>
            </a:lvl5pPr>
            <a:lvl6pPr marL="2514600" indent="-228600" eaLnBrk="0" fontAlgn="base" hangingPunct="0">
              <a:spcBef>
                <a:spcPct val="50000"/>
              </a:spcBef>
              <a:spcAft>
                <a:spcPct val="0"/>
              </a:spcAft>
              <a:defRPr kumimoji="1" sz="2800">
                <a:solidFill>
                  <a:schemeClr val="tx1"/>
                </a:solidFill>
                <a:latin typeface="Times New Roman" pitchFamily="18" charset="0"/>
                <a:ea typeface="宋体" charset="-122"/>
              </a:defRPr>
            </a:lvl6pPr>
            <a:lvl7pPr marL="2971800" indent="-228600" eaLnBrk="0" fontAlgn="base" hangingPunct="0">
              <a:spcBef>
                <a:spcPct val="50000"/>
              </a:spcBef>
              <a:spcAft>
                <a:spcPct val="0"/>
              </a:spcAft>
              <a:defRPr kumimoji="1" sz="2800">
                <a:solidFill>
                  <a:schemeClr val="tx1"/>
                </a:solidFill>
                <a:latin typeface="Times New Roman" pitchFamily="18" charset="0"/>
                <a:ea typeface="宋体" charset="-122"/>
              </a:defRPr>
            </a:lvl7pPr>
            <a:lvl8pPr marL="3429000" indent="-228600" eaLnBrk="0" fontAlgn="base" hangingPunct="0">
              <a:spcBef>
                <a:spcPct val="50000"/>
              </a:spcBef>
              <a:spcAft>
                <a:spcPct val="0"/>
              </a:spcAft>
              <a:defRPr kumimoji="1" sz="2800">
                <a:solidFill>
                  <a:schemeClr val="tx1"/>
                </a:solidFill>
                <a:latin typeface="Times New Roman" pitchFamily="18" charset="0"/>
                <a:ea typeface="宋体" charset="-122"/>
              </a:defRPr>
            </a:lvl8pPr>
            <a:lvl9pPr marL="3886200" indent="-228600" eaLnBrk="0" fontAlgn="base" hangingPunct="0">
              <a:spcBef>
                <a:spcPct val="50000"/>
              </a:spcBef>
              <a:spcAft>
                <a:spcPct val="0"/>
              </a:spcAft>
              <a:defRPr kumimoji="1" sz="2800">
                <a:solidFill>
                  <a:schemeClr val="tx1"/>
                </a:solidFill>
                <a:latin typeface="Times New Roman" pitchFamily="18" charset="0"/>
                <a:ea typeface="宋体" charset="-122"/>
              </a:defRPr>
            </a:lvl9pPr>
          </a:lstStyle>
          <a:p>
            <a:pPr eaLnBrk="1" hangingPunct="1"/>
            <a:r>
              <a:rPr lang="en-US" altLang="zh-CN" sz="1800" b="1" i="1" dirty="0">
                <a:solidFill>
                  <a:srgbClr val="C00000"/>
                </a:solidFill>
                <a:cs typeface="Times New Roman" panose="02020603050405020304" pitchFamily="18" charset="0"/>
              </a:rPr>
              <a:t>W</a:t>
            </a:r>
            <a:r>
              <a:rPr lang="en-US" altLang="zh-CN" sz="1800" b="1" baseline="-25000" dirty="0">
                <a:solidFill>
                  <a:srgbClr val="C00000"/>
                </a:solidFill>
                <a:cs typeface="Times New Roman" panose="02020603050405020304" pitchFamily="18" charset="0"/>
              </a:rPr>
              <a:t>i</a:t>
            </a:r>
          </a:p>
        </p:txBody>
      </p:sp>
      <p:sp>
        <p:nvSpPr>
          <p:cNvPr id="118" name="Line 22"/>
          <p:cNvSpPr>
            <a:spLocks noChangeShapeType="1"/>
          </p:cNvSpPr>
          <p:nvPr/>
        </p:nvSpPr>
        <p:spPr bwMode="auto">
          <a:xfrm flipV="1">
            <a:off x="7358769" y="5137606"/>
            <a:ext cx="554512" cy="338252"/>
          </a:xfrm>
          <a:prstGeom prst="line">
            <a:avLst/>
          </a:prstGeom>
          <a:noFill/>
          <a:ln w="28575">
            <a:solidFill>
              <a:srgbClr val="C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00">
              <a:cs typeface="Times New Roman" panose="02020603050405020304" pitchFamily="18" charset="0"/>
            </a:endParaRPr>
          </a:p>
        </p:txBody>
      </p:sp>
      <p:sp>
        <p:nvSpPr>
          <p:cNvPr id="119" name="Line 23"/>
          <p:cNvSpPr>
            <a:spLocks noChangeShapeType="1"/>
          </p:cNvSpPr>
          <p:nvPr/>
        </p:nvSpPr>
        <p:spPr bwMode="auto">
          <a:xfrm flipH="1" flipV="1">
            <a:off x="7608900" y="5191311"/>
            <a:ext cx="314335" cy="541364"/>
          </a:xfrm>
          <a:prstGeom prst="line">
            <a:avLst/>
          </a:prstGeom>
          <a:noFill/>
          <a:ln w="28575">
            <a:solidFill>
              <a:srgbClr val="C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00">
              <a:cs typeface="Times New Roman" panose="02020603050405020304" pitchFamily="18" charset="0"/>
            </a:endParaRPr>
          </a:p>
        </p:txBody>
      </p:sp>
      <p:sp>
        <p:nvSpPr>
          <p:cNvPr id="120" name="Text Box 24"/>
          <p:cNvSpPr txBox="1">
            <a:spLocks noChangeArrowheads="1"/>
          </p:cNvSpPr>
          <p:nvPr/>
        </p:nvSpPr>
        <p:spPr bwMode="auto">
          <a:xfrm>
            <a:off x="7882742" y="5467567"/>
            <a:ext cx="551749" cy="385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a:solidFill>
                  <a:schemeClr val="tx1"/>
                </a:solidFill>
                <a:latin typeface="Times New Roman" pitchFamily="18" charset="0"/>
                <a:ea typeface="宋体" charset="-122"/>
              </a:defRPr>
            </a:lvl1pPr>
            <a:lvl2pPr marL="742950" indent="-285750" eaLnBrk="0" hangingPunct="0">
              <a:defRPr kumimoji="1" sz="2800">
                <a:solidFill>
                  <a:schemeClr val="tx1"/>
                </a:solidFill>
                <a:latin typeface="Times New Roman" pitchFamily="18" charset="0"/>
                <a:ea typeface="宋体" charset="-122"/>
              </a:defRPr>
            </a:lvl2pPr>
            <a:lvl3pPr marL="1143000" indent="-228600" eaLnBrk="0" hangingPunct="0">
              <a:defRPr kumimoji="1" sz="2800">
                <a:solidFill>
                  <a:schemeClr val="tx1"/>
                </a:solidFill>
                <a:latin typeface="Times New Roman" pitchFamily="18" charset="0"/>
                <a:ea typeface="宋体" charset="-122"/>
              </a:defRPr>
            </a:lvl3pPr>
            <a:lvl4pPr marL="1600200" indent="-228600" eaLnBrk="0" hangingPunct="0">
              <a:defRPr kumimoji="1" sz="2800">
                <a:solidFill>
                  <a:schemeClr val="tx1"/>
                </a:solidFill>
                <a:latin typeface="Times New Roman" pitchFamily="18" charset="0"/>
                <a:ea typeface="宋体" charset="-122"/>
              </a:defRPr>
            </a:lvl4pPr>
            <a:lvl5pPr marL="2057400" indent="-228600" eaLnBrk="0" hangingPunct="0">
              <a:defRPr kumimoji="1" sz="2800">
                <a:solidFill>
                  <a:schemeClr val="tx1"/>
                </a:solidFill>
                <a:latin typeface="Times New Roman" pitchFamily="18" charset="0"/>
                <a:ea typeface="宋体" charset="-122"/>
              </a:defRPr>
            </a:lvl5pPr>
            <a:lvl6pPr marL="2514600" indent="-228600" eaLnBrk="0" fontAlgn="base" hangingPunct="0">
              <a:spcBef>
                <a:spcPct val="50000"/>
              </a:spcBef>
              <a:spcAft>
                <a:spcPct val="0"/>
              </a:spcAft>
              <a:defRPr kumimoji="1" sz="2800">
                <a:solidFill>
                  <a:schemeClr val="tx1"/>
                </a:solidFill>
                <a:latin typeface="Times New Roman" pitchFamily="18" charset="0"/>
                <a:ea typeface="宋体" charset="-122"/>
              </a:defRPr>
            </a:lvl6pPr>
            <a:lvl7pPr marL="2971800" indent="-228600" eaLnBrk="0" fontAlgn="base" hangingPunct="0">
              <a:spcBef>
                <a:spcPct val="50000"/>
              </a:spcBef>
              <a:spcAft>
                <a:spcPct val="0"/>
              </a:spcAft>
              <a:defRPr kumimoji="1" sz="2800">
                <a:solidFill>
                  <a:schemeClr val="tx1"/>
                </a:solidFill>
                <a:latin typeface="Times New Roman" pitchFamily="18" charset="0"/>
                <a:ea typeface="宋体" charset="-122"/>
              </a:defRPr>
            </a:lvl7pPr>
            <a:lvl8pPr marL="3429000" indent="-228600" eaLnBrk="0" fontAlgn="base" hangingPunct="0">
              <a:spcBef>
                <a:spcPct val="50000"/>
              </a:spcBef>
              <a:spcAft>
                <a:spcPct val="0"/>
              </a:spcAft>
              <a:defRPr kumimoji="1" sz="2800">
                <a:solidFill>
                  <a:schemeClr val="tx1"/>
                </a:solidFill>
                <a:latin typeface="Times New Roman" pitchFamily="18" charset="0"/>
                <a:ea typeface="宋体" charset="-122"/>
              </a:defRPr>
            </a:lvl8pPr>
            <a:lvl9pPr marL="3886200" indent="-228600" eaLnBrk="0" fontAlgn="base" hangingPunct="0">
              <a:spcBef>
                <a:spcPct val="50000"/>
              </a:spcBef>
              <a:spcAft>
                <a:spcPct val="0"/>
              </a:spcAft>
              <a:defRPr kumimoji="1" sz="2800">
                <a:solidFill>
                  <a:schemeClr val="tx1"/>
                </a:solidFill>
                <a:latin typeface="Times New Roman" pitchFamily="18" charset="0"/>
                <a:ea typeface="宋体" charset="-122"/>
              </a:defRPr>
            </a:lvl9pPr>
          </a:lstStyle>
          <a:p>
            <a:pPr eaLnBrk="1" hangingPunct="1"/>
            <a:r>
              <a:rPr lang="en-US" altLang="zh-CN" sz="1800" b="1" i="1" dirty="0">
                <a:solidFill>
                  <a:srgbClr val="C00000"/>
                </a:solidFill>
                <a:cs typeface="Times New Roman" panose="02020603050405020304" pitchFamily="18" charset="0"/>
              </a:rPr>
              <a:t>N</a:t>
            </a:r>
            <a:r>
              <a:rPr lang="en-US" altLang="zh-CN" sz="1800" b="1" baseline="-25000" dirty="0">
                <a:solidFill>
                  <a:srgbClr val="C00000"/>
                </a:solidFill>
                <a:cs typeface="Times New Roman" panose="02020603050405020304" pitchFamily="18" charset="0"/>
              </a:rPr>
              <a:t>i</a:t>
            </a:r>
          </a:p>
        </p:txBody>
      </p:sp>
      <p:sp>
        <p:nvSpPr>
          <p:cNvPr id="121" name="Text Box 25"/>
          <p:cNvSpPr txBox="1">
            <a:spLocks noChangeArrowheads="1"/>
          </p:cNvSpPr>
          <p:nvPr/>
        </p:nvSpPr>
        <p:spPr bwMode="auto">
          <a:xfrm>
            <a:off x="7868217" y="5076472"/>
            <a:ext cx="416177" cy="2930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tIns="0" bIns="0">
            <a:spAutoFit/>
          </a:bodyPr>
          <a:lstStyle>
            <a:lvl1pPr eaLnBrk="0" hangingPunct="0">
              <a:defRPr kumimoji="1" sz="2800">
                <a:solidFill>
                  <a:schemeClr val="tx1"/>
                </a:solidFill>
                <a:latin typeface="Times New Roman" pitchFamily="18" charset="0"/>
                <a:ea typeface="宋体" charset="-122"/>
              </a:defRPr>
            </a:lvl1pPr>
            <a:lvl2pPr marL="742950" indent="-285750" eaLnBrk="0" hangingPunct="0">
              <a:defRPr kumimoji="1" sz="2800">
                <a:solidFill>
                  <a:schemeClr val="tx1"/>
                </a:solidFill>
                <a:latin typeface="Times New Roman" pitchFamily="18" charset="0"/>
                <a:ea typeface="宋体" charset="-122"/>
              </a:defRPr>
            </a:lvl2pPr>
            <a:lvl3pPr marL="1143000" indent="-228600" eaLnBrk="0" hangingPunct="0">
              <a:defRPr kumimoji="1" sz="2800">
                <a:solidFill>
                  <a:schemeClr val="tx1"/>
                </a:solidFill>
                <a:latin typeface="Times New Roman" pitchFamily="18" charset="0"/>
                <a:ea typeface="宋体" charset="-122"/>
              </a:defRPr>
            </a:lvl3pPr>
            <a:lvl4pPr marL="1600200" indent="-228600" eaLnBrk="0" hangingPunct="0">
              <a:defRPr kumimoji="1" sz="2800">
                <a:solidFill>
                  <a:schemeClr val="tx1"/>
                </a:solidFill>
                <a:latin typeface="Times New Roman" pitchFamily="18" charset="0"/>
                <a:ea typeface="宋体" charset="-122"/>
              </a:defRPr>
            </a:lvl4pPr>
            <a:lvl5pPr marL="2057400" indent="-228600" eaLnBrk="0" hangingPunct="0">
              <a:defRPr kumimoji="1" sz="2800">
                <a:solidFill>
                  <a:schemeClr val="tx1"/>
                </a:solidFill>
                <a:latin typeface="Times New Roman" pitchFamily="18" charset="0"/>
                <a:ea typeface="宋体" charset="-122"/>
              </a:defRPr>
            </a:lvl5pPr>
            <a:lvl6pPr marL="2514600" indent="-228600" eaLnBrk="0" fontAlgn="base" hangingPunct="0">
              <a:spcBef>
                <a:spcPct val="50000"/>
              </a:spcBef>
              <a:spcAft>
                <a:spcPct val="0"/>
              </a:spcAft>
              <a:defRPr kumimoji="1" sz="2800">
                <a:solidFill>
                  <a:schemeClr val="tx1"/>
                </a:solidFill>
                <a:latin typeface="Times New Roman" pitchFamily="18" charset="0"/>
                <a:ea typeface="宋体" charset="-122"/>
              </a:defRPr>
            </a:lvl6pPr>
            <a:lvl7pPr marL="2971800" indent="-228600" eaLnBrk="0" fontAlgn="base" hangingPunct="0">
              <a:spcBef>
                <a:spcPct val="50000"/>
              </a:spcBef>
              <a:spcAft>
                <a:spcPct val="0"/>
              </a:spcAft>
              <a:defRPr kumimoji="1" sz="2800">
                <a:solidFill>
                  <a:schemeClr val="tx1"/>
                </a:solidFill>
                <a:latin typeface="Times New Roman" pitchFamily="18" charset="0"/>
                <a:ea typeface="宋体" charset="-122"/>
              </a:defRPr>
            </a:lvl7pPr>
            <a:lvl8pPr marL="3429000" indent="-228600" eaLnBrk="0" fontAlgn="base" hangingPunct="0">
              <a:spcBef>
                <a:spcPct val="50000"/>
              </a:spcBef>
              <a:spcAft>
                <a:spcPct val="0"/>
              </a:spcAft>
              <a:defRPr kumimoji="1" sz="2800">
                <a:solidFill>
                  <a:schemeClr val="tx1"/>
                </a:solidFill>
                <a:latin typeface="Times New Roman" pitchFamily="18" charset="0"/>
                <a:ea typeface="宋体" charset="-122"/>
              </a:defRPr>
            </a:lvl8pPr>
            <a:lvl9pPr marL="3886200" indent="-228600" eaLnBrk="0" fontAlgn="base" hangingPunct="0">
              <a:spcBef>
                <a:spcPct val="50000"/>
              </a:spcBef>
              <a:spcAft>
                <a:spcPct val="0"/>
              </a:spcAft>
              <a:defRPr kumimoji="1" sz="2800">
                <a:solidFill>
                  <a:schemeClr val="tx1"/>
                </a:solidFill>
                <a:latin typeface="Times New Roman" pitchFamily="18" charset="0"/>
                <a:ea typeface="宋体" charset="-122"/>
              </a:defRPr>
            </a:lvl9pPr>
          </a:lstStyle>
          <a:p>
            <a:pPr eaLnBrk="1" hangingPunct="1"/>
            <a:r>
              <a:rPr lang="en-US" altLang="zh-CN" sz="1800" b="1" i="1" dirty="0">
                <a:solidFill>
                  <a:srgbClr val="C00000"/>
                </a:solidFill>
                <a:cs typeface="Times New Roman" panose="02020603050405020304" pitchFamily="18" charset="0"/>
              </a:rPr>
              <a:t>T</a:t>
            </a:r>
            <a:r>
              <a:rPr lang="en-US" altLang="zh-CN" sz="1800" b="1" baseline="-25000" dirty="0">
                <a:solidFill>
                  <a:srgbClr val="C00000"/>
                </a:solidFill>
                <a:cs typeface="Times New Roman" panose="02020603050405020304" pitchFamily="18" charset="0"/>
              </a:rPr>
              <a:t>i</a:t>
            </a:r>
          </a:p>
        </p:txBody>
      </p:sp>
      <p:cxnSp>
        <p:nvCxnSpPr>
          <p:cNvPr id="36" name="直接连接符 35"/>
          <p:cNvCxnSpPr/>
          <p:nvPr/>
        </p:nvCxnSpPr>
        <p:spPr bwMode="auto">
          <a:xfrm>
            <a:off x="6236824" y="2701333"/>
            <a:ext cx="0" cy="569615"/>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7" name="直接连接符 36"/>
          <p:cNvCxnSpPr/>
          <p:nvPr/>
        </p:nvCxnSpPr>
        <p:spPr bwMode="auto">
          <a:xfrm>
            <a:off x="5955826" y="2873122"/>
            <a:ext cx="0" cy="379744"/>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8" name="Text Box 115"/>
          <p:cNvSpPr txBox="1">
            <a:spLocks noChangeArrowheads="1"/>
          </p:cNvSpPr>
          <p:nvPr/>
        </p:nvSpPr>
        <p:spPr bwMode="auto">
          <a:xfrm>
            <a:off x="4987122" y="2979302"/>
            <a:ext cx="590670" cy="3480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1800" b="1">
                <a:solidFill>
                  <a:schemeClr val="tx1"/>
                </a:solidFill>
                <a:latin typeface="Times New Roman" panose="02020603050405020304" pitchFamily="18" charset="0"/>
              </a:rPr>
              <a:t>A</a:t>
            </a:r>
          </a:p>
        </p:txBody>
      </p:sp>
      <p:sp>
        <p:nvSpPr>
          <p:cNvPr id="39" name="Text Box 133"/>
          <p:cNvSpPr txBox="1">
            <a:spLocks noChangeArrowheads="1"/>
          </p:cNvSpPr>
          <p:nvPr/>
        </p:nvSpPr>
        <p:spPr bwMode="auto">
          <a:xfrm>
            <a:off x="5934432" y="802777"/>
            <a:ext cx="373979" cy="3710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1800" b="1" dirty="0">
                <a:solidFill>
                  <a:schemeClr val="tx1"/>
                </a:solidFill>
                <a:latin typeface="Times New Roman" panose="02020603050405020304" pitchFamily="18" charset="0"/>
              </a:rPr>
              <a:t>O</a:t>
            </a:r>
          </a:p>
        </p:txBody>
      </p:sp>
      <p:sp>
        <p:nvSpPr>
          <p:cNvPr id="40" name="Text Box 135"/>
          <p:cNvSpPr txBox="1">
            <a:spLocks noChangeArrowheads="1"/>
          </p:cNvSpPr>
          <p:nvPr/>
        </p:nvSpPr>
        <p:spPr bwMode="auto">
          <a:xfrm>
            <a:off x="6283408" y="2861136"/>
            <a:ext cx="322580" cy="3480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1800" b="1" dirty="0">
                <a:solidFill>
                  <a:srgbClr val="C00000"/>
                </a:solidFill>
                <a:latin typeface="Times New Roman" panose="02020603050405020304" pitchFamily="18" charset="0"/>
              </a:rPr>
              <a:t>0</a:t>
            </a:r>
          </a:p>
        </p:txBody>
      </p:sp>
      <p:sp>
        <p:nvSpPr>
          <p:cNvPr id="41" name="Text Box 136"/>
          <p:cNvSpPr txBox="1">
            <a:spLocks noChangeArrowheads="1"/>
          </p:cNvSpPr>
          <p:nvPr/>
        </p:nvSpPr>
        <p:spPr bwMode="auto">
          <a:xfrm>
            <a:off x="6277824" y="1334501"/>
            <a:ext cx="478166" cy="3845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1800" b="1" dirty="0">
                <a:solidFill>
                  <a:srgbClr val="C00000"/>
                </a:solidFill>
                <a:latin typeface="Times New Roman" panose="02020603050405020304" pitchFamily="18" charset="0"/>
                <a:sym typeface="Symbol" panose="05050102010706020507" pitchFamily="18" charset="2"/>
              </a:rPr>
              <a:t> </a:t>
            </a:r>
            <a:r>
              <a:rPr kumimoji="1" lang="en-US" altLang="zh-CN" sz="1800" b="1" i="1" dirty="0" smtClean="0">
                <a:solidFill>
                  <a:srgbClr val="C00000"/>
                </a:solidFill>
                <a:latin typeface="Times New Roman" panose="02020603050405020304" pitchFamily="18" charset="0"/>
                <a:sym typeface="Symbol" panose="05050102010706020507" pitchFamily="18" charset="2"/>
              </a:rPr>
              <a:t></a:t>
            </a:r>
            <a:r>
              <a:rPr kumimoji="1" lang="en-US" altLang="zh-CN" sz="1800" b="1" baseline="-25000" dirty="0" err="1" smtClean="0">
                <a:solidFill>
                  <a:srgbClr val="C00000"/>
                </a:solidFill>
                <a:latin typeface="Times New Roman" panose="02020603050405020304" pitchFamily="18" charset="0"/>
                <a:sym typeface="Symbol" panose="05050102010706020507" pitchFamily="18" charset="2"/>
              </a:rPr>
              <a:t>i</a:t>
            </a:r>
            <a:endParaRPr kumimoji="1" lang="en-US" altLang="zh-CN" sz="1800" b="1" baseline="-25000" dirty="0">
              <a:solidFill>
                <a:srgbClr val="C00000"/>
              </a:solidFill>
              <a:latin typeface="Times New Roman" panose="02020603050405020304" pitchFamily="18" charset="0"/>
            </a:endParaRPr>
          </a:p>
        </p:txBody>
      </p:sp>
      <p:sp>
        <p:nvSpPr>
          <p:cNvPr id="42" name="Text Box 141"/>
          <p:cNvSpPr txBox="1">
            <a:spLocks noChangeArrowheads="1"/>
          </p:cNvSpPr>
          <p:nvPr/>
        </p:nvSpPr>
        <p:spPr bwMode="auto">
          <a:xfrm>
            <a:off x="7719282" y="1384472"/>
            <a:ext cx="407161" cy="3480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1800" b="1" dirty="0">
                <a:solidFill>
                  <a:schemeClr val="tx1"/>
                </a:solidFill>
                <a:latin typeface="Times New Roman" panose="02020603050405020304" pitchFamily="18" charset="0"/>
              </a:rPr>
              <a:t>B</a:t>
            </a:r>
          </a:p>
        </p:txBody>
      </p:sp>
      <p:sp>
        <p:nvSpPr>
          <p:cNvPr id="43" name="任意多边形 42"/>
          <p:cNvSpPr/>
          <p:nvPr/>
        </p:nvSpPr>
        <p:spPr bwMode="auto">
          <a:xfrm>
            <a:off x="4981364" y="1663041"/>
            <a:ext cx="4043035" cy="1403368"/>
          </a:xfrm>
          <a:custGeom>
            <a:avLst/>
            <a:gdLst>
              <a:gd name="connsiteX0" fmla="*/ 0 w 4476860"/>
              <a:gd name="connsiteY0" fmla="*/ 1553952 h 1553952"/>
              <a:gd name="connsiteX1" fmla="*/ 745263 w 4476860"/>
              <a:gd name="connsiteY1" fmla="*/ 1553952 h 1553952"/>
              <a:gd name="connsiteX2" fmla="*/ 3255898 w 4476860"/>
              <a:gd name="connsiteY2" fmla="*/ 0 h 1553952"/>
              <a:gd name="connsiteX3" fmla="*/ 4476860 w 4476860"/>
              <a:gd name="connsiteY3" fmla="*/ 0 h 1553952"/>
            </a:gdLst>
            <a:ahLst/>
            <a:cxnLst>
              <a:cxn ang="0">
                <a:pos x="connsiteX0" y="connsiteY0"/>
              </a:cxn>
              <a:cxn ang="0">
                <a:pos x="connsiteX1" y="connsiteY1"/>
              </a:cxn>
              <a:cxn ang="0">
                <a:pos x="connsiteX2" y="connsiteY2"/>
              </a:cxn>
              <a:cxn ang="0">
                <a:pos x="connsiteX3" y="connsiteY3"/>
              </a:cxn>
            </a:cxnLst>
            <a:rect l="l" t="t" r="r" b="b"/>
            <a:pathLst>
              <a:path w="4476860" h="1553952">
                <a:moveTo>
                  <a:pt x="0" y="1553952"/>
                </a:moveTo>
                <a:lnTo>
                  <a:pt x="745263" y="1553952"/>
                </a:lnTo>
                <a:lnTo>
                  <a:pt x="3255898" y="0"/>
                </a:lnTo>
                <a:lnTo>
                  <a:pt x="4476860" y="0"/>
                </a:lnTo>
              </a:path>
            </a:pathLst>
          </a:custGeom>
          <a:noFill/>
          <a:ln w="19050" cap="flat" cmpd="sng" algn="ctr">
            <a:solidFill>
              <a:srgbClr val="000066"/>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cxnSp>
        <p:nvCxnSpPr>
          <p:cNvPr id="44" name="直接连接符 43"/>
          <p:cNvCxnSpPr/>
          <p:nvPr/>
        </p:nvCxnSpPr>
        <p:spPr bwMode="auto">
          <a:xfrm>
            <a:off x="6345081" y="1020660"/>
            <a:ext cx="0" cy="2398202"/>
          </a:xfrm>
          <a:prstGeom prst="line">
            <a:avLst/>
          </a:prstGeom>
          <a:noFill/>
          <a:ln w="12700" cap="flat" cmpd="sng" algn="ctr">
            <a:solidFill>
              <a:schemeClr val="tx1"/>
            </a:solidFill>
            <a:prstDash val="lgDashDot"/>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5" name="直接连接符 44"/>
          <p:cNvCxnSpPr/>
          <p:nvPr/>
        </p:nvCxnSpPr>
        <p:spPr bwMode="auto">
          <a:xfrm>
            <a:off x="5659759" y="3067993"/>
            <a:ext cx="0" cy="111512"/>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6" name="直接连接符 45"/>
          <p:cNvCxnSpPr/>
          <p:nvPr/>
        </p:nvCxnSpPr>
        <p:spPr bwMode="auto">
          <a:xfrm>
            <a:off x="6517822" y="2532559"/>
            <a:ext cx="0" cy="738544"/>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7" name="直接连接符 46"/>
          <p:cNvCxnSpPr/>
          <p:nvPr/>
        </p:nvCxnSpPr>
        <p:spPr bwMode="auto">
          <a:xfrm>
            <a:off x="6798821" y="2357757"/>
            <a:ext cx="0" cy="873789"/>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8" name="直接连接符 47"/>
          <p:cNvCxnSpPr/>
          <p:nvPr/>
        </p:nvCxnSpPr>
        <p:spPr bwMode="auto">
          <a:xfrm>
            <a:off x="7079819" y="2176926"/>
            <a:ext cx="0" cy="974832"/>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9" name="直接连接符 48"/>
          <p:cNvCxnSpPr/>
          <p:nvPr/>
        </p:nvCxnSpPr>
        <p:spPr bwMode="auto">
          <a:xfrm>
            <a:off x="7360817" y="2011166"/>
            <a:ext cx="0" cy="1018234"/>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0" name="直接连接符 49"/>
          <p:cNvCxnSpPr/>
          <p:nvPr/>
        </p:nvCxnSpPr>
        <p:spPr bwMode="auto">
          <a:xfrm>
            <a:off x="7641816" y="1836363"/>
            <a:ext cx="0" cy="1025473"/>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1" name="直接连接符 50"/>
          <p:cNvCxnSpPr>
            <a:stCxn id="43" idx="2"/>
          </p:cNvCxnSpPr>
          <p:nvPr/>
        </p:nvCxnSpPr>
        <p:spPr bwMode="auto">
          <a:xfrm>
            <a:off x="7921753" y="1663041"/>
            <a:ext cx="1061" cy="952877"/>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2" name="直接连接符 51"/>
          <p:cNvCxnSpPr/>
          <p:nvPr/>
        </p:nvCxnSpPr>
        <p:spPr bwMode="auto">
          <a:xfrm>
            <a:off x="8203812" y="1655533"/>
            <a:ext cx="0" cy="615018"/>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3" name="直接箭头连接符 52"/>
          <p:cNvCxnSpPr/>
          <p:nvPr/>
        </p:nvCxnSpPr>
        <p:spPr bwMode="auto">
          <a:xfrm>
            <a:off x="6341482" y="1026541"/>
            <a:ext cx="2114656" cy="639415"/>
          </a:xfrm>
          <a:prstGeom prst="straightConnector1">
            <a:avLst/>
          </a:prstGeom>
          <a:noFill/>
          <a:ln w="12700" cap="flat" cmpd="sng" algn="ctr">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4" name="直接箭头连接符 53"/>
          <p:cNvCxnSpPr>
            <a:endCxn id="75" idx="0"/>
          </p:cNvCxnSpPr>
          <p:nvPr/>
        </p:nvCxnSpPr>
        <p:spPr bwMode="auto">
          <a:xfrm flipH="1">
            <a:off x="5360846" y="1023527"/>
            <a:ext cx="980636" cy="2045268"/>
          </a:xfrm>
          <a:prstGeom prst="straightConnector1">
            <a:avLst/>
          </a:prstGeom>
          <a:noFill/>
          <a:ln w="12700" cap="flat" cmpd="sng" algn="ctr">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56" name="Group 12"/>
          <p:cNvGrpSpPr>
            <a:grpSpLocks/>
          </p:cNvGrpSpPr>
          <p:nvPr/>
        </p:nvGrpSpPr>
        <p:grpSpPr bwMode="auto">
          <a:xfrm>
            <a:off x="8571945" y="1668674"/>
            <a:ext cx="410560" cy="57195"/>
            <a:chOff x="2274" y="1204"/>
            <a:chExt cx="270" cy="44"/>
          </a:xfrm>
        </p:grpSpPr>
        <p:sp>
          <p:nvSpPr>
            <p:cNvPr id="57" name="Line 13"/>
            <p:cNvSpPr>
              <a:spLocks noChangeShapeType="1"/>
            </p:cNvSpPr>
            <p:nvPr/>
          </p:nvSpPr>
          <p:spPr bwMode="auto">
            <a:xfrm flipH="1">
              <a:off x="2274" y="1210"/>
              <a:ext cx="28" cy="34"/>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 name="Line 14"/>
            <p:cNvSpPr>
              <a:spLocks noChangeShapeType="1"/>
            </p:cNvSpPr>
            <p:nvPr/>
          </p:nvSpPr>
          <p:spPr bwMode="auto">
            <a:xfrm flipH="1">
              <a:off x="2304" y="1214"/>
              <a:ext cx="34" cy="34"/>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 name="Line 15"/>
            <p:cNvSpPr>
              <a:spLocks noChangeShapeType="1"/>
            </p:cNvSpPr>
            <p:nvPr/>
          </p:nvSpPr>
          <p:spPr bwMode="auto">
            <a:xfrm flipH="1">
              <a:off x="2346" y="1206"/>
              <a:ext cx="36" cy="42"/>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0" name="Line 16"/>
            <p:cNvSpPr>
              <a:spLocks noChangeShapeType="1"/>
            </p:cNvSpPr>
            <p:nvPr/>
          </p:nvSpPr>
          <p:spPr bwMode="auto">
            <a:xfrm>
              <a:off x="2376" y="1206"/>
              <a:ext cx="40" cy="38"/>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2" name="Line 17"/>
            <p:cNvSpPr>
              <a:spLocks noChangeShapeType="1"/>
            </p:cNvSpPr>
            <p:nvPr/>
          </p:nvSpPr>
          <p:spPr bwMode="auto">
            <a:xfrm>
              <a:off x="2420" y="1210"/>
              <a:ext cx="40" cy="34"/>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3" name="Line 18"/>
            <p:cNvSpPr>
              <a:spLocks noChangeShapeType="1"/>
            </p:cNvSpPr>
            <p:nvPr/>
          </p:nvSpPr>
          <p:spPr bwMode="auto">
            <a:xfrm flipV="1">
              <a:off x="2460" y="1204"/>
              <a:ext cx="46" cy="42"/>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 name="Line 19"/>
            <p:cNvSpPr>
              <a:spLocks noChangeShapeType="1"/>
            </p:cNvSpPr>
            <p:nvPr/>
          </p:nvSpPr>
          <p:spPr bwMode="auto">
            <a:xfrm flipV="1">
              <a:off x="2512" y="1208"/>
              <a:ext cx="32" cy="36"/>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69" name="Text Box 135"/>
          <p:cNvSpPr txBox="1">
            <a:spLocks noChangeArrowheads="1"/>
          </p:cNvSpPr>
          <p:nvPr/>
        </p:nvSpPr>
        <p:spPr bwMode="auto">
          <a:xfrm>
            <a:off x="6512707" y="2788757"/>
            <a:ext cx="322580" cy="3480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1800" b="1" dirty="0">
                <a:solidFill>
                  <a:srgbClr val="C00000"/>
                </a:solidFill>
                <a:latin typeface="Times New Roman" panose="02020603050405020304" pitchFamily="18" charset="0"/>
              </a:rPr>
              <a:t>1</a:t>
            </a:r>
          </a:p>
        </p:txBody>
      </p:sp>
      <p:sp>
        <p:nvSpPr>
          <p:cNvPr id="70" name="Text Box 135"/>
          <p:cNvSpPr txBox="1">
            <a:spLocks noChangeArrowheads="1"/>
          </p:cNvSpPr>
          <p:nvPr/>
        </p:nvSpPr>
        <p:spPr bwMode="auto">
          <a:xfrm>
            <a:off x="6779432" y="2725863"/>
            <a:ext cx="322580" cy="3480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1800" b="1" dirty="0">
                <a:solidFill>
                  <a:srgbClr val="C00000"/>
                </a:solidFill>
                <a:latin typeface="Times New Roman" panose="02020603050405020304" pitchFamily="18" charset="0"/>
              </a:rPr>
              <a:t>2</a:t>
            </a:r>
          </a:p>
        </p:txBody>
      </p:sp>
      <p:sp>
        <p:nvSpPr>
          <p:cNvPr id="72" name="Text Box 135"/>
          <p:cNvSpPr txBox="1">
            <a:spLocks noChangeArrowheads="1"/>
          </p:cNvSpPr>
          <p:nvPr/>
        </p:nvSpPr>
        <p:spPr bwMode="auto">
          <a:xfrm>
            <a:off x="5930104" y="2885718"/>
            <a:ext cx="452181" cy="410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1800" b="1" dirty="0" smtClean="0">
                <a:solidFill>
                  <a:srgbClr val="C00000"/>
                </a:solidFill>
                <a:latin typeface="Times New Roman" panose="02020603050405020304" pitchFamily="18" charset="0"/>
              </a:rPr>
              <a:t>-1</a:t>
            </a:r>
            <a:endParaRPr kumimoji="1" lang="en-US" altLang="zh-CN" sz="1800" b="1" dirty="0">
              <a:solidFill>
                <a:srgbClr val="C00000"/>
              </a:solidFill>
              <a:latin typeface="Times New Roman" panose="02020603050405020304" pitchFamily="18" charset="0"/>
            </a:endParaRPr>
          </a:p>
        </p:txBody>
      </p:sp>
      <p:sp>
        <p:nvSpPr>
          <p:cNvPr id="73" name="Text Box 135"/>
          <p:cNvSpPr txBox="1">
            <a:spLocks noChangeArrowheads="1"/>
          </p:cNvSpPr>
          <p:nvPr/>
        </p:nvSpPr>
        <p:spPr bwMode="auto">
          <a:xfrm>
            <a:off x="5639485" y="2912972"/>
            <a:ext cx="452181" cy="410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1800" b="1" dirty="0" smtClean="0">
                <a:solidFill>
                  <a:srgbClr val="C00000"/>
                </a:solidFill>
                <a:latin typeface="Times New Roman" panose="02020603050405020304" pitchFamily="18" charset="0"/>
              </a:rPr>
              <a:t>-2</a:t>
            </a:r>
            <a:endParaRPr kumimoji="1" lang="en-US" altLang="zh-CN" sz="1800" b="1" dirty="0">
              <a:solidFill>
                <a:srgbClr val="C00000"/>
              </a:solidFill>
              <a:latin typeface="Times New Roman" panose="02020603050405020304" pitchFamily="18" charset="0"/>
            </a:endParaRPr>
          </a:p>
        </p:txBody>
      </p:sp>
      <p:cxnSp>
        <p:nvCxnSpPr>
          <p:cNvPr id="74" name="直接连接符 73"/>
          <p:cNvCxnSpPr/>
          <p:nvPr/>
        </p:nvCxnSpPr>
        <p:spPr bwMode="auto">
          <a:xfrm>
            <a:off x="6346825" y="1035050"/>
            <a:ext cx="1151762" cy="1909616"/>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5" name="任意多边形 74"/>
          <p:cNvSpPr/>
          <p:nvPr/>
        </p:nvSpPr>
        <p:spPr bwMode="auto">
          <a:xfrm>
            <a:off x="5360846" y="1660654"/>
            <a:ext cx="3128937" cy="1616062"/>
          </a:xfrm>
          <a:custGeom>
            <a:avLst/>
            <a:gdLst>
              <a:gd name="connsiteX0" fmla="*/ 0 w 3464678"/>
              <a:gd name="connsiteY0" fmla="*/ 1559237 h 1789468"/>
              <a:gd name="connsiteX1" fmla="*/ 224636 w 3464678"/>
              <a:gd name="connsiteY1" fmla="*/ 1646449 h 1789468"/>
              <a:gd name="connsiteX2" fmla="*/ 502127 w 3464678"/>
              <a:gd name="connsiteY2" fmla="*/ 1731018 h 1789468"/>
              <a:gd name="connsiteX3" fmla="*/ 824546 w 3464678"/>
              <a:gd name="connsiteY3" fmla="*/ 1778588 h 1789468"/>
              <a:gd name="connsiteX4" fmla="*/ 1218319 w 3464678"/>
              <a:gd name="connsiteY4" fmla="*/ 1786516 h 1789468"/>
              <a:gd name="connsiteX5" fmla="*/ 1585665 w 3464678"/>
              <a:gd name="connsiteY5" fmla="*/ 1738946 h 1789468"/>
              <a:gd name="connsiteX6" fmla="*/ 1910726 w 3464678"/>
              <a:gd name="connsiteY6" fmla="*/ 1646449 h 1789468"/>
              <a:gd name="connsiteX7" fmla="*/ 2145933 w 3464678"/>
              <a:gd name="connsiteY7" fmla="*/ 1548666 h 1789468"/>
              <a:gd name="connsiteX8" fmla="*/ 2402282 w 3464678"/>
              <a:gd name="connsiteY8" fmla="*/ 1411242 h 1789468"/>
              <a:gd name="connsiteX9" fmla="*/ 2648060 w 3464678"/>
              <a:gd name="connsiteY9" fmla="*/ 1228891 h 1789468"/>
              <a:gd name="connsiteX10" fmla="*/ 2880625 w 3464678"/>
              <a:gd name="connsiteY10" fmla="*/ 1001612 h 1789468"/>
              <a:gd name="connsiteX11" fmla="*/ 3121117 w 3464678"/>
              <a:gd name="connsiteY11" fmla="*/ 713549 h 1789468"/>
              <a:gd name="connsiteX12" fmla="*/ 3282326 w 3464678"/>
              <a:gd name="connsiteY12" fmla="*/ 443986 h 1789468"/>
              <a:gd name="connsiteX13" fmla="*/ 3409180 w 3464678"/>
              <a:gd name="connsiteY13" fmla="*/ 177066 h 1789468"/>
              <a:gd name="connsiteX14" fmla="*/ 3464678 w 3464678"/>
              <a:gd name="connsiteY14" fmla="*/ 0 h 1789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464678" h="1789468">
                <a:moveTo>
                  <a:pt x="0" y="1559237"/>
                </a:moveTo>
                <a:cubicBezTo>
                  <a:pt x="70474" y="1588528"/>
                  <a:pt x="140948" y="1617819"/>
                  <a:pt x="224636" y="1646449"/>
                </a:cubicBezTo>
                <a:cubicBezTo>
                  <a:pt x="308324" y="1675079"/>
                  <a:pt x="402142" y="1708995"/>
                  <a:pt x="502127" y="1731018"/>
                </a:cubicBezTo>
                <a:cubicBezTo>
                  <a:pt x="602112" y="1753041"/>
                  <a:pt x="705181" y="1769338"/>
                  <a:pt x="824546" y="1778588"/>
                </a:cubicBezTo>
                <a:cubicBezTo>
                  <a:pt x="943911" y="1787838"/>
                  <a:pt x="1091466" y="1793123"/>
                  <a:pt x="1218319" y="1786516"/>
                </a:cubicBezTo>
                <a:cubicBezTo>
                  <a:pt x="1345172" y="1779909"/>
                  <a:pt x="1470264" y="1762290"/>
                  <a:pt x="1585665" y="1738946"/>
                </a:cubicBezTo>
                <a:cubicBezTo>
                  <a:pt x="1701066" y="1715602"/>
                  <a:pt x="1817348" y="1678162"/>
                  <a:pt x="1910726" y="1646449"/>
                </a:cubicBezTo>
                <a:cubicBezTo>
                  <a:pt x="2004104" y="1614736"/>
                  <a:pt x="2064007" y="1587867"/>
                  <a:pt x="2145933" y="1548666"/>
                </a:cubicBezTo>
                <a:cubicBezTo>
                  <a:pt x="2227859" y="1509465"/>
                  <a:pt x="2318594" y="1464538"/>
                  <a:pt x="2402282" y="1411242"/>
                </a:cubicBezTo>
                <a:cubicBezTo>
                  <a:pt x="2485970" y="1357946"/>
                  <a:pt x="2568336" y="1297163"/>
                  <a:pt x="2648060" y="1228891"/>
                </a:cubicBezTo>
                <a:cubicBezTo>
                  <a:pt x="2727784" y="1160619"/>
                  <a:pt x="2801782" y="1087502"/>
                  <a:pt x="2880625" y="1001612"/>
                </a:cubicBezTo>
                <a:cubicBezTo>
                  <a:pt x="2959468" y="915722"/>
                  <a:pt x="3054167" y="806487"/>
                  <a:pt x="3121117" y="713549"/>
                </a:cubicBezTo>
                <a:cubicBezTo>
                  <a:pt x="3188067" y="620611"/>
                  <a:pt x="3234316" y="533400"/>
                  <a:pt x="3282326" y="443986"/>
                </a:cubicBezTo>
                <a:cubicBezTo>
                  <a:pt x="3330336" y="354572"/>
                  <a:pt x="3378788" y="251064"/>
                  <a:pt x="3409180" y="177066"/>
                </a:cubicBezTo>
                <a:cubicBezTo>
                  <a:pt x="3439572" y="103068"/>
                  <a:pt x="3452125" y="51534"/>
                  <a:pt x="3464678" y="0"/>
                </a:cubicBezTo>
              </a:path>
            </a:pathLst>
          </a:custGeom>
          <a:noFill/>
          <a:ln w="19050" cap="flat" cmpd="sng" algn="ctr">
            <a:solidFill>
              <a:srgbClr val="C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76" name="Arc 52"/>
          <p:cNvSpPr>
            <a:spLocks/>
          </p:cNvSpPr>
          <p:nvPr/>
        </p:nvSpPr>
        <p:spPr bwMode="auto">
          <a:xfrm rot="6458630">
            <a:off x="6370860" y="1275209"/>
            <a:ext cx="123066" cy="151653"/>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9525">
            <a:solidFill>
              <a:schemeClr val="tx1"/>
            </a:solidFill>
            <a:round/>
            <a:headEnd type="triangle" w="med" len="me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7" name="Text Box 2450"/>
          <p:cNvSpPr txBox="1">
            <a:spLocks noChangeArrowheads="1"/>
          </p:cNvSpPr>
          <p:nvPr/>
        </p:nvSpPr>
        <p:spPr bwMode="auto">
          <a:xfrm>
            <a:off x="6883818" y="1144548"/>
            <a:ext cx="317328" cy="3480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800" b="1" i="1" dirty="0"/>
              <a:t>R</a:t>
            </a:r>
          </a:p>
        </p:txBody>
      </p:sp>
      <p:sp>
        <p:nvSpPr>
          <p:cNvPr id="79" name="Text Box 135"/>
          <p:cNvSpPr txBox="1">
            <a:spLocks noChangeArrowheads="1"/>
          </p:cNvSpPr>
          <p:nvPr/>
        </p:nvSpPr>
        <p:spPr bwMode="auto">
          <a:xfrm>
            <a:off x="7025565" y="2522943"/>
            <a:ext cx="322580" cy="3480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1800" b="1" dirty="0" smtClean="0">
                <a:solidFill>
                  <a:srgbClr val="C00000"/>
                </a:solidFill>
                <a:latin typeface="Times New Roman" panose="02020603050405020304" pitchFamily="18" charset="0"/>
              </a:rPr>
              <a:t>…</a:t>
            </a:r>
            <a:endParaRPr kumimoji="1" lang="en-US" altLang="zh-CN" sz="1800" b="1" dirty="0">
              <a:solidFill>
                <a:srgbClr val="C00000"/>
              </a:solidFill>
              <a:latin typeface="Times New Roman" panose="02020603050405020304" pitchFamily="18" charset="0"/>
            </a:endParaRPr>
          </a:p>
        </p:txBody>
      </p:sp>
      <p:sp>
        <p:nvSpPr>
          <p:cNvPr id="80" name="Text Box 135"/>
          <p:cNvSpPr txBox="1">
            <a:spLocks noChangeArrowheads="1"/>
          </p:cNvSpPr>
          <p:nvPr/>
        </p:nvSpPr>
        <p:spPr bwMode="auto">
          <a:xfrm>
            <a:off x="7618287" y="2181377"/>
            <a:ext cx="322580" cy="3480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1800" b="1" dirty="0" smtClean="0">
                <a:solidFill>
                  <a:srgbClr val="C00000"/>
                </a:solidFill>
                <a:latin typeface="Times New Roman" panose="02020603050405020304" pitchFamily="18" charset="0"/>
              </a:rPr>
              <a:t>…</a:t>
            </a:r>
            <a:endParaRPr kumimoji="1" lang="en-US" altLang="zh-CN" sz="1800" b="1" dirty="0">
              <a:solidFill>
                <a:srgbClr val="C00000"/>
              </a:solidFill>
              <a:latin typeface="Times New Roman" panose="02020603050405020304" pitchFamily="18" charset="0"/>
            </a:endParaRPr>
          </a:p>
        </p:txBody>
      </p:sp>
      <p:sp>
        <p:nvSpPr>
          <p:cNvPr id="81" name="Text Box 135"/>
          <p:cNvSpPr txBox="1">
            <a:spLocks noChangeArrowheads="1"/>
          </p:cNvSpPr>
          <p:nvPr/>
        </p:nvSpPr>
        <p:spPr bwMode="auto">
          <a:xfrm>
            <a:off x="7918667" y="1939266"/>
            <a:ext cx="322580" cy="3710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1800" b="1" dirty="0">
                <a:solidFill>
                  <a:srgbClr val="C00000"/>
                </a:solidFill>
                <a:latin typeface="Times New Roman" panose="02020603050405020304" pitchFamily="18" charset="0"/>
              </a:rPr>
              <a:t>7</a:t>
            </a:r>
          </a:p>
        </p:txBody>
      </p:sp>
      <p:sp>
        <p:nvSpPr>
          <p:cNvPr id="82" name="Text Box 135"/>
          <p:cNvSpPr txBox="1">
            <a:spLocks noChangeArrowheads="1"/>
          </p:cNvSpPr>
          <p:nvPr/>
        </p:nvSpPr>
        <p:spPr bwMode="auto">
          <a:xfrm>
            <a:off x="8176856" y="1600720"/>
            <a:ext cx="322580" cy="3710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1800" b="1" dirty="0" smtClean="0">
                <a:solidFill>
                  <a:srgbClr val="C00000"/>
                </a:solidFill>
                <a:latin typeface="Times New Roman" panose="02020603050405020304" pitchFamily="18" charset="0"/>
              </a:rPr>
              <a:t>8</a:t>
            </a:r>
            <a:endParaRPr kumimoji="1" lang="en-US" altLang="zh-CN" sz="1800" b="1" dirty="0">
              <a:solidFill>
                <a:srgbClr val="C00000"/>
              </a:solidFill>
              <a:latin typeface="Times New Roman" panose="02020603050405020304" pitchFamily="18" charset="0"/>
            </a:endParaRPr>
          </a:p>
        </p:txBody>
      </p:sp>
      <p:sp>
        <p:nvSpPr>
          <p:cNvPr id="85" name="Text Box 136"/>
          <p:cNvSpPr txBox="1">
            <a:spLocks noChangeArrowheads="1"/>
          </p:cNvSpPr>
          <p:nvPr/>
        </p:nvSpPr>
        <p:spPr bwMode="auto">
          <a:xfrm>
            <a:off x="7507769" y="5520315"/>
            <a:ext cx="478166" cy="3845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1800" b="1" dirty="0">
                <a:solidFill>
                  <a:srgbClr val="C00000"/>
                </a:solidFill>
                <a:latin typeface="Times New Roman" panose="02020603050405020304" pitchFamily="18" charset="0"/>
                <a:sym typeface="Symbol" panose="05050102010706020507" pitchFamily="18" charset="2"/>
              </a:rPr>
              <a:t> </a:t>
            </a:r>
            <a:r>
              <a:rPr kumimoji="1" lang="en-US" altLang="zh-CN" sz="1800" b="1" i="1" dirty="0">
                <a:solidFill>
                  <a:srgbClr val="C00000"/>
                </a:solidFill>
                <a:latin typeface="Times New Roman" panose="02020603050405020304" pitchFamily="18" charset="0"/>
                <a:sym typeface="Symbol" panose="05050102010706020507" pitchFamily="18" charset="2"/>
              </a:rPr>
              <a:t></a:t>
            </a:r>
            <a:r>
              <a:rPr kumimoji="1" lang="en-US" altLang="zh-CN" sz="1800" b="1" baseline="-25000" dirty="0" err="1">
                <a:solidFill>
                  <a:srgbClr val="C00000"/>
                </a:solidFill>
                <a:latin typeface="Times New Roman" panose="02020603050405020304" pitchFamily="18" charset="0"/>
                <a:sym typeface="Symbol" panose="05050102010706020507" pitchFamily="18" charset="2"/>
              </a:rPr>
              <a:t>i</a:t>
            </a:r>
            <a:endParaRPr kumimoji="1" lang="en-US" altLang="zh-CN" sz="1800" b="1" baseline="-25000" dirty="0">
              <a:solidFill>
                <a:srgbClr val="C00000"/>
              </a:solidFill>
              <a:latin typeface="Times New Roman" panose="02020603050405020304" pitchFamily="18" charset="0"/>
            </a:endParaRPr>
          </a:p>
        </p:txBody>
      </p:sp>
      <p:sp>
        <p:nvSpPr>
          <p:cNvPr id="86" name="Arc 52"/>
          <p:cNvSpPr>
            <a:spLocks/>
          </p:cNvSpPr>
          <p:nvPr/>
        </p:nvSpPr>
        <p:spPr bwMode="auto">
          <a:xfrm rot="6458630">
            <a:off x="7636584" y="5462646"/>
            <a:ext cx="123066" cy="151653"/>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9525">
            <a:solidFill>
              <a:schemeClr val="tx1"/>
            </a:solidFill>
            <a:round/>
            <a:headEnd type="triangle" w="med" len="me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88" name="Text Box 24"/>
          <p:cNvSpPr txBox="1">
            <a:spLocks noChangeArrowheads="1"/>
          </p:cNvSpPr>
          <p:nvPr/>
        </p:nvSpPr>
        <p:spPr bwMode="auto">
          <a:xfrm>
            <a:off x="7369263" y="4858893"/>
            <a:ext cx="362718" cy="385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800">
                <a:solidFill>
                  <a:schemeClr val="tx1"/>
                </a:solidFill>
                <a:latin typeface="Times New Roman" pitchFamily="18" charset="0"/>
                <a:ea typeface="宋体" charset="-122"/>
              </a:defRPr>
            </a:lvl1pPr>
            <a:lvl2pPr marL="742950" indent="-285750" eaLnBrk="0" hangingPunct="0">
              <a:defRPr kumimoji="1" sz="2800">
                <a:solidFill>
                  <a:schemeClr val="tx1"/>
                </a:solidFill>
                <a:latin typeface="Times New Roman" pitchFamily="18" charset="0"/>
                <a:ea typeface="宋体" charset="-122"/>
              </a:defRPr>
            </a:lvl2pPr>
            <a:lvl3pPr marL="1143000" indent="-228600" eaLnBrk="0" hangingPunct="0">
              <a:defRPr kumimoji="1" sz="2800">
                <a:solidFill>
                  <a:schemeClr val="tx1"/>
                </a:solidFill>
                <a:latin typeface="Times New Roman" pitchFamily="18" charset="0"/>
                <a:ea typeface="宋体" charset="-122"/>
              </a:defRPr>
            </a:lvl3pPr>
            <a:lvl4pPr marL="1600200" indent="-228600" eaLnBrk="0" hangingPunct="0">
              <a:defRPr kumimoji="1" sz="2800">
                <a:solidFill>
                  <a:schemeClr val="tx1"/>
                </a:solidFill>
                <a:latin typeface="Times New Roman" pitchFamily="18" charset="0"/>
                <a:ea typeface="宋体" charset="-122"/>
              </a:defRPr>
            </a:lvl4pPr>
            <a:lvl5pPr marL="2057400" indent="-228600" eaLnBrk="0" hangingPunct="0">
              <a:defRPr kumimoji="1" sz="2800">
                <a:solidFill>
                  <a:schemeClr val="tx1"/>
                </a:solidFill>
                <a:latin typeface="Times New Roman" pitchFamily="18" charset="0"/>
                <a:ea typeface="宋体" charset="-122"/>
              </a:defRPr>
            </a:lvl5pPr>
            <a:lvl6pPr marL="2514600" indent="-228600" eaLnBrk="0" fontAlgn="base" hangingPunct="0">
              <a:spcBef>
                <a:spcPct val="50000"/>
              </a:spcBef>
              <a:spcAft>
                <a:spcPct val="0"/>
              </a:spcAft>
              <a:defRPr kumimoji="1" sz="2800">
                <a:solidFill>
                  <a:schemeClr val="tx1"/>
                </a:solidFill>
                <a:latin typeface="Times New Roman" pitchFamily="18" charset="0"/>
                <a:ea typeface="宋体" charset="-122"/>
              </a:defRPr>
            </a:lvl6pPr>
            <a:lvl7pPr marL="2971800" indent="-228600" eaLnBrk="0" fontAlgn="base" hangingPunct="0">
              <a:spcBef>
                <a:spcPct val="50000"/>
              </a:spcBef>
              <a:spcAft>
                <a:spcPct val="0"/>
              </a:spcAft>
              <a:defRPr kumimoji="1" sz="2800">
                <a:solidFill>
                  <a:schemeClr val="tx1"/>
                </a:solidFill>
                <a:latin typeface="Times New Roman" pitchFamily="18" charset="0"/>
                <a:ea typeface="宋体" charset="-122"/>
              </a:defRPr>
            </a:lvl7pPr>
            <a:lvl8pPr marL="3429000" indent="-228600" eaLnBrk="0" fontAlgn="base" hangingPunct="0">
              <a:spcBef>
                <a:spcPct val="50000"/>
              </a:spcBef>
              <a:spcAft>
                <a:spcPct val="0"/>
              </a:spcAft>
              <a:defRPr kumimoji="1" sz="2800">
                <a:solidFill>
                  <a:schemeClr val="tx1"/>
                </a:solidFill>
                <a:latin typeface="Times New Roman" pitchFamily="18" charset="0"/>
                <a:ea typeface="宋体" charset="-122"/>
              </a:defRPr>
            </a:lvl8pPr>
            <a:lvl9pPr marL="3886200" indent="-228600" eaLnBrk="0" fontAlgn="base" hangingPunct="0">
              <a:spcBef>
                <a:spcPct val="50000"/>
              </a:spcBef>
              <a:spcAft>
                <a:spcPct val="0"/>
              </a:spcAft>
              <a:defRPr kumimoji="1" sz="2800">
                <a:solidFill>
                  <a:schemeClr val="tx1"/>
                </a:solidFill>
                <a:latin typeface="Times New Roman" pitchFamily="18" charset="0"/>
                <a:ea typeface="宋体" charset="-122"/>
              </a:defRPr>
            </a:lvl9pPr>
          </a:lstStyle>
          <a:p>
            <a:pPr eaLnBrk="1" hangingPunct="1"/>
            <a:r>
              <a:rPr lang="en-US" altLang="zh-CN" sz="1800" b="1" i="1" dirty="0" smtClean="0">
                <a:solidFill>
                  <a:srgbClr val="C00000"/>
                </a:solidFill>
                <a:cs typeface="Times New Roman" panose="02020603050405020304" pitchFamily="18" charset="0"/>
              </a:rPr>
              <a:t>l</a:t>
            </a:r>
            <a:r>
              <a:rPr lang="en-US" altLang="zh-CN" sz="1800" b="1" baseline="-25000" dirty="0" smtClean="0">
                <a:solidFill>
                  <a:srgbClr val="C00000"/>
                </a:solidFill>
                <a:cs typeface="Times New Roman" panose="02020603050405020304" pitchFamily="18" charset="0"/>
              </a:rPr>
              <a:t>i</a:t>
            </a:r>
            <a:endParaRPr lang="en-US" altLang="zh-CN" sz="1800" b="1" baseline="-25000" dirty="0">
              <a:solidFill>
                <a:srgbClr val="C00000"/>
              </a:solidFill>
              <a:cs typeface="Times New Roman" panose="02020603050405020304" pitchFamily="18" charset="0"/>
            </a:endParaRPr>
          </a:p>
        </p:txBody>
      </p:sp>
      <p:sp>
        <p:nvSpPr>
          <p:cNvPr id="129" name="Text Box 46"/>
          <p:cNvSpPr txBox="1">
            <a:spLocks noChangeArrowheads="1"/>
          </p:cNvSpPr>
          <p:nvPr/>
        </p:nvSpPr>
        <p:spPr bwMode="auto">
          <a:xfrm>
            <a:off x="604368" y="2454451"/>
            <a:ext cx="3567582" cy="5155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180975" indent="-180975" eaLnBrk="1" hangingPunct="1">
              <a:lnSpc>
                <a:spcPct val="125000"/>
              </a:lnSpc>
              <a:spcBef>
                <a:spcPct val="0"/>
              </a:spcBef>
              <a:spcAft>
                <a:spcPct val="0"/>
              </a:spcAft>
              <a:buClr>
                <a:srgbClr val="C00000"/>
              </a:buClr>
              <a:buSzPct val="130000"/>
              <a:buFont typeface="Arial" panose="020B0604020202020204" pitchFamily="34" charset="0"/>
              <a:buChar char="•"/>
            </a:pPr>
            <a:r>
              <a:rPr lang="zh-CN" altLang="en-US" sz="2200" b="1" dirty="0">
                <a:solidFill>
                  <a:srgbClr val="000066"/>
                </a:solidFill>
                <a:ea typeface="幼圆" panose="02010509060101010101" pitchFamily="49" charset="-122"/>
                <a:cs typeface="Times New Roman" panose="02020603050405020304" pitchFamily="18" charset="0"/>
              </a:rPr>
              <a:t>整体对圆心的力矩</a:t>
            </a:r>
            <a:r>
              <a:rPr lang="zh-CN" altLang="en-US" sz="2200" b="1" dirty="0" smtClean="0">
                <a:solidFill>
                  <a:srgbClr val="000066"/>
                </a:solidFill>
                <a:ea typeface="幼圆" panose="02010509060101010101" pitchFamily="49" charset="-122"/>
                <a:cs typeface="Times New Roman" panose="02020603050405020304" pitchFamily="18" charset="0"/>
              </a:rPr>
              <a:t>平衡</a:t>
            </a:r>
            <a:r>
              <a:rPr lang="en-US" altLang="zh-CN" sz="2200" b="1" dirty="0" smtClean="0">
                <a:solidFill>
                  <a:srgbClr val="000066"/>
                </a:solidFill>
                <a:ea typeface="幼圆" panose="02010509060101010101" pitchFamily="49" charset="-122"/>
                <a:cs typeface="Times New Roman" panose="02020603050405020304" pitchFamily="18" charset="0"/>
              </a:rPr>
              <a:t>:</a:t>
            </a:r>
            <a:endParaRPr lang="zh-CN" altLang="en-US" sz="2200" b="1" dirty="0">
              <a:solidFill>
                <a:srgbClr val="000066"/>
              </a:solidFill>
              <a:ea typeface="幼圆" panose="02010509060101010101" pitchFamily="49" charset="-122"/>
              <a:cs typeface="Times New Roman" panose="02020603050405020304" pitchFamily="18" charset="0"/>
            </a:endParaRPr>
          </a:p>
        </p:txBody>
      </p:sp>
      <p:graphicFrame>
        <p:nvGraphicFramePr>
          <p:cNvPr id="4" name="对象 3"/>
          <p:cNvGraphicFramePr>
            <a:graphicFrameLocks noChangeAspect="1"/>
          </p:cNvGraphicFramePr>
          <p:nvPr>
            <p:extLst>
              <p:ext uri="{D42A27DB-BD31-4B8C-83A1-F6EECF244321}">
                <p14:modId xmlns:p14="http://schemas.microsoft.com/office/powerpoint/2010/main" val="3254168796"/>
              </p:ext>
            </p:extLst>
          </p:nvPr>
        </p:nvGraphicFramePr>
        <p:xfrm>
          <a:off x="1801813" y="4419600"/>
          <a:ext cx="3597275" cy="928688"/>
        </p:xfrm>
        <a:graphic>
          <a:graphicData uri="http://schemas.openxmlformats.org/presentationml/2006/ole">
            <mc:AlternateContent xmlns:mc="http://schemas.openxmlformats.org/markup-compatibility/2006">
              <mc:Choice xmlns:v="urn:schemas-microsoft-com:vml" Requires="v">
                <p:oleObj spid="_x0000_s1769452" name="Equation" r:id="rId4" imgW="1866600" imgH="482400" progId="Equation.DSMT4">
                  <p:embed/>
                </p:oleObj>
              </mc:Choice>
              <mc:Fallback>
                <p:oleObj name="Equation" r:id="rId4" imgW="1866600" imgH="482400" progId="Equation.DSMT4">
                  <p:embed/>
                  <p:pic>
                    <p:nvPicPr>
                      <p:cNvPr id="0" name="Object 8"/>
                      <p:cNvPicPr>
                        <a:picLocks noChangeAspect="1" noChangeArrowheads="1"/>
                      </p:cNvPicPr>
                      <p:nvPr/>
                    </p:nvPicPr>
                    <p:blipFill>
                      <a:blip r:embed="rId5"/>
                      <a:srcRect/>
                      <a:stretch>
                        <a:fillRect/>
                      </a:stretch>
                    </p:blipFill>
                    <p:spPr bwMode="auto">
                      <a:xfrm>
                        <a:off x="1801813" y="4419600"/>
                        <a:ext cx="3597275" cy="928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0" name="AutoShape 5"/>
          <p:cNvSpPr>
            <a:spLocks noChangeArrowheads="1"/>
          </p:cNvSpPr>
          <p:nvPr/>
        </p:nvSpPr>
        <p:spPr bwMode="auto">
          <a:xfrm>
            <a:off x="1085910" y="4654769"/>
            <a:ext cx="466960" cy="376146"/>
          </a:xfrm>
          <a:prstGeom prst="homePlate">
            <a:avLst>
              <a:gd name="adj" fmla="val 33632"/>
            </a:avLst>
          </a:prstGeom>
          <a:solidFill>
            <a:schemeClr val="accent2"/>
          </a:solidFill>
          <a:ln w="9525">
            <a:solidFill>
              <a:schemeClr val="tx1"/>
            </a:solidFill>
            <a:miter lim="800000"/>
            <a:headEnd/>
            <a:tailEnd/>
          </a:ln>
        </p:spPr>
        <p:txBody>
          <a:bodyPr anchor="ctr"/>
          <a:lstStyle/>
          <a:p>
            <a:endParaRPr lang="zh-CN" altLang="en-US"/>
          </a:p>
        </p:txBody>
      </p:sp>
      <p:sp>
        <p:nvSpPr>
          <p:cNvPr id="101" name="Text Box 46"/>
          <p:cNvSpPr txBox="1">
            <a:spLocks noChangeArrowheads="1"/>
          </p:cNvSpPr>
          <p:nvPr/>
        </p:nvSpPr>
        <p:spPr bwMode="auto">
          <a:xfrm>
            <a:off x="1009987" y="3089989"/>
            <a:ext cx="2847638" cy="4378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25000"/>
              </a:lnSpc>
              <a:spcBef>
                <a:spcPct val="0"/>
              </a:spcBef>
              <a:spcAft>
                <a:spcPct val="0"/>
              </a:spcAft>
              <a:buClr>
                <a:srgbClr val="C00000"/>
              </a:buClr>
              <a:buSzPct val="130000"/>
            </a:pPr>
            <a:r>
              <a:rPr lang="zh-CN" altLang="en-US" sz="2000" b="1" dirty="0">
                <a:solidFill>
                  <a:srgbClr val="A50021"/>
                </a:solidFill>
                <a:ea typeface="幼圆" panose="02010509060101010101" pitchFamily="49" charset="-122"/>
                <a:cs typeface="Times New Roman" panose="02020603050405020304" pitchFamily="18" charset="0"/>
              </a:rPr>
              <a:t>滑动</a:t>
            </a:r>
            <a:r>
              <a:rPr lang="zh-CN" altLang="en-US" sz="2000" b="1" dirty="0" smtClean="0">
                <a:solidFill>
                  <a:srgbClr val="A50021"/>
                </a:solidFill>
                <a:ea typeface="幼圆" panose="02010509060101010101" pitchFamily="49" charset="-122"/>
                <a:cs typeface="Times New Roman" panose="02020603050405020304" pitchFamily="18" charset="0"/>
              </a:rPr>
              <a:t>力矩 </a:t>
            </a:r>
            <a:r>
              <a:rPr lang="en-US" altLang="zh-CN" sz="2000" b="1" dirty="0" smtClean="0">
                <a:solidFill>
                  <a:srgbClr val="A50021"/>
                </a:solidFill>
                <a:ea typeface="幼圆" panose="02010509060101010101" pitchFamily="49" charset="-122"/>
                <a:cs typeface="Times New Roman" panose="02020603050405020304" pitchFamily="18" charset="0"/>
              </a:rPr>
              <a:t>= </a:t>
            </a:r>
            <a:r>
              <a:rPr lang="zh-CN" altLang="en-US" sz="2000" b="1" dirty="0" smtClean="0">
                <a:solidFill>
                  <a:srgbClr val="A50021"/>
                </a:solidFill>
                <a:ea typeface="幼圆" panose="02010509060101010101" pitchFamily="49" charset="-122"/>
                <a:cs typeface="Times New Roman" panose="02020603050405020304" pitchFamily="18" charset="0"/>
              </a:rPr>
              <a:t>抗</a:t>
            </a:r>
            <a:r>
              <a:rPr lang="zh-CN" altLang="en-US" sz="2000" b="1" dirty="0">
                <a:solidFill>
                  <a:srgbClr val="A50021"/>
                </a:solidFill>
                <a:ea typeface="幼圆" panose="02010509060101010101" pitchFamily="49" charset="-122"/>
                <a:cs typeface="Times New Roman" panose="02020603050405020304" pitchFamily="18" charset="0"/>
              </a:rPr>
              <a:t>滑</a:t>
            </a:r>
            <a:r>
              <a:rPr lang="zh-CN" altLang="en-US" sz="2000" b="1" dirty="0" smtClean="0">
                <a:solidFill>
                  <a:srgbClr val="A50021"/>
                </a:solidFill>
                <a:ea typeface="幼圆" panose="02010509060101010101" pitchFamily="49" charset="-122"/>
                <a:cs typeface="Times New Roman" panose="02020603050405020304" pitchFamily="18" charset="0"/>
              </a:rPr>
              <a:t>力矩</a:t>
            </a:r>
            <a:endParaRPr lang="zh-CN" altLang="en-US" sz="2000" b="1" dirty="0">
              <a:solidFill>
                <a:srgbClr val="A50021"/>
              </a:solidFill>
              <a:ea typeface="幼圆" panose="02010509060101010101" pitchFamily="49" charset="-122"/>
              <a:cs typeface="Times New Roman" panose="02020603050405020304" pitchFamily="18" charset="0"/>
            </a:endParaRPr>
          </a:p>
        </p:txBody>
      </p:sp>
      <p:grpSp>
        <p:nvGrpSpPr>
          <p:cNvPr id="5" name="组合 4"/>
          <p:cNvGrpSpPr/>
          <p:nvPr/>
        </p:nvGrpSpPr>
        <p:grpSpPr>
          <a:xfrm>
            <a:off x="604365" y="1747838"/>
            <a:ext cx="4166073" cy="709612"/>
            <a:chOff x="604365" y="1747838"/>
            <a:chExt cx="4166073" cy="709612"/>
          </a:xfrm>
        </p:grpSpPr>
        <p:sp>
          <p:nvSpPr>
            <p:cNvPr id="84" name="Text Box 46"/>
            <p:cNvSpPr txBox="1">
              <a:spLocks noChangeArrowheads="1"/>
            </p:cNvSpPr>
            <p:nvPr/>
          </p:nvSpPr>
          <p:spPr bwMode="auto">
            <a:xfrm>
              <a:off x="604365" y="1797413"/>
              <a:ext cx="2202210" cy="5155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180975" indent="-180975" eaLnBrk="1" hangingPunct="1">
                <a:lnSpc>
                  <a:spcPct val="125000"/>
                </a:lnSpc>
                <a:spcBef>
                  <a:spcPct val="0"/>
                </a:spcBef>
                <a:spcAft>
                  <a:spcPct val="0"/>
                </a:spcAft>
                <a:buClr>
                  <a:srgbClr val="C00000"/>
                </a:buClr>
                <a:buSzPct val="130000"/>
                <a:buFont typeface="Arial" panose="020B0604020202020204" pitchFamily="34" charset="0"/>
                <a:buChar char="•"/>
              </a:pPr>
              <a:r>
                <a:rPr lang="zh-CN" altLang="en-US" sz="2200" b="1" dirty="0">
                  <a:solidFill>
                    <a:srgbClr val="000066"/>
                  </a:solidFill>
                  <a:ea typeface="幼圆" panose="02010509060101010101" pitchFamily="49" charset="-122"/>
                  <a:cs typeface="Times New Roman" panose="02020603050405020304" pitchFamily="18" charset="0"/>
                </a:rPr>
                <a:t>极限平衡条件：</a:t>
              </a:r>
            </a:p>
          </p:txBody>
        </p:sp>
        <p:graphicFrame>
          <p:nvGraphicFramePr>
            <p:cNvPr id="83" name="Object 1"/>
            <p:cNvGraphicFramePr>
              <a:graphicFrameLocks noChangeAspect="1"/>
            </p:cNvGraphicFramePr>
            <p:nvPr>
              <p:extLst>
                <p:ext uri="{D42A27DB-BD31-4B8C-83A1-F6EECF244321}">
                  <p14:modId xmlns:p14="http://schemas.microsoft.com/office/powerpoint/2010/main" val="2527653916"/>
                </p:ext>
              </p:extLst>
            </p:nvPr>
          </p:nvGraphicFramePr>
          <p:xfrm>
            <a:off x="2800350" y="1747838"/>
            <a:ext cx="1970088" cy="709612"/>
          </p:xfrm>
          <a:graphic>
            <a:graphicData uri="http://schemas.openxmlformats.org/presentationml/2006/ole">
              <mc:AlternateContent xmlns:mc="http://schemas.openxmlformats.org/markup-compatibility/2006">
                <mc:Choice xmlns:v="urn:schemas-microsoft-com:vml" Requires="v">
                  <p:oleObj spid="_x0000_s1769453" name="Equation" r:id="rId6" imgW="1231560" imgH="444240" progId="Equation.DSMT4">
                    <p:embed/>
                  </p:oleObj>
                </mc:Choice>
                <mc:Fallback>
                  <p:oleObj name="Equation" r:id="rId6" imgW="1231560" imgH="444240" progId="Equation.DSMT4">
                    <p:embed/>
                    <p:pic>
                      <p:nvPicPr>
                        <p:cNvPr id="126" name="Object 1"/>
                        <p:cNvPicPr>
                          <a:picLocks noChangeAspect="1" noChangeArrowheads="1"/>
                        </p:cNvPicPr>
                        <p:nvPr/>
                      </p:nvPicPr>
                      <p:blipFill>
                        <a:blip r:embed="rId7"/>
                        <a:srcRect/>
                        <a:stretch>
                          <a:fillRect/>
                        </a:stretch>
                      </p:blipFill>
                      <p:spPr bwMode="auto">
                        <a:xfrm>
                          <a:off x="2800350" y="1747838"/>
                          <a:ext cx="1970088" cy="709612"/>
                        </a:xfrm>
                        <a:prstGeom prst="rect">
                          <a:avLst/>
                        </a:prstGeom>
                        <a:noFill/>
                        <a:ln>
                          <a:noFill/>
                        </a:ln>
                        <a:effectLst/>
                        <a:extLst/>
                      </p:spPr>
                    </p:pic>
                  </p:oleObj>
                </mc:Fallback>
              </mc:AlternateContent>
            </a:graphicData>
          </a:graphic>
        </p:graphicFrame>
      </p:grpSp>
      <p:grpSp>
        <p:nvGrpSpPr>
          <p:cNvPr id="2" name="组合 1"/>
          <p:cNvGrpSpPr/>
          <p:nvPr/>
        </p:nvGrpSpPr>
        <p:grpSpPr>
          <a:xfrm>
            <a:off x="605872" y="1246650"/>
            <a:ext cx="3400978" cy="515526"/>
            <a:chOff x="605872" y="1246650"/>
            <a:chExt cx="3400978" cy="515526"/>
          </a:xfrm>
        </p:grpSpPr>
        <p:sp>
          <p:nvSpPr>
            <p:cNvPr id="95" name="Text Box 46"/>
            <p:cNvSpPr txBox="1">
              <a:spLocks noChangeArrowheads="1"/>
            </p:cNvSpPr>
            <p:nvPr/>
          </p:nvSpPr>
          <p:spPr bwMode="auto">
            <a:xfrm>
              <a:off x="605872" y="1246650"/>
              <a:ext cx="1956255" cy="5155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180975" indent="-180975" eaLnBrk="1" hangingPunct="1">
                <a:lnSpc>
                  <a:spcPct val="125000"/>
                </a:lnSpc>
                <a:spcBef>
                  <a:spcPct val="0"/>
                </a:spcBef>
                <a:spcAft>
                  <a:spcPct val="0"/>
                </a:spcAft>
                <a:buClr>
                  <a:srgbClr val="C00000"/>
                </a:buClr>
                <a:buSzPct val="130000"/>
                <a:buFont typeface="Arial" panose="020B0604020202020204" pitchFamily="34" charset="0"/>
                <a:buChar char="•"/>
              </a:pPr>
              <a:r>
                <a:rPr lang="zh-CN" altLang="en-US" sz="2200" b="1" dirty="0">
                  <a:solidFill>
                    <a:srgbClr val="000066"/>
                  </a:solidFill>
                  <a:ea typeface="幼圆" panose="02010509060101010101" pitchFamily="49" charset="-122"/>
                  <a:cs typeface="Times New Roman" panose="02020603050405020304" pitchFamily="18" charset="0"/>
                </a:rPr>
                <a:t>径向</a:t>
              </a:r>
              <a:r>
                <a:rPr lang="zh-CN" altLang="en-US" sz="2200" b="1" dirty="0" smtClean="0">
                  <a:solidFill>
                    <a:srgbClr val="000066"/>
                  </a:solidFill>
                  <a:ea typeface="幼圆" panose="02010509060101010101" pitchFamily="49" charset="-122"/>
                  <a:cs typeface="Times New Roman" panose="02020603050405020304" pitchFamily="18" charset="0"/>
                </a:rPr>
                <a:t>力平衡：</a:t>
              </a:r>
              <a:endParaRPr lang="zh-CN" altLang="en-US" sz="2200" b="1" dirty="0">
                <a:solidFill>
                  <a:srgbClr val="000066"/>
                </a:solidFill>
                <a:ea typeface="幼圆" panose="02010509060101010101" pitchFamily="49" charset="-122"/>
                <a:cs typeface="Times New Roman" panose="02020603050405020304" pitchFamily="18" charset="0"/>
              </a:endParaRPr>
            </a:p>
          </p:txBody>
        </p:sp>
        <p:graphicFrame>
          <p:nvGraphicFramePr>
            <p:cNvPr id="89" name="Object 90"/>
            <p:cNvGraphicFramePr>
              <a:graphicFrameLocks noChangeAspect="1"/>
            </p:cNvGraphicFramePr>
            <p:nvPr>
              <p:extLst>
                <p:ext uri="{D42A27DB-BD31-4B8C-83A1-F6EECF244321}">
                  <p14:modId xmlns:p14="http://schemas.microsoft.com/office/powerpoint/2010/main" val="61416200"/>
                </p:ext>
              </p:extLst>
            </p:nvPr>
          </p:nvGraphicFramePr>
          <p:xfrm>
            <a:off x="2584450" y="1323975"/>
            <a:ext cx="1422400" cy="365125"/>
          </p:xfrm>
          <a:graphic>
            <a:graphicData uri="http://schemas.openxmlformats.org/presentationml/2006/ole">
              <mc:AlternateContent xmlns:mc="http://schemas.openxmlformats.org/markup-compatibility/2006">
                <mc:Choice xmlns:v="urn:schemas-microsoft-com:vml" Requires="v">
                  <p:oleObj spid="_x0000_s1769454" name="Equation" r:id="rId8" imgW="888840" imgH="228600" progId="Equation.DSMT4">
                    <p:embed/>
                  </p:oleObj>
                </mc:Choice>
                <mc:Fallback>
                  <p:oleObj name="Equation" r:id="rId8" imgW="888840" imgH="228600" progId="Equation.DSMT4">
                    <p:embed/>
                    <p:pic>
                      <p:nvPicPr>
                        <p:cNvPr id="760922" name="Object 90"/>
                        <p:cNvPicPr>
                          <a:picLocks noChangeAspect="1" noChangeArrowheads="1"/>
                        </p:cNvPicPr>
                        <p:nvPr/>
                      </p:nvPicPr>
                      <p:blipFill>
                        <a:blip r:embed="rId9"/>
                        <a:srcRect/>
                        <a:stretch>
                          <a:fillRect/>
                        </a:stretch>
                      </p:blipFill>
                      <p:spPr bwMode="auto">
                        <a:xfrm>
                          <a:off x="2584450" y="1323975"/>
                          <a:ext cx="1422400"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aphicFrame>
        <p:nvGraphicFramePr>
          <p:cNvPr id="93" name="Object 102"/>
          <p:cNvGraphicFramePr>
            <a:graphicFrameLocks noChangeAspect="1"/>
          </p:cNvGraphicFramePr>
          <p:nvPr>
            <p:extLst>
              <p:ext uri="{D42A27DB-BD31-4B8C-83A1-F6EECF244321}">
                <p14:modId xmlns:p14="http://schemas.microsoft.com/office/powerpoint/2010/main" val="2648169677"/>
              </p:ext>
            </p:extLst>
          </p:nvPr>
        </p:nvGraphicFramePr>
        <p:xfrm>
          <a:off x="1001713" y="3556000"/>
          <a:ext cx="5180012" cy="750888"/>
        </p:xfrm>
        <a:graphic>
          <a:graphicData uri="http://schemas.openxmlformats.org/presentationml/2006/ole">
            <mc:AlternateContent xmlns:mc="http://schemas.openxmlformats.org/markup-compatibility/2006">
              <mc:Choice xmlns:v="urn:schemas-microsoft-com:vml" Requires="v">
                <p:oleObj spid="_x0000_s1769455" name="Equation" r:id="rId10" imgW="3238200" imgH="469800" progId="Equation.DSMT4">
                  <p:embed/>
                </p:oleObj>
              </mc:Choice>
              <mc:Fallback>
                <p:oleObj name="Equation" r:id="rId10" imgW="3238200" imgH="469800" progId="Equation.DSMT4">
                  <p:embed/>
                  <p:pic>
                    <p:nvPicPr>
                      <p:cNvPr id="760934" name="Object 102"/>
                      <p:cNvPicPr>
                        <a:picLocks noChangeAspect="1" noChangeArrowheads="1"/>
                      </p:cNvPicPr>
                      <p:nvPr/>
                    </p:nvPicPr>
                    <p:blipFill>
                      <a:blip r:embed="rId11"/>
                      <a:srcRect/>
                      <a:stretch>
                        <a:fillRect/>
                      </a:stretch>
                    </p:blipFill>
                    <p:spPr bwMode="auto">
                      <a:xfrm>
                        <a:off x="1001713" y="3556000"/>
                        <a:ext cx="5180012" cy="750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cxnSp>
        <p:nvCxnSpPr>
          <p:cNvPr id="78" name="直接连接符 77"/>
          <p:cNvCxnSpPr/>
          <p:nvPr/>
        </p:nvCxnSpPr>
        <p:spPr bwMode="auto">
          <a:xfrm>
            <a:off x="7505657" y="1098833"/>
            <a:ext cx="0" cy="1961232"/>
          </a:xfrm>
          <a:prstGeom prst="line">
            <a:avLst/>
          </a:prstGeom>
          <a:noFill/>
          <a:ln w="12700" cap="flat" cmpd="sng" algn="ctr">
            <a:solidFill>
              <a:schemeClr val="tx1"/>
            </a:solidFill>
            <a:prstDash val="lgDashDot"/>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16" name="组合 15"/>
          <p:cNvGrpSpPr/>
          <p:nvPr/>
        </p:nvGrpSpPr>
        <p:grpSpPr>
          <a:xfrm>
            <a:off x="6341267" y="540607"/>
            <a:ext cx="1161497" cy="467609"/>
            <a:chOff x="6341267" y="540607"/>
            <a:chExt cx="1161497" cy="467609"/>
          </a:xfrm>
        </p:grpSpPr>
        <p:cxnSp>
          <p:nvCxnSpPr>
            <p:cNvPr id="87" name="直接连接符 86"/>
            <p:cNvCxnSpPr/>
            <p:nvPr/>
          </p:nvCxnSpPr>
          <p:spPr bwMode="auto">
            <a:xfrm>
              <a:off x="6341268" y="781389"/>
              <a:ext cx="0" cy="217967"/>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0" name="直接连接符 89"/>
            <p:cNvCxnSpPr/>
            <p:nvPr/>
          </p:nvCxnSpPr>
          <p:spPr bwMode="auto">
            <a:xfrm>
              <a:off x="7502764" y="790249"/>
              <a:ext cx="0" cy="217967"/>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1" name="直接箭头连接符 90"/>
            <p:cNvCxnSpPr/>
            <p:nvPr/>
          </p:nvCxnSpPr>
          <p:spPr bwMode="auto">
            <a:xfrm>
              <a:off x="6341267" y="934329"/>
              <a:ext cx="1158083" cy="0"/>
            </a:xfrm>
            <a:prstGeom prst="straightConnector1">
              <a:avLst/>
            </a:prstGeom>
            <a:noFill/>
            <a:ln w="12700" cap="flat" cmpd="sng" algn="ctr">
              <a:solidFill>
                <a:schemeClr val="tx1"/>
              </a:solidFill>
              <a:prstDash val="solid"/>
              <a:round/>
              <a:headEnd type="triangl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2" name="Text Box 2450"/>
            <p:cNvSpPr txBox="1">
              <a:spLocks noChangeArrowheads="1"/>
            </p:cNvSpPr>
            <p:nvPr/>
          </p:nvSpPr>
          <p:spPr bwMode="auto">
            <a:xfrm>
              <a:off x="6531896" y="540607"/>
              <a:ext cx="784189" cy="3845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800" b="1" i="1" dirty="0" err="1" smtClean="0">
                  <a:solidFill>
                    <a:srgbClr val="000066"/>
                  </a:solidFill>
                </a:rPr>
                <a:t>R</a:t>
              </a:r>
              <a:r>
                <a:rPr kumimoji="1" lang="en-US" altLang="zh-CN" sz="1800" b="1" dirty="0" err="1" smtClean="0">
                  <a:solidFill>
                    <a:srgbClr val="000066"/>
                  </a:solidFill>
                </a:rPr>
                <a:t>sin</a:t>
              </a:r>
              <a:r>
                <a:rPr kumimoji="1" lang="en-US" altLang="zh-CN" sz="1800" b="1" i="1" dirty="0" err="1">
                  <a:solidFill>
                    <a:srgbClr val="000066"/>
                  </a:solidFill>
                  <a:sym typeface="Symbol" panose="05050102010706020507" pitchFamily="18" charset="2"/>
                </a:rPr>
                <a:t></a:t>
              </a:r>
              <a:r>
                <a:rPr kumimoji="1" lang="en-US" altLang="zh-CN" sz="1800" b="1" baseline="-25000" dirty="0" err="1" smtClean="0">
                  <a:solidFill>
                    <a:srgbClr val="000066"/>
                  </a:solidFill>
                  <a:sym typeface="Symbol" panose="05050102010706020507" pitchFamily="18" charset="2"/>
                </a:rPr>
                <a:t>i</a:t>
              </a:r>
              <a:endParaRPr kumimoji="1" lang="en-US" altLang="zh-CN" sz="1800" b="1" baseline="-25000" dirty="0">
                <a:solidFill>
                  <a:srgbClr val="000066"/>
                </a:solidFill>
              </a:endParaRPr>
            </a:p>
          </p:txBody>
        </p:sp>
      </p:grpSp>
      <p:sp>
        <p:nvSpPr>
          <p:cNvPr id="71" name="Text Box 135"/>
          <p:cNvSpPr txBox="1">
            <a:spLocks noChangeArrowheads="1"/>
          </p:cNvSpPr>
          <p:nvPr/>
        </p:nvSpPr>
        <p:spPr bwMode="auto">
          <a:xfrm>
            <a:off x="7425735" y="2427079"/>
            <a:ext cx="284426" cy="3480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1800" b="1" i="1" dirty="0">
                <a:solidFill>
                  <a:srgbClr val="C00000"/>
                </a:solidFill>
                <a:latin typeface="Times New Roman" panose="02020603050405020304" pitchFamily="18" charset="0"/>
              </a:rPr>
              <a:t>i</a:t>
            </a:r>
          </a:p>
        </p:txBody>
      </p:sp>
    </p:spTree>
    <p:extLst>
      <p:ext uri="{BB962C8B-B14F-4D97-AF65-F5344CB8AC3E}">
        <p14:creationId xmlns:p14="http://schemas.microsoft.com/office/powerpoint/2010/main" val="132237611"/>
      </p:ext>
    </p:extLst>
  </p:cSld>
  <p:clrMapOvr>
    <a:masterClrMapping/>
  </p:clrMapOvr>
  <p:transition spd="med">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1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10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129"/>
                                        </p:tgtEl>
                                        <p:attrNameLst>
                                          <p:attrName>style.visibility</p:attrName>
                                        </p:attrNameLst>
                                      </p:cBhvr>
                                      <p:to>
                                        <p:strVal val="visible"/>
                                      </p:to>
                                    </p:set>
                                    <p:animEffect transition="in" filter="barn(inVertical)">
                                      <p:cBhvr>
                                        <p:cTn id="17" dur="500"/>
                                        <p:tgtEl>
                                          <p:spTgt spid="129"/>
                                        </p:tgtEl>
                                      </p:cBhvr>
                                    </p:animEffect>
                                  </p:childTnLst>
                                </p:cTn>
                              </p:par>
                            </p:childTnLst>
                          </p:cTn>
                        </p:par>
                        <p:par>
                          <p:cTn id="18" fill="hold">
                            <p:stCondLst>
                              <p:cond delay="500"/>
                            </p:stCondLst>
                            <p:childTnLst>
                              <p:par>
                                <p:cTn id="19" presetID="16" presetClass="entr" presetSubtype="21" fill="hold" grpId="0" nodeType="afterEffect">
                                  <p:stCondLst>
                                    <p:cond delay="0"/>
                                  </p:stCondLst>
                                  <p:childTnLst>
                                    <p:set>
                                      <p:cBhvr>
                                        <p:cTn id="20" dur="1" fill="hold">
                                          <p:stCondLst>
                                            <p:cond delay="0"/>
                                          </p:stCondLst>
                                        </p:cTn>
                                        <p:tgtEl>
                                          <p:spTgt spid="101"/>
                                        </p:tgtEl>
                                        <p:attrNameLst>
                                          <p:attrName>style.visibility</p:attrName>
                                        </p:attrNameLst>
                                      </p:cBhvr>
                                      <p:to>
                                        <p:strVal val="visible"/>
                                      </p:to>
                                    </p:set>
                                    <p:animEffect transition="in" filter="barn(inVertical)">
                                      <p:cBhvr>
                                        <p:cTn id="21" dur="500"/>
                                        <p:tgtEl>
                                          <p:spTgt spid="101"/>
                                        </p:tgtEl>
                                      </p:cBhvr>
                                    </p:animEffect>
                                  </p:childTnLst>
                                </p:cTn>
                              </p:par>
                            </p:childTnLst>
                          </p:cTn>
                        </p:par>
                        <p:par>
                          <p:cTn id="22" fill="hold">
                            <p:stCondLst>
                              <p:cond delay="1000"/>
                            </p:stCondLst>
                            <p:childTnLst>
                              <p:par>
                                <p:cTn id="23" presetID="9" presetClass="entr" presetSubtype="0" fill="hold" nodeType="afterEffect">
                                  <p:stCondLst>
                                    <p:cond delay="0"/>
                                  </p:stCondLst>
                                  <p:childTnLst>
                                    <p:set>
                                      <p:cBhvr>
                                        <p:cTn id="24" dur="1" fill="hold">
                                          <p:stCondLst>
                                            <p:cond delay="0"/>
                                          </p:stCondLst>
                                        </p:cTn>
                                        <p:tgtEl>
                                          <p:spTgt spid="93"/>
                                        </p:tgtEl>
                                        <p:attrNameLst>
                                          <p:attrName>style.visibility</p:attrName>
                                        </p:attrNameLst>
                                      </p:cBhvr>
                                      <p:to>
                                        <p:strVal val="visible"/>
                                      </p:to>
                                    </p:set>
                                    <p:animEffect transition="in" filter="dissolve">
                                      <p:cBhvr>
                                        <p:cTn id="25" dur="500"/>
                                        <p:tgtEl>
                                          <p:spTgt spid="93"/>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100"/>
                                        </p:tgtEl>
                                        <p:attrNameLst>
                                          <p:attrName>style.visibility</p:attrName>
                                        </p:attrNameLst>
                                      </p:cBhvr>
                                      <p:to>
                                        <p:strVal val="visible"/>
                                      </p:to>
                                    </p:set>
                                    <p:animEffect transition="in" filter="wipe(left)">
                                      <p:cBhvr>
                                        <p:cTn id="30" dur="1000"/>
                                        <p:tgtEl>
                                          <p:spTgt spid="100"/>
                                        </p:tgtEl>
                                      </p:cBhvr>
                                    </p:animEffect>
                                  </p:childTnLst>
                                </p:cTn>
                              </p:par>
                            </p:childTnLst>
                          </p:cTn>
                        </p:par>
                        <p:par>
                          <p:cTn id="31" fill="hold">
                            <p:stCondLst>
                              <p:cond delay="1000"/>
                            </p:stCondLst>
                            <p:childTnLst>
                              <p:par>
                                <p:cTn id="32" presetID="31" presetClass="entr" presetSubtype="0" fill="hold" nodeType="afterEffect">
                                  <p:stCondLst>
                                    <p:cond delay="0"/>
                                  </p:stCondLst>
                                  <p:childTnLst>
                                    <p:set>
                                      <p:cBhvr>
                                        <p:cTn id="33" dur="1" fill="hold">
                                          <p:stCondLst>
                                            <p:cond delay="0"/>
                                          </p:stCondLst>
                                        </p:cTn>
                                        <p:tgtEl>
                                          <p:spTgt spid="4"/>
                                        </p:tgtEl>
                                        <p:attrNameLst>
                                          <p:attrName>style.visibility</p:attrName>
                                        </p:attrNameLst>
                                      </p:cBhvr>
                                      <p:to>
                                        <p:strVal val="visible"/>
                                      </p:to>
                                    </p:set>
                                    <p:anim calcmode="lin" valueType="num">
                                      <p:cBhvr>
                                        <p:cTn id="34" dur="1000" fill="hold"/>
                                        <p:tgtEl>
                                          <p:spTgt spid="4"/>
                                        </p:tgtEl>
                                        <p:attrNameLst>
                                          <p:attrName>ppt_w</p:attrName>
                                        </p:attrNameLst>
                                      </p:cBhvr>
                                      <p:tavLst>
                                        <p:tav tm="0">
                                          <p:val>
                                            <p:fltVal val="0"/>
                                          </p:val>
                                        </p:tav>
                                        <p:tav tm="100000">
                                          <p:val>
                                            <p:strVal val="#ppt_w"/>
                                          </p:val>
                                        </p:tav>
                                      </p:tavLst>
                                    </p:anim>
                                    <p:anim calcmode="lin" valueType="num">
                                      <p:cBhvr>
                                        <p:cTn id="35" dur="1000" fill="hold"/>
                                        <p:tgtEl>
                                          <p:spTgt spid="4"/>
                                        </p:tgtEl>
                                        <p:attrNameLst>
                                          <p:attrName>ppt_h</p:attrName>
                                        </p:attrNameLst>
                                      </p:cBhvr>
                                      <p:tavLst>
                                        <p:tav tm="0">
                                          <p:val>
                                            <p:fltVal val="0"/>
                                          </p:val>
                                        </p:tav>
                                        <p:tav tm="100000">
                                          <p:val>
                                            <p:strVal val="#ppt_h"/>
                                          </p:val>
                                        </p:tav>
                                      </p:tavLst>
                                    </p:anim>
                                    <p:anim calcmode="lin" valueType="num">
                                      <p:cBhvr>
                                        <p:cTn id="36" dur="1000" fill="hold"/>
                                        <p:tgtEl>
                                          <p:spTgt spid="4"/>
                                        </p:tgtEl>
                                        <p:attrNameLst>
                                          <p:attrName>style.rotation</p:attrName>
                                        </p:attrNameLst>
                                      </p:cBhvr>
                                      <p:tavLst>
                                        <p:tav tm="0">
                                          <p:val>
                                            <p:fltVal val="90"/>
                                          </p:val>
                                        </p:tav>
                                        <p:tav tm="100000">
                                          <p:val>
                                            <p:fltVal val="0"/>
                                          </p:val>
                                        </p:tav>
                                      </p:tavLst>
                                    </p:anim>
                                    <p:animEffect transition="in" filter="fade">
                                      <p:cBhvr>
                                        <p:cTn id="37"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9" grpId="0"/>
      <p:bldP spid="100" grpId="0" animBg="1"/>
      <p:bldP spid="101"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 name="Freeform 8"/>
          <p:cNvSpPr>
            <a:spLocks/>
          </p:cNvSpPr>
          <p:nvPr/>
        </p:nvSpPr>
        <p:spPr bwMode="auto">
          <a:xfrm>
            <a:off x="7107500" y="3026603"/>
            <a:ext cx="629123" cy="1975352"/>
          </a:xfrm>
          <a:custGeom>
            <a:avLst/>
            <a:gdLst>
              <a:gd name="T0" fmla="*/ 0 w 327"/>
              <a:gd name="T1" fmla="*/ 300423 h 991"/>
              <a:gd name="T2" fmla="*/ 0 w 327"/>
              <a:gd name="T3" fmla="*/ 1636251 h 991"/>
              <a:gd name="T4" fmla="*/ 516939 w 327"/>
              <a:gd name="T5" fmla="*/ 1327711 h 991"/>
              <a:gd name="T6" fmla="*/ 516939 w 327"/>
              <a:gd name="T7" fmla="*/ 0 h 991"/>
              <a:gd name="T8" fmla="*/ 0 w 327"/>
              <a:gd name="T9" fmla="*/ 300423 h 99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7" h="991">
                <a:moveTo>
                  <a:pt x="0" y="182"/>
                </a:moveTo>
                <a:lnTo>
                  <a:pt x="0" y="991"/>
                </a:lnTo>
                <a:lnTo>
                  <a:pt x="327" y="804"/>
                </a:lnTo>
                <a:lnTo>
                  <a:pt x="327" y="0"/>
                </a:lnTo>
                <a:lnTo>
                  <a:pt x="0" y="182"/>
                </a:lnTo>
                <a:close/>
              </a:path>
            </a:pathLst>
          </a:custGeom>
          <a:solidFill>
            <a:srgbClr val="CCECFF">
              <a:alpha val="50195"/>
            </a:srgbClr>
          </a:solidFill>
          <a:ln w="28575" cap="flat" cmpd="sng">
            <a:solidFill>
              <a:srgbClr val="000066"/>
            </a:solidFill>
            <a:prstDash val="solid"/>
            <a:round/>
            <a:headEnd/>
            <a:tailEnd/>
          </a:ln>
          <a:effectLst/>
          <a:extLst/>
        </p:spPr>
        <p:txBody>
          <a:bodyPr/>
          <a:lstStyle/>
          <a:p>
            <a:endParaRPr lang="zh-CN" altLang="en-US" sz="1800">
              <a:cs typeface="Times New Roman" panose="02020603050405020304" pitchFamily="18" charset="0"/>
            </a:endParaRPr>
          </a:p>
        </p:txBody>
      </p:sp>
      <p:cxnSp>
        <p:nvCxnSpPr>
          <p:cNvPr id="3" name="直接连接符 2"/>
          <p:cNvCxnSpPr/>
          <p:nvPr/>
        </p:nvCxnSpPr>
        <p:spPr bwMode="auto">
          <a:xfrm flipV="1">
            <a:off x="7429213" y="3153902"/>
            <a:ext cx="0" cy="2196294"/>
          </a:xfrm>
          <a:prstGeom prst="line">
            <a:avLst/>
          </a:prstGeom>
          <a:noFill/>
          <a:ln w="9525" cap="flat" cmpd="sng" algn="ctr">
            <a:solidFill>
              <a:schemeClr val="tx1"/>
            </a:solidFill>
            <a:prstDash val="lgDashDot"/>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48</a:t>
            </a:fld>
            <a:endParaRPr lang="zh-CN" altLang="en-US" dirty="0">
              <a:solidFill>
                <a:srgbClr val="C00000"/>
              </a:solidFill>
            </a:endParaRPr>
          </a:p>
        </p:txBody>
      </p:sp>
      <p:sp>
        <p:nvSpPr>
          <p:cNvPr id="61" name="Text Box 2"/>
          <p:cNvSpPr txBox="1">
            <a:spLocks noChangeArrowheads="1"/>
          </p:cNvSpPr>
          <p:nvPr/>
        </p:nvSpPr>
        <p:spPr bwMode="auto">
          <a:xfrm>
            <a:off x="2074272" y="5845244"/>
            <a:ext cx="580691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gn="ctr" eaLnBrk="1" hangingPunct="1">
              <a:lnSpc>
                <a:spcPct val="100000"/>
              </a:lnSpc>
              <a:spcBef>
                <a:spcPct val="0"/>
              </a:spcBef>
              <a:spcAft>
                <a:spcPct val="0"/>
              </a:spcAft>
            </a:pPr>
            <a:r>
              <a:rPr kumimoji="1" lang="zh-CN" altLang="en-US" sz="4000" b="1" dirty="0">
                <a:solidFill>
                  <a:srgbClr val="000066"/>
                </a:solidFill>
                <a:latin typeface="黑体" pitchFamily="2" charset="-122"/>
                <a:ea typeface="黑体" pitchFamily="2" charset="-122"/>
              </a:rPr>
              <a:t>瑞典条分法</a:t>
            </a:r>
          </a:p>
        </p:txBody>
      </p:sp>
      <p:sp>
        <p:nvSpPr>
          <p:cNvPr id="55" name="Text Box 7"/>
          <p:cNvSpPr txBox="1">
            <a:spLocks noChangeArrowheads="1"/>
          </p:cNvSpPr>
          <p:nvPr/>
        </p:nvSpPr>
        <p:spPr bwMode="auto">
          <a:xfrm>
            <a:off x="0" y="0"/>
            <a:ext cx="5420412"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1800" b="1" kern="900" spc="130" dirty="0" smtClean="0">
                <a:solidFill>
                  <a:srgbClr val="000066"/>
                </a:solidFill>
                <a:ea typeface="黑体" panose="02010609060101010101" pitchFamily="49" charset="-122"/>
                <a:cs typeface="Times New Roman" panose="02020603050405020304" pitchFamily="18" charset="0"/>
              </a:rPr>
              <a:t>§7.3  </a:t>
            </a:r>
            <a:r>
              <a:rPr lang="zh-CN" altLang="en-US" sz="1800" b="1" kern="900" spc="130" dirty="0" smtClean="0">
                <a:solidFill>
                  <a:srgbClr val="000066"/>
                </a:solidFill>
                <a:ea typeface="黑体" panose="02010609060101010101" pitchFamily="49" charset="-122"/>
                <a:cs typeface="Times New Roman" panose="02020603050405020304" pitchFamily="18" charset="0"/>
              </a:rPr>
              <a:t>黏性</a:t>
            </a:r>
            <a:r>
              <a:rPr lang="zh-CN" altLang="en-US" sz="1800" b="1" kern="900" spc="130" dirty="0">
                <a:solidFill>
                  <a:srgbClr val="000066"/>
                </a:solidFill>
                <a:ea typeface="黑体" panose="02010609060101010101" pitchFamily="49" charset="-122"/>
                <a:cs typeface="Times New Roman" panose="02020603050405020304" pitchFamily="18" charset="0"/>
              </a:rPr>
              <a:t>土坡的稳定</a:t>
            </a:r>
            <a:r>
              <a:rPr lang="zh-CN" altLang="en-US" sz="1800" b="1" kern="900" spc="130" dirty="0" smtClean="0">
                <a:solidFill>
                  <a:srgbClr val="000066"/>
                </a:solidFill>
                <a:ea typeface="黑体" panose="02010609060101010101" pitchFamily="49" charset="-122"/>
                <a:cs typeface="Times New Roman" panose="02020603050405020304" pitchFamily="18" charset="0"/>
              </a:rPr>
              <a:t>分析 </a:t>
            </a:r>
            <a:r>
              <a:rPr lang="en-US" altLang="zh-CN" sz="1800" b="1" kern="900" spc="130" dirty="0" smtClean="0">
                <a:solidFill>
                  <a:srgbClr val="000066"/>
                </a:solidFill>
                <a:ea typeface="黑体" panose="02010609060101010101" pitchFamily="49" charset="-122"/>
                <a:cs typeface="Times New Roman" panose="02020603050405020304" pitchFamily="18" charset="0"/>
              </a:rPr>
              <a:t>- </a:t>
            </a:r>
            <a:r>
              <a:rPr lang="zh-CN" altLang="en-US" sz="1800" b="1" kern="900" spc="130" dirty="0" smtClean="0">
                <a:solidFill>
                  <a:srgbClr val="000066"/>
                </a:solidFill>
                <a:ea typeface="黑体" panose="02010609060101010101" pitchFamily="49" charset="-122"/>
                <a:cs typeface="Times New Roman" panose="02020603050405020304" pitchFamily="18" charset="0"/>
              </a:rPr>
              <a:t>瑞典</a:t>
            </a:r>
            <a:r>
              <a:rPr lang="zh-CN" altLang="en-US" sz="1800" b="1" kern="900" spc="130" dirty="0">
                <a:solidFill>
                  <a:srgbClr val="000066"/>
                </a:solidFill>
                <a:ea typeface="黑体" panose="02010609060101010101" pitchFamily="49" charset="-122"/>
                <a:cs typeface="Times New Roman" panose="02020603050405020304" pitchFamily="18" charset="0"/>
              </a:rPr>
              <a:t>条分</a:t>
            </a:r>
            <a:r>
              <a:rPr lang="zh-CN" altLang="en-US" sz="1800" b="1" kern="900" spc="130" dirty="0" smtClean="0">
                <a:solidFill>
                  <a:srgbClr val="000066"/>
                </a:solidFill>
                <a:ea typeface="黑体" panose="02010609060101010101" pitchFamily="49" charset="-122"/>
                <a:cs typeface="Times New Roman" panose="02020603050405020304" pitchFamily="18" charset="0"/>
              </a:rPr>
              <a:t>法</a:t>
            </a:r>
            <a:endParaRPr lang="zh-CN" altLang="en-US" sz="1800" b="1" kern="900" spc="130" dirty="0">
              <a:solidFill>
                <a:srgbClr val="000066"/>
              </a:solidFill>
              <a:ea typeface="黑体" panose="02010609060101010101" pitchFamily="49" charset="-122"/>
              <a:cs typeface="Times New Roman" panose="02020603050405020304" pitchFamily="18" charset="0"/>
            </a:endParaRPr>
          </a:p>
        </p:txBody>
      </p:sp>
      <p:sp>
        <p:nvSpPr>
          <p:cNvPr id="219" name="Text Box 4"/>
          <p:cNvSpPr txBox="1">
            <a:spLocks noChangeArrowheads="1"/>
          </p:cNvSpPr>
          <p:nvPr/>
        </p:nvSpPr>
        <p:spPr bwMode="auto">
          <a:xfrm>
            <a:off x="356695" y="573753"/>
            <a:ext cx="2223543" cy="535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358775" indent="-358775" eaLnBrk="1" hangingPunct="1">
              <a:lnSpc>
                <a:spcPct val="120000"/>
              </a:lnSpc>
              <a:spcBef>
                <a:spcPts val="600"/>
              </a:spcBef>
              <a:spcAft>
                <a:spcPts val="0"/>
              </a:spcAft>
              <a:buClr>
                <a:srgbClr val="A50021"/>
              </a:buClr>
              <a:buSzPct val="100000"/>
              <a:buFont typeface="Wingdings" panose="05000000000000000000" pitchFamily="2" charset="2"/>
              <a:buChar char="n"/>
            </a:pPr>
            <a:r>
              <a:rPr lang="zh-CN" altLang="en-US" sz="2400" b="1" dirty="0" smtClean="0">
                <a:solidFill>
                  <a:srgbClr val="A50021"/>
                </a:solidFill>
                <a:latin typeface="微软雅黑" panose="020B0503020204020204" pitchFamily="34" charset="-122"/>
                <a:ea typeface="微软雅黑" panose="020B0503020204020204" pitchFamily="34" charset="-122"/>
              </a:rPr>
              <a:t>计算流程图</a:t>
            </a:r>
            <a:endParaRPr lang="zh-CN" altLang="en-US" sz="2400" b="1" dirty="0">
              <a:solidFill>
                <a:srgbClr val="000066"/>
              </a:solidFill>
              <a:ea typeface="幼圆" pitchFamily="49" charset="-122"/>
            </a:endParaRPr>
          </a:p>
        </p:txBody>
      </p:sp>
      <p:sp>
        <p:nvSpPr>
          <p:cNvPr id="105" name="Line 9"/>
          <p:cNvSpPr>
            <a:spLocks noChangeShapeType="1"/>
          </p:cNvSpPr>
          <p:nvPr/>
        </p:nvSpPr>
        <p:spPr bwMode="auto">
          <a:xfrm>
            <a:off x="7422179" y="3879738"/>
            <a:ext cx="0" cy="496098"/>
          </a:xfrm>
          <a:prstGeom prst="line">
            <a:avLst/>
          </a:prstGeom>
          <a:noFill/>
          <a:ln w="28575">
            <a:solidFill>
              <a:srgbClr val="C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00">
              <a:cs typeface="Times New Roman" panose="02020603050405020304" pitchFamily="18" charset="0"/>
            </a:endParaRPr>
          </a:p>
        </p:txBody>
      </p:sp>
      <p:sp>
        <p:nvSpPr>
          <p:cNvPr id="106" name="Text Box 10"/>
          <p:cNvSpPr txBox="1">
            <a:spLocks noChangeArrowheads="1"/>
          </p:cNvSpPr>
          <p:nvPr/>
        </p:nvSpPr>
        <p:spPr bwMode="auto">
          <a:xfrm>
            <a:off x="7353129" y="3671331"/>
            <a:ext cx="454706" cy="385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800">
                <a:solidFill>
                  <a:schemeClr val="tx1"/>
                </a:solidFill>
                <a:latin typeface="Times New Roman" pitchFamily="18" charset="0"/>
                <a:ea typeface="宋体" charset="-122"/>
              </a:defRPr>
            </a:lvl1pPr>
            <a:lvl2pPr marL="742950" indent="-285750" eaLnBrk="0" hangingPunct="0">
              <a:defRPr kumimoji="1" sz="2800">
                <a:solidFill>
                  <a:schemeClr val="tx1"/>
                </a:solidFill>
                <a:latin typeface="Times New Roman" pitchFamily="18" charset="0"/>
                <a:ea typeface="宋体" charset="-122"/>
              </a:defRPr>
            </a:lvl2pPr>
            <a:lvl3pPr marL="1143000" indent="-228600" eaLnBrk="0" hangingPunct="0">
              <a:defRPr kumimoji="1" sz="2800">
                <a:solidFill>
                  <a:schemeClr val="tx1"/>
                </a:solidFill>
                <a:latin typeface="Times New Roman" pitchFamily="18" charset="0"/>
                <a:ea typeface="宋体" charset="-122"/>
              </a:defRPr>
            </a:lvl3pPr>
            <a:lvl4pPr marL="1600200" indent="-228600" eaLnBrk="0" hangingPunct="0">
              <a:defRPr kumimoji="1" sz="2800">
                <a:solidFill>
                  <a:schemeClr val="tx1"/>
                </a:solidFill>
                <a:latin typeface="Times New Roman" pitchFamily="18" charset="0"/>
                <a:ea typeface="宋体" charset="-122"/>
              </a:defRPr>
            </a:lvl4pPr>
            <a:lvl5pPr marL="2057400" indent="-228600" eaLnBrk="0" hangingPunct="0">
              <a:defRPr kumimoji="1" sz="2800">
                <a:solidFill>
                  <a:schemeClr val="tx1"/>
                </a:solidFill>
                <a:latin typeface="Times New Roman" pitchFamily="18" charset="0"/>
                <a:ea typeface="宋体" charset="-122"/>
              </a:defRPr>
            </a:lvl5pPr>
            <a:lvl6pPr marL="2514600" indent="-228600" eaLnBrk="0" fontAlgn="base" hangingPunct="0">
              <a:spcBef>
                <a:spcPct val="50000"/>
              </a:spcBef>
              <a:spcAft>
                <a:spcPct val="0"/>
              </a:spcAft>
              <a:defRPr kumimoji="1" sz="2800">
                <a:solidFill>
                  <a:schemeClr val="tx1"/>
                </a:solidFill>
                <a:latin typeface="Times New Roman" pitchFamily="18" charset="0"/>
                <a:ea typeface="宋体" charset="-122"/>
              </a:defRPr>
            </a:lvl6pPr>
            <a:lvl7pPr marL="2971800" indent="-228600" eaLnBrk="0" fontAlgn="base" hangingPunct="0">
              <a:spcBef>
                <a:spcPct val="50000"/>
              </a:spcBef>
              <a:spcAft>
                <a:spcPct val="0"/>
              </a:spcAft>
              <a:defRPr kumimoji="1" sz="2800">
                <a:solidFill>
                  <a:schemeClr val="tx1"/>
                </a:solidFill>
                <a:latin typeface="Times New Roman" pitchFamily="18" charset="0"/>
                <a:ea typeface="宋体" charset="-122"/>
              </a:defRPr>
            </a:lvl7pPr>
            <a:lvl8pPr marL="3429000" indent="-228600" eaLnBrk="0" fontAlgn="base" hangingPunct="0">
              <a:spcBef>
                <a:spcPct val="50000"/>
              </a:spcBef>
              <a:spcAft>
                <a:spcPct val="0"/>
              </a:spcAft>
              <a:defRPr kumimoji="1" sz="2800">
                <a:solidFill>
                  <a:schemeClr val="tx1"/>
                </a:solidFill>
                <a:latin typeface="Times New Roman" pitchFamily="18" charset="0"/>
                <a:ea typeface="宋体" charset="-122"/>
              </a:defRPr>
            </a:lvl8pPr>
            <a:lvl9pPr marL="3886200" indent="-228600" eaLnBrk="0" fontAlgn="base" hangingPunct="0">
              <a:spcBef>
                <a:spcPct val="50000"/>
              </a:spcBef>
              <a:spcAft>
                <a:spcPct val="0"/>
              </a:spcAft>
              <a:defRPr kumimoji="1" sz="2800">
                <a:solidFill>
                  <a:schemeClr val="tx1"/>
                </a:solidFill>
                <a:latin typeface="Times New Roman" pitchFamily="18" charset="0"/>
                <a:ea typeface="宋体" charset="-122"/>
              </a:defRPr>
            </a:lvl9pPr>
          </a:lstStyle>
          <a:p>
            <a:pPr eaLnBrk="1" hangingPunct="1"/>
            <a:r>
              <a:rPr lang="en-US" altLang="zh-CN" sz="1800" b="1" i="1" dirty="0">
                <a:solidFill>
                  <a:srgbClr val="C00000"/>
                </a:solidFill>
                <a:cs typeface="Times New Roman" panose="02020603050405020304" pitchFamily="18" charset="0"/>
              </a:rPr>
              <a:t>W</a:t>
            </a:r>
            <a:r>
              <a:rPr lang="en-US" altLang="zh-CN" sz="1800" b="1" baseline="-25000" dirty="0">
                <a:solidFill>
                  <a:srgbClr val="C00000"/>
                </a:solidFill>
                <a:cs typeface="Times New Roman" panose="02020603050405020304" pitchFamily="18" charset="0"/>
              </a:rPr>
              <a:t>i</a:t>
            </a:r>
          </a:p>
        </p:txBody>
      </p:sp>
      <p:sp>
        <p:nvSpPr>
          <p:cNvPr id="118" name="Line 22"/>
          <p:cNvSpPr>
            <a:spLocks noChangeShapeType="1"/>
          </p:cNvSpPr>
          <p:nvPr/>
        </p:nvSpPr>
        <p:spPr bwMode="auto">
          <a:xfrm flipV="1">
            <a:off x="7175896" y="4750768"/>
            <a:ext cx="554512" cy="338252"/>
          </a:xfrm>
          <a:prstGeom prst="line">
            <a:avLst/>
          </a:prstGeom>
          <a:noFill/>
          <a:ln w="28575">
            <a:solidFill>
              <a:srgbClr val="C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00">
              <a:cs typeface="Times New Roman" panose="02020603050405020304" pitchFamily="18" charset="0"/>
            </a:endParaRPr>
          </a:p>
        </p:txBody>
      </p:sp>
      <p:sp>
        <p:nvSpPr>
          <p:cNvPr id="119" name="Line 23"/>
          <p:cNvSpPr>
            <a:spLocks noChangeShapeType="1"/>
          </p:cNvSpPr>
          <p:nvPr/>
        </p:nvSpPr>
        <p:spPr bwMode="auto">
          <a:xfrm flipH="1" flipV="1">
            <a:off x="7426027" y="4804473"/>
            <a:ext cx="314335" cy="541364"/>
          </a:xfrm>
          <a:prstGeom prst="line">
            <a:avLst/>
          </a:prstGeom>
          <a:noFill/>
          <a:ln w="28575">
            <a:solidFill>
              <a:srgbClr val="C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00">
              <a:cs typeface="Times New Roman" panose="02020603050405020304" pitchFamily="18" charset="0"/>
            </a:endParaRPr>
          </a:p>
        </p:txBody>
      </p:sp>
      <p:sp>
        <p:nvSpPr>
          <p:cNvPr id="120" name="Text Box 24"/>
          <p:cNvSpPr txBox="1">
            <a:spLocks noChangeArrowheads="1"/>
          </p:cNvSpPr>
          <p:nvPr/>
        </p:nvSpPr>
        <p:spPr bwMode="auto">
          <a:xfrm>
            <a:off x="7699869" y="5080729"/>
            <a:ext cx="551749" cy="385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a:solidFill>
                  <a:schemeClr val="tx1"/>
                </a:solidFill>
                <a:latin typeface="Times New Roman" pitchFamily="18" charset="0"/>
                <a:ea typeface="宋体" charset="-122"/>
              </a:defRPr>
            </a:lvl1pPr>
            <a:lvl2pPr marL="742950" indent="-285750" eaLnBrk="0" hangingPunct="0">
              <a:defRPr kumimoji="1" sz="2800">
                <a:solidFill>
                  <a:schemeClr val="tx1"/>
                </a:solidFill>
                <a:latin typeface="Times New Roman" pitchFamily="18" charset="0"/>
                <a:ea typeface="宋体" charset="-122"/>
              </a:defRPr>
            </a:lvl2pPr>
            <a:lvl3pPr marL="1143000" indent="-228600" eaLnBrk="0" hangingPunct="0">
              <a:defRPr kumimoji="1" sz="2800">
                <a:solidFill>
                  <a:schemeClr val="tx1"/>
                </a:solidFill>
                <a:latin typeface="Times New Roman" pitchFamily="18" charset="0"/>
                <a:ea typeface="宋体" charset="-122"/>
              </a:defRPr>
            </a:lvl3pPr>
            <a:lvl4pPr marL="1600200" indent="-228600" eaLnBrk="0" hangingPunct="0">
              <a:defRPr kumimoji="1" sz="2800">
                <a:solidFill>
                  <a:schemeClr val="tx1"/>
                </a:solidFill>
                <a:latin typeface="Times New Roman" pitchFamily="18" charset="0"/>
                <a:ea typeface="宋体" charset="-122"/>
              </a:defRPr>
            </a:lvl4pPr>
            <a:lvl5pPr marL="2057400" indent="-228600" eaLnBrk="0" hangingPunct="0">
              <a:defRPr kumimoji="1" sz="2800">
                <a:solidFill>
                  <a:schemeClr val="tx1"/>
                </a:solidFill>
                <a:latin typeface="Times New Roman" pitchFamily="18" charset="0"/>
                <a:ea typeface="宋体" charset="-122"/>
              </a:defRPr>
            </a:lvl5pPr>
            <a:lvl6pPr marL="2514600" indent="-228600" eaLnBrk="0" fontAlgn="base" hangingPunct="0">
              <a:spcBef>
                <a:spcPct val="50000"/>
              </a:spcBef>
              <a:spcAft>
                <a:spcPct val="0"/>
              </a:spcAft>
              <a:defRPr kumimoji="1" sz="2800">
                <a:solidFill>
                  <a:schemeClr val="tx1"/>
                </a:solidFill>
                <a:latin typeface="Times New Roman" pitchFamily="18" charset="0"/>
                <a:ea typeface="宋体" charset="-122"/>
              </a:defRPr>
            </a:lvl6pPr>
            <a:lvl7pPr marL="2971800" indent="-228600" eaLnBrk="0" fontAlgn="base" hangingPunct="0">
              <a:spcBef>
                <a:spcPct val="50000"/>
              </a:spcBef>
              <a:spcAft>
                <a:spcPct val="0"/>
              </a:spcAft>
              <a:defRPr kumimoji="1" sz="2800">
                <a:solidFill>
                  <a:schemeClr val="tx1"/>
                </a:solidFill>
                <a:latin typeface="Times New Roman" pitchFamily="18" charset="0"/>
                <a:ea typeface="宋体" charset="-122"/>
              </a:defRPr>
            </a:lvl7pPr>
            <a:lvl8pPr marL="3429000" indent="-228600" eaLnBrk="0" fontAlgn="base" hangingPunct="0">
              <a:spcBef>
                <a:spcPct val="50000"/>
              </a:spcBef>
              <a:spcAft>
                <a:spcPct val="0"/>
              </a:spcAft>
              <a:defRPr kumimoji="1" sz="2800">
                <a:solidFill>
                  <a:schemeClr val="tx1"/>
                </a:solidFill>
                <a:latin typeface="Times New Roman" pitchFamily="18" charset="0"/>
                <a:ea typeface="宋体" charset="-122"/>
              </a:defRPr>
            </a:lvl8pPr>
            <a:lvl9pPr marL="3886200" indent="-228600" eaLnBrk="0" fontAlgn="base" hangingPunct="0">
              <a:spcBef>
                <a:spcPct val="50000"/>
              </a:spcBef>
              <a:spcAft>
                <a:spcPct val="0"/>
              </a:spcAft>
              <a:defRPr kumimoji="1" sz="2800">
                <a:solidFill>
                  <a:schemeClr val="tx1"/>
                </a:solidFill>
                <a:latin typeface="Times New Roman" pitchFamily="18" charset="0"/>
                <a:ea typeface="宋体" charset="-122"/>
              </a:defRPr>
            </a:lvl9pPr>
          </a:lstStyle>
          <a:p>
            <a:pPr eaLnBrk="1" hangingPunct="1"/>
            <a:r>
              <a:rPr lang="en-US" altLang="zh-CN" sz="1800" b="1" i="1" dirty="0">
                <a:solidFill>
                  <a:srgbClr val="C00000"/>
                </a:solidFill>
                <a:cs typeface="Times New Roman" panose="02020603050405020304" pitchFamily="18" charset="0"/>
              </a:rPr>
              <a:t>N</a:t>
            </a:r>
            <a:r>
              <a:rPr lang="en-US" altLang="zh-CN" sz="1800" b="1" baseline="-25000" dirty="0">
                <a:solidFill>
                  <a:srgbClr val="C00000"/>
                </a:solidFill>
                <a:cs typeface="Times New Roman" panose="02020603050405020304" pitchFamily="18" charset="0"/>
              </a:rPr>
              <a:t>i</a:t>
            </a:r>
          </a:p>
        </p:txBody>
      </p:sp>
      <p:sp>
        <p:nvSpPr>
          <p:cNvPr id="121" name="Text Box 25"/>
          <p:cNvSpPr txBox="1">
            <a:spLocks noChangeArrowheads="1"/>
          </p:cNvSpPr>
          <p:nvPr/>
        </p:nvSpPr>
        <p:spPr bwMode="auto">
          <a:xfrm>
            <a:off x="7685344" y="4689634"/>
            <a:ext cx="416177" cy="2930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tIns="0" bIns="0">
            <a:spAutoFit/>
          </a:bodyPr>
          <a:lstStyle>
            <a:lvl1pPr eaLnBrk="0" hangingPunct="0">
              <a:defRPr kumimoji="1" sz="2800">
                <a:solidFill>
                  <a:schemeClr val="tx1"/>
                </a:solidFill>
                <a:latin typeface="Times New Roman" pitchFamily="18" charset="0"/>
                <a:ea typeface="宋体" charset="-122"/>
              </a:defRPr>
            </a:lvl1pPr>
            <a:lvl2pPr marL="742950" indent="-285750" eaLnBrk="0" hangingPunct="0">
              <a:defRPr kumimoji="1" sz="2800">
                <a:solidFill>
                  <a:schemeClr val="tx1"/>
                </a:solidFill>
                <a:latin typeface="Times New Roman" pitchFamily="18" charset="0"/>
                <a:ea typeface="宋体" charset="-122"/>
              </a:defRPr>
            </a:lvl2pPr>
            <a:lvl3pPr marL="1143000" indent="-228600" eaLnBrk="0" hangingPunct="0">
              <a:defRPr kumimoji="1" sz="2800">
                <a:solidFill>
                  <a:schemeClr val="tx1"/>
                </a:solidFill>
                <a:latin typeface="Times New Roman" pitchFamily="18" charset="0"/>
                <a:ea typeface="宋体" charset="-122"/>
              </a:defRPr>
            </a:lvl3pPr>
            <a:lvl4pPr marL="1600200" indent="-228600" eaLnBrk="0" hangingPunct="0">
              <a:defRPr kumimoji="1" sz="2800">
                <a:solidFill>
                  <a:schemeClr val="tx1"/>
                </a:solidFill>
                <a:latin typeface="Times New Roman" pitchFamily="18" charset="0"/>
                <a:ea typeface="宋体" charset="-122"/>
              </a:defRPr>
            </a:lvl4pPr>
            <a:lvl5pPr marL="2057400" indent="-228600" eaLnBrk="0" hangingPunct="0">
              <a:defRPr kumimoji="1" sz="2800">
                <a:solidFill>
                  <a:schemeClr val="tx1"/>
                </a:solidFill>
                <a:latin typeface="Times New Roman" pitchFamily="18" charset="0"/>
                <a:ea typeface="宋体" charset="-122"/>
              </a:defRPr>
            </a:lvl5pPr>
            <a:lvl6pPr marL="2514600" indent="-228600" eaLnBrk="0" fontAlgn="base" hangingPunct="0">
              <a:spcBef>
                <a:spcPct val="50000"/>
              </a:spcBef>
              <a:spcAft>
                <a:spcPct val="0"/>
              </a:spcAft>
              <a:defRPr kumimoji="1" sz="2800">
                <a:solidFill>
                  <a:schemeClr val="tx1"/>
                </a:solidFill>
                <a:latin typeface="Times New Roman" pitchFamily="18" charset="0"/>
                <a:ea typeface="宋体" charset="-122"/>
              </a:defRPr>
            </a:lvl6pPr>
            <a:lvl7pPr marL="2971800" indent="-228600" eaLnBrk="0" fontAlgn="base" hangingPunct="0">
              <a:spcBef>
                <a:spcPct val="50000"/>
              </a:spcBef>
              <a:spcAft>
                <a:spcPct val="0"/>
              </a:spcAft>
              <a:defRPr kumimoji="1" sz="2800">
                <a:solidFill>
                  <a:schemeClr val="tx1"/>
                </a:solidFill>
                <a:latin typeface="Times New Roman" pitchFamily="18" charset="0"/>
                <a:ea typeface="宋体" charset="-122"/>
              </a:defRPr>
            </a:lvl7pPr>
            <a:lvl8pPr marL="3429000" indent="-228600" eaLnBrk="0" fontAlgn="base" hangingPunct="0">
              <a:spcBef>
                <a:spcPct val="50000"/>
              </a:spcBef>
              <a:spcAft>
                <a:spcPct val="0"/>
              </a:spcAft>
              <a:defRPr kumimoji="1" sz="2800">
                <a:solidFill>
                  <a:schemeClr val="tx1"/>
                </a:solidFill>
                <a:latin typeface="Times New Roman" pitchFamily="18" charset="0"/>
                <a:ea typeface="宋体" charset="-122"/>
              </a:defRPr>
            </a:lvl8pPr>
            <a:lvl9pPr marL="3886200" indent="-228600" eaLnBrk="0" fontAlgn="base" hangingPunct="0">
              <a:spcBef>
                <a:spcPct val="50000"/>
              </a:spcBef>
              <a:spcAft>
                <a:spcPct val="0"/>
              </a:spcAft>
              <a:defRPr kumimoji="1" sz="2800">
                <a:solidFill>
                  <a:schemeClr val="tx1"/>
                </a:solidFill>
                <a:latin typeface="Times New Roman" pitchFamily="18" charset="0"/>
                <a:ea typeface="宋体" charset="-122"/>
              </a:defRPr>
            </a:lvl9pPr>
          </a:lstStyle>
          <a:p>
            <a:pPr eaLnBrk="1" hangingPunct="1"/>
            <a:r>
              <a:rPr lang="en-US" altLang="zh-CN" sz="1800" b="1" i="1" dirty="0">
                <a:solidFill>
                  <a:srgbClr val="C00000"/>
                </a:solidFill>
                <a:cs typeface="Times New Roman" panose="02020603050405020304" pitchFamily="18" charset="0"/>
              </a:rPr>
              <a:t>T</a:t>
            </a:r>
            <a:r>
              <a:rPr lang="en-US" altLang="zh-CN" sz="1800" b="1" baseline="-25000" dirty="0">
                <a:solidFill>
                  <a:srgbClr val="C00000"/>
                </a:solidFill>
                <a:cs typeface="Times New Roman" panose="02020603050405020304" pitchFamily="18" charset="0"/>
              </a:rPr>
              <a:t>i</a:t>
            </a:r>
          </a:p>
        </p:txBody>
      </p:sp>
      <p:sp>
        <p:nvSpPr>
          <p:cNvPr id="34" name="任意多边形 33"/>
          <p:cNvSpPr/>
          <p:nvPr/>
        </p:nvSpPr>
        <p:spPr bwMode="auto">
          <a:xfrm>
            <a:off x="5451279" y="1279130"/>
            <a:ext cx="3116307" cy="1612402"/>
          </a:xfrm>
          <a:custGeom>
            <a:avLst/>
            <a:gdLst>
              <a:gd name="connsiteX0" fmla="*/ 0 w 3450692"/>
              <a:gd name="connsiteY0" fmla="*/ 1561822 h 1785416"/>
              <a:gd name="connsiteX1" fmla="*/ 313700 w 3450692"/>
              <a:gd name="connsiteY1" fmla="*/ 1561822 h 1785416"/>
              <a:gd name="connsiteX2" fmla="*/ 2833305 w 3450692"/>
              <a:gd name="connsiteY2" fmla="*/ 0 h 1785416"/>
              <a:gd name="connsiteX3" fmla="*/ 3450692 w 3450692"/>
              <a:gd name="connsiteY3" fmla="*/ 0 h 1785416"/>
              <a:gd name="connsiteX4" fmla="*/ 3310529 w 3450692"/>
              <a:gd name="connsiteY4" fmla="*/ 367095 h 1785416"/>
              <a:gd name="connsiteX5" fmla="*/ 3080260 w 3450692"/>
              <a:gd name="connsiteY5" fmla="*/ 760888 h 1785416"/>
              <a:gd name="connsiteX6" fmla="*/ 2746538 w 3450692"/>
              <a:gd name="connsiteY6" fmla="*/ 1131320 h 1785416"/>
              <a:gd name="connsiteX7" fmla="*/ 2312698 w 3450692"/>
              <a:gd name="connsiteY7" fmla="*/ 1461706 h 1785416"/>
              <a:gd name="connsiteX8" fmla="*/ 1908894 w 3450692"/>
              <a:gd name="connsiteY8" fmla="*/ 1641916 h 1785416"/>
              <a:gd name="connsiteX9" fmla="*/ 1578508 w 3450692"/>
              <a:gd name="connsiteY9" fmla="*/ 1738695 h 1785416"/>
              <a:gd name="connsiteX10" fmla="*/ 1261472 w 3450692"/>
              <a:gd name="connsiteY10" fmla="*/ 1778742 h 1785416"/>
              <a:gd name="connsiteX11" fmla="*/ 957784 w 3450692"/>
              <a:gd name="connsiteY11" fmla="*/ 1785416 h 1785416"/>
              <a:gd name="connsiteX12" fmla="*/ 660771 w 3450692"/>
              <a:gd name="connsiteY12" fmla="*/ 1755381 h 1785416"/>
              <a:gd name="connsiteX13" fmla="*/ 323711 w 3450692"/>
              <a:gd name="connsiteY13" fmla="*/ 1678625 h 1785416"/>
              <a:gd name="connsiteX14" fmla="*/ 0 w 3450692"/>
              <a:gd name="connsiteY14" fmla="*/ 1561822 h 1785416"/>
              <a:gd name="connsiteX0" fmla="*/ 0 w 3450692"/>
              <a:gd name="connsiteY0" fmla="*/ 1561822 h 1785416"/>
              <a:gd name="connsiteX1" fmla="*/ 313700 w 3450692"/>
              <a:gd name="connsiteY1" fmla="*/ 1561822 h 1785416"/>
              <a:gd name="connsiteX2" fmla="*/ 2833305 w 3450692"/>
              <a:gd name="connsiteY2" fmla="*/ 0 h 1785416"/>
              <a:gd name="connsiteX3" fmla="*/ 3450692 w 3450692"/>
              <a:gd name="connsiteY3" fmla="*/ 0 h 1785416"/>
              <a:gd name="connsiteX4" fmla="*/ 3310529 w 3450692"/>
              <a:gd name="connsiteY4" fmla="*/ 367095 h 1785416"/>
              <a:gd name="connsiteX5" fmla="*/ 3080260 w 3450692"/>
              <a:gd name="connsiteY5" fmla="*/ 760888 h 1785416"/>
              <a:gd name="connsiteX6" fmla="*/ 2746538 w 3450692"/>
              <a:gd name="connsiteY6" fmla="*/ 1131320 h 1785416"/>
              <a:gd name="connsiteX7" fmla="*/ 2312698 w 3450692"/>
              <a:gd name="connsiteY7" fmla="*/ 1461706 h 1785416"/>
              <a:gd name="connsiteX8" fmla="*/ 1908894 w 3450692"/>
              <a:gd name="connsiteY8" fmla="*/ 1641916 h 1785416"/>
              <a:gd name="connsiteX9" fmla="*/ 1578508 w 3450692"/>
              <a:gd name="connsiteY9" fmla="*/ 1738695 h 1785416"/>
              <a:gd name="connsiteX10" fmla="*/ 1261472 w 3450692"/>
              <a:gd name="connsiteY10" fmla="*/ 1778742 h 1785416"/>
              <a:gd name="connsiteX11" fmla="*/ 957784 w 3450692"/>
              <a:gd name="connsiteY11" fmla="*/ 1785416 h 1785416"/>
              <a:gd name="connsiteX12" fmla="*/ 660771 w 3450692"/>
              <a:gd name="connsiteY12" fmla="*/ 1755381 h 1785416"/>
              <a:gd name="connsiteX13" fmla="*/ 489791 w 3450692"/>
              <a:gd name="connsiteY13" fmla="*/ 1727823 h 1785416"/>
              <a:gd name="connsiteX14" fmla="*/ 323711 w 3450692"/>
              <a:gd name="connsiteY14" fmla="*/ 1678625 h 1785416"/>
              <a:gd name="connsiteX15" fmla="*/ 0 w 3450692"/>
              <a:gd name="connsiteY15" fmla="*/ 1561822 h 1785416"/>
              <a:gd name="connsiteX0" fmla="*/ 0 w 3450692"/>
              <a:gd name="connsiteY0" fmla="*/ 1561822 h 1785416"/>
              <a:gd name="connsiteX1" fmla="*/ 313700 w 3450692"/>
              <a:gd name="connsiteY1" fmla="*/ 1561822 h 1785416"/>
              <a:gd name="connsiteX2" fmla="*/ 2833305 w 3450692"/>
              <a:gd name="connsiteY2" fmla="*/ 0 h 1785416"/>
              <a:gd name="connsiteX3" fmla="*/ 3450692 w 3450692"/>
              <a:gd name="connsiteY3" fmla="*/ 0 h 1785416"/>
              <a:gd name="connsiteX4" fmla="*/ 3343186 w 3450692"/>
              <a:gd name="connsiteY4" fmla="*/ 307224 h 1785416"/>
              <a:gd name="connsiteX5" fmla="*/ 3080260 w 3450692"/>
              <a:gd name="connsiteY5" fmla="*/ 760888 h 1785416"/>
              <a:gd name="connsiteX6" fmla="*/ 2746538 w 3450692"/>
              <a:gd name="connsiteY6" fmla="*/ 1131320 h 1785416"/>
              <a:gd name="connsiteX7" fmla="*/ 2312698 w 3450692"/>
              <a:gd name="connsiteY7" fmla="*/ 1461706 h 1785416"/>
              <a:gd name="connsiteX8" fmla="*/ 1908894 w 3450692"/>
              <a:gd name="connsiteY8" fmla="*/ 1641916 h 1785416"/>
              <a:gd name="connsiteX9" fmla="*/ 1578508 w 3450692"/>
              <a:gd name="connsiteY9" fmla="*/ 1738695 h 1785416"/>
              <a:gd name="connsiteX10" fmla="*/ 1261472 w 3450692"/>
              <a:gd name="connsiteY10" fmla="*/ 1778742 h 1785416"/>
              <a:gd name="connsiteX11" fmla="*/ 957784 w 3450692"/>
              <a:gd name="connsiteY11" fmla="*/ 1785416 h 1785416"/>
              <a:gd name="connsiteX12" fmla="*/ 660771 w 3450692"/>
              <a:gd name="connsiteY12" fmla="*/ 1755381 h 1785416"/>
              <a:gd name="connsiteX13" fmla="*/ 489791 w 3450692"/>
              <a:gd name="connsiteY13" fmla="*/ 1727823 h 1785416"/>
              <a:gd name="connsiteX14" fmla="*/ 323711 w 3450692"/>
              <a:gd name="connsiteY14" fmla="*/ 1678625 h 1785416"/>
              <a:gd name="connsiteX15" fmla="*/ 0 w 3450692"/>
              <a:gd name="connsiteY15" fmla="*/ 1561822 h 1785416"/>
              <a:gd name="connsiteX0" fmla="*/ 0 w 3450692"/>
              <a:gd name="connsiteY0" fmla="*/ 1561822 h 1785416"/>
              <a:gd name="connsiteX1" fmla="*/ 313700 w 3450692"/>
              <a:gd name="connsiteY1" fmla="*/ 1561822 h 1785416"/>
              <a:gd name="connsiteX2" fmla="*/ 2833305 w 3450692"/>
              <a:gd name="connsiteY2" fmla="*/ 0 h 1785416"/>
              <a:gd name="connsiteX3" fmla="*/ 3450692 w 3450692"/>
              <a:gd name="connsiteY3" fmla="*/ 0 h 1785416"/>
              <a:gd name="connsiteX4" fmla="*/ 3403534 w 3450692"/>
              <a:gd name="connsiteY4" fmla="*/ 151209 h 1785416"/>
              <a:gd name="connsiteX5" fmla="*/ 3343186 w 3450692"/>
              <a:gd name="connsiteY5" fmla="*/ 307224 h 1785416"/>
              <a:gd name="connsiteX6" fmla="*/ 3080260 w 3450692"/>
              <a:gd name="connsiteY6" fmla="*/ 760888 h 1785416"/>
              <a:gd name="connsiteX7" fmla="*/ 2746538 w 3450692"/>
              <a:gd name="connsiteY7" fmla="*/ 1131320 h 1785416"/>
              <a:gd name="connsiteX8" fmla="*/ 2312698 w 3450692"/>
              <a:gd name="connsiteY8" fmla="*/ 1461706 h 1785416"/>
              <a:gd name="connsiteX9" fmla="*/ 1908894 w 3450692"/>
              <a:gd name="connsiteY9" fmla="*/ 1641916 h 1785416"/>
              <a:gd name="connsiteX10" fmla="*/ 1578508 w 3450692"/>
              <a:gd name="connsiteY10" fmla="*/ 1738695 h 1785416"/>
              <a:gd name="connsiteX11" fmla="*/ 1261472 w 3450692"/>
              <a:gd name="connsiteY11" fmla="*/ 1778742 h 1785416"/>
              <a:gd name="connsiteX12" fmla="*/ 957784 w 3450692"/>
              <a:gd name="connsiteY12" fmla="*/ 1785416 h 1785416"/>
              <a:gd name="connsiteX13" fmla="*/ 660771 w 3450692"/>
              <a:gd name="connsiteY13" fmla="*/ 1755381 h 1785416"/>
              <a:gd name="connsiteX14" fmla="*/ 489791 w 3450692"/>
              <a:gd name="connsiteY14" fmla="*/ 1727823 h 1785416"/>
              <a:gd name="connsiteX15" fmla="*/ 323711 w 3450692"/>
              <a:gd name="connsiteY15" fmla="*/ 1678625 h 1785416"/>
              <a:gd name="connsiteX16" fmla="*/ 0 w 3450692"/>
              <a:gd name="connsiteY16" fmla="*/ 1561822 h 17854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450692" h="1785416">
                <a:moveTo>
                  <a:pt x="0" y="1561822"/>
                </a:moveTo>
                <a:lnTo>
                  <a:pt x="313700" y="1561822"/>
                </a:lnTo>
                <a:lnTo>
                  <a:pt x="2833305" y="0"/>
                </a:lnTo>
                <a:lnTo>
                  <a:pt x="3450692" y="0"/>
                </a:lnTo>
                <a:cubicBezTo>
                  <a:pt x="3431949" y="50403"/>
                  <a:pt x="3422277" y="100806"/>
                  <a:pt x="3403534" y="151209"/>
                </a:cubicBezTo>
                <a:lnTo>
                  <a:pt x="3343186" y="307224"/>
                </a:lnTo>
                <a:lnTo>
                  <a:pt x="3080260" y="760888"/>
                </a:lnTo>
                <a:lnTo>
                  <a:pt x="2746538" y="1131320"/>
                </a:lnTo>
                <a:lnTo>
                  <a:pt x="2312698" y="1461706"/>
                </a:lnTo>
                <a:lnTo>
                  <a:pt x="1908894" y="1641916"/>
                </a:lnTo>
                <a:lnTo>
                  <a:pt x="1578508" y="1738695"/>
                </a:lnTo>
                <a:lnTo>
                  <a:pt x="1261472" y="1778742"/>
                </a:lnTo>
                <a:lnTo>
                  <a:pt x="957784" y="1785416"/>
                </a:lnTo>
                <a:lnTo>
                  <a:pt x="660771" y="1755381"/>
                </a:lnTo>
                <a:cubicBezTo>
                  <a:pt x="604383" y="1742566"/>
                  <a:pt x="546179" y="1740638"/>
                  <a:pt x="489791" y="1727823"/>
                </a:cubicBezTo>
                <a:lnTo>
                  <a:pt x="323711" y="1678625"/>
                </a:lnTo>
                <a:lnTo>
                  <a:pt x="0" y="1561822"/>
                </a:lnTo>
                <a:close/>
              </a:path>
            </a:pathLst>
          </a:custGeom>
          <a:solidFill>
            <a:srgbClr val="FFC000"/>
          </a:solidFill>
          <a:ln w="12700" cap="flat" cmpd="sng" algn="ctr">
            <a:no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35" name="任意多边形 34"/>
          <p:cNvSpPr/>
          <p:nvPr/>
        </p:nvSpPr>
        <p:spPr bwMode="auto">
          <a:xfrm>
            <a:off x="7443425" y="1453933"/>
            <a:ext cx="283300" cy="1193478"/>
          </a:xfrm>
          <a:custGeom>
            <a:avLst/>
            <a:gdLst>
              <a:gd name="connsiteX0" fmla="*/ 0 w 313699"/>
              <a:gd name="connsiteY0" fmla="*/ 1321541 h 1321541"/>
              <a:gd name="connsiteX1" fmla="*/ 0 w 313699"/>
              <a:gd name="connsiteY1" fmla="*/ 180210 h 1321541"/>
              <a:gd name="connsiteX2" fmla="*/ 313699 w 313699"/>
              <a:gd name="connsiteY2" fmla="*/ 0 h 1321541"/>
              <a:gd name="connsiteX3" fmla="*/ 313699 w 313699"/>
              <a:gd name="connsiteY3" fmla="*/ 1124645 h 1321541"/>
              <a:gd name="connsiteX4" fmla="*/ 170198 w 313699"/>
              <a:gd name="connsiteY4" fmla="*/ 1224762 h 1321541"/>
              <a:gd name="connsiteX5" fmla="*/ 0 w 313699"/>
              <a:gd name="connsiteY5" fmla="*/ 1321541 h 1321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13699" h="1321541">
                <a:moveTo>
                  <a:pt x="0" y="1321541"/>
                </a:moveTo>
                <a:lnTo>
                  <a:pt x="0" y="180210"/>
                </a:lnTo>
                <a:lnTo>
                  <a:pt x="313699" y="0"/>
                </a:lnTo>
                <a:lnTo>
                  <a:pt x="313699" y="1124645"/>
                </a:lnTo>
                <a:lnTo>
                  <a:pt x="170198" y="1224762"/>
                </a:lnTo>
                <a:lnTo>
                  <a:pt x="0" y="1321541"/>
                </a:lnTo>
                <a:close/>
              </a:path>
            </a:pathLst>
          </a:custGeom>
          <a:solidFill>
            <a:srgbClr val="CCECFF"/>
          </a:solid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cxnSp>
        <p:nvCxnSpPr>
          <p:cNvPr id="36" name="直接连接符 35"/>
          <p:cNvCxnSpPr/>
          <p:nvPr/>
        </p:nvCxnSpPr>
        <p:spPr bwMode="auto">
          <a:xfrm>
            <a:off x="6316334" y="2318903"/>
            <a:ext cx="0" cy="569615"/>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7" name="直接连接符 36"/>
          <p:cNvCxnSpPr/>
          <p:nvPr/>
        </p:nvCxnSpPr>
        <p:spPr bwMode="auto">
          <a:xfrm>
            <a:off x="6035336" y="2490692"/>
            <a:ext cx="0" cy="379744"/>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8" name="Text Box 115"/>
          <p:cNvSpPr txBox="1">
            <a:spLocks noChangeArrowheads="1"/>
          </p:cNvSpPr>
          <p:nvPr/>
        </p:nvSpPr>
        <p:spPr bwMode="auto">
          <a:xfrm>
            <a:off x="5202434" y="2596872"/>
            <a:ext cx="437875" cy="410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1800" b="1" dirty="0">
                <a:solidFill>
                  <a:schemeClr val="tx1"/>
                </a:solidFill>
                <a:latin typeface="Times New Roman" panose="02020603050405020304" pitchFamily="18" charset="0"/>
              </a:rPr>
              <a:t>A</a:t>
            </a:r>
          </a:p>
        </p:txBody>
      </p:sp>
      <p:sp>
        <p:nvSpPr>
          <p:cNvPr id="39" name="Text Box 133"/>
          <p:cNvSpPr txBox="1">
            <a:spLocks noChangeArrowheads="1"/>
          </p:cNvSpPr>
          <p:nvPr/>
        </p:nvSpPr>
        <p:spPr bwMode="auto">
          <a:xfrm>
            <a:off x="6150697" y="372742"/>
            <a:ext cx="373979" cy="3710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1800" b="1" dirty="0">
                <a:solidFill>
                  <a:schemeClr val="tx1"/>
                </a:solidFill>
                <a:latin typeface="Times New Roman" panose="02020603050405020304" pitchFamily="18" charset="0"/>
              </a:rPr>
              <a:t>O</a:t>
            </a:r>
          </a:p>
        </p:txBody>
      </p:sp>
      <p:sp>
        <p:nvSpPr>
          <p:cNvPr id="40" name="Text Box 135"/>
          <p:cNvSpPr txBox="1">
            <a:spLocks noChangeArrowheads="1"/>
          </p:cNvSpPr>
          <p:nvPr/>
        </p:nvSpPr>
        <p:spPr bwMode="auto">
          <a:xfrm>
            <a:off x="6362918" y="2478706"/>
            <a:ext cx="322580" cy="3480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1800" b="1" dirty="0">
                <a:solidFill>
                  <a:srgbClr val="C00000"/>
                </a:solidFill>
                <a:latin typeface="Times New Roman" panose="02020603050405020304" pitchFamily="18" charset="0"/>
              </a:rPr>
              <a:t>0</a:t>
            </a:r>
          </a:p>
        </p:txBody>
      </p:sp>
      <p:sp>
        <p:nvSpPr>
          <p:cNvPr id="41" name="Text Box 136"/>
          <p:cNvSpPr txBox="1">
            <a:spLocks noChangeArrowheads="1"/>
          </p:cNvSpPr>
          <p:nvPr/>
        </p:nvSpPr>
        <p:spPr bwMode="auto">
          <a:xfrm>
            <a:off x="6357334" y="952071"/>
            <a:ext cx="478166" cy="3845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1800" b="1" dirty="0">
                <a:solidFill>
                  <a:srgbClr val="C00000"/>
                </a:solidFill>
                <a:latin typeface="Times New Roman" panose="02020603050405020304" pitchFamily="18" charset="0"/>
                <a:sym typeface="Symbol" panose="05050102010706020507" pitchFamily="18" charset="2"/>
              </a:rPr>
              <a:t> </a:t>
            </a:r>
            <a:r>
              <a:rPr kumimoji="1" lang="en-US" altLang="zh-CN" sz="1800" b="1" i="1" dirty="0">
                <a:solidFill>
                  <a:srgbClr val="C00000"/>
                </a:solidFill>
                <a:latin typeface="Times New Roman" panose="02020603050405020304" pitchFamily="18" charset="0"/>
                <a:sym typeface="Symbol" panose="05050102010706020507" pitchFamily="18" charset="2"/>
              </a:rPr>
              <a:t></a:t>
            </a:r>
            <a:r>
              <a:rPr kumimoji="1" lang="en-US" altLang="zh-CN" sz="1800" b="1" baseline="-25000" dirty="0" err="1">
                <a:solidFill>
                  <a:srgbClr val="C00000"/>
                </a:solidFill>
                <a:latin typeface="Times New Roman" panose="02020603050405020304" pitchFamily="18" charset="0"/>
                <a:sym typeface="Symbol" panose="05050102010706020507" pitchFamily="18" charset="2"/>
              </a:rPr>
              <a:t>i</a:t>
            </a:r>
            <a:endParaRPr kumimoji="1" lang="en-US" altLang="zh-CN" sz="1800" b="1" baseline="-25000" dirty="0">
              <a:solidFill>
                <a:srgbClr val="C00000"/>
              </a:solidFill>
              <a:latin typeface="Times New Roman" panose="02020603050405020304" pitchFamily="18" charset="0"/>
            </a:endParaRPr>
          </a:p>
        </p:txBody>
      </p:sp>
      <p:sp>
        <p:nvSpPr>
          <p:cNvPr id="42" name="Text Box 141"/>
          <p:cNvSpPr txBox="1">
            <a:spLocks noChangeArrowheads="1"/>
          </p:cNvSpPr>
          <p:nvPr/>
        </p:nvSpPr>
        <p:spPr bwMode="auto">
          <a:xfrm>
            <a:off x="7798792" y="1002042"/>
            <a:ext cx="407161" cy="3480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1800" b="1" dirty="0">
                <a:solidFill>
                  <a:schemeClr val="tx1"/>
                </a:solidFill>
                <a:latin typeface="Times New Roman" panose="02020603050405020304" pitchFamily="18" charset="0"/>
              </a:rPr>
              <a:t>B</a:t>
            </a:r>
          </a:p>
        </p:txBody>
      </p:sp>
      <p:sp>
        <p:nvSpPr>
          <p:cNvPr id="43" name="任意多边形 42"/>
          <p:cNvSpPr/>
          <p:nvPr/>
        </p:nvSpPr>
        <p:spPr bwMode="auto">
          <a:xfrm>
            <a:off x="5060874" y="1280611"/>
            <a:ext cx="4043035" cy="1403368"/>
          </a:xfrm>
          <a:custGeom>
            <a:avLst/>
            <a:gdLst>
              <a:gd name="connsiteX0" fmla="*/ 0 w 4476860"/>
              <a:gd name="connsiteY0" fmla="*/ 1553952 h 1553952"/>
              <a:gd name="connsiteX1" fmla="*/ 745263 w 4476860"/>
              <a:gd name="connsiteY1" fmla="*/ 1553952 h 1553952"/>
              <a:gd name="connsiteX2" fmla="*/ 3255898 w 4476860"/>
              <a:gd name="connsiteY2" fmla="*/ 0 h 1553952"/>
              <a:gd name="connsiteX3" fmla="*/ 4476860 w 4476860"/>
              <a:gd name="connsiteY3" fmla="*/ 0 h 1553952"/>
            </a:gdLst>
            <a:ahLst/>
            <a:cxnLst>
              <a:cxn ang="0">
                <a:pos x="connsiteX0" y="connsiteY0"/>
              </a:cxn>
              <a:cxn ang="0">
                <a:pos x="connsiteX1" y="connsiteY1"/>
              </a:cxn>
              <a:cxn ang="0">
                <a:pos x="connsiteX2" y="connsiteY2"/>
              </a:cxn>
              <a:cxn ang="0">
                <a:pos x="connsiteX3" y="connsiteY3"/>
              </a:cxn>
            </a:cxnLst>
            <a:rect l="l" t="t" r="r" b="b"/>
            <a:pathLst>
              <a:path w="4476860" h="1553952">
                <a:moveTo>
                  <a:pt x="0" y="1553952"/>
                </a:moveTo>
                <a:lnTo>
                  <a:pt x="745263" y="1553952"/>
                </a:lnTo>
                <a:lnTo>
                  <a:pt x="3255898" y="0"/>
                </a:lnTo>
                <a:lnTo>
                  <a:pt x="4476860" y="0"/>
                </a:lnTo>
              </a:path>
            </a:pathLst>
          </a:custGeom>
          <a:noFill/>
          <a:ln w="19050" cap="flat" cmpd="sng" algn="ctr">
            <a:solidFill>
              <a:srgbClr val="000066"/>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cxnSp>
        <p:nvCxnSpPr>
          <p:cNvPr id="44" name="直接连接符 43"/>
          <p:cNvCxnSpPr/>
          <p:nvPr/>
        </p:nvCxnSpPr>
        <p:spPr bwMode="auto">
          <a:xfrm>
            <a:off x="6424591" y="638230"/>
            <a:ext cx="0" cy="2398202"/>
          </a:xfrm>
          <a:prstGeom prst="line">
            <a:avLst/>
          </a:prstGeom>
          <a:noFill/>
          <a:ln w="12700" cap="flat" cmpd="sng" algn="ctr">
            <a:solidFill>
              <a:schemeClr val="tx1"/>
            </a:solidFill>
            <a:prstDash val="lgDashDot"/>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5" name="直接连接符 44"/>
          <p:cNvCxnSpPr/>
          <p:nvPr/>
        </p:nvCxnSpPr>
        <p:spPr bwMode="auto">
          <a:xfrm>
            <a:off x="5739269" y="2682415"/>
            <a:ext cx="0" cy="111512"/>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6" name="直接连接符 45"/>
          <p:cNvCxnSpPr/>
          <p:nvPr/>
        </p:nvCxnSpPr>
        <p:spPr bwMode="auto">
          <a:xfrm>
            <a:off x="6597332" y="2150129"/>
            <a:ext cx="0" cy="738544"/>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7" name="直接连接符 46"/>
          <p:cNvCxnSpPr/>
          <p:nvPr/>
        </p:nvCxnSpPr>
        <p:spPr bwMode="auto">
          <a:xfrm>
            <a:off x="6878331" y="1975327"/>
            <a:ext cx="0" cy="873789"/>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8" name="直接连接符 47"/>
          <p:cNvCxnSpPr/>
          <p:nvPr/>
        </p:nvCxnSpPr>
        <p:spPr bwMode="auto">
          <a:xfrm>
            <a:off x="7159329" y="1794496"/>
            <a:ext cx="0" cy="974832"/>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9" name="直接连接符 48"/>
          <p:cNvCxnSpPr/>
          <p:nvPr/>
        </p:nvCxnSpPr>
        <p:spPr bwMode="auto">
          <a:xfrm>
            <a:off x="7440327" y="1628736"/>
            <a:ext cx="0" cy="1018234"/>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0" name="直接连接符 49"/>
          <p:cNvCxnSpPr/>
          <p:nvPr/>
        </p:nvCxnSpPr>
        <p:spPr bwMode="auto">
          <a:xfrm>
            <a:off x="7721326" y="1453933"/>
            <a:ext cx="0" cy="1025473"/>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1" name="直接连接符 50"/>
          <p:cNvCxnSpPr>
            <a:stCxn id="43" idx="2"/>
          </p:cNvCxnSpPr>
          <p:nvPr/>
        </p:nvCxnSpPr>
        <p:spPr bwMode="auto">
          <a:xfrm>
            <a:off x="8001263" y="1280611"/>
            <a:ext cx="1061" cy="952877"/>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2" name="直接连接符 51"/>
          <p:cNvCxnSpPr/>
          <p:nvPr/>
        </p:nvCxnSpPr>
        <p:spPr bwMode="auto">
          <a:xfrm>
            <a:off x="8283322" y="1273103"/>
            <a:ext cx="0" cy="615018"/>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3" name="直接箭头连接符 52"/>
          <p:cNvCxnSpPr/>
          <p:nvPr/>
        </p:nvCxnSpPr>
        <p:spPr bwMode="auto">
          <a:xfrm>
            <a:off x="6420992" y="644111"/>
            <a:ext cx="2114656" cy="639415"/>
          </a:xfrm>
          <a:prstGeom prst="straightConnector1">
            <a:avLst/>
          </a:prstGeom>
          <a:noFill/>
          <a:ln w="12700" cap="flat" cmpd="sng" algn="ctr">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4" name="直接箭头连接符 53"/>
          <p:cNvCxnSpPr>
            <a:endCxn id="75" idx="0"/>
          </p:cNvCxnSpPr>
          <p:nvPr/>
        </p:nvCxnSpPr>
        <p:spPr bwMode="auto">
          <a:xfrm flipH="1">
            <a:off x="5440356" y="641097"/>
            <a:ext cx="980636" cy="2045268"/>
          </a:xfrm>
          <a:prstGeom prst="straightConnector1">
            <a:avLst/>
          </a:prstGeom>
          <a:noFill/>
          <a:ln w="12700" cap="flat" cmpd="sng" algn="ctr">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56" name="Group 12"/>
          <p:cNvGrpSpPr>
            <a:grpSpLocks/>
          </p:cNvGrpSpPr>
          <p:nvPr/>
        </p:nvGrpSpPr>
        <p:grpSpPr bwMode="auto">
          <a:xfrm>
            <a:off x="8651455" y="1286244"/>
            <a:ext cx="410560" cy="57195"/>
            <a:chOff x="2274" y="1204"/>
            <a:chExt cx="270" cy="44"/>
          </a:xfrm>
        </p:grpSpPr>
        <p:sp>
          <p:nvSpPr>
            <p:cNvPr id="57" name="Line 13"/>
            <p:cNvSpPr>
              <a:spLocks noChangeShapeType="1"/>
            </p:cNvSpPr>
            <p:nvPr/>
          </p:nvSpPr>
          <p:spPr bwMode="auto">
            <a:xfrm flipH="1">
              <a:off x="2274" y="1210"/>
              <a:ext cx="28" cy="34"/>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 name="Line 14"/>
            <p:cNvSpPr>
              <a:spLocks noChangeShapeType="1"/>
            </p:cNvSpPr>
            <p:nvPr/>
          </p:nvSpPr>
          <p:spPr bwMode="auto">
            <a:xfrm flipH="1">
              <a:off x="2304" y="1214"/>
              <a:ext cx="34" cy="34"/>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 name="Line 15"/>
            <p:cNvSpPr>
              <a:spLocks noChangeShapeType="1"/>
            </p:cNvSpPr>
            <p:nvPr/>
          </p:nvSpPr>
          <p:spPr bwMode="auto">
            <a:xfrm flipH="1">
              <a:off x="2346" y="1206"/>
              <a:ext cx="36" cy="42"/>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0" name="Line 16"/>
            <p:cNvSpPr>
              <a:spLocks noChangeShapeType="1"/>
            </p:cNvSpPr>
            <p:nvPr/>
          </p:nvSpPr>
          <p:spPr bwMode="auto">
            <a:xfrm>
              <a:off x="2376" y="1206"/>
              <a:ext cx="40" cy="38"/>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2" name="Line 17"/>
            <p:cNvSpPr>
              <a:spLocks noChangeShapeType="1"/>
            </p:cNvSpPr>
            <p:nvPr/>
          </p:nvSpPr>
          <p:spPr bwMode="auto">
            <a:xfrm>
              <a:off x="2420" y="1210"/>
              <a:ext cx="40" cy="34"/>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3" name="Line 18"/>
            <p:cNvSpPr>
              <a:spLocks noChangeShapeType="1"/>
            </p:cNvSpPr>
            <p:nvPr/>
          </p:nvSpPr>
          <p:spPr bwMode="auto">
            <a:xfrm flipV="1">
              <a:off x="2460" y="1204"/>
              <a:ext cx="46" cy="42"/>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 name="Line 19"/>
            <p:cNvSpPr>
              <a:spLocks noChangeShapeType="1"/>
            </p:cNvSpPr>
            <p:nvPr/>
          </p:nvSpPr>
          <p:spPr bwMode="auto">
            <a:xfrm flipV="1">
              <a:off x="2512" y="1208"/>
              <a:ext cx="32" cy="36"/>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cxnSp>
        <p:nvCxnSpPr>
          <p:cNvPr id="65" name="直接连接符 64"/>
          <p:cNvCxnSpPr/>
          <p:nvPr/>
        </p:nvCxnSpPr>
        <p:spPr bwMode="auto">
          <a:xfrm>
            <a:off x="7431587" y="1208655"/>
            <a:ext cx="0" cy="196845"/>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6" name="直接连接符 65"/>
          <p:cNvCxnSpPr/>
          <p:nvPr/>
        </p:nvCxnSpPr>
        <p:spPr bwMode="auto">
          <a:xfrm>
            <a:off x="7714127" y="1210627"/>
            <a:ext cx="0" cy="196845"/>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7" name="直接箭头连接符 66"/>
          <p:cNvCxnSpPr/>
          <p:nvPr/>
        </p:nvCxnSpPr>
        <p:spPr bwMode="auto">
          <a:xfrm>
            <a:off x="7425342" y="1299874"/>
            <a:ext cx="284357" cy="0"/>
          </a:xfrm>
          <a:prstGeom prst="straightConnector1">
            <a:avLst/>
          </a:prstGeom>
          <a:noFill/>
          <a:ln w="12700" cap="flat" cmpd="sng" algn="ctr">
            <a:solidFill>
              <a:schemeClr val="tx1"/>
            </a:solidFill>
            <a:prstDash val="solid"/>
            <a:round/>
            <a:headEnd type="triangl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8" name="Text Box 2450"/>
          <p:cNvSpPr txBox="1">
            <a:spLocks noChangeArrowheads="1"/>
          </p:cNvSpPr>
          <p:nvPr/>
        </p:nvSpPr>
        <p:spPr bwMode="auto">
          <a:xfrm>
            <a:off x="7416523" y="929080"/>
            <a:ext cx="300082" cy="385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800" b="1" i="1" dirty="0" smtClean="0">
                <a:solidFill>
                  <a:srgbClr val="C00000"/>
                </a:solidFill>
              </a:rPr>
              <a:t>b</a:t>
            </a:r>
            <a:endParaRPr kumimoji="1" lang="en-US" altLang="zh-CN" sz="1800" b="1" i="1" baseline="-25000" dirty="0">
              <a:solidFill>
                <a:srgbClr val="C00000"/>
              </a:solidFill>
            </a:endParaRPr>
          </a:p>
        </p:txBody>
      </p:sp>
      <p:sp>
        <p:nvSpPr>
          <p:cNvPr id="69" name="Text Box 135"/>
          <p:cNvSpPr txBox="1">
            <a:spLocks noChangeArrowheads="1"/>
          </p:cNvSpPr>
          <p:nvPr/>
        </p:nvSpPr>
        <p:spPr bwMode="auto">
          <a:xfrm>
            <a:off x="6592217" y="2406327"/>
            <a:ext cx="322580" cy="3480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1800" b="1" dirty="0">
                <a:solidFill>
                  <a:srgbClr val="C00000"/>
                </a:solidFill>
                <a:latin typeface="Times New Roman" panose="02020603050405020304" pitchFamily="18" charset="0"/>
              </a:rPr>
              <a:t>1</a:t>
            </a:r>
          </a:p>
        </p:txBody>
      </p:sp>
      <p:sp>
        <p:nvSpPr>
          <p:cNvPr id="70" name="Text Box 135"/>
          <p:cNvSpPr txBox="1">
            <a:spLocks noChangeArrowheads="1"/>
          </p:cNvSpPr>
          <p:nvPr/>
        </p:nvSpPr>
        <p:spPr bwMode="auto">
          <a:xfrm>
            <a:off x="6858942" y="2343433"/>
            <a:ext cx="322580" cy="3480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1800" b="1" dirty="0">
                <a:solidFill>
                  <a:srgbClr val="C00000"/>
                </a:solidFill>
                <a:latin typeface="Times New Roman" panose="02020603050405020304" pitchFamily="18" charset="0"/>
              </a:rPr>
              <a:t>2</a:t>
            </a:r>
          </a:p>
        </p:txBody>
      </p:sp>
      <p:sp>
        <p:nvSpPr>
          <p:cNvPr id="71" name="Text Box 135"/>
          <p:cNvSpPr txBox="1">
            <a:spLocks noChangeArrowheads="1"/>
          </p:cNvSpPr>
          <p:nvPr/>
        </p:nvSpPr>
        <p:spPr bwMode="auto">
          <a:xfrm>
            <a:off x="7454445" y="2054174"/>
            <a:ext cx="284426" cy="3480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1800" b="1" i="1" dirty="0">
                <a:solidFill>
                  <a:srgbClr val="C00000"/>
                </a:solidFill>
                <a:latin typeface="Times New Roman" panose="02020603050405020304" pitchFamily="18" charset="0"/>
              </a:rPr>
              <a:t>i</a:t>
            </a:r>
          </a:p>
        </p:txBody>
      </p:sp>
      <p:sp>
        <p:nvSpPr>
          <p:cNvPr id="72" name="Text Box 135"/>
          <p:cNvSpPr txBox="1">
            <a:spLocks noChangeArrowheads="1"/>
          </p:cNvSpPr>
          <p:nvPr/>
        </p:nvSpPr>
        <p:spPr bwMode="auto">
          <a:xfrm>
            <a:off x="6009614" y="2503288"/>
            <a:ext cx="452181" cy="410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1800" b="1" dirty="0" smtClean="0">
                <a:solidFill>
                  <a:srgbClr val="C00000"/>
                </a:solidFill>
                <a:latin typeface="Times New Roman" panose="02020603050405020304" pitchFamily="18" charset="0"/>
              </a:rPr>
              <a:t>-1</a:t>
            </a:r>
            <a:endParaRPr kumimoji="1" lang="en-US" altLang="zh-CN" sz="1800" b="1" dirty="0">
              <a:solidFill>
                <a:srgbClr val="C00000"/>
              </a:solidFill>
              <a:latin typeface="Times New Roman" panose="02020603050405020304" pitchFamily="18" charset="0"/>
            </a:endParaRPr>
          </a:p>
        </p:txBody>
      </p:sp>
      <p:sp>
        <p:nvSpPr>
          <p:cNvPr id="73" name="Text Box 135"/>
          <p:cNvSpPr txBox="1">
            <a:spLocks noChangeArrowheads="1"/>
          </p:cNvSpPr>
          <p:nvPr/>
        </p:nvSpPr>
        <p:spPr bwMode="auto">
          <a:xfrm>
            <a:off x="5718995" y="2530542"/>
            <a:ext cx="452181" cy="410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1800" b="1" dirty="0" smtClean="0">
                <a:solidFill>
                  <a:srgbClr val="C00000"/>
                </a:solidFill>
                <a:latin typeface="Times New Roman" panose="02020603050405020304" pitchFamily="18" charset="0"/>
              </a:rPr>
              <a:t>-2</a:t>
            </a:r>
            <a:endParaRPr kumimoji="1" lang="en-US" altLang="zh-CN" sz="1800" b="1" dirty="0">
              <a:solidFill>
                <a:srgbClr val="C00000"/>
              </a:solidFill>
              <a:latin typeface="Times New Roman" panose="02020603050405020304" pitchFamily="18" charset="0"/>
            </a:endParaRPr>
          </a:p>
        </p:txBody>
      </p:sp>
      <p:cxnSp>
        <p:nvCxnSpPr>
          <p:cNvPr id="74" name="直接连接符 73"/>
          <p:cNvCxnSpPr>
            <a:endCxn id="75" idx="8"/>
          </p:cNvCxnSpPr>
          <p:nvPr/>
        </p:nvCxnSpPr>
        <p:spPr bwMode="auto">
          <a:xfrm>
            <a:off x="6420992" y="642942"/>
            <a:ext cx="1188856" cy="1909769"/>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5" name="任意多边形 74"/>
          <p:cNvSpPr/>
          <p:nvPr/>
        </p:nvSpPr>
        <p:spPr bwMode="auto">
          <a:xfrm>
            <a:off x="5440356" y="1278224"/>
            <a:ext cx="3128937" cy="1616062"/>
          </a:xfrm>
          <a:custGeom>
            <a:avLst/>
            <a:gdLst>
              <a:gd name="connsiteX0" fmla="*/ 0 w 3464678"/>
              <a:gd name="connsiteY0" fmla="*/ 1559237 h 1789468"/>
              <a:gd name="connsiteX1" fmla="*/ 224636 w 3464678"/>
              <a:gd name="connsiteY1" fmla="*/ 1646449 h 1789468"/>
              <a:gd name="connsiteX2" fmla="*/ 502127 w 3464678"/>
              <a:gd name="connsiteY2" fmla="*/ 1731018 h 1789468"/>
              <a:gd name="connsiteX3" fmla="*/ 824546 w 3464678"/>
              <a:gd name="connsiteY3" fmla="*/ 1778588 h 1789468"/>
              <a:gd name="connsiteX4" fmla="*/ 1218319 w 3464678"/>
              <a:gd name="connsiteY4" fmla="*/ 1786516 h 1789468"/>
              <a:gd name="connsiteX5" fmla="*/ 1585665 w 3464678"/>
              <a:gd name="connsiteY5" fmla="*/ 1738946 h 1789468"/>
              <a:gd name="connsiteX6" fmla="*/ 1910726 w 3464678"/>
              <a:gd name="connsiteY6" fmla="*/ 1646449 h 1789468"/>
              <a:gd name="connsiteX7" fmla="*/ 2145933 w 3464678"/>
              <a:gd name="connsiteY7" fmla="*/ 1548666 h 1789468"/>
              <a:gd name="connsiteX8" fmla="*/ 2402282 w 3464678"/>
              <a:gd name="connsiteY8" fmla="*/ 1411242 h 1789468"/>
              <a:gd name="connsiteX9" fmla="*/ 2648060 w 3464678"/>
              <a:gd name="connsiteY9" fmla="*/ 1228891 h 1789468"/>
              <a:gd name="connsiteX10" fmla="*/ 2880625 w 3464678"/>
              <a:gd name="connsiteY10" fmla="*/ 1001612 h 1789468"/>
              <a:gd name="connsiteX11" fmla="*/ 3121117 w 3464678"/>
              <a:gd name="connsiteY11" fmla="*/ 713549 h 1789468"/>
              <a:gd name="connsiteX12" fmla="*/ 3282326 w 3464678"/>
              <a:gd name="connsiteY12" fmla="*/ 443986 h 1789468"/>
              <a:gd name="connsiteX13" fmla="*/ 3409180 w 3464678"/>
              <a:gd name="connsiteY13" fmla="*/ 177066 h 1789468"/>
              <a:gd name="connsiteX14" fmla="*/ 3464678 w 3464678"/>
              <a:gd name="connsiteY14" fmla="*/ 0 h 1789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464678" h="1789468">
                <a:moveTo>
                  <a:pt x="0" y="1559237"/>
                </a:moveTo>
                <a:cubicBezTo>
                  <a:pt x="70474" y="1588528"/>
                  <a:pt x="140948" y="1617819"/>
                  <a:pt x="224636" y="1646449"/>
                </a:cubicBezTo>
                <a:cubicBezTo>
                  <a:pt x="308324" y="1675079"/>
                  <a:pt x="402142" y="1708995"/>
                  <a:pt x="502127" y="1731018"/>
                </a:cubicBezTo>
                <a:cubicBezTo>
                  <a:pt x="602112" y="1753041"/>
                  <a:pt x="705181" y="1769338"/>
                  <a:pt x="824546" y="1778588"/>
                </a:cubicBezTo>
                <a:cubicBezTo>
                  <a:pt x="943911" y="1787838"/>
                  <a:pt x="1091466" y="1793123"/>
                  <a:pt x="1218319" y="1786516"/>
                </a:cubicBezTo>
                <a:cubicBezTo>
                  <a:pt x="1345172" y="1779909"/>
                  <a:pt x="1470264" y="1762290"/>
                  <a:pt x="1585665" y="1738946"/>
                </a:cubicBezTo>
                <a:cubicBezTo>
                  <a:pt x="1701066" y="1715602"/>
                  <a:pt x="1817348" y="1678162"/>
                  <a:pt x="1910726" y="1646449"/>
                </a:cubicBezTo>
                <a:cubicBezTo>
                  <a:pt x="2004104" y="1614736"/>
                  <a:pt x="2064007" y="1587867"/>
                  <a:pt x="2145933" y="1548666"/>
                </a:cubicBezTo>
                <a:cubicBezTo>
                  <a:pt x="2227859" y="1509465"/>
                  <a:pt x="2318594" y="1464538"/>
                  <a:pt x="2402282" y="1411242"/>
                </a:cubicBezTo>
                <a:cubicBezTo>
                  <a:pt x="2485970" y="1357946"/>
                  <a:pt x="2568336" y="1297163"/>
                  <a:pt x="2648060" y="1228891"/>
                </a:cubicBezTo>
                <a:cubicBezTo>
                  <a:pt x="2727784" y="1160619"/>
                  <a:pt x="2801782" y="1087502"/>
                  <a:pt x="2880625" y="1001612"/>
                </a:cubicBezTo>
                <a:cubicBezTo>
                  <a:pt x="2959468" y="915722"/>
                  <a:pt x="3054167" y="806487"/>
                  <a:pt x="3121117" y="713549"/>
                </a:cubicBezTo>
                <a:cubicBezTo>
                  <a:pt x="3188067" y="620611"/>
                  <a:pt x="3234316" y="533400"/>
                  <a:pt x="3282326" y="443986"/>
                </a:cubicBezTo>
                <a:cubicBezTo>
                  <a:pt x="3330336" y="354572"/>
                  <a:pt x="3378788" y="251064"/>
                  <a:pt x="3409180" y="177066"/>
                </a:cubicBezTo>
                <a:cubicBezTo>
                  <a:pt x="3439572" y="103068"/>
                  <a:pt x="3452125" y="51534"/>
                  <a:pt x="3464678" y="0"/>
                </a:cubicBezTo>
              </a:path>
            </a:pathLst>
          </a:custGeom>
          <a:noFill/>
          <a:ln w="19050" cap="flat" cmpd="sng" algn="ctr">
            <a:solidFill>
              <a:srgbClr val="C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76" name="Arc 52"/>
          <p:cNvSpPr>
            <a:spLocks/>
          </p:cNvSpPr>
          <p:nvPr/>
        </p:nvSpPr>
        <p:spPr bwMode="auto">
          <a:xfrm rot="6458630">
            <a:off x="6450370" y="892779"/>
            <a:ext cx="123066" cy="151653"/>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9525">
            <a:solidFill>
              <a:schemeClr val="tx1"/>
            </a:solidFill>
            <a:round/>
            <a:headEnd type="triangle" w="med" len="me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7" name="Text Box 2450"/>
          <p:cNvSpPr txBox="1">
            <a:spLocks noChangeArrowheads="1"/>
          </p:cNvSpPr>
          <p:nvPr/>
        </p:nvSpPr>
        <p:spPr bwMode="auto">
          <a:xfrm>
            <a:off x="6963328" y="762118"/>
            <a:ext cx="317328" cy="3480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800" b="1" i="1" dirty="0"/>
              <a:t>R</a:t>
            </a:r>
          </a:p>
        </p:txBody>
      </p:sp>
      <p:sp>
        <p:nvSpPr>
          <p:cNvPr id="79" name="Text Box 135"/>
          <p:cNvSpPr txBox="1">
            <a:spLocks noChangeArrowheads="1"/>
          </p:cNvSpPr>
          <p:nvPr/>
        </p:nvSpPr>
        <p:spPr bwMode="auto">
          <a:xfrm>
            <a:off x="7105075" y="2140513"/>
            <a:ext cx="322580" cy="3480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1800" b="1" dirty="0" smtClean="0">
                <a:solidFill>
                  <a:srgbClr val="C00000"/>
                </a:solidFill>
                <a:latin typeface="Times New Roman" panose="02020603050405020304" pitchFamily="18" charset="0"/>
              </a:rPr>
              <a:t>…</a:t>
            </a:r>
            <a:endParaRPr kumimoji="1" lang="en-US" altLang="zh-CN" sz="1800" b="1" dirty="0">
              <a:solidFill>
                <a:srgbClr val="C00000"/>
              </a:solidFill>
              <a:latin typeface="Times New Roman" panose="02020603050405020304" pitchFamily="18" charset="0"/>
            </a:endParaRPr>
          </a:p>
        </p:txBody>
      </p:sp>
      <p:sp>
        <p:nvSpPr>
          <p:cNvPr id="80" name="Text Box 135"/>
          <p:cNvSpPr txBox="1">
            <a:spLocks noChangeArrowheads="1"/>
          </p:cNvSpPr>
          <p:nvPr/>
        </p:nvSpPr>
        <p:spPr bwMode="auto">
          <a:xfrm>
            <a:off x="7697797" y="1798947"/>
            <a:ext cx="322580" cy="3480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1800" b="1" dirty="0" smtClean="0">
                <a:solidFill>
                  <a:srgbClr val="C00000"/>
                </a:solidFill>
                <a:latin typeface="Times New Roman" panose="02020603050405020304" pitchFamily="18" charset="0"/>
              </a:rPr>
              <a:t>…</a:t>
            </a:r>
            <a:endParaRPr kumimoji="1" lang="en-US" altLang="zh-CN" sz="1800" b="1" dirty="0">
              <a:solidFill>
                <a:srgbClr val="C00000"/>
              </a:solidFill>
              <a:latin typeface="Times New Roman" panose="02020603050405020304" pitchFamily="18" charset="0"/>
            </a:endParaRPr>
          </a:p>
        </p:txBody>
      </p:sp>
      <p:sp>
        <p:nvSpPr>
          <p:cNvPr id="81" name="Text Box 135"/>
          <p:cNvSpPr txBox="1">
            <a:spLocks noChangeArrowheads="1"/>
          </p:cNvSpPr>
          <p:nvPr/>
        </p:nvSpPr>
        <p:spPr bwMode="auto">
          <a:xfrm>
            <a:off x="7998177" y="1556836"/>
            <a:ext cx="322580" cy="3710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1800" b="1" dirty="0">
                <a:solidFill>
                  <a:srgbClr val="C00000"/>
                </a:solidFill>
                <a:latin typeface="Times New Roman" panose="02020603050405020304" pitchFamily="18" charset="0"/>
              </a:rPr>
              <a:t>7</a:t>
            </a:r>
          </a:p>
        </p:txBody>
      </p:sp>
      <p:sp>
        <p:nvSpPr>
          <p:cNvPr id="82" name="Text Box 135"/>
          <p:cNvSpPr txBox="1">
            <a:spLocks noChangeArrowheads="1"/>
          </p:cNvSpPr>
          <p:nvPr/>
        </p:nvSpPr>
        <p:spPr bwMode="auto">
          <a:xfrm>
            <a:off x="8256366" y="1218290"/>
            <a:ext cx="322580" cy="3710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1800" b="1" dirty="0" smtClean="0">
                <a:solidFill>
                  <a:srgbClr val="C00000"/>
                </a:solidFill>
                <a:latin typeface="Times New Roman" panose="02020603050405020304" pitchFamily="18" charset="0"/>
              </a:rPr>
              <a:t>8</a:t>
            </a:r>
            <a:endParaRPr kumimoji="1" lang="en-US" altLang="zh-CN" sz="1800" b="1" dirty="0">
              <a:solidFill>
                <a:srgbClr val="C00000"/>
              </a:solidFill>
              <a:latin typeface="Times New Roman" panose="02020603050405020304" pitchFamily="18" charset="0"/>
            </a:endParaRPr>
          </a:p>
        </p:txBody>
      </p:sp>
      <p:sp>
        <p:nvSpPr>
          <p:cNvPr id="85" name="Text Box 136"/>
          <p:cNvSpPr txBox="1">
            <a:spLocks noChangeArrowheads="1"/>
          </p:cNvSpPr>
          <p:nvPr/>
        </p:nvSpPr>
        <p:spPr bwMode="auto">
          <a:xfrm>
            <a:off x="7324896" y="5133477"/>
            <a:ext cx="478166" cy="3845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1800" b="1" dirty="0">
                <a:solidFill>
                  <a:srgbClr val="C00000"/>
                </a:solidFill>
                <a:latin typeface="Times New Roman" panose="02020603050405020304" pitchFamily="18" charset="0"/>
                <a:sym typeface="Symbol" panose="05050102010706020507" pitchFamily="18" charset="2"/>
              </a:rPr>
              <a:t> </a:t>
            </a:r>
            <a:r>
              <a:rPr kumimoji="1" lang="en-US" altLang="zh-CN" sz="1800" b="1" i="1" dirty="0">
                <a:solidFill>
                  <a:srgbClr val="C00000"/>
                </a:solidFill>
                <a:latin typeface="Times New Roman" panose="02020603050405020304" pitchFamily="18" charset="0"/>
                <a:sym typeface="Symbol" panose="05050102010706020507" pitchFamily="18" charset="2"/>
              </a:rPr>
              <a:t></a:t>
            </a:r>
            <a:r>
              <a:rPr kumimoji="1" lang="en-US" altLang="zh-CN" sz="1800" b="1" baseline="-25000" dirty="0" err="1">
                <a:solidFill>
                  <a:srgbClr val="C00000"/>
                </a:solidFill>
                <a:latin typeface="Times New Roman" panose="02020603050405020304" pitchFamily="18" charset="0"/>
                <a:sym typeface="Symbol" panose="05050102010706020507" pitchFamily="18" charset="2"/>
              </a:rPr>
              <a:t>i</a:t>
            </a:r>
            <a:endParaRPr kumimoji="1" lang="en-US" altLang="zh-CN" sz="1800" b="1" baseline="-25000" dirty="0">
              <a:solidFill>
                <a:srgbClr val="C00000"/>
              </a:solidFill>
              <a:latin typeface="Times New Roman" panose="02020603050405020304" pitchFamily="18" charset="0"/>
            </a:endParaRPr>
          </a:p>
        </p:txBody>
      </p:sp>
      <p:sp>
        <p:nvSpPr>
          <p:cNvPr id="86" name="Arc 52"/>
          <p:cNvSpPr>
            <a:spLocks/>
          </p:cNvSpPr>
          <p:nvPr/>
        </p:nvSpPr>
        <p:spPr bwMode="auto">
          <a:xfrm rot="6458630">
            <a:off x="7453711" y="5075808"/>
            <a:ext cx="123066" cy="151653"/>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9525">
            <a:solidFill>
              <a:schemeClr val="tx1"/>
            </a:solidFill>
            <a:round/>
            <a:headEnd type="triangle" w="med" len="me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88" name="Text Box 24"/>
          <p:cNvSpPr txBox="1">
            <a:spLocks noChangeArrowheads="1"/>
          </p:cNvSpPr>
          <p:nvPr/>
        </p:nvSpPr>
        <p:spPr bwMode="auto">
          <a:xfrm>
            <a:off x="7186390" y="4472055"/>
            <a:ext cx="362718" cy="385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800">
                <a:solidFill>
                  <a:schemeClr val="tx1"/>
                </a:solidFill>
                <a:latin typeface="Times New Roman" pitchFamily="18" charset="0"/>
                <a:ea typeface="宋体" charset="-122"/>
              </a:defRPr>
            </a:lvl1pPr>
            <a:lvl2pPr marL="742950" indent="-285750" eaLnBrk="0" hangingPunct="0">
              <a:defRPr kumimoji="1" sz="2800">
                <a:solidFill>
                  <a:schemeClr val="tx1"/>
                </a:solidFill>
                <a:latin typeface="Times New Roman" pitchFamily="18" charset="0"/>
                <a:ea typeface="宋体" charset="-122"/>
              </a:defRPr>
            </a:lvl2pPr>
            <a:lvl3pPr marL="1143000" indent="-228600" eaLnBrk="0" hangingPunct="0">
              <a:defRPr kumimoji="1" sz="2800">
                <a:solidFill>
                  <a:schemeClr val="tx1"/>
                </a:solidFill>
                <a:latin typeface="Times New Roman" pitchFamily="18" charset="0"/>
                <a:ea typeface="宋体" charset="-122"/>
              </a:defRPr>
            </a:lvl3pPr>
            <a:lvl4pPr marL="1600200" indent="-228600" eaLnBrk="0" hangingPunct="0">
              <a:defRPr kumimoji="1" sz="2800">
                <a:solidFill>
                  <a:schemeClr val="tx1"/>
                </a:solidFill>
                <a:latin typeface="Times New Roman" pitchFamily="18" charset="0"/>
                <a:ea typeface="宋体" charset="-122"/>
              </a:defRPr>
            </a:lvl4pPr>
            <a:lvl5pPr marL="2057400" indent="-228600" eaLnBrk="0" hangingPunct="0">
              <a:defRPr kumimoji="1" sz="2800">
                <a:solidFill>
                  <a:schemeClr val="tx1"/>
                </a:solidFill>
                <a:latin typeface="Times New Roman" pitchFamily="18" charset="0"/>
                <a:ea typeface="宋体" charset="-122"/>
              </a:defRPr>
            </a:lvl5pPr>
            <a:lvl6pPr marL="2514600" indent="-228600" eaLnBrk="0" fontAlgn="base" hangingPunct="0">
              <a:spcBef>
                <a:spcPct val="50000"/>
              </a:spcBef>
              <a:spcAft>
                <a:spcPct val="0"/>
              </a:spcAft>
              <a:defRPr kumimoji="1" sz="2800">
                <a:solidFill>
                  <a:schemeClr val="tx1"/>
                </a:solidFill>
                <a:latin typeface="Times New Roman" pitchFamily="18" charset="0"/>
                <a:ea typeface="宋体" charset="-122"/>
              </a:defRPr>
            </a:lvl6pPr>
            <a:lvl7pPr marL="2971800" indent="-228600" eaLnBrk="0" fontAlgn="base" hangingPunct="0">
              <a:spcBef>
                <a:spcPct val="50000"/>
              </a:spcBef>
              <a:spcAft>
                <a:spcPct val="0"/>
              </a:spcAft>
              <a:defRPr kumimoji="1" sz="2800">
                <a:solidFill>
                  <a:schemeClr val="tx1"/>
                </a:solidFill>
                <a:latin typeface="Times New Roman" pitchFamily="18" charset="0"/>
                <a:ea typeface="宋体" charset="-122"/>
              </a:defRPr>
            </a:lvl7pPr>
            <a:lvl8pPr marL="3429000" indent="-228600" eaLnBrk="0" fontAlgn="base" hangingPunct="0">
              <a:spcBef>
                <a:spcPct val="50000"/>
              </a:spcBef>
              <a:spcAft>
                <a:spcPct val="0"/>
              </a:spcAft>
              <a:defRPr kumimoji="1" sz="2800">
                <a:solidFill>
                  <a:schemeClr val="tx1"/>
                </a:solidFill>
                <a:latin typeface="Times New Roman" pitchFamily="18" charset="0"/>
                <a:ea typeface="宋体" charset="-122"/>
              </a:defRPr>
            </a:lvl8pPr>
            <a:lvl9pPr marL="3886200" indent="-228600" eaLnBrk="0" fontAlgn="base" hangingPunct="0">
              <a:spcBef>
                <a:spcPct val="50000"/>
              </a:spcBef>
              <a:spcAft>
                <a:spcPct val="0"/>
              </a:spcAft>
              <a:defRPr kumimoji="1" sz="2800">
                <a:solidFill>
                  <a:schemeClr val="tx1"/>
                </a:solidFill>
                <a:latin typeface="Times New Roman" pitchFamily="18" charset="0"/>
                <a:ea typeface="宋体" charset="-122"/>
              </a:defRPr>
            </a:lvl9pPr>
          </a:lstStyle>
          <a:p>
            <a:pPr eaLnBrk="1" hangingPunct="1"/>
            <a:r>
              <a:rPr lang="en-US" altLang="zh-CN" sz="1800" b="1" i="1" dirty="0" smtClean="0">
                <a:solidFill>
                  <a:srgbClr val="C00000"/>
                </a:solidFill>
                <a:cs typeface="Times New Roman" panose="02020603050405020304" pitchFamily="18" charset="0"/>
              </a:rPr>
              <a:t>l</a:t>
            </a:r>
            <a:r>
              <a:rPr lang="en-US" altLang="zh-CN" sz="1800" b="1" baseline="-25000" dirty="0" smtClean="0">
                <a:solidFill>
                  <a:srgbClr val="C00000"/>
                </a:solidFill>
                <a:cs typeface="Times New Roman" panose="02020603050405020304" pitchFamily="18" charset="0"/>
              </a:rPr>
              <a:t>i</a:t>
            </a:r>
            <a:endParaRPr lang="en-US" altLang="zh-CN" sz="1800" b="1" baseline="-25000" dirty="0">
              <a:solidFill>
                <a:srgbClr val="C00000"/>
              </a:solidFill>
              <a:cs typeface="Times New Roman" panose="02020603050405020304" pitchFamily="18" charset="0"/>
            </a:endParaRPr>
          </a:p>
        </p:txBody>
      </p:sp>
      <p:grpSp>
        <p:nvGrpSpPr>
          <p:cNvPr id="2" name="组合 1"/>
          <p:cNvGrpSpPr/>
          <p:nvPr/>
        </p:nvGrpSpPr>
        <p:grpSpPr>
          <a:xfrm>
            <a:off x="839775" y="955032"/>
            <a:ext cx="4010683" cy="4964835"/>
            <a:chOff x="839775" y="955032"/>
            <a:chExt cx="4010683" cy="4964835"/>
          </a:xfrm>
        </p:grpSpPr>
        <p:cxnSp>
          <p:nvCxnSpPr>
            <p:cNvPr id="126" name="直接箭头连接符 125"/>
            <p:cNvCxnSpPr/>
            <p:nvPr/>
          </p:nvCxnSpPr>
          <p:spPr bwMode="auto">
            <a:xfrm>
              <a:off x="2958096" y="5346776"/>
              <a:ext cx="0" cy="212756"/>
            </a:xfrm>
            <a:prstGeom prst="straightConnector1">
              <a:avLst/>
            </a:prstGeom>
            <a:noFill/>
            <a:ln w="19050" cap="flat" cmpd="sng" algn="ctr">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5" name="直接箭头连接符 124"/>
            <p:cNvCxnSpPr/>
            <p:nvPr/>
          </p:nvCxnSpPr>
          <p:spPr bwMode="auto">
            <a:xfrm>
              <a:off x="2952626" y="4780121"/>
              <a:ext cx="0" cy="212756"/>
            </a:xfrm>
            <a:prstGeom prst="straightConnector1">
              <a:avLst/>
            </a:prstGeom>
            <a:noFill/>
            <a:ln w="19050" cap="flat" cmpd="sng" algn="ctr">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5" name="直接箭头连接符 114"/>
            <p:cNvCxnSpPr/>
            <p:nvPr/>
          </p:nvCxnSpPr>
          <p:spPr bwMode="auto">
            <a:xfrm>
              <a:off x="2965263" y="1516058"/>
              <a:ext cx="0" cy="212756"/>
            </a:xfrm>
            <a:prstGeom prst="straightConnector1">
              <a:avLst/>
            </a:prstGeom>
            <a:noFill/>
            <a:ln w="19050" cap="flat" cmpd="sng" algn="ctr">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9" name="Rectangle 3"/>
            <p:cNvSpPr>
              <a:spLocks noChangeArrowheads="1"/>
            </p:cNvSpPr>
            <p:nvPr/>
          </p:nvSpPr>
          <p:spPr bwMode="auto">
            <a:xfrm>
              <a:off x="1279349" y="1172332"/>
              <a:ext cx="3382733" cy="360000"/>
            </a:xfrm>
            <a:prstGeom prst="rect">
              <a:avLst/>
            </a:prstGeom>
            <a:solidFill>
              <a:schemeClr val="bg1"/>
            </a:solidFill>
            <a:ln w="12700">
              <a:solidFill>
                <a:srgbClr val="000066"/>
              </a:solidFill>
              <a:miter lim="800000"/>
              <a:headEnd/>
              <a:tailEnd/>
            </a:ln>
            <a:effectLst/>
            <a:extLst/>
          </p:spPr>
          <p:txBody>
            <a:bodyPr anchor="ctr"/>
            <a:lstStyle/>
            <a:p>
              <a:pPr algn="ctr">
                <a:spcBef>
                  <a:spcPct val="0"/>
                </a:spcBef>
              </a:pPr>
              <a:r>
                <a:rPr lang="zh-CN" altLang="en-US" sz="2000" b="1" dirty="0">
                  <a:solidFill>
                    <a:srgbClr val="000066"/>
                  </a:solidFill>
                  <a:ea typeface="幼圆" panose="02010509060101010101" pitchFamily="49" charset="-122"/>
                  <a:cs typeface="Times New Roman" panose="02020603050405020304" pitchFamily="18" charset="0"/>
                </a:rPr>
                <a:t>取初始</a:t>
              </a:r>
              <a:r>
                <a:rPr lang="zh-CN" altLang="en-US" sz="2000" b="1" dirty="0" smtClean="0">
                  <a:solidFill>
                    <a:srgbClr val="000066"/>
                  </a:solidFill>
                  <a:ea typeface="幼圆" panose="02010509060101010101" pitchFamily="49" charset="-122"/>
                  <a:cs typeface="Times New Roman" panose="02020603050405020304" pitchFamily="18" charset="0"/>
                </a:rPr>
                <a:t>圆心</a:t>
              </a:r>
              <a:r>
                <a:rPr lang="en-US" altLang="zh-CN" sz="2000" b="1" dirty="0">
                  <a:solidFill>
                    <a:srgbClr val="000066"/>
                  </a:solidFill>
                  <a:ea typeface="幼圆" panose="02010509060101010101" pitchFamily="49" charset="-122"/>
                  <a:cs typeface="Times New Roman" panose="02020603050405020304" pitchFamily="18" charset="0"/>
                </a:rPr>
                <a:t>O</a:t>
              </a:r>
              <a:r>
                <a:rPr lang="zh-CN" altLang="en-US" sz="2000" b="1" dirty="0">
                  <a:solidFill>
                    <a:srgbClr val="000066"/>
                  </a:solidFill>
                  <a:ea typeface="幼圆" panose="02010509060101010101" pitchFamily="49" charset="-122"/>
                  <a:cs typeface="Times New Roman" panose="02020603050405020304" pitchFamily="18" charset="0"/>
                </a:rPr>
                <a:t>，半径</a:t>
              </a:r>
              <a:r>
                <a:rPr lang="en-US" altLang="zh-CN" sz="2000" b="1" i="1" dirty="0" smtClean="0">
                  <a:solidFill>
                    <a:srgbClr val="000066"/>
                  </a:solidFill>
                  <a:ea typeface="幼圆" panose="02010509060101010101" pitchFamily="49" charset="-122"/>
                  <a:cs typeface="Times New Roman" panose="02020603050405020304" pitchFamily="18" charset="0"/>
                </a:rPr>
                <a:t>R</a:t>
              </a:r>
              <a:endParaRPr lang="en-US" altLang="zh-CN" sz="2000" b="1" dirty="0">
                <a:solidFill>
                  <a:srgbClr val="000066"/>
                </a:solidFill>
                <a:ea typeface="幼圆" panose="02010509060101010101" pitchFamily="49" charset="-122"/>
                <a:cs typeface="Times New Roman" panose="02020603050405020304" pitchFamily="18" charset="0"/>
              </a:endParaRPr>
            </a:p>
          </p:txBody>
        </p:sp>
        <p:sp>
          <p:nvSpPr>
            <p:cNvPr id="93" name="Rectangle 4"/>
            <p:cNvSpPr>
              <a:spLocks noChangeArrowheads="1"/>
            </p:cNvSpPr>
            <p:nvPr/>
          </p:nvSpPr>
          <p:spPr bwMode="auto">
            <a:xfrm>
              <a:off x="1930110" y="1723502"/>
              <a:ext cx="2059396" cy="360000"/>
            </a:xfrm>
            <a:prstGeom prst="rect">
              <a:avLst/>
            </a:prstGeom>
            <a:solidFill>
              <a:schemeClr val="bg1"/>
            </a:solidFill>
            <a:ln w="12700">
              <a:solidFill>
                <a:srgbClr val="000066"/>
              </a:solidFill>
              <a:miter lim="800000"/>
              <a:headEnd/>
              <a:tailEnd/>
            </a:ln>
            <a:effectLst/>
            <a:extLst/>
          </p:spPr>
          <p:txBody>
            <a:bodyPr lIns="0" rIns="0" anchor="ctr"/>
            <a:lstStyle/>
            <a:p>
              <a:pPr algn="ctr">
                <a:spcBef>
                  <a:spcPct val="0"/>
                </a:spcBef>
              </a:pPr>
              <a:r>
                <a:rPr lang="zh-CN" altLang="en-US" sz="2000" b="1" dirty="0">
                  <a:solidFill>
                    <a:srgbClr val="000066"/>
                  </a:solidFill>
                  <a:ea typeface="幼圆" panose="02010509060101010101" pitchFamily="49" charset="-122"/>
                  <a:cs typeface="Times New Roman" panose="02020603050405020304" pitchFamily="18" charset="0"/>
                </a:rPr>
                <a:t>分条：</a:t>
              </a:r>
              <a:r>
                <a:rPr lang="en-US" altLang="zh-CN" sz="2000" b="1" i="1" dirty="0" smtClean="0">
                  <a:solidFill>
                    <a:srgbClr val="000066"/>
                  </a:solidFill>
                  <a:ea typeface="幼圆" panose="02010509060101010101" pitchFamily="49" charset="-122"/>
                  <a:cs typeface="Times New Roman" panose="02020603050405020304" pitchFamily="18" charset="0"/>
                </a:rPr>
                <a:t>b </a:t>
              </a:r>
              <a:r>
                <a:rPr lang="en-US" altLang="zh-CN" sz="2000" b="1" dirty="0" smtClean="0">
                  <a:solidFill>
                    <a:srgbClr val="000066"/>
                  </a:solidFill>
                  <a:ea typeface="幼圆" panose="02010509060101010101" pitchFamily="49" charset="-122"/>
                  <a:cs typeface="Times New Roman" panose="02020603050405020304" pitchFamily="18" charset="0"/>
                </a:rPr>
                <a:t>= </a:t>
              </a:r>
              <a:r>
                <a:rPr lang="en-US" altLang="zh-CN" sz="2000" b="1" i="1" dirty="0" smtClean="0">
                  <a:solidFill>
                    <a:srgbClr val="000066"/>
                  </a:solidFill>
                  <a:ea typeface="幼圆" panose="02010509060101010101" pitchFamily="49" charset="-122"/>
                  <a:cs typeface="Times New Roman" panose="02020603050405020304" pitchFamily="18" charset="0"/>
                </a:rPr>
                <a:t>R</a:t>
              </a:r>
              <a:r>
                <a:rPr lang="en-US" altLang="zh-CN" sz="2000" b="1" dirty="0" smtClean="0">
                  <a:solidFill>
                    <a:srgbClr val="000066"/>
                  </a:solidFill>
                  <a:ea typeface="幼圆" panose="02010509060101010101" pitchFamily="49" charset="-122"/>
                  <a:cs typeface="Times New Roman" panose="02020603050405020304" pitchFamily="18" charset="0"/>
                </a:rPr>
                <a:t>/10</a:t>
              </a:r>
              <a:endParaRPr lang="en-US" altLang="zh-CN" sz="2000" b="1" dirty="0">
                <a:solidFill>
                  <a:srgbClr val="000066"/>
                </a:solidFill>
                <a:ea typeface="幼圆" panose="02010509060101010101" pitchFamily="49" charset="-122"/>
                <a:cs typeface="Times New Roman" panose="02020603050405020304" pitchFamily="18" charset="0"/>
              </a:endParaRPr>
            </a:p>
          </p:txBody>
        </p:sp>
        <p:sp>
          <p:nvSpPr>
            <p:cNvPr id="94" name="Rectangle 5"/>
            <p:cNvSpPr>
              <a:spLocks noChangeArrowheads="1"/>
            </p:cNvSpPr>
            <p:nvPr/>
          </p:nvSpPr>
          <p:spPr bwMode="auto">
            <a:xfrm>
              <a:off x="1066109" y="2325195"/>
              <a:ext cx="3784349" cy="360000"/>
            </a:xfrm>
            <a:prstGeom prst="rect">
              <a:avLst/>
            </a:prstGeom>
            <a:solidFill>
              <a:schemeClr val="bg1"/>
            </a:solidFill>
            <a:ln w="12700">
              <a:solidFill>
                <a:srgbClr val="000066"/>
              </a:solidFill>
              <a:miter lim="800000"/>
              <a:headEnd/>
              <a:tailEnd/>
            </a:ln>
            <a:effectLst/>
            <a:extLst/>
          </p:spPr>
          <p:txBody>
            <a:bodyPr anchor="ctr"/>
            <a:lstStyle/>
            <a:p>
              <a:pPr algn="ctr">
                <a:lnSpc>
                  <a:spcPct val="85000"/>
                </a:lnSpc>
                <a:spcBef>
                  <a:spcPct val="0"/>
                </a:spcBef>
              </a:pPr>
              <a:r>
                <a:rPr lang="zh-CN" altLang="en-US" sz="2000" b="1" dirty="0" smtClean="0">
                  <a:solidFill>
                    <a:srgbClr val="000066"/>
                  </a:solidFill>
                  <a:ea typeface="幼圆" panose="02010509060101010101" pitchFamily="49" charset="-122"/>
                  <a:cs typeface="Times New Roman" panose="02020603050405020304" pitchFamily="18" charset="0"/>
                </a:rPr>
                <a:t>土条编号</a:t>
              </a:r>
              <a:r>
                <a:rPr lang="en-US" altLang="zh-CN" sz="2000" b="1" dirty="0" smtClean="0">
                  <a:solidFill>
                    <a:srgbClr val="000066"/>
                  </a:solidFill>
                  <a:ea typeface="幼圆" panose="02010509060101010101" pitchFamily="49" charset="-122"/>
                  <a:cs typeface="Times New Roman" panose="02020603050405020304" pitchFamily="18" charset="0"/>
                </a:rPr>
                <a:t>:  </a:t>
              </a:r>
              <a:r>
                <a:rPr lang="zh-CN" altLang="en-US" sz="2000" b="1" dirty="0" smtClean="0">
                  <a:solidFill>
                    <a:srgbClr val="000066"/>
                  </a:solidFill>
                  <a:ea typeface="幼圆" panose="02010509060101010101" pitchFamily="49" charset="-122"/>
                  <a:cs typeface="Times New Roman" panose="02020603050405020304" pitchFamily="18" charset="0"/>
                </a:rPr>
                <a:t>过</a:t>
              </a:r>
              <a:r>
                <a:rPr lang="zh-CN" altLang="en-US" sz="2000" b="1" dirty="0">
                  <a:solidFill>
                    <a:srgbClr val="000066"/>
                  </a:solidFill>
                  <a:ea typeface="幼圆" panose="02010509060101010101" pitchFamily="49" charset="-122"/>
                  <a:cs typeface="Times New Roman" panose="02020603050405020304" pitchFamily="18" charset="0"/>
                </a:rPr>
                <a:t>圆心垂线为</a:t>
              </a:r>
              <a:r>
                <a:rPr lang="en-US" altLang="zh-CN" sz="2000" b="1" dirty="0" smtClean="0">
                  <a:solidFill>
                    <a:srgbClr val="000066"/>
                  </a:solidFill>
                  <a:ea typeface="幼圆" panose="02010509060101010101" pitchFamily="49" charset="-122"/>
                  <a:cs typeface="Times New Roman" panose="02020603050405020304" pitchFamily="18" charset="0"/>
                </a:rPr>
                <a:t>0</a:t>
              </a:r>
              <a:r>
                <a:rPr lang="zh-CN" altLang="en-US" sz="2000" b="1" dirty="0" smtClean="0">
                  <a:solidFill>
                    <a:srgbClr val="000066"/>
                  </a:solidFill>
                  <a:ea typeface="幼圆" panose="02010509060101010101" pitchFamily="49" charset="-122"/>
                  <a:cs typeface="Times New Roman" panose="02020603050405020304" pitchFamily="18" charset="0"/>
                </a:rPr>
                <a:t>号</a:t>
              </a:r>
              <a:endParaRPr lang="zh-CN" altLang="en-US" sz="2000" b="1" dirty="0">
                <a:solidFill>
                  <a:srgbClr val="000066"/>
                </a:solidFill>
                <a:ea typeface="幼圆" panose="02010509060101010101" pitchFamily="49" charset="-122"/>
                <a:cs typeface="Times New Roman" panose="02020603050405020304" pitchFamily="18" charset="0"/>
              </a:endParaRPr>
            </a:p>
          </p:txBody>
        </p:sp>
        <p:sp>
          <p:nvSpPr>
            <p:cNvPr id="97" name="Rectangle 6"/>
            <p:cNvSpPr>
              <a:spLocks noChangeArrowheads="1"/>
            </p:cNvSpPr>
            <p:nvPr/>
          </p:nvSpPr>
          <p:spPr bwMode="auto">
            <a:xfrm>
              <a:off x="1646623" y="2916041"/>
              <a:ext cx="2637279" cy="360000"/>
            </a:xfrm>
            <a:prstGeom prst="rect">
              <a:avLst/>
            </a:prstGeom>
            <a:solidFill>
              <a:schemeClr val="bg1"/>
            </a:solidFill>
            <a:ln w="12700">
              <a:solidFill>
                <a:srgbClr val="000066"/>
              </a:solidFill>
              <a:miter lim="800000"/>
              <a:headEnd/>
              <a:tailEnd/>
            </a:ln>
            <a:effectLst/>
            <a:extLst/>
          </p:spPr>
          <p:txBody>
            <a:bodyPr lIns="0" rIns="0" anchor="ctr"/>
            <a:lstStyle/>
            <a:p>
              <a:pPr algn="ctr">
                <a:spcBef>
                  <a:spcPct val="0"/>
                </a:spcBef>
              </a:pPr>
              <a:r>
                <a:rPr lang="zh-CN" altLang="en-US" sz="2000" b="1" dirty="0">
                  <a:solidFill>
                    <a:srgbClr val="000066"/>
                  </a:solidFill>
                  <a:ea typeface="幼圆" panose="02010509060101010101" pitchFamily="49" charset="-122"/>
                  <a:cs typeface="Times New Roman" panose="02020603050405020304" pitchFamily="18" charset="0"/>
                </a:rPr>
                <a:t>列表计算  </a:t>
              </a:r>
              <a:r>
                <a:rPr lang="en-US" altLang="zh-CN" sz="2000" b="1" i="1" dirty="0">
                  <a:solidFill>
                    <a:srgbClr val="000066"/>
                  </a:solidFill>
                  <a:ea typeface="幼圆" panose="02010509060101010101" pitchFamily="49" charset="-122"/>
                  <a:cs typeface="Times New Roman" panose="02020603050405020304" pitchFamily="18" charset="0"/>
                </a:rPr>
                <a:t>l</a:t>
              </a:r>
              <a:r>
                <a:rPr lang="en-US" altLang="zh-CN" sz="2000" b="1" baseline="-25000" dirty="0">
                  <a:solidFill>
                    <a:srgbClr val="000066"/>
                  </a:solidFill>
                  <a:ea typeface="幼圆" panose="02010509060101010101" pitchFamily="49" charset="-122"/>
                  <a:cs typeface="Times New Roman" panose="02020603050405020304" pitchFamily="18" charset="0"/>
                </a:rPr>
                <a:t>i</a:t>
              </a:r>
              <a:r>
                <a:rPr lang="en-US" altLang="zh-CN" sz="2000" b="1" dirty="0">
                  <a:solidFill>
                    <a:srgbClr val="000066"/>
                  </a:solidFill>
                  <a:ea typeface="幼圆" panose="02010509060101010101" pitchFamily="49" charset="-122"/>
                  <a:cs typeface="Times New Roman" panose="02020603050405020304" pitchFamily="18" charset="0"/>
                </a:rPr>
                <a:t>  </a:t>
              </a:r>
              <a:r>
                <a:rPr lang="en-US" altLang="zh-CN" sz="2000" b="1" i="1" dirty="0">
                  <a:solidFill>
                    <a:srgbClr val="000066"/>
                  </a:solidFill>
                  <a:ea typeface="幼圆" panose="02010509060101010101" pitchFamily="49" charset="-122"/>
                  <a:cs typeface="Times New Roman" panose="02020603050405020304" pitchFamily="18" charset="0"/>
                </a:rPr>
                <a:t>W</a:t>
              </a:r>
              <a:r>
                <a:rPr lang="en-US" altLang="zh-CN" sz="2000" b="1" baseline="-25000" dirty="0">
                  <a:solidFill>
                    <a:srgbClr val="000066"/>
                  </a:solidFill>
                  <a:ea typeface="幼圆" panose="02010509060101010101" pitchFamily="49" charset="-122"/>
                  <a:cs typeface="Times New Roman" panose="02020603050405020304" pitchFamily="18" charset="0"/>
                </a:rPr>
                <a:t>i</a:t>
              </a:r>
              <a:r>
                <a:rPr lang="en-US" altLang="zh-CN" sz="2000" b="1" i="1" dirty="0">
                  <a:solidFill>
                    <a:srgbClr val="000066"/>
                  </a:solidFill>
                  <a:ea typeface="幼圆" panose="02010509060101010101" pitchFamily="49" charset="-122"/>
                  <a:cs typeface="Times New Roman" panose="02020603050405020304" pitchFamily="18" charset="0"/>
                </a:rPr>
                <a:t>   </a:t>
              </a:r>
              <a:r>
                <a:rPr lang="en-US" altLang="zh-CN" sz="2000" b="1" i="1" dirty="0">
                  <a:solidFill>
                    <a:srgbClr val="000066"/>
                  </a:solidFill>
                  <a:ea typeface="幼圆" panose="02010509060101010101" pitchFamily="49" charset="-122"/>
                  <a:cs typeface="Times New Roman" panose="02020603050405020304" pitchFamily="18" charset="0"/>
                  <a:sym typeface="Symbol" pitchFamily="18" charset="2"/>
                </a:rPr>
                <a:t></a:t>
              </a:r>
              <a:r>
                <a:rPr lang="en-US" altLang="zh-CN" sz="2000" b="1" baseline="-25000" dirty="0">
                  <a:solidFill>
                    <a:srgbClr val="000066"/>
                  </a:solidFill>
                  <a:ea typeface="幼圆" panose="02010509060101010101" pitchFamily="49" charset="-122"/>
                  <a:cs typeface="Times New Roman" panose="02020603050405020304" pitchFamily="18" charset="0"/>
                </a:rPr>
                <a:t>i</a:t>
              </a:r>
            </a:p>
          </p:txBody>
        </p:sp>
        <p:sp>
          <p:nvSpPr>
            <p:cNvPr id="98" name="Rectangle 7"/>
            <p:cNvSpPr>
              <a:spLocks noChangeArrowheads="1"/>
            </p:cNvSpPr>
            <p:nvPr/>
          </p:nvSpPr>
          <p:spPr bwMode="auto">
            <a:xfrm>
              <a:off x="1427913" y="4452831"/>
              <a:ext cx="3116500" cy="360000"/>
            </a:xfrm>
            <a:prstGeom prst="rect">
              <a:avLst/>
            </a:prstGeom>
            <a:solidFill>
              <a:schemeClr val="bg1"/>
            </a:solidFill>
            <a:ln w="12700">
              <a:solidFill>
                <a:srgbClr val="000066"/>
              </a:solidFill>
              <a:miter lim="800000"/>
              <a:headEnd/>
              <a:tailEnd/>
            </a:ln>
            <a:effectLst/>
            <a:extLst/>
          </p:spPr>
          <p:txBody>
            <a:bodyPr anchor="ctr"/>
            <a:lstStyle/>
            <a:p>
              <a:pPr algn="ctr">
                <a:spcBef>
                  <a:spcPct val="0"/>
                </a:spcBef>
              </a:pPr>
              <a:r>
                <a:rPr lang="zh-CN" altLang="en-US" sz="2000" b="1" dirty="0">
                  <a:solidFill>
                    <a:srgbClr val="000066"/>
                  </a:solidFill>
                  <a:ea typeface="幼圆" panose="02010509060101010101" pitchFamily="49" charset="-122"/>
                  <a:cs typeface="Times New Roman" panose="02020603050405020304" pitchFamily="18" charset="0"/>
                </a:rPr>
                <a:t>变化圆心</a:t>
              </a:r>
              <a:r>
                <a:rPr lang="en-US" altLang="zh-CN" sz="2000" b="1" dirty="0">
                  <a:solidFill>
                    <a:srgbClr val="000066"/>
                  </a:solidFill>
                  <a:ea typeface="幼圆" panose="02010509060101010101" pitchFamily="49" charset="-122"/>
                  <a:cs typeface="Times New Roman" panose="02020603050405020304" pitchFamily="18" charset="0"/>
                </a:rPr>
                <a:t>O</a:t>
              </a:r>
              <a:r>
                <a:rPr lang="zh-CN" altLang="en-US" sz="2000" b="1" dirty="0">
                  <a:solidFill>
                    <a:srgbClr val="000066"/>
                  </a:solidFill>
                  <a:ea typeface="幼圆" panose="02010509060101010101" pitchFamily="49" charset="-122"/>
                  <a:cs typeface="Times New Roman" panose="02020603050405020304" pitchFamily="18" charset="0"/>
                </a:rPr>
                <a:t>和半径</a:t>
              </a:r>
              <a:r>
                <a:rPr lang="en-US" altLang="zh-CN" sz="2000" b="1" i="1" dirty="0">
                  <a:solidFill>
                    <a:srgbClr val="000066"/>
                  </a:solidFill>
                  <a:ea typeface="幼圆" panose="02010509060101010101" pitchFamily="49" charset="-122"/>
                  <a:cs typeface="Times New Roman" panose="02020603050405020304" pitchFamily="18" charset="0"/>
                </a:rPr>
                <a:t>R</a:t>
              </a:r>
            </a:p>
          </p:txBody>
        </p:sp>
        <p:graphicFrame>
          <p:nvGraphicFramePr>
            <p:cNvPr id="99" name="Object 8"/>
            <p:cNvGraphicFramePr>
              <a:graphicFrameLocks noChangeAspect="1"/>
            </p:cNvGraphicFramePr>
            <p:nvPr>
              <p:extLst>
                <p:ext uri="{D42A27DB-BD31-4B8C-83A1-F6EECF244321}">
                  <p14:modId xmlns:p14="http://schemas.microsoft.com/office/powerpoint/2010/main" val="1358882378"/>
                </p:ext>
              </p:extLst>
            </p:nvPr>
          </p:nvGraphicFramePr>
          <p:xfrm>
            <a:off x="1268413" y="3457575"/>
            <a:ext cx="3468687" cy="766763"/>
          </p:xfrm>
          <a:graphic>
            <a:graphicData uri="http://schemas.openxmlformats.org/presentationml/2006/ole">
              <mc:AlternateContent xmlns:mc="http://schemas.openxmlformats.org/markup-compatibility/2006">
                <mc:Choice xmlns:v="urn:schemas-microsoft-com:vml" Requires="v">
                  <p:oleObj spid="_x0000_s1769728" name="Equation" r:id="rId4" imgW="1866600" imgH="482400" progId="Equation.DSMT4">
                    <p:embed/>
                  </p:oleObj>
                </mc:Choice>
                <mc:Fallback>
                  <p:oleObj name="Equation" r:id="rId4" imgW="1866600" imgH="482400" progId="Equation.DSMT4">
                    <p:embed/>
                    <p:pic>
                      <p:nvPicPr>
                        <p:cNvPr id="0" name=""/>
                        <p:cNvPicPr>
                          <a:picLocks noChangeAspect="1" noChangeArrowheads="1"/>
                        </p:cNvPicPr>
                        <p:nvPr/>
                      </p:nvPicPr>
                      <p:blipFill>
                        <a:blip r:embed="rId5"/>
                        <a:srcRect/>
                        <a:stretch>
                          <a:fillRect/>
                        </a:stretch>
                      </p:blipFill>
                      <p:spPr bwMode="auto">
                        <a:xfrm>
                          <a:off x="1268413" y="3457575"/>
                          <a:ext cx="3468687" cy="766763"/>
                        </a:xfrm>
                        <a:prstGeom prst="rect">
                          <a:avLst/>
                        </a:prstGeom>
                        <a:noFill/>
                        <a:ln w="12700">
                          <a:solidFill>
                            <a:schemeClr val="tx1"/>
                          </a:solidFill>
                          <a:miter lim="800000"/>
                          <a:headEnd/>
                          <a:tailEnd/>
                        </a:ln>
                        <a:effectLst/>
                        <a:extLst/>
                      </p:spPr>
                    </p:pic>
                  </p:oleObj>
                </mc:Fallback>
              </mc:AlternateContent>
            </a:graphicData>
          </a:graphic>
        </p:graphicFrame>
        <p:sp>
          <p:nvSpPr>
            <p:cNvPr id="102" name="Rectangle 9"/>
            <p:cNvSpPr>
              <a:spLocks noChangeArrowheads="1"/>
            </p:cNvSpPr>
            <p:nvPr/>
          </p:nvSpPr>
          <p:spPr bwMode="auto">
            <a:xfrm>
              <a:off x="2000240" y="4999558"/>
              <a:ext cx="1935675" cy="360000"/>
            </a:xfrm>
            <a:prstGeom prst="rect">
              <a:avLst/>
            </a:prstGeom>
            <a:solidFill>
              <a:schemeClr val="bg1"/>
            </a:solidFill>
            <a:ln w="12700">
              <a:solidFill>
                <a:srgbClr val="000066"/>
              </a:solidFill>
              <a:miter lim="800000"/>
              <a:headEnd/>
              <a:tailEnd/>
            </a:ln>
            <a:effectLst/>
            <a:extLst/>
          </p:spPr>
          <p:txBody>
            <a:bodyPr anchor="ctr"/>
            <a:lstStyle/>
            <a:p>
              <a:pPr algn="ctr">
                <a:spcBef>
                  <a:spcPct val="0"/>
                </a:spcBef>
              </a:pPr>
              <a:r>
                <a:rPr lang="zh-CN" altLang="en-US" sz="2000" b="1" dirty="0" smtClean="0">
                  <a:solidFill>
                    <a:srgbClr val="000066"/>
                  </a:solidFill>
                  <a:ea typeface="幼圆" panose="02010509060101010101" pitchFamily="49" charset="-122"/>
                  <a:cs typeface="Times New Roman" panose="02020603050405020304" pitchFamily="18" charset="0"/>
                </a:rPr>
                <a:t>求最小</a:t>
              </a:r>
              <a:r>
                <a:rPr lang="en-US" altLang="zh-CN" sz="2000" b="1" i="1" dirty="0" smtClean="0">
                  <a:solidFill>
                    <a:srgbClr val="000066"/>
                  </a:solidFill>
                  <a:ea typeface="幼圆" panose="02010509060101010101" pitchFamily="49" charset="-122"/>
                  <a:cs typeface="Times New Roman" panose="02020603050405020304" pitchFamily="18" charset="0"/>
                </a:rPr>
                <a:t>F</a:t>
              </a:r>
              <a:r>
                <a:rPr lang="en-US" altLang="zh-CN" sz="2000" b="1" baseline="-25000" dirty="0" smtClean="0">
                  <a:solidFill>
                    <a:srgbClr val="000066"/>
                  </a:solidFill>
                  <a:ea typeface="幼圆" panose="02010509060101010101" pitchFamily="49" charset="-122"/>
                  <a:cs typeface="Times New Roman" panose="02020603050405020304" pitchFamily="18" charset="0"/>
                </a:rPr>
                <a:t>s</a:t>
              </a:r>
              <a:endParaRPr lang="zh-CN" altLang="en-US" sz="2000" b="1" baseline="-25000" dirty="0">
                <a:solidFill>
                  <a:srgbClr val="000066"/>
                </a:solidFill>
                <a:ea typeface="幼圆" panose="02010509060101010101" pitchFamily="49" charset="-122"/>
                <a:cs typeface="Times New Roman" panose="02020603050405020304" pitchFamily="18" charset="0"/>
              </a:endParaRPr>
            </a:p>
          </p:txBody>
        </p:sp>
        <p:sp>
          <p:nvSpPr>
            <p:cNvPr id="103" name="Rectangle 10"/>
            <p:cNvSpPr>
              <a:spLocks noChangeArrowheads="1"/>
            </p:cNvSpPr>
            <p:nvPr/>
          </p:nvSpPr>
          <p:spPr bwMode="auto">
            <a:xfrm>
              <a:off x="2171998" y="5559867"/>
              <a:ext cx="1561382" cy="360000"/>
            </a:xfrm>
            <a:prstGeom prst="rect">
              <a:avLst/>
            </a:prstGeom>
            <a:solidFill>
              <a:schemeClr val="bg1"/>
            </a:solidFill>
            <a:ln w="12700">
              <a:solidFill>
                <a:srgbClr val="000066"/>
              </a:solidFill>
              <a:miter lim="800000"/>
              <a:headEnd/>
              <a:tailEnd/>
            </a:ln>
            <a:effectLst/>
            <a:extLst/>
          </p:spPr>
          <p:txBody>
            <a:bodyPr anchor="ctr"/>
            <a:lstStyle/>
            <a:p>
              <a:pPr algn="ctr">
                <a:spcBef>
                  <a:spcPct val="0"/>
                </a:spcBef>
              </a:pPr>
              <a:r>
                <a:rPr lang="zh-CN" altLang="en-US" sz="2000" b="1" dirty="0" smtClean="0">
                  <a:solidFill>
                    <a:srgbClr val="000066"/>
                  </a:solidFill>
                  <a:ea typeface="幼圆" panose="02010509060101010101" pitchFamily="49" charset="-122"/>
                  <a:cs typeface="Times New Roman" panose="02020603050405020304" pitchFamily="18" charset="0"/>
                </a:rPr>
                <a:t>结束</a:t>
              </a:r>
              <a:endParaRPr lang="en-US" altLang="zh-CN" sz="2000" b="1" dirty="0">
                <a:solidFill>
                  <a:srgbClr val="000066"/>
                </a:solidFill>
                <a:ea typeface="幼圆" panose="02010509060101010101" pitchFamily="49" charset="-122"/>
                <a:cs typeface="Times New Roman" panose="02020603050405020304" pitchFamily="18" charset="0"/>
              </a:endParaRPr>
            </a:p>
          </p:txBody>
        </p:sp>
        <p:sp>
          <p:nvSpPr>
            <p:cNvPr id="114" name="任意多边形 113"/>
            <p:cNvSpPr/>
            <p:nvPr/>
          </p:nvSpPr>
          <p:spPr>
            <a:xfrm>
              <a:off x="839775" y="1886417"/>
              <a:ext cx="1099388" cy="2753366"/>
            </a:xfrm>
            <a:custGeom>
              <a:avLst/>
              <a:gdLst>
                <a:gd name="connsiteX0" fmla="*/ 609600 w 1114425"/>
                <a:gd name="connsiteY0" fmla="*/ 3724275 h 3724275"/>
                <a:gd name="connsiteX1" fmla="*/ 0 w 1114425"/>
                <a:gd name="connsiteY1" fmla="*/ 3724275 h 3724275"/>
                <a:gd name="connsiteX2" fmla="*/ 9525 w 1114425"/>
                <a:gd name="connsiteY2" fmla="*/ 0 h 3724275"/>
                <a:gd name="connsiteX3" fmla="*/ 1114425 w 1114425"/>
                <a:gd name="connsiteY3" fmla="*/ 0 h 3724275"/>
              </a:gdLst>
              <a:ahLst/>
              <a:cxnLst>
                <a:cxn ang="0">
                  <a:pos x="connsiteX0" y="connsiteY0"/>
                </a:cxn>
                <a:cxn ang="0">
                  <a:pos x="connsiteX1" y="connsiteY1"/>
                </a:cxn>
                <a:cxn ang="0">
                  <a:pos x="connsiteX2" y="connsiteY2"/>
                </a:cxn>
                <a:cxn ang="0">
                  <a:pos x="connsiteX3" y="connsiteY3"/>
                </a:cxn>
              </a:cxnLst>
              <a:rect l="l" t="t" r="r" b="b"/>
              <a:pathLst>
                <a:path w="1114425" h="3724275">
                  <a:moveTo>
                    <a:pt x="609600" y="3724275"/>
                  </a:moveTo>
                  <a:lnTo>
                    <a:pt x="0" y="3724275"/>
                  </a:lnTo>
                  <a:lnTo>
                    <a:pt x="9525" y="0"/>
                  </a:lnTo>
                  <a:lnTo>
                    <a:pt x="1114425" y="0"/>
                  </a:lnTo>
                </a:path>
              </a:pathLst>
            </a:custGeom>
            <a:noFill/>
            <a:ln w="19050">
              <a:solidFill>
                <a:schemeClr val="tx1"/>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b="1">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p:txBody>
        </p:sp>
        <p:cxnSp>
          <p:nvCxnSpPr>
            <p:cNvPr id="7" name="直接箭头连接符 6"/>
            <p:cNvCxnSpPr/>
            <p:nvPr/>
          </p:nvCxnSpPr>
          <p:spPr bwMode="auto">
            <a:xfrm>
              <a:off x="2960736" y="955032"/>
              <a:ext cx="0" cy="212756"/>
            </a:xfrm>
            <a:prstGeom prst="straightConnector1">
              <a:avLst/>
            </a:prstGeom>
            <a:noFill/>
            <a:ln w="19050" cap="flat" cmpd="sng" algn="ctr">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6" name="直接箭头连接符 115"/>
            <p:cNvCxnSpPr/>
            <p:nvPr/>
          </p:nvCxnSpPr>
          <p:spPr bwMode="auto">
            <a:xfrm>
              <a:off x="2961679" y="2108653"/>
              <a:ext cx="0" cy="212756"/>
            </a:xfrm>
            <a:prstGeom prst="straightConnector1">
              <a:avLst/>
            </a:prstGeom>
            <a:noFill/>
            <a:ln w="19050" cap="flat" cmpd="sng" algn="ctr">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7" name="直接箭头连接符 116"/>
            <p:cNvCxnSpPr/>
            <p:nvPr/>
          </p:nvCxnSpPr>
          <p:spPr bwMode="auto">
            <a:xfrm>
              <a:off x="2965263" y="2697824"/>
              <a:ext cx="0" cy="212756"/>
            </a:xfrm>
            <a:prstGeom prst="straightConnector1">
              <a:avLst/>
            </a:prstGeom>
            <a:noFill/>
            <a:ln w="19050" cap="flat" cmpd="sng" algn="ctr">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2" name="直接箭头连接符 121"/>
            <p:cNvCxnSpPr/>
            <p:nvPr/>
          </p:nvCxnSpPr>
          <p:spPr bwMode="auto">
            <a:xfrm>
              <a:off x="2957153" y="3239523"/>
              <a:ext cx="0" cy="212756"/>
            </a:xfrm>
            <a:prstGeom prst="straightConnector1">
              <a:avLst/>
            </a:prstGeom>
            <a:noFill/>
            <a:ln w="19050" cap="flat" cmpd="sng" algn="ctr">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3" name="直接箭头连接符 122"/>
            <p:cNvCxnSpPr/>
            <p:nvPr/>
          </p:nvCxnSpPr>
          <p:spPr bwMode="auto">
            <a:xfrm>
              <a:off x="2965263" y="4233895"/>
              <a:ext cx="0" cy="212756"/>
            </a:xfrm>
            <a:prstGeom prst="straightConnector1">
              <a:avLst/>
            </a:prstGeom>
            <a:noFill/>
            <a:ln w="19050" cap="flat" cmpd="sng" algn="ctr">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83" name="Text Box 115"/>
          <p:cNvSpPr txBox="1">
            <a:spLocks noChangeArrowheads="1"/>
          </p:cNvSpPr>
          <p:nvPr/>
        </p:nvSpPr>
        <p:spPr bwMode="auto">
          <a:xfrm>
            <a:off x="8378691" y="896344"/>
            <a:ext cx="437875" cy="385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1800" b="1" dirty="0">
                <a:solidFill>
                  <a:schemeClr val="tx1"/>
                </a:solidFill>
                <a:latin typeface="Times New Roman" panose="02020603050405020304" pitchFamily="18" charset="0"/>
              </a:rPr>
              <a:t>C</a:t>
            </a:r>
          </a:p>
        </p:txBody>
      </p:sp>
    </p:spTree>
    <p:extLst>
      <p:ext uri="{BB962C8B-B14F-4D97-AF65-F5344CB8AC3E}">
        <p14:creationId xmlns:p14="http://schemas.microsoft.com/office/powerpoint/2010/main" val="2018808614"/>
      </p:ext>
    </p:extLst>
  </p:cSld>
  <p:clrMapOvr>
    <a:masterClrMapping/>
  </p:clrMapOvr>
  <p:transition spd="med">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49</a:t>
            </a:fld>
            <a:endParaRPr lang="zh-CN" altLang="en-US" dirty="0">
              <a:solidFill>
                <a:srgbClr val="C00000"/>
              </a:solidFill>
            </a:endParaRPr>
          </a:p>
        </p:txBody>
      </p:sp>
      <p:sp>
        <p:nvSpPr>
          <p:cNvPr id="61" name="Text Box 2"/>
          <p:cNvSpPr txBox="1">
            <a:spLocks noChangeArrowheads="1"/>
          </p:cNvSpPr>
          <p:nvPr/>
        </p:nvSpPr>
        <p:spPr bwMode="auto">
          <a:xfrm>
            <a:off x="2074272" y="5727555"/>
            <a:ext cx="580691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gn="ctr" eaLnBrk="1" hangingPunct="1">
              <a:lnSpc>
                <a:spcPct val="100000"/>
              </a:lnSpc>
              <a:spcBef>
                <a:spcPct val="0"/>
              </a:spcBef>
              <a:spcAft>
                <a:spcPct val="0"/>
              </a:spcAft>
            </a:pPr>
            <a:r>
              <a:rPr kumimoji="1" lang="zh-CN" altLang="en-US" sz="4000" b="1" dirty="0">
                <a:solidFill>
                  <a:srgbClr val="000066"/>
                </a:solidFill>
                <a:latin typeface="黑体" pitchFamily="2" charset="-122"/>
                <a:ea typeface="黑体" pitchFamily="2" charset="-122"/>
              </a:rPr>
              <a:t>瑞典条分法</a:t>
            </a:r>
          </a:p>
        </p:txBody>
      </p:sp>
      <p:sp>
        <p:nvSpPr>
          <p:cNvPr id="55" name="Text Box 7"/>
          <p:cNvSpPr txBox="1">
            <a:spLocks noChangeArrowheads="1"/>
          </p:cNvSpPr>
          <p:nvPr/>
        </p:nvSpPr>
        <p:spPr bwMode="auto">
          <a:xfrm>
            <a:off x="0" y="0"/>
            <a:ext cx="5420412"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1800" b="1" kern="900" spc="130" dirty="0" smtClean="0">
                <a:solidFill>
                  <a:srgbClr val="000066"/>
                </a:solidFill>
                <a:ea typeface="黑体" panose="02010609060101010101" pitchFamily="49" charset="-122"/>
                <a:cs typeface="Times New Roman" panose="02020603050405020304" pitchFamily="18" charset="0"/>
              </a:rPr>
              <a:t>§7.3  </a:t>
            </a:r>
            <a:r>
              <a:rPr lang="zh-CN" altLang="en-US" sz="1800" b="1" kern="900" spc="130" dirty="0" smtClean="0">
                <a:solidFill>
                  <a:srgbClr val="000066"/>
                </a:solidFill>
                <a:ea typeface="黑体" panose="02010609060101010101" pitchFamily="49" charset="-122"/>
                <a:cs typeface="Times New Roman" panose="02020603050405020304" pitchFamily="18" charset="0"/>
              </a:rPr>
              <a:t>黏性</a:t>
            </a:r>
            <a:r>
              <a:rPr lang="zh-CN" altLang="en-US" sz="1800" b="1" kern="900" spc="130" dirty="0">
                <a:solidFill>
                  <a:srgbClr val="000066"/>
                </a:solidFill>
                <a:ea typeface="黑体" panose="02010609060101010101" pitchFamily="49" charset="-122"/>
                <a:cs typeface="Times New Roman" panose="02020603050405020304" pitchFamily="18" charset="0"/>
              </a:rPr>
              <a:t>土坡的稳定</a:t>
            </a:r>
            <a:r>
              <a:rPr lang="zh-CN" altLang="en-US" sz="1800" b="1" kern="900" spc="130" dirty="0" smtClean="0">
                <a:solidFill>
                  <a:srgbClr val="000066"/>
                </a:solidFill>
                <a:ea typeface="黑体" panose="02010609060101010101" pitchFamily="49" charset="-122"/>
                <a:cs typeface="Times New Roman" panose="02020603050405020304" pitchFamily="18" charset="0"/>
              </a:rPr>
              <a:t>分析 </a:t>
            </a:r>
            <a:r>
              <a:rPr lang="en-US" altLang="zh-CN" sz="1800" b="1" kern="900" spc="130" dirty="0" smtClean="0">
                <a:solidFill>
                  <a:srgbClr val="000066"/>
                </a:solidFill>
                <a:ea typeface="黑体" panose="02010609060101010101" pitchFamily="49" charset="-122"/>
                <a:cs typeface="Times New Roman" panose="02020603050405020304" pitchFamily="18" charset="0"/>
              </a:rPr>
              <a:t>- </a:t>
            </a:r>
            <a:r>
              <a:rPr lang="zh-CN" altLang="en-US" sz="1800" b="1" kern="900" spc="130" dirty="0" smtClean="0">
                <a:solidFill>
                  <a:srgbClr val="000066"/>
                </a:solidFill>
                <a:ea typeface="黑体" panose="02010609060101010101" pitchFamily="49" charset="-122"/>
                <a:cs typeface="Times New Roman" panose="02020603050405020304" pitchFamily="18" charset="0"/>
              </a:rPr>
              <a:t>瑞典</a:t>
            </a:r>
            <a:r>
              <a:rPr lang="zh-CN" altLang="en-US" sz="1800" b="1" kern="900" spc="130" dirty="0">
                <a:solidFill>
                  <a:srgbClr val="000066"/>
                </a:solidFill>
                <a:ea typeface="黑体" panose="02010609060101010101" pitchFamily="49" charset="-122"/>
                <a:cs typeface="Times New Roman" panose="02020603050405020304" pitchFamily="18" charset="0"/>
              </a:rPr>
              <a:t>条分</a:t>
            </a:r>
            <a:r>
              <a:rPr lang="zh-CN" altLang="en-US" sz="1800" b="1" kern="900" spc="130" dirty="0" smtClean="0">
                <a:solidFill>
                  <a:srgbClr val="000066"/>
                </a:solidFill>
                <a:ea typeface="黑体" panose="02010609060101010101" pitchFamily="49" charset="-122"/>
                <a:cs typeface="Times New Roman" panose="02020603050405020304" pitchFamily="18" charset="0"/>
              </a:rPr>
              <a:t>法</a:t>
            </a:r>
            <a:endParaRPr lang="zh-CN" altLang="en-US" sz="1800" b="1" kern="900" spc="130" dirty="0">
              <a:solidFill>
                <a:srgbClr val="000066"/>
              </a:solidFill>
              <a:ea typeface="黑体" panose="02010609060101010101" pitchFamily="49" charset="-122"/>
              <a:cs typeface="Times New Roman" panose="02020603050405020304" pitchFamily="18" charset="0"/>
            </a:endParaRPr>
          </a:p>
        </p:txBody>
      </p:sp>
      <p:sp>
        <p:nvSpPr>
          <p:cNvPr id="219" name="Text Box 4"/>
          <p:cNvSpPr txBox="1">
            <a:spLocks noChangeArrowheads="1"/>
          </p:cNvSpPr>
          <p:nvPr/>
        </p:nvSpPr>
        <p:spPr bwMode="auto">
          <a:xfrm>
            <a:off x="356695" y="693506"/>
            <a:ext cx="3952755" cy="535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358775" indent="-358775" eaLnBrk="1" hangingPunct="1">
              <a:lnSpc>
                <a:spcPct val="120000"/>
              </a:lnSpc>
              <a:spcBef>
                <a:spcPts val="600"/>
              </a:spcBef>
              <a:spcAft>
                <a:spcPts val="0"/>
              </a:spcAft>
              <a:buClr>
                <a:srgbClr val="A50021"/>
              </a:buClr>
              <a:buSzPct val="100000"/>
              <a:buFont typeface="Wingdings" panose="05000000000000000000" pitchFamily="2" charset="2"/>
              <a:buChar char="n"/>
            </a:pPr>
            <a:r>
              <a:rPr lang="zh-CN" altLang="en-US" sz="2400" b="1" dirty="0" smtClean="0">
                <a:solidFill>
                  <a:srgbClr val="A50021"/>
                </a:solidFill>
                <a:latin typeface="微软雅黑" panose="020B0503020204020204" pitchFamily="34" charset="-122"/>
                <a:ea typeface="微软雅黑" panose="020B0503020204020204" pitchFamily="34" charset="-122"/>
              </a:rPr>
              <a:t>瑞典</a:t>
            </a:r>
            <a:r>
              <a:rPr lang="zh-CN" altLang="en-US" sz="2400" b="1" dirty="0">
                <a:solidFill>
                  <a:srgbClr val="A50021"/>
                </a:solidFill>
                <a:latin typeface="微软雅黑" panose="020B0503020204020204" pitchFamily="34" charset="-122"/>
                <a:ea typeface="微软雅黑" panose="020B0503020204020204" pitchFamily="34" charset="-122"/>
              </a:rPr>
              <a:t>条分法的讨论</a:t>
            </a:r>
            <a:endParaRPr lang="zh-CN" altLang="en-US" sz="2400" b="1" dirty="0">
              <a:solidFill>
                <a:srgbClr val="000066"/>
              </a:solidFill>
              <a:ea typeface="幼圆" pitchFamily="49" charset="-122"/>
            </a:endParaRPr>
          </a:p>
        </p:txBody>
      </p:sp>
      <p:sp>
        <p:nvSpPr>
          <p:cNvPr id="83" name="Text Box 4"/>
          <p:cNvSpPr txBox="1">
            <a:spLocks noChangeArrowheads="1"/>
          </p:cNvSpPr>
          <p:nvPr/>
        </p:nvSpPr>
        <p:spPr bwMode="auto">
          <a:xfrm>
            <a:off x="650958" y="1354222"/>
            <a:ext cx="5737053" cy="9173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266700" indent="-266700" eaLnBrk="1" hangingPunct="1">
              <a:lnSpc>
                <a:spcPct val="120000"/>
              </a:lnSpc>
              <a:spcBef>
                <a:spcPts val="200"/>
              </a:spcBef>
              <a:spcAft>
                <a:spcPts val="200"/>
              </a:spcAft>
              <a:buClr>
                <a:srgbClr val="A50021"/>
              </a:buClr>
              <a:buSzPct val="100000"/>
              <a:buFont typeface="+mj-lt"/>
              <a:buAutoNum type="arabicPeriod"/>
            </a:pPr>
            <a:r>
              <a:rPr lang="zh-CN" altLang="en-US" sz="2200" b="1" dirty="0" smtClean="0">
                <a:solidFill>
                  <a:srgbClr val="000066"/>
                </a:solidFill>
                <a:ea typeface="幼圆" pitchFamily="49" charset="-122"/>
              </a:rPr>
              <a:t>忽略</a:t>
            </a:r>
            <a:r>
              <a:rPr lang="zh-CN" altLang="en-US" sz="2200" b="1" dirty="0">
                <a:solidFill>
                  <a:srgbClr val="000066"/>
                </a:solidFill>
                <a:ea typeface="幼圆" pitchFamily="49" charset="-122"/>
              </a:rPr>
              <a:t>条间力</a:t>
            </a:r>
            <a:r>
              <a:rPr lang="zh-CN" altLang="en-US" sz="2200" b="1" dirty="0" smtClean="0">
                <a:solidFill>
                  <a:srgbClr val="000066"/>
                </a:solidFill>
                <a:ea typeface="幼圆" pitchFamily="49" charset="-122"/>
              </a:rPr>
              <a:t>，有些土条平衡条件</a:t>
            </a:r>
            <a:r>
              <a:rPr lang="zh-CN" altLang="en-US" sz="2200" b="1" dirty="0">
                <a:solidFill>
                  <a:srgbClr val="000066"/>
                </a:solidFill>
                <a:ea typeface="幼圆" pitchFamily="49" charset="-122"/>
              </a:rPr>
              <a:t>不能满足</a:t>
            </a:r>
          </a:p>
          <a:p>
            <a:pPr marL="266700" indent="-266700" eaLnBrk="1" hangingPunct="1">
              <a:lnSpc>
                <a:spcPct val="120000"/>
              </a:lnSpc>
              <a:spcBef>
                <a:spcPts val="200"/>
              </a:spcBef>
              <a:spcAft>
                <a:spcPts val="200"/>
              </a:spcAft>
              <a:buClr>
                <a:srgbClr val="A50021"/>
              </a:buClr>
              <a:buSzPct val="100000"/>
              <a:buFont typeface="+mj-lt"/>
              <a:buAutoNum type="arabicPeriod"/>
            </a:pPr>
            <a:r>
              <a:rPr lang="zh-CN" altLang="en-US" sz="2200" b="1" dirty="0">
                <a:solidFill>
                  <a:srgbClr val="000066"/>
                </a:solidFill>
                <a:ea typeface="幼圆" pitchFamily="49" charset="-122"/>
              </a:rPr>
              <a:t>假设圆弧滑动面，与实际滑动面有</a:t>
            </a:r>
            <a:r>
              <a:rPr lang="zh-CN" altLang="en-US" sz="2200" b="1" dirty="0" smtClean="0">
                <a:solidFill>
                  <a:srgbClr val="000066"/>
                </a:solidFill>
                <a:ea typeface="幼圆" pitchFamily="49" charset="-122"/>
              </a:rPr>
              <a:t>差别</a:t>
            </a:r>
            <a:endParaRPr lang="en-US" altLang="zh-CN" sz="2200" b="1" dirty="0" smtClean="0">
              <a:solidFill>
                <a:srgbClr val="000066"/>
              </a:solidFill>
              <a:ea typeface="幼圆" pitchFamily="49" charset="-122"/>
            </a:endParaRPr>
          </a:p>
        </p:txBody>
      </p:sp>
      <p:sp>
        <p:nvSpPr>
          <p:cNvPr id="89" name="Rectangle 79"/>
          <p:cNvSpPr>
            <a:spLocks noChangeArrowheads="1"/>
          </p:cNvSpPr>
          <p:nvPr/>
        </p:nvSpPr>
        <p:spPr bwMode="auto">
          <a:xfrm>
            <a:off x="1046980" y="2653183"/>
            <a:ext cx="3802455" cy="830244"/>
          </a:xfrm>
          <a:prstGeom prst="rect">
            <a:avLst/>
          </a:prstGeom>
          <a:noFill/>
          <a:ln w="12700">
            <a:noFill/>
            <a:miter lim="800000"/>
            <a:headEnd/>
            <a:tailEnd/>
          </a:ln>
        </p:spPr>
        <p:txBody>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marL="87313" indent="-87313" algn="just" eaLnBrk="1" hangingPunct="1">
              <a:spcBef>
                <a:spcPts val="0"/>
              </a:spcBef>
              <a:spcAft>
                <a:spcPts val="0"/>
              </a:spcAft>
              <a:buClr>
                <a:srgbClr val="C00000"/>
              </a:buClr>
              <a:buSzPct val="120000"/>
              <a:buFont typeface="Arial" panose="020B0604020202020204" pitchFamily="34" charset="0"/>
              <a:buChar char="•"/>
            </a:pPr>
            <a:r>
              <a:rPr lang="en-US" altLang="zh-CN"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 </a:t>
            </a:r>
            <a:r>
              <a:rPr lang="zh-CN" altLang="en-US"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假设圆弧滑动面，使 </a:t>
            </a:r>
            <a:r>
              <a:rPr lang="en-US" altLang="zh-CN" sz="2000" b="1" i="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F</a:t>
            </a:r>
            <a:r>
              <a:rPr lang="en-US" altLang="zh-CN" sz="2000" b="1" baseline="-25000"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s</a:t>
            </a:r>
            <a:r>
              <a:rPr lang="en-US" altLang="zh-CN"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 </a:t>
            </a:r>
            <a:r>
              <a:rPr lang="zh-CN" altLang="en-US"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偏大</a:t>
            </a:r>
          </a:p>
          <a:p>
            <a:pPr marL="87313" indent="-87313" algn="just" eaLnBrk="1" hangingPunct="1">
              <a:spcBef>
                <a:spcPts val="0"/>
              </a:spcBef>
              <a:spcAft>
                <a:spcPts val="0"/>
              </a:spcAft>
              <a:buClr>
                <a:srgbClr val="C00000"/>
              </a:buClr>
              <a:buSzPct val="120000"/>
              <a:buFont typeface="Arial" panose="020B0604020202020204" pitchFamily="34" charset="0"/>
              <a:buChar char="•"/>
            </a:pPr>
            <a:r>
              <a:rPr lang="zh-CN" altLang="en-US"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 忽略条间力</a:t>
            </a:r>
            <a:r>
              <a:rPr lang="zh-CN" altLang="en-US" sz="20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，使</a:t>
            </a:r>
            <a:r>
              <a:rPr lang="en-US" altLang="zh-CN" sz="2000" b="1" i="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F</a:t>
            </a:r>
            <a:r>
              <a:rPr lang="en-US" altLang="zh-CN" sz="2000" b="1" baseline="-25000"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s</a:t>
            </a:r>
            <a:r>
              <a:rPr lang="en-US" altLang="zh-CN" sz="20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 </a:t>
            </a:r>
            <a:r>
              <a:rPr lang="zh-CN" altLang="en-US"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偏小</a:t>
            </a:r>
          </a:p>
        </p:txBody>
      </p:sp>
      <p:sp>
        <p:nvSpPr>
          <p:cNvPr id="94" name="Text Box 83"/>
          <p:cNvSpPr txBox="1">
            <a:spLocks noChangeArrowheads="1"/>
          </p:cNvSpPr>
          <p:nvPr/>
        </p:nvSpPr>
        <p:spPr bwMode="auto">
          <a:xfrm>
            <a:off x="1389089" y="3957605"/>
            <a:ext cx="3042234" cy="1415772"/>
          </a:xfrm>
          <a:prstGeom prst="rect">
            <a:avLst/>
          </a:prstGeom>
          <a:solidFill>
            <a:srgbClr val="FFCC66"/>
          </a:solidFill>
          <a:ln w="12700">
            <a:solidFill>
              <a:srgbClr val="A50021"/>
            </a:solidFill>
          </a:ln>
          <a:extLst/>
        </p:spPr>
        <p:txBody>
          <a:bodyPr wrap="square" lIns="0" tIns="0" rIns="0" bIns="0">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marL="266700" indent="-174625" eaLnBrk="1" hangingPunct="1">
              <a:spcBef>
                <a:spcPts val="0"/>
              </a:spcBef>
              <a:spcAft>
                <a:spcPts val="0"/>
              </a:spcAft>
              <a:buClr>
                <a:srgbClr val="C00000"/>
              </a:buClr>
              <a:buSzPct val="120000"/>
              <a:buFont typeface="Arial" panose="020B0604020202020204" pitchFamily="34" charset="0"/>
              <a:buChar char="•"/>
            </a:pPr>
            <a:r>
              <a:rPr lang="zh-CN" altLang="en-US"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最终结果是 </a:t>
            </a:r>
            <a:r>
              <a:rPr lang="en-US" altLang="zh-CN" sz="2000" b="1" i="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F</a:t>
            </a:r>
            <a:r>
              <a:rPr lang="en-US" altLang="zh-CN" sz="2000" b="1" baseline="-25000"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s</a:t>
            </a:r>
            <a:r>
              <a:rPr lang="en-US" altLang="zh-CN" sz="20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 </a:t>
            </a:r>
            <a:r>
              <a:rPr lang="zh-CN" altLang="en-US"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偏</a:t>
            </a:r>
            <a:r>
              <a:rPr lang="zh-CN" altLang="en-US" sz="20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小</a:t>
            </a:r>
            <a:endParaRPr lang="zh-CN" altLang="en-US"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a:p>
            <a:pPr marL="266700" indent="-174625" eaLnBrk="1" hangingPunct="1">
              <a:spcBef>
                <a:spcPts val="0"/>
              </a:spcBef>
              <a:spcAft>
                <a:spcPts val="0"/>
              </a:spcAft>
              <a:buClr>
                <a:srgbClr val="C00000"/>
              </a:buClr>
              <a:buSzPct val="120000"/>
              <a:buFont typeface="Arial" panose="020B0604020202020204" pitchFamily="34" charset="0"/>
              <a:buChar char="•"/>
            </a:pPr>
            <a:r>
              <a:rPr lang="zh-CN" altLang="en-US"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 </a:t>
            </a:r>
            <a:r>
              <a:rPr lang="zh-CN" altLang="en-US" sz="2000" b="1" i="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sym typeface="Symbol"/>
              </a:rPr>
              <a:t> </a:t>
            </a:r>
            <a:r>
              <a:rPr lang="zh-CN" altLang="en-US" sz="20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越大， </a:t>
            </a:r>
            <a:r>
              <a:rPr lang="en-US" altLang="zh-CN" sz="2000" b="1" i="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F</a:t>
            </a:r>
            <a:r>
              <a:rPr lang="en-US" altLang="zh-CN" sz="2000" b="1" baseline="-25000"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s</a:t>
            </a:r>
            <a:r>
              <a:rPr lang="zh-CN" altLang="en-US" sz="20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偏小越多</a:t>
            </a:r>
            <a:endParaRPr lang="zh-CN" altLang="en-US"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a:p>
            <a:pPr marL="266700" indent="-174625" eaLnBrk="1" hangingPunct="1">
              <a:spcBef>
                <a:spcPts val="0"/>
              </a:spcBef>
              <a:spcAft>
                <a:spcPts val="0"/>
              </a:spcAft>
              <a:buClr>
                <a:srgbClr val="C00000"/>
              </a:buClr>
              <a:buSzPct val="120000"/>
              <a:buFont typeface="Arial" panose="020B0604020202020204" pitchFamily="34" charset="0"/>
              <a:buChar char="•"/>
            </a:pPr>
            <a:r>
              <a:rPr lang="en-US" altLang="zh-CN" sz="2000" b="1" i="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F</a:t>
            </a:r>
            <a:r>
              <a:rPr lang="en-US" altLang="zh-CN" sz="2000" b="1" baseline="-25000"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s</a:t>
            </a:r>
            <a:r>
              <a:rPr lang="zh-CN" altLang="en-US"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一般偏小 </a:t>
            </a:r>
            <a:r>
              <a:rPr lang="en-US" altLang="zh-CN"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10% </a:t>
            </a:r>
            <a:r>
              <a:rPr lang="zh-CN" altLang="en-US" sz="20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左右</a:t>
            </a:r>
            <a:endParaRPr lang="en-US" altLang="zh-CN" sz="20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a:p>
            <a:pPr marL="266700" indent="-174625" eaLnBrk="1" hangingPunct="1">
              <a:spcBef>
                <a:spcPts val="0"/>
              </a:spcBef>
              <a:spcAft>
                <a:spcPts val="0"/>
              </a:spcAft>
              <a:buClr>
                <a:srgbClr val="C00000"/>
              </a:buClr>
              <a:buSzPct val="120000"/>
              <a:buFont typeface="Arial" panose="020B0604020202020204" pitchFamily="34" charset="0"/>
              <a:buChar char="•"/>
            </a:pPr>
            <a:r>
              <a:rPr lang="zh-CN" altLang="en-US"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工程应用偏安</a:t>
            </a:r>
            <a:r>
              <a:rPr lang="zh-CN" altLang="en-US" sz="20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全</a:t>
            </a:r>
            <a:endParaRPr lang="zh-CN" altLang="en-US"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p:txBody>
      </p:sp>
      <p:grpSp>
        <p:nvGrpSpPr>
          <p:cNvPr id="3" name="组合 2"/>
          <p:cNvGrpSpPr/>
          <p:nvPr/>
        </p:nvGrpSpPr>
        <p:grpSpPr>
          <a:xfrm>
            <a:off x="7097489" y="2066366"/>
            <a:ext cx="976542" cy="2267802"/>
            <a:chOff x="7097489" y="2066366"/>
            <a:chExt cx="976542" cy="2267802"/>
          </a:xfrm>
        </p:grpSpPr>
        <p:sp>
          <p:nvSpPr>
            <p:cNvPr id="30" name="任意多边形 29"/>
            <p:cNvSpPr/>
            <p:nvPr/>
          </p:nvSpPr>
          <p:spPr bwMode="auto">
            <a:xfrm>
              <a:off x="7097489" y="2066366"/>
              <a:ext cx="583473" cy="1518629"/>
            </a:xfrm>
            <a:custGeom>
              <a:avLst/>
              <a:gdLst>
                <a:gd name="connsiteX0" fmla="*/ 0 w 290222"/>
                <a:gd name="connsiteY0" fmla="*/ 170953 h 763325"/>
                <a:gd name="connsiteX1" fmla="*/ 0 w 290222"/>
                <a:gd name="connsiteY1" fmla="*/ 755373 h 763325"/>
                <a:gd name="connsiteX2" fmla="*/ 119269 w 290222"/>
                <a:gd name="connsiteY2" fmla="*/ 763325 h 763325"/>
                <a:gd name="connsiteX3" fmla="*/ 290222 w 290222"/>
                <a:gd name="connsiteY3" fmla="*/ 751398 h 763325"/>
                <a:gd name="connsiteX4" fmla="*/ 290222 w 290222"/>
                <a:gd name="connsiteY4" fmla="*/ 0 h 763325"/>
                <a:gd name="connsiteX5" fmla="*/ 0 w 290222"/>
                <a:gd name="connsiteY5" fmla="*/ 170953 h 763325"/>
                <a:gd name="connsiteX0" fmla="*/ 0 w 290222"/>
                <a:gd name="connsiteY0" fmla="*/ 170953 h 755373"/>
                <a:gd name="connsiteX1" fmla="*/ 0 w 290222"/>
                <a:gd name="connsiteY1" fmla="*/ 755373 h 755373"/>
                <a:gd name="connsiteX2" fmla="*/ 290222 w 290222"/>
                <a:gd name="connsiteY2" fmla="*/ 751398 h 755373"/>
                <a:gd name="connsiteX3" fmla="*/ 290222 w 290222"/>
                <a:gd name="connsiteY3" fmla="*/ 0 h 755373"/>
                <a:gd name="connsiteX4" fmla="*/ 0 w 290222"/>
                <a:gd name="connsiteY4" fmla="*/ 170953 h 75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0222" h="755373">
                  <a:moveTo>
                    <a:pt x="0" y="170953"/>
                  </a:moveTo>
                  <a:lnTo>
                    <a:pt x="0" y="755373"/>
                  </a:lnTo>
                  <a:lnTo>
                    <a:pt x="290222" y="751398"/>
                  </a:lnTo>
                  <a:lnTo>
                    <a:pt x="290222" y="0"/>
                  </a:lnTo>
                  <a:lnTo>
                    <a:pt x="0" y="170953"/>
                  </a:lnTo>
                  <a:close/>
                </a:path>
              </a:pathLst>
            </a:custGeom>
            <a:solidFill>
              <a:srgbClr val="CCECFF"/>
            </a:solidFill>
            <a:ln w="28575" cap="flat" cmpd="sng" algn="ctr">
              <a:solidFill>
                <a:srgbClr val="000066"/>
              </a:solid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24" name="Line 9"/>
            <p:cNvSpPr>
              <a:spLocks noChangeShapeType="1"/>
            </p:cNvSpPr>
            <p:nvPr/>
          </p:nvSpPr>
          <p:spPr bwMode="auto">
            <a:xfrm flipV="1">
              <a:off x="7455649" y="3653505"/>
              <a:ext cx="0" cy="496098"/>
            </a:xfrm>
            <a:prstGeom prst="line">
              <a:avLst/>
            </a:prstGeom>
            <a:noFill/>
            <a:ln w="28575">
              <a:solidFill>
                <a:srgbClr val="C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00">
                <a:cs typeface="Times New Roman" panose="02020603050405020304" pitchFamily="18" charset="0"/>
              </a:endParaRPr>
            </a:p>
          </p:txBody>
        </p:sp>
        <p:sp>
          <p:nvSpPr>
            <p:cNvPr id="25" name="Text Box 10"/>
            <p:cNvSpPr txBox="1">
              <a:spLocks noChangeArrowheads="1"/>
            </p:cNvSpPr>
            <p:nvPr/>
          </p:nvSpPr>
          <p:spPr bwMode="auto">
            <a:xfrm>
              <a:off x="7221136" y="2574242"/>
              <a:ext cx="541198" cy="385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800">
                  <a:solidFill>
                    <a:schemeClr val="tx1"/>
                  </a:solidFill>
                  <a:latin typeface="Times New Roman" pitchFamily="18" charset="0"/>
                  <a:ea typeface="宋体" charset="-122"/>
                </a:defRPr>
              </a:lvl1pPr>
              <a:lvl2pPr marL="742950" indent="-285750" eaLnBrk="0" hangingPunct="0">
                <a:defRPr kumimoji="1" sz="2800">
                  <a:solidFill>
                    <a:schemeClr val="tx1"/>
                  </a:solidFill>
                  <a:latin typeface="Times New Roman" pitchFamily="18" charset="0"/>
                  <a:ea typeface="宋体" charset="-122"/>
                </a:defRPr>
              </a:lvl2pPr>
              <a:lvl3pPr marL="1143000" indent="-228600" eaLnBrk="0" hangingPunct="0">
                <a:defRPr kumimoji="1" sz="2800">
                  <a:solidFill>
                    <a:schemeClr val="tx1"/>
                  </a:solidFill>
                  <a:latin typeface="Times New Roman" pitchFamily="18" charset="0"/>
                  <a:ea typeface="宋体" charset="-122"/>
                </a:defRPr>
              </a:lvl3pPr>
              <a:lvl4pPr marL="1600200" indent="-228600" eaLnBrk="0" hangingPunct="0">
                <a:defRPr kumimoji="1" sz="2800">
                  <a:solidFill>
                    <a:schemeClr val="tx1"/>
                  </a:solidFill>
                  <a:latin typeface="Times New Roman" pitchFamily="18" charset="0"/>
                  <a:ea typeface="宋体" charset="-122"/>
                </a:defRPr>
              </a:lvl4pPr>
              <a:lvl5pPr marL="2057400" indent="-228600" eaLnBrk="0" hangingPunct="0">
                <a:defRPr kumimoji="1" sz="2800">
                  <a:solidFill>
                    <a:schemeClr val="tx1"/>
                  </a:solidFill>
                  <a:latin typeface="Times New Roman" pitchFamily="18" charset="0"/>
                  <a:ea typeface="宋体" charset="-122"/>
                </a:defRPr>
              </a:lvl5pPr>
              <a:lvl6pPr marL="2514600" indent="-228600" eaLnBrk="0" fontAlgn="base" hangingPunct="0">
                <a:spcBef>
                  <a:spcPct val="50000"/>
                </a:spcBef>
                <a:spcAft>
                  <a:spcPct val="0"/>
                </a:spcAft>
                <a:defRPr kumimoji="1" sz="2800">
                  <a:solidFill>
                    <a:schemeClr val="tx1"/>
                  </a:solidFill>
                  <a:latin typeface="Times New Roman" pitchFamily="18" charset="0"/>
                  <a:ea typeface="宋体" charset="-122"/>
                </a:defRPr>
              </a:lvl6pPr>
              <a:lvl7pPr marL="2971800" indent="-228600" eaLnBrk="0" fontAlgn="base" hangingPunct="0">
                <a:spcBef>
                  <a:spcPct val="50000"/>
                </a:spcBef>
                <a:spcAft>
                  <a:spcPct val="0"/>
                </a:spcAft>
                <a:defRPr kumimoji="1" sz="2800">
                  <a:solidFill>
                    <a:schemeClr val="tx1"/>
                  </a:solidFill>
                  <a:latin typeface="Times New Roman" pitchFamily="18" charset="0"/>
                  <a:ea typeface="宋体" charset="-122"/>
                </a:defRPr>
              </a:lvl7pPr>
              <a:lvl8pPr marL="3429000" indent="-228600" eaLnBrk="0" fontAlgn="base" hangingPunct="0">
                <a:spcBef>
                  <a:spcPct val="50000"/>
                </a:spcBef>
                <a:spcAft>
                  <a:spcPct val="0"/>
                </a:spcAft>
                <a:defRPr kumimoji="1" sz="2800">
                  <a:solidFill>
                    <a:schemeClr val="tx1"/>
                  </a:solidFill>
                  <a:latin typeface="Times New Roman" pitchFamily="18" charset="0"/>
                  <a:ea typeface="宋体" charset="-122"/>
                </a:defRPr>
              </a:lvl8pPr>
              <a:lvl9pPr marL="3886200" indent="-228600" eaLnBrk="0" fontAlgn="base" hangingPunct="0">
                <a:spcBef>
                  <a:spcPct val="50000"/>
                </a:spcBef>
                <a:spcAft>
                  <a:spcPct val="0"/>
                </a:spcAft>
                <a:defRPr kumimoji="1" sz="2800">
                  <a:solidFill>
                    <a:schemeClr val="tx1"/>
                  </a:solidFill>
                  <a:latin typeface="Times New Roman" pitchFamily="18" charset="0"/>
                  <a:ea typeface="宋体" charset="-122"/>
                </a:defRPr>
              </a:lvl9pPr>
            </a:lstStyle>
            <a:p>
              <a:pPr eaLnBrk="1" hangingPunct="1"/>
              <a:r>
                <a:rPr lang="en-US" altLang="zh-CN" sz="1800" b="1" i="1" dirty="0" smtClean="0">
                  <a:solidFill>
                    <a:srgbClr val="C00000"/>
                  </a:solidFill>
                  <a:cs typeface="Times New Roman" panose="02020603050405020304" pitchFamily="18" charset="0"/>
                </a:rPr>
                <a:t>W</a:t>
              </a:r>
              <a:r>
                <a:rPr lang="en-US" altLang="zh-CN" sz="1800" b="1" baseline="-25000" dirty="0" smtClean="0">
                  <a:solidFill>
                    <a:srgbClr val="C00000"/>
                  </a:solidFill>
                  <a:cs typeface="Times New Roman" panose="02020603050405020304" pitchFamily="18" charset="0"/>
                </a:rPr>
                <a:t>0</a:t>
              </a:r>
              <a:endParaRPr lang="en-US" altLang="zh-CN" sz="1800" b="1" baseline="-25000" dirty="0">
                <a:solidFill>
                  <a:srgbClr val="C00000"/>
                </a:solidFill>
                <a:cs typeface="Times New Roman" panose="02020603050405020304" pitchFamily="18" charset="0"/>
              </a:endParaRPr>
            </a:p>
          </p:txBody>
        </p:sp>
        <p:sp>
          <p:nvSpPr>
            <p:cNvPr id="26" name="Text Box 24"/>
            <p:cNvSpPr txBox="1">
              <a:spLocks noChangeArrowheads="1"/>
            </p:cNvSpPr>
            <p:nvPr/>
          </p:nvSpPr>
          <p:spPr bwMode="auto">
            <a:xfrm>
              <a:off x="7463374" y="3948806"/>
              <a:ext cx="551749" cy="385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a:solidFill>
                    <a:schemeClr val="tx1"/>
                  </a:solidFill>
                  <a:latin typeface="Times New Roman" pitchFamily="18" charset="0"/>
                  <a:ea typeface="宋体" charset="-122"/>
                </a:defRPr>
              </a:lvl1pPr>
              <a:lvl2pPr marL="742950" indent="-285750" eaLnBrk="0" hangingPunct="0">
                <a:defRPr kumimoji="1" sz="2800">
                  <a:solidFill>
                    <a:schemeClr val="tx1"/>
                  </a:solidFill>
                  <a:latin typeface="Times New Roman" pitchFamily="18" charset="0"/>
                  <a:ea typeface="宋体" charset="-122"/>
                </a:defRPr>
              </a:lvl2pPr>
              <a:lvl3pPr marL="1143000" indent="-228600" eaLnBrk="0" hangingPunct="0">
                <a:defRPr kumimoji="1" sz="2800">
                  <a:solidFill>
                    <a:schemeClr val="tx1"/>
                  </a:solidFill>
                  <a:latin typeface="Times New Roman" pitchFamily="18" charset="0"/>
                  <a:ea typeface="宋体" charset="-122"/>
                </a:defRPr>
              </a:lvl3pPr>
              <a:lvl4pPr marL="1600200" indent="-228600" eaLnBrk="0" hangingPunct="0">
                <a:defRPr kumimoji="1" sz="2800">
                  <a:solidFill>
                    <a:schemeClr val="tx1"/>
                  </a:solidFill>
                  <a:latin typeface="Times New Roman" pitchFamily="18" charset="0"/>
                  <a:ea typeface="宋体" charset="-122"/>
                </a:defRPr>
              </a:lvl4pPr>
              <a:lvl5pPr marL="2057400" indent="-228600" eaLnBrk="0" hangingPunct="0">
                <a:defRPr kumimoji="1" sz="2800">
                  <a:solidFill>
                    <a:schemeClr val="tx1"/>
                  </a:solidFill>
                  <a:latin typeface="Times New Roman" pitchFamily="18" charset="0"/>
                  <a:ea typeface="宋体" charset="-122"/>
                </a:defRPr>
              </a:lvl5pPr>
              <a:lvl6pPr marL="2514600" indent="-228600" eaLnBrk="0" fontAlgn="base" hangingPunct="0">
                <a:spcBef>
                  <a:spcPct val="50000"/>
                </a:spcBef>
                <a:spcAft>
                  <a:spcPct val="0"/>
                </a:spcAft>
                <a:defRPr kumimoji="1" sz="2800">
                  <a:solidFill>
                    <a:schemeClr val="tx1"/>
                  </a:solidFill>
                  <a:latin typeface="Times New Roman" pitchFamily="18" charset="0"/>
                  <a:ea typeface="宋体" charset="-122"/>
                </a:defRPr>
              </a:lvl6pPr>
              <a:lvl7pPr marL="2971800" indent="-228600" eaLnBrk="0" fontAlgn="base" hangingPunct="0">
                <a:spcBef>
                  <a:spcPct val="50000"/>
                </a:spcBef>
                <a:spcAft>
                  <a:spcPct val="0"/>
                </a:spcAft>
                <a:defRPr kumimoji="1" sz="2800">
                  <a:solidFill>
                    <a:schemeClr val="tx1"/>
                  </a:solidFill>
                  <a:latin typeface="Times New Roman" pitchFamily="18" charset="0"/>
                  <a:ea typeface="宋体" charset="-122"/>
                </a:defRPr>
              </a:lvl7pPr>
              <a:lvl8pPr marL="3429000" indent="-228600" eaLnBrk="0" fontAlgn="base" hangingPunct="0">
                <a:spcBef>
                  <a:spcPct val="50000"/>
                </a:spcBef>
                <a:spcAft>
                  <a:spcPct val="0"/>
                </a:spcAft>
                <a:defRPr kumimoji="1" sz="2800">
                  <a:solidFill>
                    <a:schemeClr val="tx1"/>
                  </a:solidFill>
                  <a:latin typeface="Times New Roman" pitchFamily="18" charset="0"/>
                  <a:ea typeface="宋体" charset="-122"/>
                </a:defRPr>
              </a:lvl8pPr>
              <a:lvl9pPr marL="3886200" indent="-228600" eaLnBrk="0" fontAlgn="base" hangingPunct="0">
                <a:spcBef>
                  <a:spcPct val="50000"/>
                </a:spcBef>
                <a:spcAft>
                  <a:spcPct val="0"/>
                </a:spcAft>
                <a:defRPr kumimoji="1" sz="2800">
                  <a:solidFill>
                    <a:schemeClr val="tx1"/>
                  </a:solidFill>
                  <a:latin typeface="Times New Roman" pitchFamily="18" charset="0"/>
                  <a:ea typeface="宋体" charset="-122"/>
                </a:defRPr>
              </a:lvl9pPr>
            </a:lstStyle>
            <a:p>
              <a:pPr eaLnBrk="1" hangingPunct="1"/>
              <a:r>
                <a:rPr lang="en-US" altLang="zh-CN" sz="1800" b="1" i="1" dirty="0" smtClean="0">
                  <a:solidFill>
                    <a:srgbClr val="C00000"/>
                  </a:solidFill>
                  <a:cs typeface="Times New Roman" panose="02020603050405020304" pitchFamily="18" charset="0"/>
                </a:rPr>
                <a:t>N</a:t>
              </a:r>
              <a:r>
                <a:rPr lang="en-US" altLang="zh-CN" sz="1800" b="1" baseline="-25000" dirty="0" smtClean="0">
                  <a:solidFill>
                    <a:srgbClr val="C00000"/>
                  </a:solidFill>
                  <a:cs typeface="Times New Roman" panose="02020603050405020304" pitchFamily="18" charset="0"/>
                </a:rPr>
                <a:t>0</a:t>
              </a:r>
              <a:endParaRPr lang="en-US" altLang="zh-CN" sz="1800" b="1" baseline="-25000" dirty="0">
                <a:solidFill>
                  <a:srgbClr val="C00000"/>
                </a:solidFill>
                <a:cs typeface="Times New Roman" panose="02020603050405020304" pitchFamily="18" charset="0"/>
              </a:endParaRPr>
            </a:p>
          </p:txBody>
        </p:sp>
        <p:sp>
          <p:nvSpPr>
            <p:cNvPr id="27" name="Text Box 25"/>
            <p:cNvSpPr txBox="1">
              <a:spLocks noChangeArrowheads="1"/>
            </p:cNvSpPr>
            <p:nvPr/>
          </p:nvSpPr>
          <p:spPr bwMode="auto">
            <a:xfrm>
              <a:off x="7657854" y="3592545"/>
              <a:ext cx="416177" cy="2930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tIns="0" bIns="0">
              <a:spAutoFit/>
            </a:bodyPr>
            <a:lstStyle>
              <a:lvl1pPr eaLnBrk="0" hangingPunct="0">
                <a:defRPr kumimoji="1" sz="2800">
                  <a:solidFill>
                    <a:schemeClr val="tx1"/>
                  </a:solidFill>
                  <a:latin typeface="Times New Roman" pitchFamily="18" charset="0"/>
                  <a:ea typeface="宋体" charset="-122"/>
                </a:defRPr>
              </a:lvl1pPr>
              <a:lvl2pPr marL="742950" indent="-285750" eaLnBrk="0" hangingPunct="0">
                <a:defRPr kumimoji="1" sz="2800">
                  <a:solidFill>
                    <a:schemeClr val="tx1"/>
                  </a:solidFill>
                  <a:latin typeface="Times New Roman" pitchFamily="18" charset="0"/>
                  <a:ea typeface="宋体" charset="-122"/>
                </a:defRPr>
              </a:lvl2pPr>
              <a:lvl3pPr marL="1143000" indent="-228600" eaLnBrk="0" hangingPunct="0">
                <a:defRPr kumimoji="1" sz="2800">
                  <a:solidFill>
                    <a:schemeClr val="tx1"/>
                  </a:solidFill>
                  <a:latin typeface="Times New Roman" pitchFamily="18" charset="0"/>
                  <a:ea typeface="宋体" charset="-122"/>
                </a:defRPr>
              </a:lvl3pPr>
              <a:lvl4pPr marL="1600200" indent="-228600" eaLnBrk="0" hangingPunct="0">
                <a:defRPr kumimoji="1" sz="2800">
                  <a:solidFill>
                    <a:schemeClr val="tx1"/>
                  </a:solidFill>
                  <a:latin typeface="Times New Roman" pitchFamily="18" charset="0"/>
                  <a:ea typeface="宋体" charset="-122"/>
                </a:defRPr>
              </a:lvl4pPr>
              <a:lvl5pPr marL="2057400" indent="-228600" eaLnBrk="0" hangingPunct="0">
                <a:defRPr kumimoji="1" sz="2800">
                  <a:solidFill>
                    <a:schemeClr val="tx1"/>
                  </a:solidFill>
                  <a:latin typeface="Times New Roman" pitchFamily="18" charset="0"/>
                  <a:ea typeface="宋体" charset="-122"/>
                </a:defRPr>
              </a:lvl5pPr>
              <a:lvl6pPr marL="2514600" indent="-228600" eaLnBrk="0" fontAlgn="base" hangingPunct="0">
                <a:spcBef>
                  <a:spcPct val="50000"/>
                </a:spcBef>
                <a:spcAft>
                  <a:spcPct val="0"/>
                </a:spcAft>
                <a:defRPr kumimoji="1" sz="2800">
                  <a:solidFill>
                    <a:schemeClr val="tx1"/>
                  </a:solidFill>
                  <a:latin typeface="Times New Roman" pitchFamily="18" charset="0"/>
                  <a:ea typeface="宋体" charset="-122"/>
                </a:defRPr>
              </a:lvl6pPr>
              <a:lvl7pPr marL="2971800" indent="-228600" eaLnBrk="0" fontAlgn="base" hangingPunct="0">
                <a:spcBef>
                  <a:spcPct val="50000"/>
                </a:spcBef>
                <a:spcAft>
                  <a:spcPct val="0"/>
                </a:spcAft>
                <a:defRPr kumimoji="1" sz="2800">
                  <a:solidFill>
                    <a:schemeClr val="tx1"/>
                  </a:solidFill>
                  <a:latin typeface="Times New Roman" pitchFamily="18" charset="0"/>
                  <a:ea typeface="宋体" charset="-122"/>
                </a:defRPr>
              </a:lvl7pPr>
              <a:lvl8pPr marL="3429000" indent="-228600" eaLnBrk="0" fontAlgn="base" hangingPunct="0">
                <a:spcBef>
                  <a:spcPct val="50000"/>
                </a:spcBef>
                <a:spcAft>
                  <a:spcPct val="0"/>
                </a:spcAft>
                <a:defRPr kumimoji="1" sz="2800">
                  <a:solidFill>
                    <a:schemeClr val="tx1"/>
                  </a:solidFill>
                  <a:latin typeface="Times New Roman" pitchFamily="18" charset="0"/>
                  <a:ea typeface="宋体" charset="-122"/>
                </a:defRPr>
              </a:lvl8pPr>
              <a:lvl9pPr marL="3886200" indent="-228600" eaLnBrk="0" fontAlgn="base" hangingPunct="0">
                <a:spcBef>
                  <a:spcPct val="50000"/>
                </a:spcBef>
                <a:spcAft>
                  <a:spcPct val="0"/>
                </a:spcAft>
                <a:defRPr kumimoji="1" sz="2800">
                  <a:solidFill>
                    <a:schemeClr val="tx1"/>
                  </a:solidFill>
                  <a:latin typeface="Times New Roman" pitchFamily="18" charset="0"/>
                  <a:ea typeface="宋体" charset="-122"/>
                </a:defRPr>
              </a:lvl9pPr>
            </a:lstStyle>
            <a:p>
              <a:pPr eaLnBrk="1" hangingPunct="1"/>
              <a:r>
                <a:rPr lang="en-US" altLang="zh-CN" sz="1800" b="1" i="1" dirty="0" smtClean="0">
                  <a:solidFill>
                    <a:srgbClr val="C00000"/>
                  </a:solidFill>
                  <a:cs typeface="Times New Roman" panose="02020603050405020304" pitchFamily="18" charset="0"/>
                </a:rPr>
                <a:t>T</a:t>
              </a:r>
              <a:r>
                <a:rPr lang="en-US" altLang="zh-CN" sz="1800" b="1" baseline="-25000" dirty="0" smtClean="0">
                  <a:solidFill>
                    <a:srgbClr val="C00000"/>
                  </a:solidFill>
                  <a:cs typeface="Times New Roman" panose="02020603050405020304" pitchFamily="18" charset="0"/>
                </a:rPr>
                <a:t>0</a:t>
              </a:r>
              <a:endParaRPr lang="en-US" altLang="zh-CN" sz="1800" b="1" baseline="-25000" dirty="0">
                <a:solidFill>
                  <a:srgbClr val="C00000"/>
                </a:solidFill>
                <a:cs typeface="Times New Roman" panose="02020603050405020304" pitchFamily="18" charset="0"/>
              </a:endParaRPr>
            </a:p>
          </p:txBody>
        </p:sp>
        <p:sp>
          <p:nvSpPr>
            <p:cNvPr id="28" name="Line 9"/>
            <p:cNvSpPr>
              <a:spLocks noChangeShapeType="1"/>
            </p:cNvSpPr>
            <p:nvPr/>
          </p:nvSpPr>
          <p:spPr bwMode="auto">
            <a:xfrm>
              <a:off x="7442586" y="2935049"/>
              <a:ext cx="0" cy="496098"/>
            </a:xfrm>
            <a:prstGeom prst="line">
              <a:avLst/>
            </a:prstGeom>
            <a:noFill/>
            <a:ln w="28575">
              <a:solidFill>
                <a:srgbClr val="C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00">
                <a:cs typeface="Times New Roman" panose="02020603050405020304" pitchFamily="18" charset="0"/>
              </a:endParaRPr>
            </a:p>
          </p:txBody>
        </p:sp>
        <p:sp>
          <p:nvSpPr>
            <p:cNvPr id="31" name="Line 9"/>
            <p:cNvSpPr>
              <a:spLocks noChangeShapeType="1"/>
            </p:cNvSpPr>
            <p:nvPr/>
          </p:nvSpPr>
          <p:spPr bwMode="auto">
            <a:xfrm rot="5400000" flipV="1">
              <a:off x="7433878" y="3553356"/>
              <a:ext cx="0" cy="496098"/>
            </a:xfrm>
            <a:prstGeom prst="line">
              <a:avLst/>
            </a:prstGeom>
            <a:noFill/>
            <a:ln w="28575">
              <a:solidFill>
                <a:srgbClr val="C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00">
                <a:cs typeface="Times New Roman" panose="02020603050405020304" pitchFamily="18" charset="0"/>
              </a:endParaRPr>
            </a:p>
          </p:txBody>
        </p:sp>
      </p:grpSp>
      <p:sp>
        <p:nvSpPr>
          <p:cNvPr id="32" name="AutoShape 5"/>
          <p:cNvSpPr>
            <a:spLocks noChangeArrowheads="1"/>
          </p:cNvSpPr>
          <p:nvPr/>
        </p:nvSpPr>
        <p:spPr bwMode="auto">
          <a:xfrm rot="5400000">
            <a:off x="1602803" y="3499617"/>
            <a:ext cx="338859" cy="376146"/>
          </a:xfrm>
          <a:prstGeom prst="homePlate">
            <a:avLst>
              <a:gd name="adj" fmla="val 33632"/>
            </a:avLst>
          </a:prstGeom>
          <a:solidFill>
            <a:schemeClr val="accent2"/>
          </a:solidFill>
          <a:ln w="9525">
            <a:solidFill>
              <a:schemeClr val="tx1"/>
            </a:solidFill>
            <a:miter lim="800000"/>
            <a:headEnd/>
            <a:tailEnd/>
          </a:ln>
        </p:spPr>
        <p:txBody>
          <a:bodyPr anchor="ctr"/>
          <a:lstStyle/>
          <a:p>
            <a:endParaRPr lang="zh-CN" altLang="en-US"/>
          </a:p>
        </p:txBody>
      </p:sp>
      <p:sp>
        <p:nvSpPr>
          <p:cNvPr id="33" name="Rectangle 70"/>
          <p:cNvSpPr>
            <a:spLocks noChangeArrowheads="1"/>
          </p:cNvSpPr>
          <p:nvPr/>
        </p:nvSpPr>
        <p:spPr bwMode="auto">
          <a:xfrm>
            <a:off x="6688180" y="1306286"/>
            <a:ext cx="1676400" cy="5170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spcBef>
                <a:spcPct val="20000"/>
              </a:spcBef>
            </a:pPr>
            <a:r>
              <a:rPr kumimoji="1" lang="zh-CN" altLang="en-US" sz="2400" b="1" dirty="0">
                <a:solidFill>
                  <a:srgbClr val="A50021"/>
                </a:solidFill>
                <a:latin typeface="Times New Roman" panose="02020603050405020304" pitchFamily="18" charset="0"/>
                <a:ea typeface="黑体" panose="02010609060101010101" pitchFamily="49" charset="-122"/>
                <a:cs typeface="Times New Roman" panose="02020603050405020304" pitchFamily="18" charset="0"/>
              </a:rPr>
              <a:t>对</a:t>
            </a:r>
            <a:r>
              <a:rPr kumimoji="1" lang="en-US" altLang="zh-CN" sz="2400" b="1" dirty="0">
                <a:solidFill>
                  <a:srgbClr val="A50021"/>
                </a:solidFill>
                <a:latin typeface="Times New Roman" panose="02020603050405020304" pitchFamily="18" charset="0"/>
                <a:ea typeface="黑体" panose="02010609060101010101" pitchFamily="49" charset="-122"/>
                <a:cs typeface="Times New Roman" panose="02020603050405020304" pitchFamily="18" charset="0"/>
              </a:rPr>
              <a:t>0#</a:t>
            </a:r>
            <a:r>
              <a:rPr kumimoji="1" lang="zh-CN" altLang="en-US" sz="2400" b="1" dirty="0">
                <a:solidFill>
                  <a:srgbClr val="A50021"/>
                </a:solidFill>
                <a:latin typeface="Times New Roman" panose="02020603050405020304" pitchFamily="18" charset="0"/>
                <a:ea typeface="黑体" panose="02010609060101010101" pitchFamily="49" charset="-122"/>
                <a:cs typeface="Times New Roman" panose="02020603050405020304" pitchFamily="18" charset="0"/>
              </a:rPr>
              <a:t>土条</a:t>
            </a:r>
          </a:p>
        </p:txBody>
      </p:sp>
      <p:grpSp>
        <p:nvGrpSpPr>
          <p:cNvPr id="2" name="组合 1"/>
          <p:cNvGrpSpPr/>
          <p:nvPr/>
        </p:nvGrpSpPr>
        <p:grpSpPr>
          <a:xfrm>
            <a:off x="6008241" y="4443050"/>
            <a:ext cx="2822258" cy="710784"/>
            <a:chOff x="6008241" y="4443050"/>
            <a:chExt cx="2822258" cy="710784"/>
          </a:xfrm>
        </p:grpSpPr>
        <p:graphicFrame>
          <p:nvGraphicFramePr>
            <p:cNvPr id="34" name="Object 87"/>
            <p:cNvGraphicFramePr>
              <a:graphicFrameLocks noChangeAspect="1"/>
            </p:cNvGraphicFramePr>
            <p:nvPr>
              <p:extLst>
                <p:ext uri="{D42A27DB-BD31-4B8C-83A1-F6EECF244321}">
                  <p14:modId xmlns:p14="http://schemas.microsoft.com/office/powerpoint/2010/main" val="2576704423"/>
                </p:ext>
              </p:extLst>
            </p:nvPr>
          </p:nvGraphicFramePr>
          <p:xfrm>
            <a:off x="6008241" y="4443050"/>
            <a:ext cx="2112768" cy="710784"/>
          </p:xfrm>
          <a:graphic>
            <a:graphicData uri="http://schemas.openxmlformats.org/presentationml/2006/ole">
              <mc:AlternateContent xmlns:mc="http://schemas.openxmlformats.org/markup-compatibility/2006">
                <mc:Choice xmlns:v="urn:schemas-microsoft-com:vml" Requires="v">
                  <p:oleObj spid="_x0000_s1773812" name="Equation" r:id="rId4" imgW="1320480" imgH="444240" progId="Equation.DSMT4">
                    <p:embed/>
                  </p:oleObj>
                </mc:Choice>
                <mc:Fallback>
                  <p:oleObj name="Equation" r:id="rId4" imgW="1320480" imgH="444240" progId="Equation.DSMT4">
                    <p:embed/>
                    <p:pic>
                      <p:nvPicPr>
                        <p:cNvPr id="762967" name="Object 87"/>
                        <p:cNvPicPr>
                          <a:picLocks noChangeAspect="1" noChangeArrowheads="1"/>
                        </p:cNvPicPr>
                        <p:nvPr/>
                      </p:nvPicPr>
                      <p:blipFill>
                        <a:blip r:embed="rId5"/>
                        <a:srcRect/>
                        <a:stretch>
                          <a:fillRect/>
                        </a:stretch>
                      </p:blipFill>
                      <p:spPr bwMode="auto">
                        <a:xfrm>
                          <a:off x="6008241" y="4443050"/>
                          <a:ext cx="2112768" cy="7107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5" name="Rectangle 88"/>
            <p:cNvSpPr>
              <a:spLocks noChangeArrowheads="1"/>
            </p:cNvSpPr>
            <p:nvPr/>
          </p:nvSpPr>
          <p:spPr bwMode="auto">
            <a:xfrm>
              <a:off x="8053939" y="4511949"/>
              <a:ext cx="776560" cy="517065"/>
            </a:xfrm>
            <a:prstGeom prst="rect">
              <a:avLst/>
            </a:prstGeom>
            <a:noFill/>
            <a:ln>
              <a:noFill/>
            </a:ln>
            <a:extLst/>
          </p:spPr>
          <p:txBody>
            <a:bodyPr wrap="square">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a:spcBef>
                  <a:spcPct val="20000"/>
                </a:spcBef>
              </a:pPr>
              <a:r>
                <a:rPr kumimoji="1" lang="en-US" altLang="zh-CN" sz="2400" b="1" dirty="0">
                  <a:solidFill>
                    <a:srgbClr val="A50021"/>
                  </a:solidFill>
                  <a:latin typeface="Times New Roman" panose="02020603050405020304" pitchFamily="18" charset="0"/>
                </a:rPr>
                <a:t>&gt; 0</a:t>
              </a:r>
            </a:p>
          </p:txBody>
        </p:sp>
      </p:grpSp>
    </p:spTree>
    <p:extLst>
      <p:ext uri="{BB962C8B-B14F-4D97-AF65-F5344CB8AC3E}">
        <p14:creationId xmlns:p14="http://schemas.microsoft.com/office/powerpoint/2010/main" val="3422755461"/>
      </p:ext>
    </p:extLst>
  </p:cSld>
  <p:clrMapOvr>
    <a:masterClrMapping/>
  </p:clrMapOvr>
  <p:transition spd="med">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3">
                                            <p:txEl>
                                              <p:pRg st="0" end="0"/>
                                            </p:txEl>
                                          </p:spTgt>
                                        </p:tgtEl>
                                        <p:attrNameLst>
                                          <p:attrName>style.visibility</p:attrName>
                                        </p:attrNameLst>
                                      </p:cBhvr>
                                      <p:to>
                                        <p:strVal val="visible"/>
                                      </p:to>
                                    </p:set>
                                    <p:animEffect transition="in" filter="wipe(left)">
                                      <p:cBhvr>
                                        <p:cTn id="7" dur="1000"/>
                                        <p:tgtEl>
                                          <p:spTgt spid="83">
                                            <p:txEl>
                                              <p:pRg st="0" end="0"/>
                                            </p:txEl>
                                          </p:spTgt>
                                        </p:tgtEl>
                                      </p:cBhvr>
                                    </p:animEffect>
                                  </p:childTnLst>
                                </p:cTn>
                              </p:par>
                            </p:childTnLst>
                          </p:cTn>
                        </p:par>
                        <p:par>
                          <p:cTn id="8" fill="hold">
                            <p:stCondLst>
                              <p:cond delay="1000"/>
                            </p:stCondLst>
                            <p:childTnLst>
                              <p:par>
                                <p:cTn id="9" presetID="2" presetClass="entr" presetSubtype="2" fill="hold" grpId="0" nodeType="afterEffect">
                                  <p:stCondLst>
                                    <p:cond delay="0"/>
                                  </p:stCondLst>
                                  <p:childTnLst>
                                    <p:set>
                                      <p:cBhvr>
                                        <p:cTn id="10" dur="1" fill="hold">
                                          <p:stCondLst>
                                            <p:cond delay="0"/>
                                          </p:stCondLst>
                                        </p:cTn>
                                        <p:tgtEl>
                                          <p:spTgt spid="33"/>
                                        </p:tgtEl>
                                        <p:attrNameLst>
                                          <p:attrName>style.visibility</p:attrName>
                                        </p:attrNameLst>
                                      </p:cBhvr>
                                      <p:to>
                                        <p:strVal val="visible"/>
                                      </p:to>
                                    </p:set>
                                    <p:anim calcmode="lin" valueType="num">
                                      <p:cBhvr additive="base">
                                        <p:cTn id="11" dur="500" fill="hold"/>
                                        <p:tgtEl>
                                          <p:spTgt spid="33"/>
                                        </p:tgtEl>
                                        <p:attrNameLst>
                                          <p:attrName>ppt_x</p:attrName>
                                        </p:attrNameLst>
                                      </p:cBhvr>
                                      <p:tavLst>
                                        <p:tav tm="0">
                                          <p:val>
                                            <p:strVal val="1+#ppt_w/2"/>
                                          </p:val>
                                        </p:tav>
                                        <p:tav tm="100000">
                                          <p:val>
                                            <p:strVal val="#ppt_x"/>
                                          </p:val>
                                        </p:tav>
                                      </p:tavLst>
                                    </p:anim>
                                    <p:anim calcmode="lin" valueType="num">
                                      <p:cBhvr additive="base">
                                        <p:cTn id="12" dur="500" fill="hold"/>
                                        <p:tgtEl>
                                          <p:spTgt spid="33"/>
                                        </p:tgtEl>
                                        <p:attrNameLst>
                                          <p:attrName>ppt_y</p:attrName>
                                        </p:attrNameLst>
                                      </p:cBhvr>
                                      <p:tavLst>
                                        <p:tav tm="0">
                                          <p:val>
                                            <p:strVal val="#ppt_y"/>
                                          </p:val>
                                        </p:tav>
                                        <p:tav tm="100000">
                                          <p:val>
                                            <p:strVal val="#ppt_y"/>
                                          </p:val>
                                        </p:tav>
                                      </p:tavLst>
                                    </p:anim>
                                  </p:childTnLst>
                                </p:cTn>
                              </p:par>
                            </p:childTnLst>
                          </p:cTn>
                        </p:par>
                        <p:par>
                          <p:cTn id="13" fill="hold">
                            <p:stCondLst>
                              <p:cond delay="1500"/>
                            </p:stCondLst>
                            <p:childTnLst>
                              <p:par>
                                <p:cTn id="14" presetID="22" presetClass="entr" presetSubtype="1" fill="hold" nodeType="after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wipe(up)">
                                      <p:cBhvr>
                                        <p:cTn id="16" dur="500"/>
                                        <p:tgtEl>
                                          <p:spTgt spid="3"/>
                                        </p:tgtEl>
                                      </p:cBhvr>
                                    </p:animEffect>
                                  </p:childTnLst>
                                </p:cTn>
                              </p:par>
                            </p:childTnLst>
                          </p:cTn>
                        </p:par>
                        <p:par>
                          <p:cTn id="17" fill="hold">
                            <p:stCondLst>
                              <p:cond delay="2000"/>
                            </p:stCondLst>
                            <p:childTnLst>
                              <p:par>
                                <p:cTn id="18" presetID="22" presetClass="entr" presetSubtype="8" fill="hold" nodeType="afterEffect">
                                  <p:stCondLst>
                                    <p:cond delay="0"/>
                                  </p:stCondLst>
                                  <p:childTnLst>
                                    <p:set>
                                      <p:cBhvr>
                                        <p:cTn id="19" dur="1" fill="hold">
                                          <p:stCondLst>
                                            <p:cond delay="0"/>
                                          </p:stCondLst>
                                        </p:cTn>
                                        <p:tgtEl>
                                          <p:spTgt spid="2"/>
                                        </p:tgtEl>
                                        <p:attrNameLst>
                                          <p:attrName>style.visibility</p:attrName>
                                        </p:attrNameLst>
                                      </p:cBhvr>
                                      <p:to>
                                        <p:strVal val="visible"/>
                                      </p:to>
                                    </p:set>
                                    <p:animEffect transition="in" filter="wipe(left)">
                                      <p:cBhvr>
                                        <p:cTn id="20" dur="1000"/>
                                        <p:tgtEl>
                                          <p:spTgt spid="2"/>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83">
                                            <p:txEl>
                                              <p:pRg st="1" end="1"/>
                                            </p:txEl>
                                          </p:spTgt>
                                        </p:tgtEl>
                                        <p:attrNameLst>
                                          <p:attrName>style.visibility</p:attrName>
                                        </p:attrNameLst>
                                      </p:cBhvr>
                                      <p:to>
                                        <p:strVal val="visible"/>
                                      </p:to>
                                    </p:set>
                                    <p:animEffect transition="in" filter="wipe(left)">
                                      <p:cBhvr>
                                        <p:cTn id="25" dur="1000"/>
                                        <p:tgtEl>
                                          <p:spTgt spid="83">
                                            <p:txEl>
                                              <p:pRg st="1" end="1"/>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89">
                                            <p:txEl>
                                              <p:pRg st="0" end="0"/>
                                            </p:txEl>
                                          </p:spTgt>
                                        </p:tgtEl>
                                        <p:attrNameLst>
                                          <p:attrName>style.visibility</p:attrName>
                                        </p:attrNameLst>
                                      </p:cBhvr>
                                      <p:to>
                                        <p:strVal val="visible"/>
                                      </p:to>
                                    </p:set>
                                    <p:animEffect transition="in" filter="wipe(left)">
                                      <p:cBhvr>
                                        <p:cTn id="30" dur="500"/>
                                        <p:tgtEl>
                                          <p:spTgt spid="89">
                                            <p:txEl>
                                              <p:pRg st="0" end="0"/>
                                            </p:txEl>
                                          </p:spTgt>
                                        </p:tgtEl>
                                      </p:cBhvr>
                                    </p:animEffect>
                                  </p:childTnLst>
                                </p:cTn>
                              </p:par>
                            </p:childTnLst>
                          </p:cTn>
                        </p:par>
                        <p:par>
                          <p:cTn id="31" fill="hold">
                            <p:stCondLst>
                              <p:cond delay="500"/>
                            </p:stCondLst>
                            <p:childTnLst>
                              <p:par>
                                <p:cTn id="32" presetID="22" presetClass="entr" presetSubtype="8" fill="hold" grpId="0" nodeType="afterEffect">
                                  <p:stCondLst>
                                    <p:cond delay="0"/>
                                  </p:stCondLst>
                                  <p:childTnLst>
                                    <p:set>
                                      <p:cBhvr>
                                        <p:cTn id="33" dur="1" fill="hold">
                                          <p:stCondLst>
                                            <p:cond delay="0"/>
                                          </p:stCondLst>
                                        </p:cTn>
                                        <p:tgtEl>
                                          <p:spTgt spid="89">
                                            <p:txEl>
                                              <p:pRg st="1" end="1"/>
                                            </p:txEl>
                                          </p:spTgt>
                                        </p:tgtEl>
                                        <p:attrNameLst>
                                          <p:attrName>style.visibility</p:attrName>
                                        </p:attrNameLst>
                                      </p:cBhvr>
                                      <p:to>
                                        <p:strVal val="visible"/>
                                      </p:to>
                                    </p:set>
                                    <p:animEffect transition="in" filter="wipe(left)">
                                      <p:cBhvr>
                                        <p:cTn id="34" dur="500"/>
                                        <p:tgtEl>
                                          <p:spTgt spid="89">
                                            <p:txEl>
                                              <p:pRg st="1" end="1"/>
                                            </p:txEl>
                                          </p:spTgt>
                                        </p:tgtEl>
                                      </p:cBhvr>
                                    </p:animEffect>
                                  </p:childTnLst>
                                </p:cTn>
                              </p:par>
                            </p:childTnLst>
                          </p:cTn>
                        </p:par>
                        <p:par>
                          <p:cTn id="35" fill="hold">
                            <p:stCondLst>
                              <p:cond delay="1000"/>
                            </p:stCondLst>
                            <p:childTnLst>
                              <p:par>
                                <p:cTn id="36" presetID="22" presetClass="entr" presetSubtype="1" fill="hold" grpId="0" nodeType="afterEffect">
                                  <p:stCondLst>
                                    <p:cond delay="0"/>
                                  </p:stCondLst>
                                  <p:childTnLst>
                                    <p:set>
                                      <p:cBhvr>
                                        <p:cTn id="37" dur="1" fill="hold">
                                          <p:stCondLst>
                                            <p:cond delay="0"/>
                                          </p:stCondLst>
                                        </p:cTn>
                                        <p:tgtEl>
                                          <p:spTgt spid="32"/>
                                        </p:tgtEl>
                                        <p:attrNameLst>
                                          <p:attrName>style.visibility</p:attrName>
                                        </p:attrNameLst>
                                      </p:cBhvr>
                                      <p:to>
                                        <p:strVal val="visible"/>
                                      </p:to>
                                    </p:set>
                                    <p:animEffect transition="in" filter="wipe(up)">
                                      <p:cBhvr>
                                        <p:cTn id="38" dur="1000"/>
                                        <p:tgtEl>
                                          <p:spTgt spid="32"/>
                                        </p:tgtEl>
                                      </p:cBhvr>
                                    </p:animEffect>
                                  </p:childTnLst>
                                </p:cTn>
                              </p:par>
                            </p:childTnLst>
                          </p:cTn>
                        </p:par>
                        <p:par>
                          <p:cTn id="39" fill="hold">
                            <p:stCondLst>
                              <p:cond delay="2000"/>
                            </p:stCondLst>
                            <p:childTnLst>
                              <p:par>
                                <p:cTn id="40" presetID="9" presetClass="entr" presetSubtype="0" fill="hold" grpId="0" nodeType="afterEffect">
                                  <p:stCondLst>
                                    <p:cond delay="0"/>
                                  </p:stCondLst>
                                  <p:childTnLst>
                                    <p:set>
                                      <p:cBhvr>
                                        <p:cTn id="41" dur="1" fill="hold">
                                          <p:stCondLst>
                                            <p:cond delay="0"/>
                                          </p:stCondLst>
                                        </p:cTn>
                                        <p:tgtEl>
                                          <p:spTgt spid="94"/>
                                        </p:tgtEl>
                                        <p:attrNameLst>
                                          <p:attrName>style.visibility</p:attrName>
                                        </p:attrNameLst>
                                      </p:cBhvr>
                                      <p:to>
                                        <p:strVal val="visible"/>
                                      </p:to>
                                    </p:set>
                                    <p:animEffect transition="in" filter="dissolve">
                                      <p:cBhvr>
                                        <p:cTn id="42" dur="500"/>
                                        <p:tgtEl>
                                          <p:spTgt spid="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 grpId="0" uiExpand="1" build="p"/>
      <p:bldP spid="89" grpId="0" uiExpand="1" build="p" autoUpdateAnimBg="0"/>
      <p:bldP spid="94" grpId="0" animBg="1"/>
      <p:bldP spid="32" grpId="0" animBg="1"/>
      <p:bldP spid="33" grpId="0" autoUpdateAnimBg="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2"/>
          <p:cNvSpPr txBox="1">
            <a:spLocks noChangeArrowheads="1"/>
          </p:cNvSpPr>
          <p:nvPr/>
        </p:nvSpPr>
        <p:spPr bwMode="auto">
          <a:xfrm>
            <a:off x="2074272" y="5727555"/>
            <a:ext cx="580691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gn="ctr" eaLnBrk="1" hangingPunct="1">
              <a:lnSpc>
                <a:spcPct val="100000"/>
              </a:lnSpc>
              <a:spcBef>
                <a:spcPct val="0"/>
              </a:spcBef>
              <a:spcAft>
                <a:spcPct val="0"/>
              </a:spcAft>
            </a:pPr>
            <a:r>
              <a:rPr kumimoji="1" lang="zh-CN" altLang="en-US" sz="4000" b="1" dirty="0">
                <a:solidFill>
                  <a:srgbClr val="000066"/>
                </a:solidFill>
                <a:latin typeface="黑体" pitchFamily="2" charset="-122"/>
                <a:ea typeface="黑体" pitchFamily="2" charset="-122"/>
              </a:rPr>
              <a:t>瑞典条分法</a:t>
            </a:r>
          </a:p>
        </p:txBody>
      </p:sp>
      <p:sp>
        <p:nvSpPr>
          <p:cNvPr id="3" name="Text Box 7"/>
          <p:cNvSpPr txBox="1">
            <a:spLocks noChangeArrowheads="1"/>
          </p:cNvSpPr>
          <p:nvPr/>
        </p:nvSpPr>
        <p:spPr bwMode="auto">
          <a:xfrm>
            <a:off x="0" y="0"/>
            <a:ext cx="5420412"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1800" b="1" kern="900" spc="130" dirty="0" smtClean="0">
                <a:solidFill>
                  <a:srgbClr val="000066"/>
                </a:solidFill>
                <a:ea typeface="黑体" panose="02010609060101010101" pitchFamily="49" charset="-122"/>
                <a:cs typeface="Times New Roman" panose="02020603050405020304" pitchFamily="18" charset="0"/>
              </a:rPr>
              <a:t>§7.3  </a:t>
            </a:r>
            <a:r>
              <a:rPr lang="zh-CN" altLang="en-US" sz="1800" b="1" kern="900" spc="130" dirty="0" smtClean="0">
                <a:solidFill>
                  <a:srgbClr val="000066"/>
                </a:solidFill>
                <a:ea typeface="黑体" panose="02010609060101010101" pitchFamily="49" charset="-122"/>
                <a:cs typeface="Times New Roman" panose="02020603050405020304" pitchFamily="18" charset="0"/>
              </a:rPr>
              <a:t>黏性</a:t>
            </a:r>
            <a:r>
              <a:rPr lang="zh-CN" altLang="en-US" sz="1800" b="1" kern="900" spc="130" dirty="0">
                <a:solidFill>
                  <a:srgbClr val="000066"/>
                </a:solidFill>
                <a:ea typeface="黑体" panose="02010609060101010101" pitchFamily="49" charset="-122"/>
                <a:cs typeface="Times New Roman" panose="02020603050405020304" pitchFamily="18" charset="0"/>
              </a:rPr>
              <a:t>土坡的稳定</a:t>
            </a:r>
            <a:r>
              <a:rPr lang="zh-CN" altLang="en-US" sz="1800" b="1" kern="900" spc="130" dirty="0" smtClean="0">
                <a:solidFill>
                  <a:srgbClr val="000066"/>
                </a:solidFill>
                <a:ea typeface="黑体" panose="02010609060101010101" pitchFamily="49" charset="-122"/>
                <a:cs typeface="Times New Roman" panose="02020603050405020304" pitchFamily="18" charset="0"/>
              </a:rPr>
              <a:t>分析 </a:t>
            </a:r>
            <a:r>
              <a:rPr lang="en-US" altLang="zh-CN" sz="1800" b="1" kern="900" spc="130" dirty="0" smtClean="0">
                <a:solidFill>
                  <a:srgbClr val="000066"/>
                </a:solidFill>
                <a:ea typeface="黑体" panose="02010609060101010101" pitchFamily="49" charset="-122"/>
                <a:cs typeface="Times New Roman" panose="02020603050405020304" pitchFamily="18" charset="0"/>
              </a:rPr>
              <a:t>- </a:t>
            </a:r>
            <a:r>
              <a:rPr lang="zh-CN" altLang="en-US" sz="1800" b="1" kern="900" spc="130" dirty="0" smtClean="0">
                <a:solidFill>
                  <a:srgbClr val="000066"/>
                </a:solidFill>
                <a:ea typeface="黑体" panose="02010609060101010101" pitchFamily="49" charset="-122"/>
                <a:cs typeface="Times New Roman" panose="02020603050405020304" pitchFamily="18" charset="0"/>
              </a:rPr>
              <a:t>瑞典</a:t>
            </a:r>
            <a:r>
              <a:rPr lang="zh-CN" altLang="en-US" sz="1800" b="1" kern="900" spc="130" dirty="0">
                <a:solidFill>
                  <a:srgbClr val="000066"/>
                </a:solidFill>
                <a:ea typeface="黑体" panose="02010609060101010101" pitchFamily="49" charset="-122"/>
                <a:cs typeface="Times New Roman" panose="02020603050405020304" pitchFamily="18" charset="0"/>
              </a:rPr>
              <a:t>条分</a:t>
            </a:r>
            <a:r>
              <a:rPr lang="zh-CN" altLang="en-US" sz="1800" b="1" kern="900" spc="130" dirty="0" smtClean="0">
                <a:solidFill>
                  <a:srgbClr val="000066"/>
                </a:solidFill>
                <a:ea typeface="黑体" panose="02010609060101010101" pitchFamily="49" charset="-122"/>
                <a:cs typeface="Times New Roman" panose="02020603050405020304" pitchFamily="18" charset="0"/>
              </a:rPr>
              <a:t>法</a:t>
            </a:r>
            <a:endParaRPr lang="zh-CN" altLang="en-US" sz="1800" b="1" kern="900" spc="130" dirty="0">
              <a:solidFill>
                <a:srgbClr val="000066"/>
              </a:solidFill>
              <a:ea typeface="黑体" panose="02010609060101010101" pitchFamily="49" charset="-122"/>
              <a:cs typeface="Times New Roman" panose="02020603050405020304" pitchFamily="18" charset="0"/>
            </a:endParaRPr>
          </a:p>
        </p:txBody>
      </p:sp>
      <p:grpSp>
        <p:nvGrpSpPr>
          <p:cNvPr id="4" name="组合 3"/>
          <p:cNvGrpSpPr/>
          <p:nvPr/>
        </p:nvGrpSpPr>
        <p:grpSpPr>
          <a:xfrm>
            <a:off x="305463" y="572494"/>
            <a:ext cx="1483580" cy="2139780"/>
            <a:chOff x="305463" y="575222"/>
            <a:chExt cx="1229032" cy="1772643"/>
          </a:xfrm>
        </p:grpSpPr>
        <p:pic>
          <p:nvPicPr>
            <p:cNvPr id="5" name="Picture 5" descr="H:\u=3220001674,313790389&amp;fm=200&amp;gp=0.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flipH="1">
              <a:off x="305463" y="575222"/>
              <a:ext cx="1229032" cy="1772643"/>
            </a:xfrm>
            <a:prstGeom prst="rect">
              <a:avLst/>
            </a:prstGeom>
            <a:noFill/>
            <a:extLst>
              <a:ext uri="{909E8E84-426E-40DD-AFC4-6F175D3DCCD1}">
                <a14:hiddenFill xmlns:a14="http://schemas.microsoft.com/office/drawing/2010/main">
                  <a:solidFill>
                    <a:srgbClr val="FFFFFF"/>
                  </a:solidFill>
                </a14:hiddenFill>
              </a:ext>
            </a:extLst>
          </p:spPr>
        </p:pic>
        <p:sp>
          <p:nvSpPr>
            <p:cNvPr id="6" name="矩形 5"/>
            <p:cNvSpPr/>
            <p:nvPr/>
          </p:nvSpPr>
          <p:spPr>
            <a:xfrm rot="2202951">
              <a:off x="932575" y="1143654"/>
              <a:ext cx="577930" cy="346812"/>
            </a:xfrm>
            <a:prstGeom prst="rect">
              <a:avLst/>
            </a:prstGeom>
          </p:spPr>
          <p:txBody>
            <a:bodyPr wrap="none">
              <a:spAutoFit/>
            </a:bodyPr>
            <a:lstStyle/>
            <a:p>
              <a:r>
                <a:rPr lang="zh-CN" altLang="en-US" sz="2000" b="1" dirty="0">
                  <a:solidFill>
                    <a:srgbClr val="A50021"/>
                  </a:solidFill>
                  <a:latin typeface="微软雅黑" panose="020B0503020204020204" pitchFamily="34" charset="-122"/>
                  <a:ea typeface="微软雅黑" panose="020B0503020204020204" pitchFamily="34" charset="-122"/>
                </a:rPr>
                <a:t>讨论</a:t>
              </a:r>
              <a:endParaRPr lang="zh-CN" altLang="en-US" sz="2000" dirty="0"/>
            </a:p>
          </p:txBody>
        </p:sp>
      </p:grpSp>
      <p:sp>
        <p:nvSpPr>
          <p:cNvPr id="7" name="Text Box 46"/>
          <p:cNvSpPr txBox="1">
            <a:spLocks noChangeArrowheads="1"/>
          </p:cNvSpPr>
          <p:nvPr/>
        </p:nvSpPr>
        <p:spPr bwMode="auto">
          <a:xfrm>
            <a:off x="2070101" y="697749"/>
            <a:ext cx="6858000" cy="18374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35000"/>
              </a:lnSpc>
              <a:spcBef>
                <a:spcPct val="0"/>
              </a:spcBef>
              <a:spcAft>
                <a:spcPct val="0"/>
              </a:spcAft>
            </a:pPr>
            <a:r>
              <a:rPr lang="zh-CN" altLang="en-US" sz="2800" b="1" dirty="0" smtClean="0">
                <a:solidFill>
                  <a:srgbClr val="000066"/>
                </a:solidFill>
                <a:ea typeface="幼圆" panose="02010509060101010101" pitchFamily="49" charset="-122"/>
                <a:cs typeface="Times New Roman" panose="02020603050405020304" pitchFamily="18" charset="0"/>
              </a:rPr>
              <a:t>在土坡的许多稳定分析方法中，假设滑动面为圆弧。这个假设被认为会使得所得到的安全系数 </a:t>
            </a:r>
            <a:r>
              <a:rPr lang="en-US" altLang="zh-CN" sz="2800" b="1" i="1" dirty="0">
                <a:solidFill>
                  <a:srgbClr val="000066"/>
                </a:solidFill>
                <a:ea typeface="幼圆" panose="02010509060101010101" pitchFamily="49" charset="-122"/>
                <a:cs typeface="Times New Roman" panose="02020603050405020304" pitchFamily="18" charset="0"/>
              </a:rPr>
              <a:t>F</a:t>
            </a:r>
            <a:r>
              <a:rPr lang="en-US" altLang="zh-CN" sz="2800" b="1" baseline="-25000" dirty="0">
                <a:solidFill>
                  <a:srgbClr val="000066"/>
                </a:solidFill>
                <a:ea typeface="幼圆" panose="02010509060101010101" pitchFamily="49" charset="-122"/>
                <a:cs typeface="Times New Roman" panose="02020603050405020304" pitchFamily="18" charset="0"/>
              </a:rPr>
              <a:t>s</a:t>
            </a:r>
            <a:r>
              <a:rPr lang="en-US" altLang="zh-CN" sz="2800" b="1" dirty="0">
                <a:solidFill>
                  <a:srgbClr val="000066"/>
                </a:solidFill>
                <a:ea typeface="幼圆" panose="02010509060101010101" pitchFamily="49" charset="-122"/>
                <a:cs typeface="Times New Roman" panose="02020603050405020304" pitchFamily="18" charset="0"/>
              </a:rPr>
              <a:t> </a:t>
            </a:r>
            <a:r>
              <a:rPr lang="zh-CN" altLang="en-US" sz="2800" b="1" dirty="0">
                <a:solidFill>
                  <a:srgbClr val="000066"/>
                </a:solidFill>
                <a:ea typeface="幼圆" panose="02010509060101010101" pitchFamily="49" charset="-122"/>
                <a:cs typeface="Times New Roman" panose="02020603050405020304" pitchFamily="18" charset="0"/>
              </a:rPr>
              <a:t>偏</a:t>
            </a:r>
            <a:r>
              <a:rPr lang="zh-CN" altLang="en-US" sz="2800" b="1" dirty="0" smtClean="0">
                <a:solidFill>
                  <a:srgbClr val="000066"/>
                </a:solidFill>
                <a:ea typeface="幼圆" panose="02010509060101010101" pitchFamily="49" charset="-122"/>
                <a:cs typeface="Times New Roman" panose="02020603050405020304" pitchFamily="18" charset="0"/>
              </a:rPr>
              <a:t>大，为什么</a:t>
            </a:r>
            <a:r>
              <a:rPr lang="zh-CN" altLang="en-US" sz="2800" b="1" dirty="0" smtClean="0">
                <a:solidFill>
                  <a:srgbClr val="A50021"/>
                </a:solidFill>
                <a:latin typeface="微软雅黑" panose="020B0503020204020204" pitchFamily="34" charset="-122"/>
                <a:ea typeface="微软雅黑" panose="020B0503020204020204" pitchFamily="34" charset="-122"/>
              </a:rPr>
              <a:t>？</a:t>
            </a:r>
            <a:endParaRPr lang="zh-CN" altLang="en-US" sz="2800" b="1" dirty="0">
              <a:solidFill>
                <a:srgbClr val="A5002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095172020"/>
      </p:ext>
    </p:extLst>
  </p:cSld>
  <p:clrMapOvr>
    <a:masterClrMapping/>
  </p:clrMapOvr>
  <p:transition spd="med">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childTnLst>
                                </p:cTn>
                              </p:par>
                            </p:childTnLst>
                          </p:cTn>
                        </p:par>
                        <p:par>
                          <p:cTn id="9" fill="hold">
                            <p:stCondLst>
                              <p:cond delay="500"/>
                            </p:stCondLst>
                            <p:childTnLst>
                              <p:par>
                                <p:cTn id="10" presetID="22" presetClass="entr" presetSubtype="8" fill="hold" grpId="0" nodeType="after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left)">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2"/>
          <p:cNvSpPr txBox="1">
            <a:spLocks noChangeArrowheads="1"/>
          </p:cNvSpPr>
          <p:nvPr/>
        </p:nvSpPr>
        <p:spPr bwMode="auto">
          <a:xfrm>
            <a:off x="2074272" y="5727555"/>
            <a:ext cx="580691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gn="ctr" eaLnBrk="1" hangingPunct="1">
              <a:lnSpc>
                <a:spcPct val="100000"/>
              </a:lnSpc>
              <a:spcBef>
                <a:spcPct val="0"/>
              </a:spcBef>
              <a:spcAft>
                <a:spcPct val="0"/>
              </a:spcAft>
            </a:pPr>
            <a:r>
              <a:rPr kumimoji="1" lang="zh-CN" altLang="en-US" sz="4000" b="1" dirty="0">
                <a:solidFill>
                  <a:srgbClr val="000066"/>
                </a:solidFill>
                <a:latin typeface="黑体" pitchFamily="2" charset="-122"/>
                <a:ea typeface="黑体" pitchFamily="2" charset="-122"/>
              </a:rPr>
              <a:t>瑞典条分法</a:t>
            </a:r>
          </a:p>
        </p:txBody>
      </p:sp>
      <p:sp>
        <p:nvSpPr>
          <p:cNvPr id="3" name="Text Box 7"/>
          <p:cNvSpPr txBox="1">
            <a:spLocks noChangeArrowheads="1"/>
          </p:cNvSpPr>
          <p:nvPr/>
        </p:nvSpPr>
        <p:spPr bwMode="auto">
          <a:xfrm>
            <a:off x="0" y="0"/>
            <a:ext cx="5420412"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1800" b="1" kern="900" spc="130" dirty="0" smtClean="0">
                <a:solidFill>
                  <a:srgbClr val="000066"/>
                </a:solidFill>
                <a:ea typeface="黑体" panose="02010609060101010101" pitchFamily="49" charset="-122"/>
                <a:cs typeface="Times New Roman" panose="02020603050405020304" pitchFamily="18" charset="0"/>
              </a:rPr>
              <a:t>§7.3  </a:t>
            </a:r>
            <a:r>
              <a:rPr lang="zh-CN" altLang="en-US" sz="1800" b="1" kern="900" spc="130" dirty="0" smtClean="0">
                <a:solidFill>
                  <a:srgbClr val="000066"/>
                </a:solidFill>
                <a:ea typeface="黑体" panose="02010609060101010101" pitchFamily="49" charset="-122"/>
                <a:cs typeface="Times New Roman" panose="02020603050405020304" pitchFamily="18" charset="0"/>
              </a:rPr>
              <a:t>黏性</a:t>
            </a:r>
            <a:r>
              <a:rPr lang="zh-CN" altLang="en-US" sz="1800" b="1" kern="900" spc="130" dirty="0">
                <a:solidFill>
                  <a:srgbClr val="000066"/>
                </a:solidFill>
                <a:ea typeface="黑体" panose="02010609060101010101" pitchFamily="49" charset="-122"/>
                <a:cs typeface="Times New Roman" panose="02020603050405020304" pitchFamily="18" charset="0"/>
              </a:rPr>
              <a:t>土坡的稳定</a:t>
            </a:r>
            <a:r>
              <a:rPr lang="zh-CN" altLang="en-US" sz="1800" b="1" kern="900" spc="130" dirty="0" smtClean="0">
                <a:solidFill>
                  <a:srgbClr val="000066"/>
                </a:solidFill>
                <a:ea typeface="黑体" panose="02010609060101010101" pitchFamily="49" charset="-122"/>
                <a:cs typeface="Times New Roman" panose="02020603050405020304" pitchFamily="18" charset="0"/>
              </a:rPr>
              <a:t>分析 </a:t>
            </a:r>
            <a:r>
              <a:rPr lang="en-US" altLang="zh-CN" sz="1800" b="1" kern="900" spc="130" dirty="0" smtClean="0">
                <a:solidFill>
                  <a:srgbClr val="000066"/>
                </a:solidFill>
                <a:ea typeface="黑体" panose="02010609060101010101" pitchFamily="49" charset="-122"/>
                <a:cs typeface="Times New Roman" panose="02020603050405020304" pitchFamily="18" charset="0"/>
              </a:rPr>
              <a:t>- </a:t>
            </a:r>
            <a:r>
              <a:rPr lang="zh-CN" altLang="en-US" sz="1800" b="1" kern="900" spc="130" dirty="0" smtClean="0">
                <a:solidFill>
                  <a:srgbClr val="000066"/>
                </a:solidFill>
                <a:ea typeface="黑体" panose="02010609060101010101" pitchFamily="49" charset="-122"/>
                <a:cs typeface="Times New Roman" panose="02020603050405020304" pitchFamily="18" charset="0"/>
              </a:rPr>
              <a:t>瑞典</a:t>
            </a:r>
            <a:r>
              <a:rPr lang="zh-CN" altLang="en-US" sz="1800" b="1" kern="900" spc="130" dirty="0">
                <a:solidFill>
                  <a:srgbClr val="000066"/>
                </a:solidFill>
                <a:ea typeface="黑体" panose="02010609060101010101" pitchFamily="49" charset="-122"/>
                <a:cs typeface="Times New Roman" panose="02020603050405020304" pitchFamily="18" charset="0"/>
              </a:rPr>
              <a:t>条分</a:t>
            </a:r>
            <a:r>
              <a:rPr lang="zh-CN" altLang="en-US" sz="1800" b="1" kern="900" spc="130" dirty="0" smtClean="0">
                <a:solidFill>
                  <a:srgbClr val="000066"/>
                </a:solidFill>
                <a:ea typeface="黑体" panose="02010609060101010101" pitchFamily="49" charset="-122"/>
                <a:cs typeface="Times New Roman" panose="02020603050405020304" pitchFamily="18" charset="0"/>
              </a:rPr>
              <a:t>法</a:t>
            </a:r>
            <a:endParaRPr lang="zh-CN" altLang="en-US" sz="1800" b="1" kern="900" spc="130" dirty="0">
              <a:solidFill>
                <a:srgbClr val="000066"/>
              </a:solidFill>
              <a:ea typeface="黑体" panose="02010609060101010101" pitchFamily="49" charset="-122"/>
              <a:cs typeface="Times New Roman" panose="02020603050405020304" pitchFamily="18" charset="0"/>
            </a:endParaRPr>
          </a:p>
        </p:txBody>
      </p:sp>
      <p:grpSp>
        <p:nvGrpSpPr>
          <p:cNvPr id="4" name="组合 3"/>
          <p:cNvGrpSpPr/>
          <p:nvPr/>
        </p:nvGrpSpPr>
        <p:grpSpPr>
          <a:xfrm>
            <a:off x="305463" y="572494"/>
            <a:ext cx="1483580" cy="2139780"/>
            <a:chOff x="305463" y="575222"/>
            <a:chExt cx="1229032" cy="1772643"/>
          </a:xfrm>
        </p:grpSpPr>
        <p:pic>
          <p:nvPicPr>
            <p:cNvPr id="5" name="Picture 5" descr="H:\u=3220001674,313790389&amp;fm=200&amp;gp=0.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305463" y="575222"/>
              <a:ext cx="1229032" cy="1772643"/>
            </a:xfrm>
            <a:prstGeom prst="rect">
              <a:avLst/>
            </a:prstGeom>
            <a:noFill/>
            <a:extLst>
              <a:ext uri="{909E8E84-426E-40DD-AFC4-6F175D3DCCD1}">
                <a14:hiddenFill xmlns:a14="http://schemas.microsoft.com/office/drawing/2010/main">
                  <a:solidFill>
                    <a:srgbClr val="FFFFFF"/>
                  </a:solidFill>
                </a14:hiddenFill>
              </a:ext>
            </a:extLst>
          </p:spPr>
        </p:pic>
        <p:sp>
          <p:nvSpPr>
            <p:cNvPr id="6" name="矩形 5"/>
            <p:cNvSpPr/>
            <p:nvPr/>
          </p:nvSpPr>
          <p:spPr>
            <a:xfrm rot="2202951">
              <a:off x="932575" y="1143654"/>
              <a:ext cx="577930" cy="346812"/>
            </a:xfrm>
            <a:prstGeom prst="rect">
              <a:avLst/>
            </a:prstGeom>
          </p:spPr>
          <p:txBody>
            <a:bodyPr wrap="none">
              <a:spAutoFit/>
            </a:bodyPr>
            <a:lstStyle/>
            <a:p>
              <a:r>
                <a:rPr lang="zh-CN" altLang="en-US" sz="2000" b="1" dirty="0">
                  <a:solidFill>
                    <a:srgbClr val="A50021"/>
                  </a:solidFill>
                  <a:latin typeface="微软雅黑" panose="020B0503020204020204" pitchFamily="34" charset="-122"/>
                  <a:ea typeface="微软雅黑" panose="020B0503020204020204" pitchFamily="34" charset="-122"/>
                </a:rPr>
                <a:t>讨论</a:t>
              </a:r>
              <a:endParaRPr lang="zh-CN" altLang="en-US" sz="2000" dirty="0"/>
            </a:p>
          </p:txBody>
        </p:sp>
      </p:grpSp>
      <p:sp>
        <p:nvSpPr>
          <p:cNvPr id="7" name="Text Box 46"/>
          <p:cNvSpPr txBox="1">
            <a:spLocks noChangeArrowheads="1"/>
          </p:cNvSpPr>
          <p:nvPr/>
        </p:nvSpPr>
        <p:spPr bwMode="auto">
          <a:xfrm>
            <a:off x="2070101" y="697749"/>
            <a:ext cx="6858000" cy="18374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35000"/>
              </a:lnSpc>
              <a:spcBef>
                <a:spcPct val="0"/>
              </a:spcBef>
              <a:spcAft>
                <a:spcPct val="0"/>
              </a:spcAft>
            </a:pPr>
            <a:r>
              <a:rPr lang="zh-CN" altLang="en-US" sz="2800" b="1" dirty="0" smtClean="0">
                <a:solidFill>
                  <a:srgbClr val="000066"/>
                </a:solidFill>
                <a:ea typeface="幼圆" panose="02010509060101010101" pitchFamily="49" charset="-122"/>
                <a:cs typeface="Times New Roman" panose="02020603050405020304" pitchFamily="18" charset="0"/>
              </a:rPr>
              <a:t>在土坡的许多稳定分析方法中，假设滑动面为圆弧。这个假设被认为会使得所得到的安全系数 </a:t>
            </a:r>
            <a:r>
              <a:rPr lang="en-US" altLang="zh-CN" sz="2800" b="1" i="1" dirty="0">
                <a:solidFill>
                  <a:srgbClr val="000066"/>
                </a:solidFill>
                <a:ea typeface="幼圆" panose="02010509060101010101" pitchFamily="49" charset="-122"/>
                <a:cs typeface="Times New Roman" panose="02020603050405020304" pitchFamily="18" charset="0"/>
              </a:rPr>
              <a:t>F</a:t>
            </a:r>
            <a:r>
              <a:rPr lang="en-US" altLang="zh-CN" sz="2800" b="1" baseline="-25000" dirty="0">
                <a:solidFill>
                  <a:srgbClr val="000066"/>
                </a:solidFill>
                <a:ea typeface="幼圆" panose="02010509060101010101" pitchFamily="49" charset="-122"/>
                <a:cs typeface="Times New Roman" panose="02020603050405020304" pitchFamily="18" charset="0"/>
              </a:rPr>
              <a:t>s</a:t>
            </a:r>
            <a:r>
              <a:rPr lang="en-US" altLang="zh-CN" sz="2800" b="1" dirty="0">
                <a:solidFill>
                  <a:srgbClr val="000066"/>
                </a:solidFill>
                <a:ea typeface="幼圆" panose="02010509060101010101" pitchFamily="49" charset="-122"/>
                <a:cs typeface="Times New Roman" panose="02020603050405020304" pitchFamily="18" charset="0"/>
              </a:rPr>
              <a:t> </a:t>
            </a:r>
            <a:r>
              <a:rPr lang="zh-CN" altLang="en-US" sz="2800" b="1" dirty="0">
                <a:solidFill>
                  <a:srgbClr val="000066"/>
                </a:solidFill>
                <a:ea typeface="幼圆" panose="02010509060101010101" pitchFamily="49" charset="-122"/>
                <a:cs typeface="Times New Roman" panose="02020603050405020304" pitchFamily="18" charset="0"/>
              </a:rPr>
              <a:t>偏</a:t>
            </a:r>
            <a:r>
              <a:rPr lang="zh-CN" altLang="en-US" sz="2800" b="1" dirty="0" smtClean="0">
                <a:solidFill>
                  <a:srgbClr val="000066"/>
                </a:solidFill>
                <a:ea typeface="幼圆" panose="02010509060101010101" pitchFamily="49" charset="-122"/>
                <a:cs typeface="Times New Roman" panose="02020603050405020304" pitchFamily="18" charset="0"/>
              </a:rPr>
              <a:t>大，为何</a:t>
            </a:r>
            <a:r>
              <a:rPr lang="zh-CN" altLang="en-US" sz="2800" b="1" dirty="0" smtClean="0">
                <a:solidFill>
                  <a:srgbClr val="A50021"/>
                </a:solidFill>
                <a:latin typeface="微软雅黑" panose="020B0503020204020204" pitchFamily="34" charset="-122"/>
                <a:ea typeface="微软雅黑" panose="020B0503020204020204" pitchFamily="34" charset="-122"/>
              </a:rPr>
              <a:t>？</a:t>
            </a:r>
            <a:endParaRPr lang="zh-CN" altLang="en-US" sz="2800" b="1" dirty="0">
              <a:solidFill>
                <a:srgbClr val="A50021"/>
              </a:solidFill>
              <a:latin typeface="微软雅黑" panose="020B0503020204020204" pitchFamily="34" charset="-122"/>
              <a:ea typeface="微软雅黑" panose="020B0503020204020204" pitchFamily="34" charset="-122"/>
            </a:endParaRPr>
          </a:p>
        </p:txBody>
      </p:sp>
      <p:sp>
        <p:nvSpPr>
          <p:cNvPr id="8" name="Text Box 4"/>
          <p:cNvSpPr txBox="1">
            <a:spLocks noChangeArrowheads="1"/>
          </p:cNvSpPr>
          <p:nvPr/>
        </p:nvSpPr>
        <p:spPr bwMode="auto">
          <a:xfrm>
            <a:off x="906065" y="3141663"/>
            <a:ext cx="7958535" cy="20012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444500" indent="-444500" eaLnBrk="1" hangingPunct="1">
              <a:lnSpc>
                <a:spcPct val="120000"/>
              </a:lnSpc>
              <a:spcBef>
                <a:spcPts val="300"/>
              </a:spcBef>
              <a:spcAft>
                <a:spcPts val="0"/>
              </a:spcAft>
              <a:buClr>
                <a:srgbClr val="A50021"/>
              </a:buClr>
              <a:buSzPct val="130000"/>
              <a:buFont typeface="Wingdings" panose="05000000000000000000" pitchFamily="2" charset="2"/>
              <a:buChar char="F"/>
            </a:pPr>
            <a:r>
              <a:rPr lang="zh-CN" altLang="en-US" sz="2400" b="1" dirty="0" smtClean="0">
                <a:solidFill>
                  <a:srgbClr val="000066"/>
                </a:solidFill>
                <a:ea typeface="幼圆" pitchFamily="49" charset="-122"/>
              </a:rPr>
              <a:t>满足极限平衡条件前提下，求</a:t>
            </a:r>
            <a:r>
              <a:rPr lang="en-US" altLang="zh-CN" sz="2400" b="1" i="1" dirty="0" smtClean="0">
                <a:solidFill>
                  <a:srgbClr val="000066"/>
                </a:solidFill>
                <a:ea typeface="幼圆" panose="02010509060101010101" pitchFamily="49" charset="-122"/>
                <a:cs typeface="Times New Roman" panose="02020603050405020304" pitchFamily="18" charset="0"/>
              </a:rPr>
              <a:t>F</a:t>
            </a:r>
            <a:r>
              <a:rPr lang="en-US" altLang="zh-CN" sz="2400" b="1" baseline="-25000" dirty="0" smtClean="0">
                <a:solidFill>
                  <a:srgbClr val="000066"/>
                </a:solidFill>
                <a:ea typeface="幼圆" panose="02010509060101010101" pitchFamily="49" charset="-122"/>
                <a:cs typeface="Times New Roman" panose="02020603050405020304" pitchFamily="18" charset="0"/>
              </a:rPr>
              <a:t>s</a:t>
            </a:r>
            <a:r>
              <a:rPr lang="zh-CN" altLang="en-US" sz="2400" b="1" dirty="0" smtClean="0">
                <a:solidFill>
                  <a:srgbClr val="000066"/>
                </a:solidFill>
                <a:ea typeface="幼圆" pitchFamily="49" charset="-122"/>
              </a:rPr>
              <a:t>极小值的问题</a:t>
            </a:r>
            <a:endParaRPr lang="en-US" altLang="zh-CN" sz="2400" b="1" dirty="0" smtClean="0">
              <a:solidFill>
                <a:srgbClr val="000066"/>
              </a:solidFill>
              <a:ea typeface="幼圆" pitchFamily="49" charset="-122"/>
            </a:endParaRPr>
          </a:p>
          <a:p>
            <a:pPr marL="444500" indent="-444500" eaLnBrk="1" hangingPunct="1">
              <a:lnSpc>
                <a:spcPct val="130000"/>
              </a:lnSpc>
              <a:spcBef>
                <a:spcPts val="300"/>
              </a:spcBef>
              <a:spcAft>
                <a:spcPts val="0"/>
              </a:spcAft>
              <a:buClr>
                <a:srgbClr val="A50021"/>
              </a:buClr>
              <a:buSzPct val="130000"/>
              <a:buFont typeface="Wingdings" panose="05000000000000000000" pitchFamily="2" charset="2"/>
              <a:buChar char="F"/>
            </a:pPr>
            <a:r>
              <a:rPr lang="zh-CN" altLang="en-US" sz="2400" b="1" dirty="0">
                <a:solidFill>
                  <a:srgbClr val="000066"/>
                </a:solidFill>
                <a:ea typeface="幼圆" pitchFamily="49" charset="-122"/>
              </a:rPr>
              <a:t>假定滑动面为</a:t>
            </a:r>
            <a:r>
              <a:rPr lang="zh-CN" altLang="en-US" sz="2400" b="1" dirty="0" smtClean="0">
                <a:solidFill>
                  <a:srgbClr val="000066"/>
                </a:solidFill>
                <a:ea typeface="幼圆" pitchFamily="49" charset="-122"/>
              </a:rPr>
              <a:t>圆弧，实际上是限定仅在一部分可能的滑裂面中搜索极小值</a:t>
            </a:r>
            <a:endParaRPr lang="en-US" altLang="zh-CN" sz="2400" b="1" dirty="0" smtClean="0">
              <a:solidFill>
                <a:srgbClr val="000066"/>
              </a:solidFill>
              <a:ea typeface="幼圆" pitchFamily="49" charset="-122"/>
            </a:endParaRPr>
          </a:p>
          <a:p>
            <a:pPr marL="444500" indent="-444500" eaLnBrk="1" hangingPunct="1">
              <a:lnSpc>
                <a:spcPct val="130000"/>
              </a:lnSpc>
              <a:spcBef>
                <a:spcPts val="300"/>
              </a:spcBef>
              <a:spcAft>
                <a:spcPts val="0"/>
              </a:spcAft>
              <a:buClr>
                <a:srgbClr val="A50021"/>
              </a:buClr>
              <a:buSzPct val="130000"/>
              <a:buFont typeface="Wingdings" panose="05000000000000000000" pitchFamily="2" charset="2"/>
              <a:buChar char="F"/>
            </a:pPr>
            <a:r>
              <a:rPr lang="zh-CN" altLang="en-US" sz="2400" b="1" dirty="0" smtClean="0">
                <a:solidFill>
                  <a:srgbClr val="000066"/>
                </a:solidFill>
                <a:ea typeface="幼圆" pitchFamily="49" charset="-122"/>
              </a:rPr>
              <a:t>当实际滑裂面不是圆弧时，所得结果不是真正最小值。</a:t>
            </a:r>
            <a:endParaRPr lang="en-US" altLang="zh-CN" sz="2400" b="1" dirty="0" smtClean="0">
              <a:solidFill>
                <a:srgbClr val="000066"/>
              </a:solidFill>
              <a:ea typeface="幼圆" pitchFamily="49" charset="-122"/>
            </a:endParaRPr>
          </a:p>
        </p:txBody>
      </p:sp>
    </p:spTree>
    <p:extLst>
      <p:ext uri="{BB962C8B-B14F-4D97-AF65-F5344CB8AC3E}">
        <p14:creationId xmlns:p14="http://schemas.microsoft.com/office/powerpoint/2010/main" val="1153108193"/>
      </p:ext>
    </p:extLst>
  </p:cSld>
  <p:clrMapOvr>
    <a:masterClrMapping/>
  </p:clrMapOvr>
  <p:transition spd="med">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childTnLst>
                                </p:cTn>
                              </p:par>
                            </p:childTnLst>
                          </p:cTn>
                        </p:par>
                        <p:par>
                          <p:cTn id="9" fill="hold">
                            <p:stCondLst>
                              <p:cond delay="500"/>
                            </p:stCondLst>
                            <p:childTnLst>
                              <p:par>
                                <p:cTn id="10" presetID="22" presetClass="entr" presetSubtype="8" fill="hold" grpId="0" nodeType="after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left)">
                                      <p:cBhvr>
                                        <p:cTn id="12" dur="500"/>
                                        <p:tgtEl>
                                          <p:spTgt spid="7"/>
                                        </p:tgtEl>
                                      </p:cBhvr>
                                    </p:animEffect>
                                  </p:childTnLst>
                                </p:cTn>
                              </p:par>
                            </p:childTnLst>
                          </p:cTn>
                        </p:par>
                        <p:par>
                          <p:cTn id="13" fill="hold">
                            <p:stCondLst>
                              <p:cond delay="1000"/>
                            </p:stCondLst>
                            <p:childTnLst>
                              <p:par>
                                <p:cTn id="14" presetID="22" presetClass="entr" presetSubtype="8" fill="hold" grpId="0" nodeType="afterEffect">
                                  <p:stCondLst>
                                    <p:cond delay="0"/>
                                  </p:stCondLst>
                                  <p:childTnLst>
                                    <p:set>
                                      <p:cBhvr>
                                        <p:cTn id="15" dur="1" fill="hold">
                                          <p:stCondLst>
                                            <p:cond delay="0"/>
                                          </p:stCondLst>
                                        </p:cTn>
                                        <p:tgtEl>
                                          <p:spTgt spid="8">
                                            <p:txEl>
                                              <p:pRg st="0" end="0"/>
                                            </p:txEl>
                                          </p:spTgt>
                                        </p:tgtEl>
                                        <p:attrNameLst>
                                          <p:attrName>style.visibility</p:attrName>
                                        </p:attrNameLst>
                                      </p:cBhvr>
                                      <p:to>
                                        <p:strVal val="visible"/>
                                      </p:to>
                                    </p:set>
                                    <p:animEffect transition="in" filter="wipe(left)">
                                      <p:cBhvr>
                                        <p:cTn id="16" dur="1000"/>
                                        <p:tgtEl>
                                          <p:spTgt spid="8">
                                            <p:txEl>
                                              <p:pRg st="0" end="0"/>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8">
                                            <p:txEl>
                                              <p:pRg st="1" end="1"/>
                                            </p:txEl>
                                          </p:spTgt>
                                        </p:tgtEl>
                                        <p:attrNameLst>
                                          <p:attrName>style.visibility</p:attrName>
                                        </p:attrNameLst>
                                      </p:cBhvr>
                                      <p:to>
                                        <p:strVal val="visible"/>
                                      </p:to>
                                    </p:set>
                                    <p:animEffect transition="in" filter="wipe(left)">
                                      <p:cBhvr>
                                        <p:cTn id="21" dur="1000"/>
                                        <p:tgtEl>
                                          <p:spTgt spid="8">
                                            <p:txEl>
                                              <p:pRg st="1" end="1"/>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8">
                                            <p:txEl>
                                              <p:pRg st="2" end="2"/>
                                            </p:txEl>
                                          </p:spTgt>
                                        </p:tgtEl>
                                        <p:attrNameLst>
                                          <p:attrName>style.visibility</p:attrName>
                                        </p:attrNameLst>
                                      </p:cBhvr>
                                      <p:to>
                                        <p:strVal val="visible"/>
                                      </p:to>
                                    </p:set>
                                    <p:animEffect transition="in" filter="wipe(left)">
                                      <p:cBhvr>
                                        <p:cTn id="26" dur="1000"/>
                                        <p:tgtEl>
                                          <p:spTgt spid="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build="p"/>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3" name="Group 12"/>
          <p:cNvGrpSpPr>
            <a:grpSpLocks/>
          </p:cNvGrpSpPr>
          <p:nvPr/>
        </p:nvGrpSpPr>
        <p:grpSpPr bwMode="auto">
          <a:xfrm>
            <a:off x="8548092" y="1206734"/>
            <a:ext cx="410560" cy="57195"/>
            <a:chOff x="2274" y="1204"/>
            <a:chExt cx="270" cy="44"/>
          </a:xfrm>
        </p:grpSpPr>
        <p:sp>
          <p:nvSpPr>
            <p:cNvPr id="84" name="Line 13"/>
            <p:cNvSpPr>
              <a:spLocks noChangeShapeType="1"/>
            </p:cNvSpPr>
            <p:nvPr/>
          </p:nvSpPr>
          <p:spPr bwMode="auto">
            <a:xfrm flipH="1">
              <a:off x="2274" y="1210"/>
              <a:ext cx="28" cy="34"/>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7" name="Line 14"/>
            <p:cNvSpPr>
              <a:spLocks noChangeShapeType="1"/>
            </p:cNvSpPr>
            <p:nvPr/>
          </p:nvSpPr>
          <p:spPr bwMode="auto">
            <a:xfrm flipH="1">
              <a:off x="2304" y="1214"/>
              <a:ext cx="34" cy="34"/>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9" name="Line 15"/>
            <p:cNvSpPr>
              <a:spLocks noChangeShapeType="1"/>
            </p:cNvSpPr>
            <p:nvPr/>
          </p:nvSpPr>
          <p:spPr bwMode="auto">
            <a:xfrm flipH="1">
              <a:off x="2346" y="1206"/>
              <a:ext cx="36" cy="42"/>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0" name="Line 16"/>
            <p:cNvSpPr>
              <a:spLocks noChangeShapeType="1"/>
            </p:cNvSpPr>
            <p:nvPr/>
          </p:nvSpPr>
          <p:spPr bwMode="auto">
            <a:xfrm>
              <a:off x="2376" y="1206"/>
              <a:ext cx="40" cy="38"/>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1" name="Line 17"/>
            <p:cNvSpPr>
              <a:spLocks noChangeShapeType="1"/>
            </p:cNvSpPr>
            <p:nvPr/>
          </p:nvSpPr>
          <p:spPr bwMode="auto">
            <a:xfrm>
              <a:off x="2420" y="1210"/>
              <a:ext cx="40" cy="34"/>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2" name="Line 18"/>
            <p:cNvSpPr>
              <a:spLocks noChangeShapeType="1"/>
            </p:cNvSpPr>
            <p:nvPr/>
          </p:nvSpPr>
          <p:spPr bwMode="auto">
            <a:xfrm flipV="1">
              <a:off x="2460" y="1204"/>
              <a:ext cx="46" cy="42"/>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3" name="Line 19"/>
            <p:cNvSpPr>
              <a:spLocks noChangeShapeType="1"/>
            </p:cNvSpPr>
            <p:nvPr/>
          </p:nvSpPr>
          <p:spPr bwMode="auto">
            <a:xfrm flipV="1">
              <a:off x="2512" y="1208"/>
              <a:ext cx="32" cy="36"/>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6"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52</a:t>
            </a:fld>
            <a:endParaRPr lang="zh-CN" altLang="en-US" dirty="0">
              <a:solidFill>
                <a:srgbClr val="C00000"/>
              </a:solidFill>
            </a:endParaRPr>
          </a:p>
        </p:txBody>
      </p:sp>
      <p:sp>
        <p:nvSpPr>
          <p:cNvPr id="61" name="Text Box 2"/>
          <p:cNvSpPr txBox="1">
            <a:spLocks noChangeArrowheads="1"/>
          </p:cNvSpPr>
          <p:nvPr/>
        </p:nvSpPr>
        <p:spPr bwMode="auto">
          <a:xfrm>
            <a:off x="2083325" y="5682288"/>
            <a:ext cx="580691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gn="ctr" eaLnBrk="1" hangingPunct="1">
              <a:lnSpc>
                <a:spcPct val="100000"/>
              </a:lnSpc>
              <a:spcBef>
                <a:spcPct val="0"/>
              </a:spcBef>
              <a:spcAft>
                <a:spcPct val="0"/>
              </a:spcAft>
            </a:pPr>
            <a:r>
              <a:rPr kumimoji="1" lang="zh-CN" altLang="en-US" sz="4000" b="1" dirty="0">
                <a:solidFill>
                  <a:srgbClr val="000066"/>
                </a:solidFill>
                <a:latin typeface="黑体" pitchFamily="2" charset="-122"/>
                <a:ea typeface="黑体" pitchFamily="2" charset="-122"/>
              </a:rPr>
              <a:t>简化毕肖甫法</a:t>
            </a:r>
          </a:p>
        </p:txBody>
      </p:sp>
      <p:sp>
        <p:nvSpPr>
          <p:cNvPr id="55" name="Text Box 7"/>
          <p:cNvSpPr txBox="1">
            <a:spLocks noChangeArrowheads="1"/>
          </p:cNvSpPr>
          <p:nvPr/>
        </p:nvSpPr>
        <p:spPr bwMode="auto">
          <a:xfrm>
            <a:off x="0" y="0"/>
            <a:ext cx="5420412"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1800" b="1" kern="900" spc="130" dirty="0" smtClean="0">
                <a:solidFill>
                  <a:srgbClr val="000066"/>
                </a:solidFill>
                <a:ea typeface="黑体" panose="02010609060101010101" pitchFamily="49" charset="-122"/>
                <a:cs typeface="Times New Roman" panose="02020603050405020304" pitchFamily="18" charset="0"/>
              </a:rPr>
              <a:t>§7.3  </a:t>
            </a:r>
            <a:r>
              <a:rPr lang="zh-CN" altLang="en-US" sz="1800" b="1" kern="900" spc="130" dirty="0" smtClean="0">
                <a:solidFill>
                  <a:srgbClr val="000066"/>
                </a:solidFill>
                <a:ea typeface="黑体" panose="02010609060101010101" pitchFamily="49" charset="-122"/>
                <a:cs typeface="Times New Roman" panose="02020603050405020304" pitchFamily="18" charset="0"/>
              </a:rPr>
              <a:t>黏性</a:t>
            </a:r>
            <a:r>
              <a:rPr lang="zh-CN" altLang="en-US" sz="1800" b="1" kern="900" spc="130" dirty="0">
                <a:solidFill>
                  <a:srgbClr val="000066"/>
                </a:solidFill>
                <a:ea typeface="黑体" panose="02010609060101010101" pitchFamily="49" charset="-122"/>
                <a:cs typeface="Times New Roman" panose="02020603050405020304" pitchFamily="18" charset="0"/>
              </a:rPr>
              <a:t>土坡的稳定</a:t>
            </a:r>
            <a:r>
              <a:rPr lang="zh-CN" altLang="en-US" sz="1800" b="1" kern="900" spc="130" dirty="0" smtClean="0">
                <a:solidFill>
                  <a:srgbClr val="000066"/>
                </a:solidFill>
                <a:ea typeface="黑体" panose="02010609060101010101" pitchFamily="49" charset="-122"/>
                <a:cs typeface="Times New Roman" panose="02020603050405020304" pitchFamily="18" charset="0"/>
              </a:rPr>
              <a:t>分析 </a:t>
            </a:r>
            <a:r>
              <a:rPr lang="en-US" altLang="zh-CN" sz="1800" b="1" kern="900" spc="130" dirty="0" smtClean="0">
                <a:solidFill>
                  <a:srgbClr val="000066"/>
                </a:solidFill>
                <a:ea typeface="黑体" panose="02010609060101010101" pitchFamily="49" charset="-122"/>
                <a:cs typeface="Times New Roman" panose="02020603050405020304" pitchFamily="18" charset="0"/>
              </a:rPr>
              <a:t>- </a:t>
            </a:r>
            <a:r>
              <a:rPr lang="zh-CN" altLang="en-US" sz="1800" b="1" kern="900" spc="130" dirty="0" smtClean="0">
                <a:solidFill>
                  <a:srgbClr val="000066"/>
                </a:solidFill>
                <a:ea typeface="黑体" panose="02010609060101010101" pitchFamily="49" charset="-122"/>
                <a:cs typeface="Times New Roman" panose="02020603050405020304" pitchFamily="18" charset="0"/>
              </a:rPr>
              <a:t>简化</a:t>
            </a:r>
            <a:r>
              <a:rPr lang="zh-CN" altLang="en-US" sz="1800" b="1" kern="900" spc="130" dirty="0">
                <a:solidFill>
                  <a:srgbClr val="000066"/>
                </a:solidFill>
                <a:ea typeface="黑体" panose="02010609060101010101" pitchFamily="49" charset="-122"/>
                <a:cs typeface="Times New Roman" panose="02020603050405020304" pitchFamily="18" charset="0"/>
              </a:rPr>
              <a:t>毕肖甫</a:t>
            </a:r>
            <a:r>
              <a:rPr lang="zh-CN" altLang="en-US" sz="1800" b="1" kern="900" spc="130" dirty="0" smtClean="0">
                <a:solidFill>
                  <a:srgbClr val="000066"/>
                </a:solidFill>
                <a:ea typeface="黑体" panose="02010609060101010101" pitchFamily="49" charset="-122"/>
                <a:cs typeface="Times New Roman" panose="02020603050405020304" pitchFamily="18" charset="0"/>
              </a:rPr>
              <a:t>法</a:t>
            </a:r>
            <a:endParaRPr lang="zh-CN" altLang="en-US" sz="1800" b="1" kern="900" spc="130" dirty="0">
              <a:solidFill>
                <a:srgbClr val="000066"/>
              </a:solidFill>
              <a:ea typeface="黑体" panose="02010609060101010101" pitchFamily="49" charset="-122"/>
              <a:cs typeface="Times New Roman" panose="02020603050405020304" pitchFamily="18" charset="0"/>
            </a:endParaRPr>
          </a:p>
        </p:txBody>
      </p:sp>
      <p:sp>
        <p:nvSpPr>
          <p:cNvPr id="219" name="Text Box 4"/>
          <p:cNvSpPr txBox="1">
            <a:spLocks noChangeArrowheads="1"/>
          </p:cNvSpPr>
          <p:nvPr/>
        </p:nvSpPr>
        <p:spPr bwMode="auto">
          <a:xfrm>
            <a:off x="356695" y="510630"/>
            <a:ext cx="2275187" cy="4977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358775" indent="-358775" eaLnBrk="1" hangingPunct="1">
              <a:lnSpc>
                <a:spcPct val="120000"/>
              </a:lnSpc>
              <a:spcBef>
                <a:spcPts val="600"/>
              </a:spcBef>
              <a:spcAft>
                <a:spcPts val="0"/>
              </a:spcAft>
              <a:buClr>
                <a:srgbClr val="A50021"/>
              </a:buClr>
              <a:buSzPct val="100000"/>
              <a:buFont typeface="Wingdings" panose="05000000000000000000" pitchFamily="2" charset="2"/>
              <a:buChar char="n"/>
            </a:pPr>
            <a:r>
              <a:rPr lang="zh-CN" altLang="en-US" sz="2400" b="1" dirty="0" smtClean="0">
                <a:solidFill>
                  <a:srgbClr val="A50021"/>
                </a:solidFill>
                <a:latin typeface="微软雅黑" panose="020B0503020204020204" pitchFamily="34" charset="-122"/>
                <a:ea typeface="微软雅黑" panose="020B0503020204020204" pitchFamily="34" charset="-122"/>
              </a:rPr>
              <a:t>基本假设：</a:t>
            </a:r>
            <a:endParaRPr lang="zh-CN" altLang="en-US" sz="2400" b="1" dirty="0">
              <a:solidFill>
                <a:srgbClr val="000066"/>
              </a:solidFill>
              <a:ea typeface="幼圆" pitchFamily="49" charset="-122"/>
            </a:endParaRPr>
          </a:p>
        </p:txBody>
      </p:sp>
      <p:sp>
        <p:nvSpPr>
          <p:cNvPr id="99" name="Text Box 4"/>
          <p:cNvSpPr txBox="1">
            <a:spLocks noChangeArrowheads="1"/>
          </p:cNvSpPr>
          <p:nvPr/>
        </p:nvSpPr>
        <p:spPr bwMode="auto">
          <a:xfrm>
            <a:off x="866774" y="961460"/>
            <a:ext cx="3482975" cy="1292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180975" indent="-180975" eaLnBrk="1" hangingPunct="1">
              <a:lnSpc>
                <a:spcPct val="130000"/>
              </a:lnSpc>
              <a:spcBef>
                <a:spcPts val="0"/>
              </a:spcBef>
              <a:spcAft>
                <a:spcPts val="0"/>
              </a:spcAft>
              <a:buClr>
                <a:srgbClr val="A50021"/>
              </a:buClr>
              <a:buSzPct val="130000"/>
              <a:buFont typeface="Arial" panose="020B0604020202020204" pitchFamily="34" charset="0"/>
              <a:buChar char="•"/>
            </a:pPr>
            <a:r>
              <a:rPr lang="zh-CN" altLang="en-US" sz="2000" b="1" dirty="0" smtClean="0">
                <a:solidFill>
                  <a:srgbClr val="000066"/>
                </a:solidFill>
                <a:ea typeface="幼圆" pitchFamily="49" charset="-122"/>
                <a:cs typeface="Times New Roman" panose="02020603050405020304" pitchFamily="18" charset="0"/>
              </a:rPr>
              <a:t>滑动面是一个圆弧面</a:t>
            </a:r>
            <a:endParaRPr lang="en-US" altLang="zh-CN" sz="2000" b="1" dirty="0" smtClean="0">
              <a:solidFill>
                <a:srgbClr val="000066"/>
              </a:solidFill>
              <a:ea typeface="幼圆" pitchFamily="49" charset="-122"/>
              <a:cs typeface="Times New Roman" panose="02020603050405020304" pitchFamily="18" charset="0"/>
            </a:endParaRPr>
          </a:p>
          <a:p>
            <a:pPr marL="180975" indent="-180975" eaLnBrk="1" hangingPunct="1">
              <a:lnSpc>
                <a:spcPct val="130000"/>
              </a:lnSpc>
              <a:spcBef>
                <a:spcPts val="0"/>
              </a:spcBef>
              <a:spcAft>
                <a:spcPts val="0"/>
              </a:spcAft>
              <a:buClr>
                <a:srgbClr val="A50021"/>
              </a:buClr>
              <a:buSzPct val="130000"/>
              <a:buFont typeface="Arial" panose="020B0604020202020204" pitchFamily="34" charset="0"/>
              <a:buChar char="•"/>
            </a:pPr>
            <a:r>
              <a:rPr lang="zh-CN" altLang="en-US" sz="2000" b="1" dirty="0" smtClean="0">
                <a:solidFill>
                  <a:srgbClr val="000066"/>
                </a:solidFill>
                <a:ea typeface="幼圆" pitchFamily="49" charset="-122"/>
                <a:cs typeface="Times New Roman" panose="02020603050405020304" pitchFamily="18" charset="0"/>
              </a:rPr>
              <a:t>条块间切向力可以忽略</a:t>
            </a:r>
            <a:endParaRPr lang="en-US" altLang="zh-CN" sz="2000" b="1" dirty="0" smtClean="0">
              <a:solidFill>
                <a:srgbClr val="000066"/>
              </a:solidFill>
              <a:ea typeface="幼圆" pitchFamily="49" charset="-122"/>
              <a:cs typeface="Times New Roman" panose="02020603050405020304" pitchFamily="18" charset="0"/>
            </a:endParaRPr>
          </a:p>
          <a:p>
            <a:pPr marL="180975" indent="-180975" eaLnBrk="1" hangingPunct="1">
              <a:lnSpc>
                <a:spcPct val="130000"/>
              </a:lnSpc>
              <a:spcBef>
                <a:spcPts val="0"/>
              </a:spcBef>
              <a:spcAft>
                <a:spcPts val="0"/>
              </a:spcAft>
              <a:buClr>
                <a:srgbClr val="A50021"/>
              </a:buClr>
              <a:buSzPct val="130000"/>
              <a:buFont typeface="Arial" panose="020B0604020202020204" pitchFamily="34" charset="0"/>
              <a:buChar char="•"/>
            </a:pPr>
            <a:r>
              <a:rPr lang="en-US" altLang="zh-CN" sz="2000" b="1" i="1" dirty="0" smtClean="0">
                <a:solidFill>
                  <a:srgbClr val="000066"/>
                </a:solidFill>
                <a:ea typeface="幼圆" pitchFamily="49" charset="-122"/>
                <a:cs typeface="Times New Roman" panose="02020603050405020304" pitchFamily="18" charset="0"/>
              </a:rPr>
              <a:t>W</a:t>
            </a:r>
            <a:r>
              <a:rPr lang="en-US" altLang="zh-CN" sz="2000" b="1" baseline="-25000" dirty="0" smtClean="0">
                <a:solidFill>
                  <a:srgbClr val="000066"/>
                </a:solidFill>
                <a:ea typeface="幼圆" pitchFamily="49" charset="-122"/>
                <a:cs typeface="Times New Roman" panose="02020603050405020304" pitchFamily="18" charset="0"/>
              </a:rPr>
              <a:t>i</a:t>
            </a:r>
            <a:r>
              <a:rPr lang="zh-CN" altLang="en-US" sz="2000" b="1" dirty="0" smtClean="0">
                <a:solidFill>
                  <a:srgbClr val="000066"/>
                </a:solidFill>
                <a:ea typeface="幼圆" pitchFamily="49" charset="-122"/>
                <a:cs typeface="Times New Roman" panose="02020603050405020304" pitchFamily="18" charset="0"/>
              </a:rPr>
              <a:t>和</a:t>
            </a:r>
            <a:r>
              <a:rPr lang="en-US" altLang="zh-CN" sz="2000" b="1" i="1" dirty="0" smtClean="0">
                <a:solidFill>
                  <a:srgbClr val="000066"/>
                </a:solidFill>
                <a:ea typeface="幼圆" pitchFamily="49" charset="-122"/>
                <a:cs typeface="Times New Roman" panose="02020603050405020304" pitchFamily="18" charset="0"/>
              </a:rPr>
              <a:t>N</a:t>
            </a:r>
            <a:r>
              <a:rPr lang="en-US" altLang="zh-CN" sz="2000" b="1" baseline="-25000" dirty="0" smtClean="0">
                <a:solidFill>
                  <a:srgbClr val="000066"/>
                </a:solidFill>
                <a:ea typeface="幼圆" pitchFamily="49" charset="-122"/>
                <a:cs typeface="Times New Roman" panose="02020603050405020304" pitchFamily="18" charset="0"/>
              </a:rPr>
              <a:t>i</a:t>
            </a:r>
            <a:r>
              <a:rPr lang="zh-CN" altLang="en-US" sz="2000" b="1" dirty="0" smtClean="0">
                <a:solidFill>
                  <a:srgbClr val="000066"/>
                </a:solidFill>
                <a:ea typeface="幼圆" pitchFamily="49" charset="-122"/>
                <a:cs typeface="Times New Roman" panose="02020603050405020304" pitchFamily="18" charset="0"/>
              </a:rPr>
              <a:t>作用在土条中线上</a:t>
            </a:r>
            <a:endParaRPr lang="en-US" altLang="zh-CN" sz="2000" b="1" dirty="0" smtClean="0">
              <a:solidFill>
                <a:srgbClr val="000066"/>
              </a:solidFill>
              <a:ea typeface="幼圆" pitchFamily="49" charset="-122"/>
              <a:cs typeface="Times New Roman" panose="02020603050405020304" pitchFamily="18" charset="0"/>
            </a:endParaRPr>
          </a:p>
        </p:txBody>
      </p:sp>
      <p:sp>
        <p:nvSpPr>
          <p:cNvPr id="34" name="任意多边形 33"/>
          <p:cNvSpPr/>
          <p:nvPr/>
        </p:nvSpPr>
        <p:spPr bwMode="auto">
          <a:xfrm>
            <a:off x="5536863" y="1205337"/>
            <a:ext cx="3116307" cy="1612402"/>
          </a:xfrm>
          <a:custGeom>
            <a:avLst/>
            <a:gdLst>
              <a:gd name="connsiteX0" fmla="*/ 0 w 3450692"/>
              <a:gd name="connsiteY0" fmla="*/ 1561822 h 1785416"/>
              <a:gd name="connsiteX1" fmla="*/ 313700 w 3450692"/>
              <a:gd name="connsiteY1" fmla="*/ 1561822 h 1785416"/>
              <a:gd name="connsiteX2" fmla="*/ 2833305 w 3450692"/>
              <a:gd name="connsiteY2" fmla="*/ 0 h 1785416"/>
              <a:gd name="connsiteX3" fmla="*/ 3450692 w 3450692"/>
              <a:gd name="connsiteY3" fmla="*/ 0 h 1785416"/>
              <a:gd name="connsiteX4" fmla="*/ 3310529 w 3450692"/>
              <a:gd name="connsiteY4" fmla="*/ 367095 h 1785416"/>
              <a:gd name="connsiteX5" fmla="*/ 3080260 w 3450692"/>
              <a:gd name="connsiteY5" fmla="*/ 760888 h 1785416"/>
              <a:gd name="connsiteX6" fmla="*/ 2746538 w 3450692"/>
              <a:gd name="connsiteY6" fmla="*/ 1131320 h 1785416"/>
              <a:gd name="connsiteX7" fmla="*/ 2312698 w 3450692"/>
              <a:gd name="connsiteY7" fmla="*/ 1461706 h 1785416"/>
              <a:gd name="connsiteX8" fmla="*/ 1908894 w 3450692"/>
              <a:gd name="connsiteY8" fmla="*/ 1641916 h 1785416"/>
              <a:gd name="connsiteX9" fmla="*/ 1578508 w 3450692"/>
              <a:gd name="connsiteY9" fmla="*/ 1738695 h 1785416"/>
              <a:gd name="connsiteX10" fmla="*/ 1261472 w 3450692"/>
              <a:gd name="connsiteY10" fmla="*/ 1778742 h 1785416"/>
              <a:gd name="connsiteX11" fmla="*/ 957784 w 3450692"/>
              <a:gd name="connsiteY11" fmla="*/ 1785416 h 1785416"/>
              <a:gd name="connsiteX12" fmla="*/ 660771 w 3450692"/>
              <a:gd name="connsiteY12" fmla="*/ 1755381 h 1785416"/>
              <a:gd name="connsiteX13" fmla="*/ 323711 w 3450692"/>
              <a:gd name="connsiteY13" fmla="*/ 1678625 h 1785416"/>
              <a:gd name="connsiteX14" fmla="*/ 0 w 3450692"/>
              <a:gd name="connsiteY14" fmla="*/ 1561822 h 1785416"/>
              <a:gd name="connsiteX0" fmla="*/ 0 w 3450692"/>
              <a:gd name="connsiteY0" fmla="*/ 1561822 h 1785416"/>
              <a:gd name="connsiteX1" fmla="*/ 313700 w 3450692"/>
              <a:gd name="connsiteY1" fmla="*/ 1561822 h 1785416"/>
              <a:gd name="connsiteX2" fmla="*/ 2833305 w 3450692"/>
              <a:gd name="connsiteY2" fmla="*/ 0 h 1785416"/>
              <a:gd name="connsiteX3" fmla="*/ 3450692 w 3450692"/>
              <a:gd name="connsiteY3" fmla="*/ 0 h 1785416"/>
              <a:gd name="connsiteX4" fmla="*/ 3310529 w 3450692"/>
              <a:gd name="connsiteY4" fmla="*/ 367095 h 1785416"/>
              <a:gd name="connsiteX5" fmla="*/ 3080260 w 3450692"/>
              <a:gd name="connsiteY5" fmla="*/ 760888 h 1785416"/>
              <a:gd name="connsiteX6" fmla="*/ 2746538 w 3450692"/>
              <a:gd name="connsiteY6" fmla="*/ 1131320 h 1785416"/>
              <a:gd name="connsiteX7" fmla="*/ 2312698 w 3450692"/>
              <a:gd name="connsiteY7" fmla="*/ 1461706 h 1785416"/>
              <a:gd name="connsiteX8" fmla="*/ 1908894 w 3450692"/>
              <a:gd name="connsiteY8" fmla="*/ 1641916 h 1785416"/>
              <a:gd name="connsiteX9" fmla="*/ 1578508 w 3450692"/>
              <a:gd name="connsiteY9" fmla="*/ 1738695 h 1785416"/>
              <a:gd name="connsiteX10" fmla="*/ 1261472 w 3450692"/>
              <a:gd name="connsiteY10" fmla="*/ 1778742 h 1785416"/>
              <a:gd name="connsiteX11" fmla="*/ 957784 w 3450692"/>
              <a:gd name="connsiteY11" fmla="*/ 1785416 h 1785416"/>
              <a:gd name="connsiteX12" fmla="*/ 660771 w 3450692"/>
              <a:gd name="connsiteY12" fmla="*/ 1755381 h 1785416"/>
              <a:gd name="connsiteX13" fmla="*/ 489791 w 3450692"/>
              <a:gd name="connsiteY13" fmla="*/ 1727823 h 1785416"/>
              <a:gd name="connsiteX14" fmla="*/ 323711 w 3450692"/>
              <a:gd name="connsiteY14" fmla="*/ 1678625 h 1785416"/>
              <a:gd name="connsiteX15" fmla="*/ 0 w 3450692"/>
              <a:gd name="connsiteY15" fmla="*/ 1561822 h 1785416"/>
              <a:gd name="connsiteX0" fmla="*/ 0 w 3450692"/>
              <a:gd name="connsiteY0" fmla="*/ 1561822 h 1785416"/>
              <a:gd name="connsiteX1" fmla="*/ 313700 w 3450692"/>
              <a:gd name="connsiteY1" fmla="*/ 1561822 h 1785416"/>
              <a:gd name="connsiteX2" fmla="*/ 2833305 w 3450692"/>
              <a:gd name="connsiteY2" fmla="*/ 0 h 1785416"/>
              <a:gd name="connsiteX3" fmla="*/ 3450692 w 3450692"/>
              <a:gd name="connsiteY3" fmla="*/ 0 h 1785416"/>
              <a:gd name="connsiteX4" fmla="*/ 3343186 w 3450692"/>
              <a:gd name="connsiteY4" fmla="*/ 307224 h 1785416"/>
              <a:gd name="connsiteX5" fmla="*/ 3080260 w 3450692"/>
              <a:gd name="connsiteY5" fmla="*/ 760888 h 1785416"/>
              <a:gd name="connsiteX6" fmla="*/ 2746538 w 3450692"/>
              <a:gd name="connsiteY6" fmla="*/ 1131320 h 1785416"/>
              <a:gd name="connsiteX7" fmla="*/ 2312698 w 3450692"/>
              <a:gd name="connsiteY7" fmla="*/ 1461706 h 1785416"/>
              <a:gd name="connsiteX8" fmla="*/ 1908894 w 3450692"/>
              <a:gd name="connsiteY8" fmla="*/ 1641916 h 1785416"/>
              <a:gd name="connsiteX9" fmla="*/ 1578508 w 3450692"/>
              <a:gd name="connsiteY9" fmla="*/ 1738695 h 1785416"/>
              <a:gd name="connsiteX10" fmla="*/ 1261472 w 3450692"/>
              <a:gd name="connsiteY10" fmla="*/ 1778742 h 1785416"/>
              <a:gd name="connsiteX11" fmla="*/ 957784 w 3450692"/>
              <a:gd name="connsiteY11" fmla="*/ 1785416 h 1785416"/>
              <a:gd name="connsiteX12" fmla="*/ 660771 w 3450692"/>
              <a:gd name="connsiteY12" fmla="*/ 1755381 h 1785416"/>
              <a:gd name="connsiteX13" fmla="*/ 489791 w 3450692"/>
              <a:gd name="connsiteY13" fmla="*/ 1727823 h 1785416"/>
              <a:gd name="connsiteX14" fmla="*/ 323711 w 3450692"/>
              <a:gd name="connsiteY14" fmla="*/ 1678625 h 1785416"/>
              <a:gd name="connsiteX15" fmla="*/ 0 w 3450692"/>
              <a:gd name="connsiteY15" fmla="*/ 1561822 h 1785416"/>
              <a:gd name="connsiteX0" fmla="*/ 0 w 3450692"/>
              <a:gd name="connsiteY0" fmla="*/ 1561822 h 1785416"/>
              <a:gd name="connsiteX1" fmla="*/ 313700 w 3450692"/>
              <a:gd name="connsiteY1" fmla="*/ 1561822 h 1785416"/>
              <a:gd name="connsiteX2" fmla="*/ 2833305 w 3450692"/>
              <a:gd name="connsiteY2" fmla="*/ 0 h 1785416"/>
              <a:gd name="connsiteX3" fmla="*/ 3450692 w 3450692"/>
              <a:gd name="connsiteY3" fmla="*/ 0 h 1785416"/>
              <a:gd name="connsiteX4" fmla="*/ 3403534 w 3450692"/>
              <a:gd name="connsiteY4" fmla="*/ 151209 h 1785416"/>
              <a:gd name="connsiteX5" fmla="*/ 3343186 w 3450692"/>
              <a:gd name="connsiteY5" fmla="*/ 307224 h 1785416"/>
              <a:gd name="connsiteX6" fmla="*/ 3080260 w 3450692"/>
              <a:gd name="connsiteY6" fmla="*/ 760888 h 1785416"/>
              <a:gd name="connsiteX7" fmla="*/ 2746538 w 3450692"/>
              <a:gd name="connsiteY7" fmla="*/ 1131320 h 1785416"/>
              <a:gd name="connsiteX8" fmla="*/ 2312698 w 3450692"/>
              <a:gd name="connsiteY8" fmla="*/ 1461706 h 1785416"/>
              <a:gd name="connsiteX9" fmla="*/ 1908894 w 3450692"/>
              <a:gd name="connsiteY9" fmla="*/ 1641916 h 1785416"/>
              <a:gd name="connsiteX10" fmla="*/ 1578508 w 3450692"/>
              <a:gd name="connsiteY10" fmla="*/ 1738695 h 1785416"/>
              <a:gd name="connsiteX11" fmla="*/ 1261472 w 3450692"/>
              <a:gd name="connsiteY11" fmla="*/ 1778742 h 1785416"/>
              <a:gd name="connsiteX12" fmla="*/ 957784 w 3450692"/>
              <a:gd name="connsiteY12" fmla="*/ 1785416 h 1785416"/>
              <a:gd name="connsiteX13" fmla="*/ 660771 w 3450692"/>
              <a:gd name="connsiteY13" fmla="*/ 1755381 h 1785416"/>
              <a:gd name="connsiteX14" fmla="*/ 489791 w 3450692"/>
              <a:gd name="connsiteY14" fmla="*/ 1727823 h 1785416"/>
              <a:gd name="connsiteX15" fmla="*/ 323711 w 3450692"/>
              <a:gd name="connsiteY15" fmla="*/ 1678625 h 1785416"/>
              <a:gd name="connsiteX16" fmla="*/ 0 w 3450692"/>
              <a:gd name="connsiteY16" fmla="*/ 1561822 h 17854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450692" h="1785416">
                <a:moveTo>
                  <a:pt x="0" y="1561822"/>
                </a:moveTo>
                <a:lnTo>
                  <a:pt x="313700" y="1561822"/>
                </a:lnTo>
                <a:lnTo>
                  <a:pt x="2833305" y="0"/>
                </a:lnTo>
                <a:lnTo>
                  <a:pt x="3450692" y="0"/>
                </a:lnTo>
                <a:cubicBezTo>
                  <a:pt x="3431949" y="50403"/>
                  <a:pt x="3422277" y="100806"/>
                  <a:pt x="3403534" y="151209"/>
                </a:cubicBezTo>
                <a:lnTo>
                  <a:pt x="3343186" y="307224"/>
                </a:lnTo>
                <a:lnTo>
                  <a:pt x="3080260" y="760888"/>
                </a:lnTo>
                <a:lnTo>
                  <a:pt x="2746538" y="1131320"/>
                </a:lnTo>
                <a:lnTo>
                  <a:pt x="2312698" y="1461706"/>
                </a:lnTo>
                <a:lnTo>
                  <a:pt x="1908894" y="1641916"/>
                </a:lnTo>
                <a:lnTo>
                  <a:pt x="1578508" y="1738695"/>
                </a:lnTo>
                <a:lnTo>
                  <a:pt x="1261472" y="1778742"/>
                </a:lnTo>
                <a:lnTo>
                  <a:pt x="957784" y="1785416"/>
                </a:lnTo>
                <a:lnTo>
                  <a:pt x="660771" y="1755381"/>
                </a:lnTo>
                <a:cubicBezTo>
                  <a:pt x="604383" y="1742566"/>
                  <a:pt x="546179" y="1740638"/>
                  <a:pt x="489791" y="1727823"/>
                </a:cubicBezTo>
                <a:lnTo>
                  <a:pt x="323711" y="1678625"/>
                </a:lnTo>
                <a:lnTo>
                  <a:pt x="0" y="1561822"/>
                </a:lnTo>
                <a:close/>
              </a:path>
            </a:pathLst>
          </a:custGeom>
          <a:solidFill>
            <a:srgbClr val="FFC000"/>
          </a:solidFill>
          <a:ln w="12700" cap="flat" cmpd="sng" algn="ctr">
            <a:no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35" name="任意多边形 34"/>
          <p:cNvSpPr/>
          <p:nvPr/>
        </p:nvSpPr>
        <p:spPr bwMode="auto">
          <a:xfrm>
            <a:off x="7521947" y="1383671"/>
            <a:ext cx="290361" cy="1193478"/>
          </a:xfrm>
          <a:custGeom>
            <a:avLst/>
            <a:gdLst>
              <a:gd name="connsiteX0" fmla="*/ 0 w 313699"/>
              <a:gd name="connsiteY0" fmla="*/ 1321541 h 1321541"/>
              <a:gd name="connsiteX1" fmla="*/ 0 w 313699"/>
              <a:gd name="connsiteY1" fmla="*/ 180210 h 1321541"/>
              <a:gd name="connsiteX2" fmla="*/ 313699 w 313699"/>
              <a:gd name="connsiteY2" fmla="*/ 0 h 1321541"/>
              <a:gd name="connsiteX3" fmla="*/ 313699 w 313699"/>
              <a:gd name="connsiteY3" fmla="*/ 1124645 h 1321541"/>
              <a:gd name="connsiteX4" fmla="*/ 170198 w 313699"/>
              <a:gd name="connsiteY4" fmla="*/ 1224762 h 1321541"/>
              <a:gd name="connsiteX5" fmla="*/ 0 w 313699"/>
              <a:gd name="connsiteY5" fmla="*/ 1321541 h 1321541"/>
              <a:gd name="connsiteX0" fmla="*/ 7819 w 321518"/>
              <a:gd name="connsiteY0" fmla="*/ 1321541 h 1321541"/>
              <a:gd name="connsiteX1" fmla="*/ 0 w 321518"/>
              <a:gd name="connsiteY1" fmla="*/ 191939 h 1321541"/>
              <a:gd name="connsiteX2" fmla="*/ 321518 w 321518"/>
              <a:gd name="connsiteY2" fmla="*/ 0 h 1321541"/>
              <a:gd name="connsiteX3" fmla="*/ 321518 w 321518"/>
              <a:gd name="connsiteY3" fmla="*/ 1124645 h 1321541"/>
              <a:gd name="connsiteX4" fmla="*/ 178017 w 321518"/>
              <a:gd name="connsiteY4" fmla="*/ 1224762 h 1321541"/>
              <a:gd name="connsiteX5" fmla="*/ 7819 w 321518"/>
              <a:gd name="connsiteY5" fmla="*/ 1321541 h 1321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1518" h="1321541">
                <a:moveTo>
                  <a:pt x="7819" y="1321541"/>
                </a:moveTo>
                <a:cubicBezTo>
                  <a:pt x="5213" y="945007"/>
                  <a:pt x="2606" y="568473"/>
                  <a:pt x="0" y="191939"/>
                </a:cubicBezTo>
                <a:lnTo>
                  <a:pt x="321518" y="0"/>
                </a:lnTo>
                <a:lnTo>
                  <a:pt x="321518" y="1124645"/>
                </a:lnTo>
                <a:lnTo>
                  <a:pt x="178017" y="1224762"/>
                </a:lnTo>
                <a:lnTo>
                  <a:pt x="7819" y="1321541"/>
                </a:lnTo>
                <a:close/>
              </a:path>
            </a:pathLst>
          </a:custGeom>
          <a:solidFill>
            <a:srgbClr val="CCECFF"/>
          </a:solid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cxnSp>
        <p:nvCxnSpPr>
          <p:cNvPr id="36" name="直接连接符 35"/>
          <p:cNvCxnSpPr/>
          <p:nvPr/>
        </p:nvCxnSpPr>
        <p:spPr bwMode="auto">
          <a:xfrm>
            <a:off x="6401918" y="2245110"/>
            <a:ext cx="0" cy="569615"/>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7" name="直接连接符 36"/>
          <p:cNvCxnSpPr/>
          <p:nvPr/>
        </p:nvCxnSpPr>
        <p:spPr bwMode="auto">
          <a:xfrm>
            <a:off x="6120920" y="2416899"/>
            <a:ext cx="0" cy="379744"/>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9" name="Text Box 133"/>
          <p:cNvSpPr txBox="1">
            <a:spLocks noChangeArrowheads="1"/>
          </p:cNvSpPr>
          <p:nvPr/>
        </p:nvSpPr>
        <p:spPr bwMode="auto">
          <a:xfrm>
            <a:off x="6118592" y="362320"/>
            <a:ext cx="373979" cy="3710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1800" b="1" dirty="0">
                <a:solidFill>
                  <a:schemeClr val="tx1"/>
                </a:solidFill>
                <a:latin typeface="Times New Roman" panose="02020603050405020304" pitchFamily="18" charset="0"/>
              </a:rPr>
              <a:t>O</a:t>
            </a:r>
          </a:p>
        </p:txBody>
      </p:sp>
      <p:sp>
        <p:nvSpPr>
          <p:cNvPr id="40" name="Text Box 135"/>
          <p:cNvSpPr txBox="1">
            <a:spLocks noChangeArrowheads="1"/>
          </p:cNvSpPr>
          <p:nvPr/>
        </p:nvSpPr>
        <p:spPr bwMode="auto">
          <a:xfrm>
            <a:off x="6448502" y="2404913"/>
            <a:ext cx="322580" cy="3480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1800" b="1" dirty="0">
                <a:solidFill>
                  <a:srgbClr val="C00000"/>
                </a:solidFill>
                <a:latin typeface="Times New Roman" panose="02020603050405020304" pitchFamily="18" charset="0"/>
              </a:rPr>
              <a:t>0</a:t>
            </a:r>
          </a:p>
        </p:txBody>
      </p:sp>
      <p:sp>
        <p:nvSpPr>
          <p:cNvPr id="41" name="Text Box 136"/>
          <p:cNvSpPr txBox="1">
            <a:spLocks noChangeArrowheads="1"/>
          </p:cNvSpPr>
          <p:nvPr/>
        </p:nvSpPr>
        <p:spPr bwMode="auto">
          <a:xfrm>
            <a:off x="6442918" y="878278"/>
            <a:ext cx="478166" cy="3845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1800" b="1" dirty="0">
                <a:solidFill>
                  <a:srgbClr val="C00000"/>
                </a:solidFill>
                <a:latin typeface="Times New Roman" panose="02020603050405020304" pitchFamily="18" charset="0"/>
                <a:sym typeface="Symbol" panose="05050102010706020507" pitchFamily="18" charset="2"/>
              </a:rPr>
              <a:t> </a:t>
            </a:r>
            <a:r>
              <a:rPr kumimoji="1" lang="en-US" altLang="zh-CN" sz="1800" b="1" i="1" dirty="0">
                <a:solidFill>
                  <a:srgbClr val="C00000"/>
                </a:solidFill>
                <a:latin typeface="Times New Roman" panose="02020603050405020304" pitchFamily="18" charset="0"/>
                <a:sym typeface="Symbol" panose="05050102010706020507" pitchFamily="18" charset="2"/>
              </a:rPr>
              <a:t></a:t>
            </a:r>
            <a:r>
              <a:rPr kumimoji="1" lang="en-US" altLang="zh-CN" sz="1800" b="1" baseline="-25000" dirty="0" err="1">
                <a:solidFill>
                  <a:srgbClr val="C00000"/>
                </a:solidFill>
                <a:latin typeface="Times New Roman" panose="02020603050405020304" pitchFamily="18" charset="0"/>
                <a:sym typeface="Symbol" panose="05050102010706020507" pitchFamily="18" charset="2"/>
              </a:rPr>
              <a:t>i</a:t>
            </a:r>
            <a:endParaRPr kumimoji="1" lang="en-US" altLang="zh-CN" sz="1800" b="1" baseline="-25000" dirty="0">
              <a:solidFill>
                <a:srgbClr val="C00000"/>
              </a:solidFill>
              <a:latin typeface="Times New Roman" panose="02020603050405020304" pitchFamily="18" charset="0"/>
            </a:endParaRPr>
          </a:p>
        </p:txBody>
      </p:sp>
      <p:sp>
        <p:nvSpPr>
          <p:cNvPr id="42" name="Text Box 141"/>
          <p:cNvSpPr txBox="1">
            <a:spLocks noChangeArrowheads="1"/>
          </p:cNvSpPr>
          <p:nvPr/>
        </p:nvSpPr>
        <p:spPr bwMode="auto">
          <a:xfrm>
            <a:off x="7849067" y="908512"/>
            <a:ext cx="318638" cy="410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1800" b="1" dirty="0">
                <a:solidFill>
                  <a:schemeClr val="tx1"/>
                </a:solidFill>
                <a:latin typeface="Times New Roman" panose="02020603050405020304" pitchFamily="18" charset="0"/>
              </a:rPr>
              <a:t>B</a:t>
            </a:r>
          </a:p>
        </p:txBody>
      </p:sp>
      <p:cxnSp>
        <p:nvCxnSpPr>
          <p:cNvPr id="44" name="直接连接符 43"/>
          <p:cNvCxnSpPr/>
          <p:nvPr/>
        </p:nvCxnSpPr>
        <p:spPr bwMode="auto">
          <a:xfrm>
            <a:off x="6510175" y="564437"/>
            <a:ext cx="0" cy="2398202"/>
          </a:xfrm>
          <a:prstGeom prst="line">
            <a:avLst/>
          </a:prstGeom>
          <a:noFill/>
          <a:ln w="12700" cap="flat" cmpd="sng" algn="ctr">
            <a:solidFill>
              <a:schemeClr val="tx1"/>
            </a:solidFill>
            <a:prstDash val="lgDashDot"/>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5" name="直接连接符 44"/>
          <p:cNvCxnSpPr/>
          <p:nvPr/>
        </p:nvCxnSpPr>
        <p:spPr bwMode="auto">
          <a:xfrm>
            <a:off x="5824853" y="2597894"/>
            <a:ext cx="0" cy="111512"/>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6" name="直接连接符 45"/>
          <p:cNvCxnSpPr/>
          <p:nvPr/>
        </p:nvCxnSpPr>
        <p:spPr bwMode="auto">
          <a:xfrm>
            <a:off x="6682916" y="2076336"/>
            <a:ext cx="0" cy="738544"/>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7" name="直接连接符 46"/>
          <p:cNvCxnSpPr/>
          <p:nvPr/>
        </p:nvCxnSpPr>
        <p:spPr bwMode="auto">
          <a:xfrm>
            <a:off x="6963915" y="1901534"/>
            <a:ext cx="0" cy="873789"/>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8" name="直接连接符 47"/>
          <p:cNvCxnSpPr/>
          <p:nvPr/>
        </p:nvCxnSpPr>
        <p:spPr bwMode="auto">
          <a:xfrm>
            <a:off x="7244913" y="1720703"/>
            <a:ext cx="0" cy="974832"/>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9" name="直接连接符 48"/>
          <p:cNvCxnSpPr/>
          <p:nvPr/>
        </p:nvCxnSpPr>
        <p:spPr bwMode="auto">
          <a:xfrm>
            <a:off x="7525911" y="1554943"/>
            <a:ext cx="0" cy="1018234"/>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0" name="直接连接符 49"/>
          <p:cNvCxnSpPr/>
          <p:nvPr/>
        </p:nvCxnSpPr>
        <p:spPr bwMode="auto">
          <a:xfrm>
            <a:off x="7806910" y="1380140"/>
            <a:ext cx="0" cy="1025473"/>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1" name="直接连接符 50"/>
          <p:cNvCxnSpPr/>
          <p:nvPr/>
        </p:nvCxnSpPr>
        <p:spPr bwMode="auto">
          <a:xfrm>
            <a:off x="8086847" y="1206818"/>
            <a:ext cx="1061" cy="952877"/>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2" name="直接连接符 51"/>
          <p:cNvCxnSpPr/>
          <p:nvPr/>
        </p:nvCxnSpPr>
        <p:spPr bwMode="auto">
          <a:xfrm>
            <a:off x="8368906" y="1199310"/>
            <a:ext cx="0" cy="615018"/>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3" name="直接箭头连接符 52"/>
          <p:cNvCxnSpPr/>
          <p:nvPr/>
        </p:nvCxnSpPr>
        <p:spPr bwMode="auto">
          <a:xfrm>
            <a:off x="6515434" y="576653"/>
            <a:ext cx="2119022" cy="623013"/>
          </a:xfrm>
          <a:prstGeom prst="straightConnector1">
            <a:avLst/>
          </a:prstGeom>
          <a:noFill/>
          <a:ln w="12700" cap="flat" cmpd="sng" algn="ctr">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4" name="直接箭头连接符 53"/>
          <p:cNvCxnSpPr>
            <a:endCxn id="75" idx="0"/>
          </p:cNvCxnSpPr>
          <p:nvPr/>
        </p:nvCxnSpPr>
        <p:spPr bwMode="auto">
          <a:xfrm flipH="1">
            <a:off x="5525940" y="567304"/>
            <a:ext cx="980636" cy="2045268"/>
          </a:xfrm>
          <a:prstGeom prst="straightConnector1">
            <a:avLst/>
          </a:prstGeom>
          <a:noFill/>
          <a:ln w="12700" cap="flat" cmpd="sng" algn="ctr">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9" name="Text Box 135"/>
          <p:cNvSpPr txBox="1">
            <a:spLocks noChangeArrowheads="1"/>
          </p:cNvSpPr>
          <p:nvPr/>
        </p:nvSpPr>
        <p:spPr bwMode="auto">
          <a:xfrm>
            <a:off x="6677801" y="2332534"/>
            <a:ext cx="322580" cy="3480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1800" b="1" dirty="0">
                <a:solidFill>
                  <a:srgbClr val="C00000"/>
                </a:solidFill>
                <a:latin typeface="Times New Roman" panose="02020603050405020304" pitchFamily="18" charset="0"/>
              </a:rPr>
              <a:t>1</a:t>
            </a:r>
          </a:p>
        </p:txBody>
      </p:sp>
      <p:sp>
        <p:nvSpPr>
          <p:cNvPr id="70" name="Text Box 135"/>
          <p:cNvSpPr txBox="1">
            <a:spLocks noChangeArrowheads="1"/>
          </p:cNvSpPr>
          <p:nvPr/>
        </p:nvSpPr>
        <p:spPr bwMode="auto">
          <a:xfrm>
            <a:off x="6944526" y="2269640"/>
            <a:ext cx="322580" cy="3480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1800" b="1" dirty="0">
                <a:solidFill>
                  <a:srgbClr val="C00000"/>
                </a:solidFill>
                <a:latin typeface="Times New Roman" panose="02020603050405020304" pitchFamily="18" charset="0"/>
              </a:rPr>
              <a:t>2</a:t>
            </a:r>
          </a:p>
        </p:txBody>
      </p:sp>
      <p:sp>
        <p:nvSpPr>
          <p:cNvPr id="71" name="Text Box 135"/>
          <p:cNvSpPr txBox="1">
            <a:spLocks noChangeArrowheads="1"/>
          </p:cNvSpPr>
          <p:nvPr/>
        </p:nvSpPr>
        <p:spPr bwMode="auto">
          <a:xfrm>
            <a:off x="7540029" y="1980381"/>
            <a:ext cx="284426" cy="3480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1800" b="1" i="1" dirty="0">
                <a:solidFill>
                  <a:srgbClr val="C00000"/>
                </a:solidFill>
                <a:latin typeface="Times New Roman" panose="02020603050405020304" pitchFamily="18" charset="0"/>
              </a:rPr>
              <a:t>i</a:t>
            </a:r>
          </a:p>
        </p:txBody>
      </p:sp>
      <p:sp>
        <p:nvSpPr>
          <p:cNvPr id="72" name="Text Box 135"/>
          <p:cNvSpPr txBox="1">
            <a:spLocks noChangeArrowheads="1"/>
          </p:cNvSpPr>
          <p:nvPr/>
        </p:nvSpPr>
        <p:spPr bwMode="auto">
          <a:xfrm>
            <a:off x="6095198" y="2429495"/>
            <a:ext cx="452181" cy="410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1800" b="1" dirty="0" smtClean="0">
                <a:solidFill>
                  <a:srgbClr val="C00000"/>
                </a:solidFill>
                <a:latin typeface="Times New Roman" panose="02020603050405020304" pitchFamily="18" charset="0"/>
              </a:rPr>
              <a:t>-1</a:t>
            </a:r>
            <a:endParaRPr kumimoji="1" lang="en-US" altLang="zh-CN" sz="1800" b="1" dirty="0">
              <a:solidFill>
                <a:srgbClr val="C00000"/>
              </a:solidFill>
              <a:latin typeface="Times New Roman" panose="02020603050405020304" pitchFamily="18" charset="0"/>
            </a:endParaRPr>
          </a:p>
        </p:txBody>
      </p:sp>
      <p:sp>
        <p:nvSpPr>
          <p:cNvPr id="73" name="Text Box 135"/>
          <p:cNvSpPr txBox="1">
            <a:spLocks noChangeArrowheads="1"/>
          </p:cNvSpPr>
          <p:nvPr/>
        </p:nvSpPr>
        <p:spPr bwMode="auto">
          <a:xfrm>
            <a:off x="5804579" y="2456749"/>
            <a:ext cx="452181" cy="410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1800" b="1" dirty="0" smtClean="0">
                <a:solidFill>
                  <a:srgbClr val="C00000"/>
                </a:solidFill>
                <a:latin typeface="Times New Roman" panose="02020603050405020304" pitchFamily="18" charset="0"/>
              </a:rPr>
              <a:t>-2</a:t>
            </a:r>
            <a:endParaRPr kumimoji="1" lang="en-US" altLang="zh-CN" sz="1800" b="1" dirty="0">
              <a:solidFill>
                <a:srgbClr val="C00000"/>
              </a:solidFill>
              <a:latin typeface="Times New Roman" panose="02020603050405020304" pitchFamily="18" charset="0"/>
            </a:endParaRPr>
          </a:p>
        </p:txBody>
      </p:sp>
      <p:cxnSp>
        <p:nvCxnSpPr>
          <p:cNvPr id="74" name="直接连接符 73"/>
          <p:cNvCxnSpPr>
            <a:endCxn id="75" idx="8"/>
          </p:cNvCxnSpPr>
          <p:nvPr/>
        </p:nvCxnSpPr>
        <p:spPr bwMode="auto">
          <a:xfrm>
            <a:off x="6506576" y="569149"/>
            <a:ext cx="1188856" cy="1909769"/>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5" name="任意多边形 74"/>
          <p:cNvSpPr/>
          <p:nvPr/>
        </p:nvSpPr>
        <p:spPr bwMode="auto">
          <a:xfrm>
            <a:off x="5525940" y="1204431"/>
            <a:ext cx="3128937" cy="1616062"/>
          </a:xfrm>
          <a:custGeom>
            <a:avLst/>
            <a:gdLst>
              <a:gd name="connsiteX0" fmla="*/ 0 w 3464678"/>
              <a:gd name="connsiteY0" fmla="*/ 1559237 h 1789468"/>
              <a:gd name="connsiteX1" fmla="*/ 224636 w 3464678"/>
              <a:gd name="connsiteY1" fmla="*/ 1646449 h 1789468"/>
              <a:gd name="connsiteX2" fmla="*/ 502127 w 3464678"/>
              <a:gd name="connsiteY2" fmla="*/ 1731018 h 1789468"/>
              <a:gd name="connsiteX3" fmla="*/ 824546 w 3464678"/>
              <a:gd name="connsiteY3" fmla="*/ 1778588 h 1789468"/>
              <a:gd name="connsiteX4" fmla="*/ 1218319 w 3464678"/>
              <a:gd name="connsiteY4" fmla="*/ 1786516 h 1789468"/>
              <a:gd name="connsiteX5" fmla="*/ 1585665 w 3464678"/>
              <a:gd name="connsiteY5" fmla="*/ 1738946 h 1789468"/>
              <a:gd name="connsiteX6" fmla="*/ 1910726 w 3464678"/>
              <a:gd name="connsiteY6" fmla="*/ 1646449 h 1789468"/>
              <a:gd name="connsiteX7" fmla="*/ 2145933 w 3464678"/>
              <a:gd name="connsiteY7" fmla="*/ 1548666 h 1789468"/>
              <a:gd name="connsiteX8" fmla="*/ 2402282 w 3464678"/>
              <a:gd name="connsiteY8" fmla="*/ 1411242 h 1789468"/>
              <a:gd name="connsiteX9" fmla="*/ 2648060 w 3464678"/>
              <a:gd name="connsiteY9" fmla="*/ 1228891 h 1789468"/>
              <a:gd name="connsiteX10" fmla="*/ 2880625 w 3464678"/>
              <a:gd name="connsiteY10" fmla="*/ 1001612 h 1789468"/>
              <a:gd name="connsiteX11" fmla="*/ 3121117 w 3464678"/>
              <a:gd name="connsiteY11" fmla="*/ 713549 h 1789468"/>
              <a:gd name="connsiteX12" fmla="*/ 3282326 w 3464678"/>
              <a:gd name="connsiteY12" fmla="*/ 443986 h 1789468"/>
              <a:gd name="connsiteX13" fmla="*/ 3409180 w 3464678"/>
              <a:gd name="connsiteY13" fmla="*/ 177066 h 1789468"/>
              <a:gd name="connsiteX14" fmla="*/ 3464678 w 3464678"/>
              <a:gd name="connsiteY14" fmla="*/ 0 h 1789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464678" h="1789468">
                <a:moveTo>
                  <a:pt x="0" y="1559237"/>
                </a:moveTo>
                <a:cubicBezTo>
                  <a:pt x="70474" y="1588528"/>
                  <a:pt x="140948" y="1617819"/>
                  <a:pt x="224636" y="1646449"/>
                </a:cubicBezTo>
                <a:cubicBezTo>
                  <a:pt x="308324" y="1675079"/>
                  <a:pt x="402142" y="1708995"/>
                  <a:pt x="502127" y="1731018"/>
                </a:cubicBezTo>
                <a:cubicBezTo>
                  <a:pt x="602112" y="1753041"/>
                  <a:pt x="705181" y="1769338"/>
                  <a:pt x="824546" y="1778588"/>
                </a:cubicBezTo>
                <a:cubicBezTo>
                  <a:pt x="943911" y="1787838"/>
                  <a:pt x="1091466" y="1793123"/>
                  <a:pt x="1218319" y="1786516"/>
                </a:cubicBezTo>
                <a:cubicBezTo>
                  <a:pt x="1345172" y="1779909"/>
                  <a:pt x="1470264" y="1762290"/>
                  <a:pt x="1585665" y="1738946"/>
                </a:cubicBezTo>
                <a:cubicBezTo>
                  <a:pt x="1701066" y="1715602"/>
                  <a:pt x="1817348" y="1678162"/>
                  <a:pt x="1910726" y="1646449"/>
                </a:cubicBezTo>
                <a:cubicBezTo>
                  <a:pt x="2004104" y="1614736"/>
                  <a:pt x="2064007" y="1587867"/>
                  <a:pt x="2145933" y="1548666"/>
                </a:cubicBezTo>
                <a:cubicBezTo>
                  <a:pt x="2227859" y="1509465"/>
                  <a:pt x="2318594" y="1464538"/>
                  <a:pt x="2402282" y="1411242"/>
                </a:cubicBezTo>
                <a:cubicBezTo>
                  <a:pt x="2485970" y="1357946"/>
                  <a:pt x="2568336" y="1297163"/>
                  <a:pt x="2648060" y="1228891"/>
                </a:cubicBezTo>
                <a:cubicBezTo>
                  <a:pt x="2727784" y="1160619"/>
                  <a:pt x="2801782" y="1087502"/>
                  <a:pt x="2880625" y="1001612"/>
                </a:cubicBezTo>
                <a:cubicBezTo>
                  <a:pt x="2959468" y="915722"/>
                  <a:pt x="3054167" y="806487"/>
                  <a:pt x="3121117" y="713549"/>
                </a:cubicBezTo>
                <a:cubicBezTo>
                  <a:pt x="3188067" y="620611"/>
                  <a:pt x="3234316" y="533400"/>
                  <a:pt x="3282326" y="443986"/>
                </a:cubicBezTo>
                <a:cubicBezTo>
                  <a:pt x="3330336" y="354572"/>
                  <a:pt x="3378788" y="251064"/>
                  <a:pt x="3409180" y="177066"/>
                </a:cubicBezTo>
                <a:cubicBezTo>
                  <a:pt x="3439572" y="103068"/>
                  <a:pt x="3452125" y="51534"/>
                  <a:pt x="3464678" y="0"/>
                </a:cubicBezTo>
              </a:path>
            </a:pathLst>
          </a:custGeom>
          <a:noFill/>
          <a:ln w="19050" cap="flat" cmpd="sng" algn="ctr">
            <a:solidFill>
              <a:srgbClr val="C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76" name="Arc 52"/>
          <p:cNvSpPr>
            <a:spLocks/>
          </p:cNvSpPr>
          <p:nvPr/>
        </p:nvSpPr>
        <p:spPr bwMode="auto">
          <a:xfrm rot="6458630">
            <a:off x="6535954" y="818986"/>
            <a:ext cx="123066" cy="151653"/>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9525">
            <a:solidFill>
              <a:schemeClr val="tx1"/>
            </a:solidFill>
            <a:round/>
            <a:headEnd type="triangle" w="med" len="me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7" name="Text Box 2450"/>
          <p:cNvSpPr txBox="1">
            <a:spLocks noChangeArrowheads="1"/>
          </p:cNvSpPr>
          <p:nvPr/>
        </p:nvSpPr>
        <p:spPr bwMode="auto">
          <a:xfrm>
            <a:off x="7048912" y="716573"/>
            <a:ext cx="317328" cy="3480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800" b="1" i="1" dirty="0"/>
              <a:t>R</a:t>
            </a:r>
          </a:p>
        </p:txBody>
      </p:sp>
      <p:sp>
        <p:nvSpPr>
          <p:cNvPr id="79" name="Text Box 135"/>
          <p:cNvSpPr txBox="1">
            <a:spLocks noChangeArrowheads="1"/>
          </p:cNvSpPr>
          <p:nvPr/>
        </p:nvSpPr>
        <p:spPr bwMode="auto">
          <a:xfrm>
            <a:off x="7190659" y="2066720"/>
            <a:ext cx="322580" cy="3480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1800" b="1" dirty="0" smtClean="0">
                <a:solidFill>
                  <a:srgbClr val="C00000"/>
                </a:solidFill>
                <a:latin typeface="Times New Roman" panose="02020603050405020304" pitchFamily="18" charset="0"/>
              </a:rPr>
              <a:t>…</a:t>
            </a:r>
            <a:endParaRPr kumimoji="1" lang="en-US" altLang="zh-CN" sz="1800" b="1" dirty="0">
              <a:solidFill>
                <a:srgbClr val="C00000"/>
              </a:solidFill>
              <a:latin typeface="Times New Roman" panose="02020603050405020304" pitchFamily="18" charset="0"/>
            </a:endParaRPr>
          </a:p>
        </p:txBody>
      </p:sp>
      <p:sp>
        <p:nvSpPr>
          <p:cNvPr id="80" name="Text Box 135"/>
          <p:cNvSpPr txBox="1">
            <a:spLocks noChangeArrowheads="1"/>
          </p:cNvSpPr>
          <p:nvPr/>
        </p:nvSpPr>
        <p:spPr bwMode="auto">
          <a:xfrm>
            <a:off x="7783381" y="1725154"/>
            <a:ext cx="322580" cy="3480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1800" b="1" dirty="0" smtClean="0">
                <a:solidFill>
                  <a:srgbClr val="C00000"/>
                </a:solidFill>
                <a:latin typeface="Times New Roman" panose="02020603050405020304" pitchFamily="18" charset="0"/>
              </a:rPr>
              <a:t>…</a:t>
            </a:r>
            <a:endParaRPr kumimoji="1" lang="en-US" altLang="zh-CN" sz="1800" b="1" dirty="0">
              <a:solidFill>
                <a:srgbClr val="C00000"/>
              </a:solidFill>
              <a:latin typeface="Times New Roman" panose="02020603050405020304" pitchFamily="18" charset="0"/>
            </a:endParaRPr>
          </a:p>
        </p:txBody>
      </p:sp>
      <p:sp>
        <p:nvSpPr>
          <p:cNvPr id="81" name="Text Box 135"/>
          <p:cNvSpPr txBox="1">
            <a:spLocks noChangeArrowheads="1"/>
          </p:cNvSpPr>
          <p:nvPr/>
        </p:nvSpPr>
        <p:spPr bwMode="auto">
          <a:xfrm>
            <a:off x="8083761" y="1483043"/>
            <a:ext cx="322580" cy="3710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1800" b="1" dirty="0">
                <a:solidFill>
                  <a:srgbClr val="C00000"/>
                </a:solidFill>
                <a:latin typeface="Times New Roman" panose="02020603050405020304" pitchFamily="18" charset="0"/>
              </a:rPr>
              <a:t>7</a:t>
            </a:r>
          </a:p>
        </p:txBody>
      </p:sp>
      <p:sp>
        <p:nvSpPr>
          <p:cNvPr id="82" name="Text Box 135"/>
          <p:cNvSpPr txBox="1">
            <a:spLocks noChangeArrowheads="1"/>
          </p:cNvSpPr>
          <p:nvPr/>
        </p:nvSpPr>
        <p:spPr bwMode="auto">
          <a:xfrm>
            <a:off x="8341950" y="1144497"/>
            <a:ext cx="322580" cy="3710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1800" b="1" dirty="0" smtClean="0">
                <a:solidFill>
                  <a:srgbClr val="C00000"/>
                </a:solidFill>
                <a:latin typeface="Times New Roman" panose="02020603050405020304" pitchFamily="18" charset="0"/>
              </a:rPr>
              <a:t>8</a:t>
            </a:r>
            <a:endParaRPr kumimoji="1" lang="en-US" altLang="zh-CN" sz="1800" b="1" dirty="0">
              <a:solidFill>
                <a:srgbClr val="C00000"/>
              </a:solidFill>
              <a:latin typeface="Times New Roman" panose="02020603050405020304" pitchFamily="18" charset="0"/>
            </a:endParaRPr>
          </a:p>
        </p:txBody>
      </p:sp>
      <p:sp>
        <p:nvSpPr>
          <p:cNvPr id="95" name="Text Box 46"/>
          <p:cNvSpPr txBox="1">
            <a:spLocks noChangeArrowheads="1"/>
          </p:cNvSpPr>
          <p:nvPr/>
        </p:nvSpPr>
        <p:spPr bwMode="auto">
          <a:xfrm>
            <a:off x="596815" y="2194903"/>
            <a:ext cx="1821794" cy="506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442913" indent="-358775" eaLnBrk="1" hangingPunct="1">
              <a:lnSpc>
                <a:spcPct val="125000"/>
              </a:lnSpc>
              <a:spcBef>
                <a:spcPct val="0"/>
              </a:spcBef>
              <a:spcAft>
                <a:spcPct val="0"/>
              </a:spcAft>
              <a:buSzPct val="100000"/>
              <a:buFont typeface="Wingdings" panose="05000000000000000000" pitchFamily="2" charset="2"/>
              <a:buChar char="Ø"/>
            </a:pPr>
            <a:r>
              <a:rPr lang="zh-CN" altLang="en-US" sz="2400" b="1" dirty="0" smtClean="0">
                <a:solidFill>
                  <a:srgbClr val="C00000"/>
                </a:solidFill>
                <a:latin typeface="黑体" panose="02010609060101010101" pitchFamily="49" charset="-122"/>
                <a:ea typeface="黑体" panose="02010609060101010101" pitchFamily="49" charset="-122"/>
              </a:rPr>
              <a:t>未知数</a:t>
            </a:r>
            <a:endParaRPr lang="zh-CN" altLang="en-US" sz="2400" b="1" dirty="0">
              <a:solidFill>
                <a:srgbClr val="C00000"/>
              </a:solidFill>
              <a:ea typeface="幼圆" panose="02010509060101010101" pitchFamily="49" charset="-122"/>
              <a:cs typeface="Times New Roman" panose="02020603050405020304" pitchFamily="18" charset="0"/>
            </a:endParaRPr>
          </a:p>
        </p:txBody>
      </p:sp>
      <p:sp>
        <p:nvSpPr>
          <p:cNvPr id="129" name="Text Box 46"/>
          <p:cNvSpPr txBox="1">
            <a:spLocks noChangeArrowheads="1"/>
          </p:cNvSpPr>
          <p:nvPr/>
        </p:nvSpPr>
        <p:spPr bwMode="auto">
          <a:xfrm>
            <a:off x="586254" y="3802921"/>
            <a:ext cx="2736367" cy="506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442913" indent="-358775" eaLnBrk="1" hangingPunct="1">
              <a:lnSpc>
                <a:spcPct val="125000"/>
              </a:lnSpc>
              <a:spcBef>
                <a:spcPct val="0"/>
              </a:spcBef>
              <a:spcAft>
                <a:spcPct val="0"/>
              </a:spcAft>
              <a:buSzPct val="100000"/>
              <a:buFont typeface="Wingdings" panose="05000000000000000000" pitchFamily="2" charset="2"/>
              <a:buChar char="Ø"/>
            </a:pPr>
            <a:r>
              <a:rPr lang="zh-CN" altLang="en-US" sz="2400" b="1" dirty="0" smtClean="0">
                <a:solidFill>
                  <a:srgbClr val="C00000"/>
                </a:solidFill>
                <a:latin typeface="黑体" panose="02010609060101010101" pitchFamily="49" charset="-122"/>
                <a:ea typeface="黑体" panose="02010609060101010101" pitchFamily="49" charset="-122"/>
              </a:rPr>
              <a:t>利用的方程</a:t>
            </a:r>
            <a:endParaRPr lang="zh-CN" altLang="en-US" sz="2400" b="1" dirty="0">
              <a:solidFill>
                <a:srgbClr val="C00000"/>
              </a:solidFill>
              <a:ea typeface="幼圆" panose="02010509060101010101" pitchFamily="49" charset="-122"/>
              <a:cs typeface="Times New Roman" panose="02020603050405020304" pitchFamily="18" charset="0"/>
            </a:endParaRPr>
          </a:p>
        </p:txBody>
      </p:sp>
      <p:grpSp>
        <p:nvGrpSpPr>
          <p:cNvPr id="7" name="组合 6"/>
          <p:cNvGrpSpPr/>
          <p:nvPr/>
        </p:nvGrpSpPr>
        <p:grpSpPr>
          <a:xfrm>
            <a:off x="956590" y="4349040"/>
            <a:ext cx="4477778" cy="1084704"/>
            <a:chOff x="956590" y="4349040"/>
            <a:chExt cx="4477778" cy="1084704"/>
          </a:xfrm>
        </p:grpSpPr>
        <p:sp>
          <p:nvSpPr>
            <p:cNvPr id="130" name="Text Box 110"/>
            <p:cNvSpPr txBox="1">
              <a:spLocks noChangeArrowheads="1"/>
            </p:cNvSpPr>
            <p:nvPr/>
          </p:nvSpPr>
          <p:spPr bwMode="auto">
            <a:xfrm>
              <a:off x="958166" y="4349040"/>
              <a:ext cx="3631941" cy="3539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marL="182563" lvl="2" indent="-182563" defTabSz="739775">
                <a:buClr>
                  <a:srgbClr val="C00000"/>
                </a:buClr>
                <a:buSzPct val="130000"/>
                <a:buFont typeface="Arial" panose="020B0604020202020204" pitchFamily="34" charset="0"/>
                <a:buChar char="•"/>
              </a:pPr>
              <a:r>
                <a:rPr lang="zh-CN" altLang="en-US" sz="20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土条竖向力平衡：           </a:t>
              </a:r>
              <a:r>
                <a:rPr lang="en-US" altLang="zh-CN" sz="20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n</a:t>
              </a:r>
              <a:r>
                <a:rPr lang="zh-CN" altLang="en-US" sz="20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个 </a:t>
              </a:r>
              <a:endParaRPr lang="en-US" altLang="zh-CN"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p:txBody>
        </p:sp>
        <p:sp>
          <p:nvSpPr>
            <p:cNvPr id="131" name="Text Box 111"/>
            <p:cNvSpPr txBox="1">
              <a:spLocks noChangeArrowheads="1"/>
            </p:cNvSpPr>
            <p:nvPr/>
          </p:nvSpPr>
          <p:spPr bwMode="auto">
            <a:xfrm>
              <a:off x="956590" y="5079801"/>
              <a:ext cx="3658935" cy="3539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marL="182563" indent="-182563" eaLnBrk="1" hangingPunct="1">
                <a:buClr>
                  <a:srgbClr val="C00000"/>
                </a:buClr>
                <a:buSzPct val="130000"/>
                <a:buFont typeface="Arial" panose="020B0604020202020204" pitchFamily="34" charset="0"/>
                <a:buChar char="•"/>
                <a:tabLst>
                  <a:tab pos="4484688" algn="l"/>
                </a:tabLst>
              </a:pPr>
              <a:r>
                <a:rPr lang="zh-CN" altLang="en-US" sz="20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整体力矩平衡   </a:t>
              </a:r>
              <a:r>
                <a:rPr lang="en-US" altLang="zh-CN" sz="2000" b="1" i="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                </a:t>
              </a:r>
              <a:r>
                <a:rPr lang="en-US" altLang="zh-CN" sz="20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1</a:t>
              </a:r>
              <a:r>
                <a:rPr lang="zh-CN" altLang="en-US" sz="20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个</a:t>
              </a:r>
              <a:endParaRPr lang="en-US" altLang="zh-CN"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p:txBody>
        </p:sp>
        <p:sp>
          <p:nvSpPr>
            <p:cNvPr id="132" name="AutoShape 113"/>
            <p:cNvSpPr>
              <a:spLocks/>
            </p:cNvSpPr>
            <p:nvPr/>
          </p:nvSpPr>
          <p:spPr bwMode="auto">
            <a:xfrm>
              <a:off x="4466074" y="4460524"/>
              <a:ext cx="96881" cy="844806"/>
            </a:xfrm>
            <a:prstGeom prst="rightBrace">
              <a:avLst>
                <a:gd name="adj1" fmla="val 116667"/>
                <a:gd name="adj2" fmla="val 50000"/>
              </a:avLst>
            </a:prstGeom>
            <a:noFill/>
            <a:ln w="34925">
              <a:solidFill>
                <a:srgbClr val="CC33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r">
                <a:spcBef>
                  <a:spcPct val="20000"/>
                </a:spcBef>
              </a:pPr>
              <a:endParaRPr lang="zh-CN" altLang="en-US" sz="2000" b="1">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p:txBody>
        </p:sp>
        <p:sp>
          <p:nvSpPr>
            <p:cNvPr id="133" name="Rectangle 115"/>
            <p:cNvSpPr>
              <a:spLocks noChangeArrowheads="1"/>
            </p:cNvSpPr>
            <p:nvPr/>
          </p:nvSpPr>
          <p:spPr bwMode="auto">
            <a:xfrm>
              <a:off x="4704681" y="4673616"/>
              <a:ext cx="729687" cy="417871"/>
            </a:xfrm>
            <a:prstGeom prst="rect">
              <a:avLst/>
            </a:prstGeom>
            <a:solidFill>
              <a:srgbClr val="0000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spcBef>
                  <a:spcPct val="20000"/>
                </a:spcBef>
              </a:pPr>
              <a:r>
                <a:rPr lang="en-US" altLang="zh-CN" sz="2000" b="1" dirty="0" smtClean="0">
                  <a:solidFill>
                    <a:schemeClr val="bg1"/>
                  </a:solidFill>
                  <a:latin typeface="Times New Roman" panose="02020603050405020304" pitchFamily="18" charset="0"/>
                  <a:ea typeface="幼圆" panose="02010509060101010101" pitchFamily="49" charset="-122"/>
                  <a:cs typeface="Times New Roman" panose="02020603050405020304" pitchFamily="18" charset="0"/>
                </a:rPr>
                <a:t>2n+1</a:t>
              </a:r>
              <a:endParaRPr lang="en-US" altLang="zh-CN" sz="2000" b="1" dirty="0">
                <a:solidFill>
                  <a:schemeClr val="bg1"/>
                </a:solidFill>
                <a:latin typeface="Times New Roman" panose="02020603050405020304" pitchFamily="18" charset="0"/>
                <a:ea typeface="幼圆" panose="02010509060101010101" pitchFamily="49" charset="-122"/>
                <a:cs typeface="Times New Roman" panose="02020603050405020304" pitchFamily="18" charset="0"/>
              </a:endParaRPr>
            </a:p>
          </p:txBody>
        </p:sp>
        <p:sp>
          <p:nvSpPr>
            <p:cNvPr id="134" name="Text Box 110"/>
            <p:cNvSpPr txBox="1">
              <a:spLocks noChangeArrowheads="1"/>
            </p:cNvSpPr>
            <p:nvPr/>
          </p:nvSpPr>
          <p:spPr bwMode="auto">
            <a:xfrm>
              <a:off x="957287" y="4709360"/>
              <a:ext cx="3542286" cy="3539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marL="182563" indent="-182563" defTabSz="739775" eaLnBrk="1" hangingPunct="1">
                <a:buClr>
                  <a:srgbClr val="C00000"/>
                </a:buClr>
                <a:buSzPct val="130000"/>
                <a:buFont typeface="Arial" panose="020B0604020202020204" pitchFamily="34" charset="0"/>
                <a:buChar char="•"/>
                <a:tabLst>
                  <a:tab pos="3411538" algn="l"/>
                </a:tabLst>
              </a:pPr>
              <a:r>
                <a:rPr lang="zh-CN" altLang="en-US"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滑动面上极限平衡条件  </a:t>
              </a:r>
              <a:r>
                <a:rPr lang="zh-CN" altLang="en-US" sz="20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 </a:t>
              </a:r>
              <a:r>
                <a:rPr lang="en-US" altLang="zh-CN" sz="20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n</a:t>
              </a:r>
              <a:r>
                <a:rPr lang="zh-CN" altLang="en-US" sz="20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个</a:t>
              </a:r>
              <a:endParaRPr lang="en-US" altLang="zh-CN"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p:txBody>
        </p:sp>
      </p:grpSp>
      <p:grpSp>
        <p:nvGrpSpPr>
          <p:cNvPr id="2" name="组合 1"/>
          <p:cNvGrpSpPr/>
          <p:nvPr/>
        </p:nvGrpSpPr>
        <p:grpSpPr>
          <a:xfrm>
            <a:off x="6298209" y="3082925"/>
            <a:ext cx="2166200" cy="2491403"/>
            <a:chOff x="6657227" y="3596429"/>
            <a:chExt cx="2166200" cy="2491403"/>
          </a:xfrm>
        </p:grpSpPr>
        <p:sp>
          <p:nvSpPr>
            <p:cNvPr id="104" name="Freeform 8"/>
            <p:cNvSpPr>
              <a:spLocks/>
            </p:cNvSpPr>
            <p:nvPr/>
          </p:nvSpPr>
          <p:spPr bwMode="auto">
            <a:xfrm>
              <a:off x="7271929" y="3596429"/>
              <a:ext cx="629123" cy="1975352"/>
            </a:xfrm>
            <a:custGeom>
              <a:avLst/>
              <a:gdLst>
                <a:gd name="T0" fmla="*/ 0 w 327"/>
                <a:gd name="T1" fmla="*/ 300423 h 991"/>
                <a:gd name="T2" fmla="*/ 0 w 327"/>
                <a:gd name="T3" fmla="*/ 1636251 h 991"/>
                <a:gd name="T4" fmla="*/ 516939 w 327"/>
                <a:gd name="T5" fmla="*/ 1327711 h 991"/>
                <a:gd name="T6" fmla="*/ 516939 w 327"/>
                <a:gd name="T7" fmla="*/ 0 h 991"/>
                <a:gd name="T8" fmla="*/ 0 w 327"/>
                <a:gd name="T9" fmla="*/ 300423 h 99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7" h="991">
                  <a:moveTo>
                    <a:pt x="0" y="182"/>
                  </a:moveTo>
                  <a:lnTo>
                    <a:pt x="0" y="991"/>
                  </a:lnTo>
                  <a:lnTo>
                    <a:pt x="327" y="804"/>
                  </a:lnTo>
                  <a:lnTo>
                    <a:pt x="327" y="0"/>
                  </a:lnTo>
                  <a:lnTo>
                    <a:pt x="0" y="182"/>
                  </a:lnTo>
                  <a:close/>
                </a:path>
              </a:pathLst>
            </a:custGeom>
            <a:solidFill>
              <a:srgbClr val="CCECFF">
                <a:alpha val="50195"/>
              </a:srgbClr>
            </a:solidFill>
            <a:ln w="28575" cap="flat" cmpd="sng">
              <a:solidFill>
                <a:srgbClr val="000066"/>
              </a:solidFill>
              <a:prstDash val="solid"/>
              <a:round/>
              <a:headEnd/>
              <a:tailEnd/>
            </a:ln>
            <a:effectLst/>
            <a:extLst/>
          </p:spPr>
          <p:txBody>
            <a:bodyPr/>
            <a:lstStyle/>
            <a:p>
              <a:endParaRPr lang="zh-CN" altLang="en-US" sz="1800">
                <a:cs typeface="Times New Roman" panose="02020603050405020304" pitchFamily="18" charset="0"/>
              </a:endParaRPr>
            </a:p>
          </p:txBody>
        </p:sp>
        <p:cxnSp>
          <p:nvCxnSpPr>
            <p:cNvPr id="3" name="直接连接符 2"/>
            <p:cNvCxnSpPr/>
            <p:nvPr/>
          </p:nvCxnSpPr>
          <p:spPr bwMode="auto">
            <a:xfrm flipV="1">
              <a:off x="7593642" y="3723728"/>
              <a:ext cx="0" cy="2196294"/>
            </a:xfrm>
            <a:prstGeom prst="line">
              <a:avLst/>
            </a:prstGeom>
            <a:noFill/>
            <a:ln w="9525" cap="flat" cmpd="sng" algn="ctr">
              <a:solidFill>
                <a:schemeClr val="tx1"/>
              </a:solidFill>
              <a:prstDash val="lgDashDot"/>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5" name="Line 9"/>
            <p:cNvSpPr>
              <a:spLocks noChangeShapeType="1"/>
            </p:cNvSpPr>
            <p:nvPr/>
          </p:nvSpPr>
          <p:spPr bwMode="auto">
            <a:xfrm>
              <a:off x="7586608" y="4449564"/>
              <a:ext cx="0" cy="496098"/>
            </a:xfrm>
            <a:prstGeom prst="line">
              <a:avLst/>
            </a:prstGeom>
            <a:noFill/>
            <a:ln w="28575">
              <a:solidFill>
                <a:srgbClr val="C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00">
                <a:cs typeface="Times New Roman" panose="02020603050405020304" pitchFamily="18" charset="0"/>
              </a:endParaRPr>
            </a:p>
          </p:txBody>
        </p:sp>
        <p:sp>
          <p:nvSpPr>
            <p:cNvPr id="106" name="Text Box 10"/>
            <p:cNvSpPr txBox="1">
              <a:spLocks noChangeArrowheads="1"/>
            </p:cNvSpPr>
            <p:nvPr/>
          </p:nvSpPr>
          <p:spPr bwMode="auto">
            <a:xfrm>
              <a:off x="7517558" y="4241157"/>
              <a:ext cx="454706" cy="385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800">
                  <a:solidFill>
                    <a:schemeClr val="tx1"/>
                  </a:solidFill>
                  <a:latin typeface="Times New Roman" pitchFamily="18" charset="0"/>
                  <a:ea typeface="宋体" charset="-122"/>
                </a:defRPr>
              </a:lvl1pPr>
              <a:lvl2pPr marL="742950" indent="-285750" eaLnBrk="0" hangingPunct="0">
                <a:defRPr kumimoji="1" sz="2800">
                  <a:solidFill>
                    <a:schemeClr val="tx1"/>
                  </a:solidFill>
                  <a:latin typeface="Times New Roman" pitchFamily="18" charset="0"/>
                  <a:ea typeface="宋体" charset="-122"/>
                </a:defRPr>
              </a:lvl2pPr>
              <a:lvl3pPr marL="1143000" indent="-228600" eaLnBrk="0" hangingPunct="0">
                <a:defRPr kumimoji="1" sz="2800">
                  <a:solidFill>
                    <a:schemeClr val="tx1"/>
                  </a:solidFill>
                  <a:latin typeface="Times New Roman" pitchFamily="18" charset="0"/>
                  <a:ea typeface="宋体" charset="-122"/>
                </a:defRPr>
              </a:lvl3pPr>
              <a:lvl4pPr marL="1600200" indent="-228600" eaLnBrk="0" hangingPunct="0">
                <a:defRPr kumimoji="1" sz="2800">
                  <a:solidFill>
                    <a:schemeClr val="tx1"/>
                  </a:solidFill>
                  <a:latin typeface="Times New Roman" pitchFamily="18" charset="0"/>
                  <a:ea typeface="宋体" charset="-122"/>
                </a:defRPr>
              </a:lvl4pPr>
              <a:lvl5pPr marL="2057400" indent="-228600" eaLnBrk="0" hangingPunct="0">
                <a:defRPr kumimoji="1" sz="2800">
                  <a:solidFill>
                    <a:schemeClr val="tx1"/>
                  </a:solidFill>
                  <a:latin typeface="Times New Roman" pitchFamily="18" charset="0"/>
                  <a:ea typeface="宋体" charset="-122"/>
                </a:defRPr>
              </a:lvl5pPr>
              <a:lvl6pPr marL="2514600" indent="-228600" eaLnBrk="0" fontAlgn="base" hangingPunct="0">
                <a:spcBef>
                  <a:spcPct val="50000"/>
                </a:spcBef>
                <a:spcAft>
                  <a:spcPct val="0"/>
                </a:spcAft>
                <a:defRPr kumimoji="1" sz="2800">
                  <a:solidFill>
                    <a:schemeClr val="tx1"/>
                  </a:solidFill>
                  <a:latin typeface="Times New Roman" pitchFamily="18" charset="0"/>
                  <a:ea typeface="宋体" charset="-122"/>
                </a:defRPr>
              </a:lvl6pPr>
              <a:lvl7pPr marL="2971800" indent="-228600" eaLnBrk="0" fontAlgn="base" hangingPunct="0">
                <a:spcBef>
                  <a:spcPct val="50000"/>
                </a:spcBef>
                <a:spcAft>
                  <a:spcPct val="0"/>
                </a:spcAft>
                <a:defRPr kumimoji="1" sz="2800">
                  <a:solidFill>
                    <a:schemeClr val="tx1"/>
                  </a:solidFill>
                  <a:latin typeface="Times New Roman" pitchFamily="18" charset="0"/>
                  <a:ea typeface="宋体" charset="-122"/>
                </a:defRPr>
              </a:lvl7pPr>
              <a:lvl8pPr marL="3429000" indent="-228600" eaLnBrk="0" fontAlgn="base" hangingPunct="0">
                <a:spcBef>
                  <a:spcPct val="50000"/>
                </a:spcBef>
                <a:spcAft>
                  <a:spcPct val="0"/>
                </a:spcAft>
                <a:defRPr kumimoji="1" sz="2800">
                  <a:solidFill>
                    <a:schemeClr val="tx1"/>
                  </a:solidFill>
                  <a:latin typeface="Times New Roman" pitchFamily="18" charset="0"/>
                  <a:ea typeface="宋体" charset="-122"/>
                </a:defRPr>
              </a:lvl8pPr>
              <a:lvl9pPr marL="3886200" indent="-228600" eaLnBrk="0" fontAlgn="base" hangingPunct="0">
                <a:spcBef>
                  <a:spcPct val="50000"/>
                </a:spcBef>
                <a:spcAft>
                  <a:spcPct val="0"/>
                </a:spcAft>
                <a:defRPr kumimoji="1" sz="2800">
                  <a:solidFill>
                    <a:schemeClr val="tx1"/>
                  </a:solidFill>
                  <a:latin typeface="Times New Roman" pitchFamily="18" charset="0"/>
                  <a:ea typeface="宋体" charset="-122"/>
                </a:defRPr>
              </a:lvl9pPr>
            </a:lstStyle>
            <a:p>
              <a:pPr eaLnBrk="1" hangingPunct="1"/>
              <a:r>
                <a:rPr lang="en-US" altLang="zh-CN" sz="1800" b="1" i="1" dirty="0">
                  <a:solidFill>
                    <a:srgbClr val="C00000"/>
                  </a:solidFill>
                  <a:cs typeface="Times New Roman" panose="02020603050405020304" pitchFamily="18" charset="0"/>
                </a:rPr>
                <a:t>W</a:t>
              </a:r>
              <a:r>
                <a:rPr lang="en-US" altLang="zh-CN" sz="1800" b="1" baseline="-25000" dirty="0">
                  <a:solidFill>
                    <a:srgbClr val="C00000"/>
                  </a:solidFill>
                  <a:cs typeface="Times New Roman" panose="02020603050405020304" pitchFamily="18" charset="0"/>
                </a:rPr>
                <a:t>i</a:t>
              </a:r>
            </a:p>
          </p:txBody>
        </p:sp>
        <p:sp>
          <p:nvSpPr>
            <p:cNvPr id="118" name="Line 22"/>
            <p:cNvSpPr>
              <a:spLocks noChangeShapeType="1"/>
            </p:cNvSpPr>
            <p:nvPr/>
          </p:nvSpPr>
          <p:spPr bwMode="auto">
            <a:xfrm flipV="1">
              <a:off x="7340325" y="5320594"/>
              <a:ext cx="554512" cy="338252"/>
            </a:xfrm>
            <a:prstGeom prst="line">
              <a:avLst/>
            </a:prstGeom>
            <a:noFill/>
            <a:ln w="28575">
              <a:solidFill>
                <a:srgbClr val="C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00">
                <a:cs typeface="Times New Roman" panose="02020603050405020304" pitchFamily="18" charset="0"/>
              </a:endParaRPr>
            </a:p>
          </p:txBody>
        </p:sp>
        <p:sp>
          <p:nvSpPr>
            <p:cNvPr id="119" name="Line 23"/>
            <p:cNvSpPr>
              <a:spLocks noChangeShapeType="1"/>
            </p:cNvSpPr>
            <p:nvPr/>
          </p:nvSpPr>
          <p:spPr bwMode="auto">
            <a:xfrm flipH="1" flipV="1">
              <a:off x="7590456" y="5374299"/>
              <a:ext cx="314335" cy="541364"/>
            </a:xfrm>
            <a:prstGeom prst="line">
              <a:avLst/>
            </a:prstGeom>
            <a:noFill/>
            <a:ln w="28575">
              <a:solidFill>
                <a:srgbClr val="C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00">
                <a:cs typeface="Times New Roman" panose="02020603050405020304" pitchFamily="18" charset="0"/>
              </a:endParaRPr>
            </a:p>
          </p:txBody>
        </p:sp>
        <p:sp>
          <p:nvSpPr>
            <p:cNvPr id="120" name="Text Box 24"/>
            <p:cNvSpPr txBox="1">
              <a:spLocks noChangeArrowheads="1"/>
            </p:cNvSpPr>
            <p:nvPr/>
          </p:nvSpPr>
          <p:spPr bwMode="auto">
            <a:xfrm>
              <a:off x="7864298" y="5650555"/>
              <a:ext cx="551749" cy="385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a:solidFill>
                    <a:schemeClr val="tx1"/>
                  </a:solidFill>
                  <a:latin typeface="Times New Roman" pitchFamily="18" charset="0"/>
                  <a:ea typeface="宋体" charset="-122"/>
                </a:defRPr>
              </a:lvl1pPr>
              <a:lvl2pPr marL="742950" indent="-285750" eaLnBrk="0" hangingPunct="0">
                <a:defRPr kumimoji="1" sz="2800">
                  <a:solidFill>
                    <a:schemeClr val="tx1"/>
                  </a:solidFill>
                  <a:latin typeface="Times New Roman" pitchFamily="18" charset="0"/>
                  <a:ea typeface="宋体" charset="-122"/>
                </a:defRPr>
              </a:lvl2pPr>
              <a:lvl3pPr marL="1143000" indent="-228600" eaLnBrk="0" hangingPunct="0">
                <a:defRPr kumimoji="1" sz="2800">
                  <a:solidFill>
                    <a:schemeClr val="tx1"/>
                  </a:solidFill>
                  <a:latin typeface="Times New Roman" pitchFamily="18" charset="0"/>
                  <a:ea typeface="宋体" charset="-122"/>
                </a:defRPr>
              </a:lvl3pPr>
              <a:lvl4pPr marL="1600200" indent="-228600" eaLnBrk="0" hangingPunct="0">
                <a:defRPr kumimoji="1" sz="2800">
                  <a:solidFill>
                    <a:schemeClr val="tx1"/>
                  </a:solidFill>
                  <a:latin typeface="Times New Roman" pitchFamily="18" charset="0"/>
                  <a:ea typeface="宋体" charset="-122"/>
                </a:defRPr>
              </a:lvl4pPr>
              <a:lvl5pPr marL="2057400" indent="-228600" eaLnBrk="0" hangingPunct="0">
                <a:defRPr kumimoji="1" sz="2800">
                  <a:solidFill>
                    <a:schemeClr val="tx1"/>
                  </a:solidFill>
                  <a:latin typeface="Times New Roman" pitchFamily="18" charset="0"/>
                  <a:ea typeface="宋体" charset="-122"/>
                </a:defRPr>
              </a:lvl5pPr>
              <a:lvl6pPr marL="2514600" indent="-228600" eaLnBrk="0" fontAlgn="base" hangingPunct="0">
                <a:spcBef>
                  <a:spcPct val="50000"/>
                </a:spcBef>
                <a:spcAft>
                  <a:spcPct val="0"/>
                </a:spcAft>
                <a:defRPr kumimoji="1" sz="2800">
                  <a:solidFill>
                    <a:schemeClr val="tx1"/>
                  </a:solidFill>
                  <a:latin typeface="Times New Roman" pitchFamily="18" charset="0"/>
                  <a:ea typeface="宋体" charset="-122"/>
                </a:defRPr>
              </a:lvl6pPr>
              <a:lvl7pPr marL="2971800" indent="-228600" eaLnBrk="0" fontAlgn="base" hangingPunct="0">
                <a:spcBef>
                  <a:spcPct val="50000"/>
                </a:spcBef>
                <a:spcAft>
                  <a:spcPct val="0"/>
                </a:spcAft>
                <a:defRPr kumimoji="1" sz="2800">
                  <a:solidFill>
                    <a:schemeClr val="tx1"/>
                  </a:solidFill>
                  <a:latin typeface="Times New Roman" pitchFamily="18" charset="0"/>
                  <a:ea typeface="宋体" charset="-122"/>
                </a:defRPr>
              </a:lvl7pPr>
              <a:lvl8pPr marL="3429000" indent="-228600" eaLnBrk="0" fontAlgn="base" hangingPunct="0">
                <a:spcBef>
                  <a:spcPct val="50000"/>
                </a:spcBef>
                <a:spcAft>
                  <a:spcPct val="0"/>
                </a:spcAft>
                <a:defRPr kumimoji="1" sz="2800">
                  <a:solidFill>
                    <a:schemeClr val="tx1"/>
                  </a:solidFill>
                  <a:latin typeface="Times New Roman" pitchFamily="18" charset="0"/>
                  <a:ea typeface="宋体" charset="-122"/>
                </a:defRPr>
              </a:lvl8pPr>
              <a:lvl9pPr marL="3886200" indent="-228600" eaLnBrk="0" fontAlgn="base" hangingPunct="0">
                <a:spcBef>
                  <a:spcPct val="50000"/>
                </a:spcBef>
                <a:spcAft>
                  <a:spcPct val="0"/>
                </a:spcAft>
                <a:defRPr kumimoji="1" sz="2800">
                  <a:solidFill>
                    <a:schemeClr val="tx1"/>
                  </a:solidFill>
                  <a:latin typeface="Times New Roman" pitchFamily="18" charset="0"/>
                  <a:ea typeface="宋体" charset="-122"/>
                </a:defRPr>
              </a:lvl9pPr>
            </a:lstStyle>
            <a:p>
              <a:pPr eaLnBrk="1" hangingPunct="1"/>
              <a:r>
                <a:rPr lang="en-US" altLang="zh-CN" sz="1800" b="1" i="1" dirty="0">
                  <a:solidFill>
                    <a:srgbClr val="C00000"/>
                  </a:solidFill>
                  <a:cs typeface="Times New Roman" panose="02020603050405020304" pitchFamily="18" charset="0"/>
                </a:rPr>
                <a:t>N</a:t>
              </a:r>
              <a:r>
                <a:rPr lang="en-US" altLang="zh-CN" sz="1800" b="1" baseline="-25000" dirty="0">
                  <a:solidFill>
                    <a:srgbClr val="C00000"/>
                  </a:solidFill>
                  <a:cs typeface="Times New Roman" panose="02020603050405020304" pitchFamily="18" charset="0"/>
                </a:rPr>
                <a:t>i</a:t>
              </a:r>
            </a:p>
          </p:txBody>
        </p:sp>
        <p:sp>
          <p:nvSpPr>
            <p:cNvPr id="121" name="Text Box 25"/>
            <p:cNvSpPr txBox="1">
              <a:spLocks noChangeArrowheads="1"/>
            </p:cNvSpPr>
            <p:nvPr/>
          </p:nvSpPr>
          <p:spPr bwMode="auto">
            <a:xfrm>
              <a:off x="7849773" y="5259460"/>
              <a:ext cx="416177" cy="2930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tIns="0" bIns="0">
              <a:spAutoFit/>
            </a:bodyPr>
            <a:lstStyle>
              <a:lvl1pPr eaLnBrk="0" hangingPunct="0">
                <a:defRPr kumimoji="1" sz="2800">
                  <a:solidFill>
                    <a:schemeClr val="tx1"/>
                  </a:solidFill>
                  <a:latin typeface="Times New Roman" pitchFamily="18" charset="0"/>
                  <a:ea typeface="宋体" charset="-122"/>
                </a:defRPr>
              </a:lvl1pPr>
              <a:lvl2pPr marL="742950" indent="-285750" eaLnBrk="0" hangingPunct="0">
                <a:defRPr kumimoji="1" sz="2800">
                  <a:solidFill>
                    <a:schemeClr val="tx1"/>
                  </a:solidFill>
                  <a:latin typeface="Times New Roman" pitchFamily="18" charset="0"/>
                  <a:ea typeface="宋体" charset="-122"/>
                </a:defRPr>
              </a:lvl2pPr>
              <a:lvl3pPr marL="1143000" indent="-228600" eaLnBrk="0" hangingPunct="0">
                <a:defRPr kumimoji="1" sz="2800">
                  <a:solidFill>
                    <a:schemeClr val="tx1"/>
                  </a:solidFill>
                  <a:latin typeface="Times New Roman" pitchFamily="18" charset="0"/>
                  <a:ea typeface="宋体" charset="-122"/>
                </a:defRPr>
              </a:lvl3pPr>
              <a:lvl4pPr marL="1600200" indent="-228600" eaLnBrk="0" hangingPunct="0">
                <a:defRPr kumimoji="1" sz="2800">
                  <a:solidFill>
                    <a:schemeClr val="tx1"/>
                  </a:solidFill>
                  <a:latin typeface="Times New Roman" pitchFamily="18" charset="0"/>
                  <a:ea typeface="宋体" charset="-122"/>
                </a:defRPr>
              </a:lvl4pPr>
              <a:lvl5pPr marL="2057400" indent="-228600" eaLnBrk="0" hangingPunct="0">
                <a:defRPr kumimoji="1" sz="2800">
                  <a:solidFill>
                    <a:schemeClr val="tx1"/>
                  </a:solidFill>
                  <a:latin typeface="Times New Roman" pitchFamily="18" charset="0"/>
                  <a:ea typeface="宋体" charset="-122"/>
                </a:defRPr>
              </a:lvl5pPr>
              <a:lvl6pPr marL="2514600" indent="-228600" eaLnBrk="0" fontAlgn="base" hangingPunct="0">
                <a:spcBef>
                  <a:spcPct val="50000"/>
                </a:spcBef>
                <a:spcAft>
                  <a:spcPct val="0"/>
                </a:spcAft>
                <a:defRPr kumimoji="1" sz="2800">
                  <a:solidFill>
                    <a:schemeClr val="tx1"/>
                  </a:solidFill>
                  <a:latin typeface="Times New Roman" pitchFamily="18" charset="0"/>
                  <a:ea typeface="宋体" charset="-122"/>
                </a:defRPr>
              </a:lvl6pPr>
              <a:lvl7pPr marL="2971800" indent="-228600" eaLnBrk="0" fontAlgn="base" hangingPunct="0">
                <a:spcBef>
                  <a:spcPct val="50000"/>
                </a:spcBef>
                <a:spcAft>
                  <a:spcPct val="0"/>
                </a:spcAft>
                <a:defRPr kumimoji="1" sz="2800">
                  <a:solidFill>
                    <a:schemeClr val="tx1"/>
                  </a:solidFill>
                  <a:latin typeface="Times New Roman" pitchFamily="18" charset="0"/>
                  <a:ea typeface="宋体" charset="-122"/>
                </a:defRPr>
              </a:lvl7pPr>
              <a:lvl8pPr marL="3429000" indent="-228600" eaLnBrk="0" fontAlgn="base" hangingPunct="0">
                <a:spcBef>
                  <a:spcPct val="50000"/>
                </a:spcBef>
                <a:spcAft>
                  <a:spcPct val="0"/>
                </a:spcAft>
                <a:defRPr kumimoji="1" sz="2800">
                  <a:solidFill>
                    <a:schemeClr val="tx1"/>
                  </a:solidFill>
                  <a:latin typeface="Times New Roman" pitchFamily="18" charset="0"/>
                  <a:ea typeface="宋体" charset="-122"/>
                </a:defRPr>
              </a:lvl8pPr>
              <a:lvl9pPr marL="3886200" indent="-228600" eaLnBrk="0" fontAlgn="base" hangingPunct="0">
                <a:spcBef>
                  <a:spcPct val="50000"/>
                </a:spcBef>
                <a:spcAft>
                  <a:spcPct val="0"/>
                </a:spcAft>
                <a:defRPr kumimoji="1" sz="2800">
                  <a:solidFill>
                    <a:schemeClr val="tx1"/>
                  </a:solidFill>
                  <a:latin typeface="Times New Roman" pitchFamily="18" charset="0"/>
                  <a:ea typeface="宋体" charset="-122"/>
                </a:defRPr>
              </a:lvl9pPr>
            </a:lstStyle>
            <a:p>
              <a:pPr eaLnBrk="1" hangingPunct="1"/>
              <a:r>
                <a:rPr lang="en-US" altLang="zh-CN" sz="1800" b="1" i="1" dirty="0">
                  <a:solidFill>
                    <a:srgbClr val="C00000"/>
                  </a:solidFill>
                  <a:cs typeface="Times New Roman" panose="02020603050405020304" pitchFamily="18" charset="0"/>
                </a:rPr>
                <a:t>T</a:t>
              </a:r>
              <a:r>
                <a:rPr lang="en-US" altLang="zh-CN" sz="1800" b="1" baseline="-25000" dirty="0">
                  <a:solidFill>
                    <a:srgbClr val="C00000"/>
                  </a:solidFill>
                  <a:cs typeface="Times New Roman" panose="02020603050405020304" pitchFamily="18" charset="0"/>
                </a:rPr>
                <a:t>i</a:t>
              </a:r>
            </a:p>
          </p:txBody>
        </p:sp>
        <p:sp>
          <p:nvSpPr>
            <p:cNvPr id="85" name="Text Box 136"/>
            <p:cNvSpPr txBox="1">
              <a:spLocks noChangeArrowheads="1"/>
            </p:cNvSpPr>
            <p:nvPr/>
          </p:nvSpPr>
          <p:spPr bwMode="auto">
            <a:xfrm>
              <a:off x="7489325" y="5703303"/>
              <a:ext cx="478166" cy="3845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1800" b="1" dirty="0">
                  <a:solidFill>
                    <a:srgbClr val="C00000"/>
                  </a:solidFill>
                  <a:latin typeface="Times New Roman" panose="02020603050405020304" pitchFamily="18" charset="0"/>
                  <a:sym typeface="Symbol" panose="05050102010706020507" pitchFamily="18" charset="2"/>
                </a:rPr>
                <a:t> </a:t>
              </a:r>
              <a:r>
                <a:rPr kumimoji="1" lang="en-US" altLang="zh-CN" sz="1800" b="1" i="1" dirty="0">
                  <a:solidFill>
                    <a:srgbClr val="C00000"/>
                  </a:solidFill>
                  <a:latin typeface="Times New Roman" panose="02020603050405020304" pitchFamily="18" charset="0"/>
                  <a:sym typeface="Symbol" panose="05050102010706020507" pitchFamily="18" charset="2"/>
                </a:rPr>
                <a:t></a:t>
              </a:r>
              <a:r>
                <a:rPr kumimoji="1" lang="en-US" altLang="zh-CN" sz="1800" b="1" baseline="-25000" dirty="0" err="1">
                  <a:solidFill>
                    <a:srgbClr val="C00000"/>
                  </a:solidFill>
                  <a:latin typeface="Times New Roman" panose="02020603050405020304" pitchFamily="18" charset="0"/>
                  <a:sym typeface="Symbol" panose="05050102010706020507" pitchFamily="18" charset="2"/>
                </a:rPr>
                <a:t>i</a:t>
              </a:r>
              <a:endParaRPr kumimoji="1" lang="en-US" altLang="zh-CN" sz="1800" b="1" baseline="-25000" dirty="0">
                <a:solidFill>
                  <a:srgbClr val="C00000"/>
                </a:solidFill>
                <a:latin typeface="Times New Roman" panose="02020603050405020304" pitchFamily="18" charset="0"/>
              </a:endParaRPr>
            </a:p>
          </p:txBody>
        </p:sp>
        <p:sp>
          <p:nvSpPr>
            <p:cNvPr id="86" name="Arc 52"/>
            <p:cNvSpPr>
              <a:spLocks/>
            </p:cNvSpPr>
            <p:nvPr/>
          </p:nvSpPr>
          <p:spPr bwMode="auto">
            <a:xfrm rot="6458630">
              <a:off x="7618140" y="5645634"/>
              <a:ext cx="123066" cy="151653"/>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9525">
              <a:solidFill>
                <a:schemeClr val="tx1"/>
              </a:solidFill>
              <a:round/>
              <a:headEnd type="triangle" w="med" len="me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88" name="Text Box 24"/>
            <p:cNvSpPr txBox="1">
              <a:spLocks noChangeArrowheads="1"/>
            </p:cNvSpPr>
            <p:nvPr/>
          </p:nvSpPr>
          <p:spPr bwMode="auto">
            <a:xfrm>
              <a:off x="7350819" y="5041881"/>
              <a:ext cx="362718" cy="385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800">
                  <a:solidFill>
                    <a:schemeClr val="tx1"/>
                  </a:solidFill>
                  <a:latin typeface="Times New Roman" pitchFamily="18" charset="0"/>
                  <a:ea typeface="宋体" charset="-122"/>
                </a:defRPr>
              </a:lvl1pPr>
              <a:lvl2pPr marL="742950" indent="-285750" eaLnBrk="0" hangingPunct="0">
                <a:defRPr kumimoji="1" sz="2800">
                  <a:solidFill>
                    <a:schemeClr val="tx1"/>
                  </a:solidFill>
                  <a:latin typeface="Times New Roman" pitchFamily="18" charset="0"/>
                  <a:ea typeface="宋体" charset="-122"/>
                </a:defRPr>
              </a:lvl2pPr>
              <a:lvl3pPr marL="1143000" indent="-228600" eaLnBrk="0" hangingPunct="0">
                <a:defRPr kumimoji="1" sz="2800">
                  <a:solidFill>
                    <a:schemeClr val="tx1"/>
                  </a:solidFill>
                  <a:latin typeface="Times New Roman" pitchFamily="18" charset="0"/>
                  <a:ea typeface="宋体" charset="-122"/>
                </a:defRPr>
              </a:lvl3pPr>
              <a:lvl4pPr marL="1600200" indent="-228600" eaLnBrk="0" hangingPunct="0">
                <a:defRPr kumimoji="1" sz="2800">
                  <a:solidFill>
                    <a:schemeClr val="tx1"/>
                  </a:solidFill>
                  <a:latin typeface="Times New Roman" pitchFamily="18" charset="0"/>
                  <a:ea typeface="宋体" charset="-122"/>
                </a:defRPr>
              </a:lvl4pPr>
              <a:lvl5pPr marL="2057400" indent="-228600" eaLnBrk="0" hangingPunct="0">
                <a:defRPr kumimoji="1" sz="2800">
                  <a:solidFill>
                    <a:schemeClr val="tx1"/>
                  </a:solidFill>
                  <a:latin typeface="Times New Roman" pitchFamily="18" charset="0"/>
                  <a:ea typeface="宋体" charset="-122"/>
                </a:defRPr>
              </a:lvl5pPr>
              <a:lvl6pPr marL="2514600" indent="-228600" eaLnBrk="0" fontAlgn="base" hangingPunct="0">
                <a:spcBef>
                  <a:spcPct val="50000"/>
                </a:spcBef>
                <a:spcAft>
                  <a:spcPct val="0"/>
                </a:spcAft>
                <a:defRPr kumimoji="1" sz="2800">
                  <a:solidFill>
                    <a:schemeClr val="tx1"/>
                  </a:solidFill>
                  <a:latin typeface="Times New Roman" pitchFamily="18" charset="0"/>
                  <a:ea typeface="宋体" charset="-122"/>
                </a:defRPr>
              </a:lvl6pPr>
              <a:lvl7pPr marL="2971800" indent="-228600" eaLnBrk="0" fontAlgn="base" hangingPunct="0">
                <a:spcBef>
                  <a:spcPct val="50000"/>
                </a:spcBef>
                <a:spcAft>
                  <a:spcPct val="0"/>
                </a:spcAft>
                <a:defRPr kumimoji="1" sz="2800">
                  <a:solidFill>
                    <a:schemeClr val="tx1"/>
                  </a:solidFill>
                  <a:latin typeface="Times New Roman" pitchFamily="18" charset="0"/>
                  <a:ea typeface="宋体" charset="-122"/>
                </a:defRPr>
              </a:lvl7pPr>
              <a:lvl8pPr marL="3429000" indent="-228600" eaLnBrk="0" fontAlgn="base" hangingPunct="0">
                <a:spcBef>
                  <a:spcPct val="50000"/>
                </a:spcBef>
                <a:spcAft>
                  <a:spcPct val="0"/>
                </a:spcAft>
                <a:defRPr kumimoji="1" sz="2800">
                  <a:solidFill>
                    <a:schemeClr val="tx1"/>
                  </a:solidFill>
                  <a:latin typeface="Times New Roman" pitchFamily="18" charset="0"/>
                  <a:ea typeface="宋体" charset="-122"/>
                </a:defRPr>
              </a:lvl8pPr>
              <a:lvl9pPr marL="3886200" indent="-228600" eaLnBrk="0" fontAlgn="base" hangingPunct="0">
                <a:spcBef>
                  <a:spcPct val="50000"/>
                </a:spcBef>
                <a:spcAft>
                  <a:spcPct val="0"/>
                </a:spcAft>
                <a:defRPr kumimoji="1" sz="2800">
                  <a:solidFill>
                    <a:schemeClr val="tx1"/>
                  </a:solidFill>
                  <a:latin typeface="Times New Roman" pitchFamily="18" charset="0"/>
                  <a:ea typeface="宋体" charset="-122"/>
                </a:defRPr>
              </a:lvl9pPr>
            </a:lstStyle>
            <a:p>
              <a:pPr eaLnBrk="1" hangingPunct="1"/>
              <a:r>
                <a:rPr lang="en-US" altLang="zh-CN" sz="1800" b="1" i="1" dirty="0" smtClean="0">
                  <a:solidFill>
                    <a:srgbClr val="C00000"/>
                  </a:solidFill>
                  <a:cs typeface="Times New Roman" panose="02020603050405020304" pitchFamily="18" charset="0"/>
                </a:rPr>
                <a:t>l</a:t>
              </a:r>
              <a:r>
                <a:rPr lang="en-US" altLang="zh-CN" sz="1800" b="1" baseline="-25000" dirty="0" smtClean="0">
                  <a:solidFill>
                    <a:srgbClr val="C00000"/>
                  </a:solidFill>
                  <a:cs typeface="Times New Roman" panose="02020603050405020304" pitchFamily="18" charset="0"/>
                </a:rPr>
                <a:t>i</a:t>
              </a:r>
              <a:endParaRPr lang="en-US" altLang="zh-CN" sz="1800" b="1" baseline="-25000" dirty="0">
                <a:solidFill>
                  <a:srgbClr val="C00000"/>
                </a:solidFill>
                <a:cs typeface="Times New Roman" panose="02020603050405020304" pitchFamily="18" charset="0"/>
              </a:endParaRPr>
            </a:p>
          </p:txBody>
        </p:sp>
        <p:sp>
          <p:nvSpPr>
            <p:cNvPr id="123" name="Text Box 6"/>
            <p:cNvSpPr txBox="1">
              <a:spLocks noChangeArrowheads="1"/>
            </p:cNvSpPr>
            <p:nvPr/>
          </p:nvSpPr>
          <p:spPr bwMode="auto">
            <a:xfrm>
              <a:off x="8138107" y="4156173"/>
              <a:ext cx="581950" cy="410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800">
                  <a:solidFill>
                    <a:schemeClr val="tx1"/>
                  </a:solidFill>
                  <a:latin typeface="Times New Roman" pitchFamily="18" charset="0"/>
                  <a:ea typeface="宋体" charset="-122"/>
                </a:defRPr>
              </a:lvl1pPr>
              <a:lvl2pPr marL="742950" indent="-285750" eaLnBrk="0" hangingPunct="0">
                <a:defRPr kumimoji="1" sz="2800">
                  <a:solidFill>
                    <a:schemeClr val="tx1"/>
                  </a:solidFill>
                  <a:latin typeface="Times New Roman" pitchFamily="18" charset="0"/>
                  <a:ea typeface="宋体" charset="-122"/>
                </a:defRPr>
              </a:lvl2pPr>
              <a:lvl3pPr marL="1143000" indent="-228600" eaLnBrk="0" hangingPunct="0">
                <a:defRPr kumimoji="1" sz="2800">
                  <a:solidFill>
                    <a:schemeClr val="tx1"/>
                  </a:solidFill>
                  <a:latin typeface="Times New Roman" pitchFamily="18" charset="0"/>
                  <a:ea typeface="宋体" charset="-122"/>
                </a:defRPr>
              </a:lvl3pPr>
              <a:lvl4pPr marL="1600200" indent="-228600" eaLnBrk="0" hangingPunct="0">
                <a:defRPr kumimoji="1" sz="2800">
                  <a:solidFill>
                    <a:schemeClr val="tx1"/>
                  </a:solidFill>
                  <a:latin typeface="Times New Roman" pitchFamily="18" charset="0"/>
                  <a:ea typeface="宋体" charset="-122"/>
                </a:defRPr>
              </a:lvl4pPr>
              <a:lvl5pPr marL="2057400" indent="-228600" eaLnBrk="0" hangingPunct="0">
                <a:defRPr kumimoji="1" sz="2800">
                  <a:solidFill>
                    <a:schemeClr val="tx1"/>
                  </a:solidFill>
                  <a:latin typeface="Times New Roman" pitchFamily="18" charset="0"/>
                  <a:ea typeface="宋体" charset="-122"/>
                </a:defRPr>
              </a:lvl5pPr>
              <a:lvl6pPr marL="2514600" indent="-228600" eaLnBrk="0" fontAlgn="base" hangingPunct="0">
                <a:spcBef>
                  <a:spcPct val="50000"/>
                </a:spcBef>
                <a:spcAft>
                  <a:spcPct val="0"/>
                </a:spcAft>
                <a:defRPr kumimoji="1" sz="2800">
                  <a:solidFill>
                    <a:schemeClr val="tx1"/>
                  </a:solidFill>
                  <a:latin typeface="Times New Roman" pitchFamily="18" charset="0"/>
                  <a:ea typeface="宋体" charset="-122"/>
                </a:defRPr>
              </a:lvl6pPr>
              <a:lvl7pPr marL="2971800" indent="-228600" eaLnBrk="0" fontAlgn="base" hangingPunct="0">
                <a:spcBef>
                  <a:spcPct val="50000"/>
                </a:spcBef>
                <a:spcAft>
                  <a:spcPct val="0"/>
                </a:spcAft>
                <a:defRPr kumimoji="1" sz="2800">
                  <a:solidFill>
                    <a:schemeClr val="tx1"/>
                  </a:solidFill>
                  <a:latin typeface="Times New Roman" pitchFamily="18" charset="0"/>
                  <a:ea typeface="宋体" charset="-122"/>
                </a:defRPr>
              </a:lvl7pPr>
              <a:lvl8pPr marL="3429000" indent="-228600" eaLnBrk="0" fontAlgn="base" hangingPunct="0">
                <a:spcBef>
                  <a:spcPct val="50000"/>
                </a:spcBef>
                <a:spcAft>
                  <a:spcPct val="0"/>
                </a:spcAft>
                <a:defRPr kumimoji="1" sz="2800">
                  <a:solidFill>
                    <a:schemeClr val="tx1"/>
                  </a:solidFill>
                  <a:latin typeface="Times New Roman" pitchFamily="18" charset="0"/>
                  <a:ea typeface="宋体" charset="-122"/>
                </a:defRPr>
              </a:lvl8pPr>
              <a:lvl9pPr marL="3886200" indent="-228600" eaLnBrk="0" fontAlgn="base" hangingPunct="0">
                <a:spcBef>
                  <a:spcPct val="50000"/>
                </a:spcBef>
                <a:spcAft>
                  <a:spcPct val="0"/>
                </a:spcAft>
                <a:defRPr kumimoji="1" sz="2800">
                  <a:solidFill>
                    <a:schemeClr val="tx1"/>
                  </a:solidFill>
                  <a:latin typeface="Times New Roman" pitchFamily="18" charset="0"/>
                  <a:ea typeface="宋体" charset="-122"/>
                </a:defRPr>
              </a:lvl9pPr>
            </a:lstStyle>
            <a:p>
              <a:pPr eaLnBrk="1" hangingPunct="1"/>
              <a:r>
                <a:rPr lang="en-US" altLang="zh-CN" sz="1800" b="1" i="1" dirty="0" smtClean="0">
                  <a:solidFill>
                    <a:srgbClr val="C00000"/>
                  </a:solidFill>
                  <a:cs typeface="Times New Roman" panose="02020603050405020304" pitchFamily="18" charset="0"/>
                </a:rPr>
                <a:t>P</a:t>
              </a:r>
              <a:r>
                <a:rPr lang="en-US" altLang="zh-CN" sz="1800" b="1" baseline="-25000" dirty="0" smtClean="0">
                  <a:solidFill>
                    <a:srgbClr val="C00000"/>
                  </a:solidFill>
                  <a:cs typeface="Times New Roman" panose="02020603050405020304" pitchFamily="18" charset="0"/>
                </a:rPr>
                <a:t>i+1</a:t>
              </a:r>
              <a:endParaRPr lang="en-US" altLang="zh-CN" sz="1800" b="1" i="1" baseline="-25000" dirty="0">
                <a:solidFill>
                  <a:srgbClr val="C00000"/>
                </a:solidFill>
                <a:cs typeface="Times New Roman" panose="02020603050405020304" pitchFamily="18" charset="0"/>
              </a:endParaRPr>
            </a:p>
          </p:txBody>
        </p:sp>
        <p:sp>
          <p:nvSpPr>
            <p:cNvPr id="124" name="Line 11"/>
            <p:cNvSpPr>
              <a:spLocks noChangeShapeType="1"/>
            </p:cNvSpPr>
            <p:nvPr/>
          </p:nvSpPr>
          <p:spPr bwMode="auto">
            <a:xfrm>
              <a:off x="6785545" y="4733265"/>
              <a:ext cx="416345" cy="0"/>
            </a:xfrm>
            <a:prstGeom prst="line">
              <a:avLst/>
            </a:prstGeom>
            <a:noFill/>
            <a:ln w="28575">
              <a:solidFill>
                <a:srgbClr val="C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00">
                <a:cs typeface="Times New Roman" panose="02020603050405020304" pitchFamily="18" charset="0"/>
              </a:endParaRPr>
            </a:p>
          </p:txBody>
        </p:sp>
        <p:sp>
          <p:nvSpPr>
            <p:cNvPr id="125" name="Text Box 16"/>
            <p:cNvSpPr txBox="1">
              <a:spLocks noChangeArrowheads="1"/>
            </p:cNvSpPr>
            <p:nvPr/>
          </p:nvSpPr>
          <p:spPr bwMode="auto">
            <a:xfrm>
              <a:off x="6727065" y="4314242"/>
              <a:ext cx="551304" cy="385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800">
                  <a:solidFill>
                    <a:schemeClr val="tx1"/>
                  </a:solidFill>
                  <a:latin typeface="Times New Roman" pitchFamily="18" charset="0"/>
                  <a:ea typeface="宋体" charset="-122"/>
                </a:defRPr>
              </a:lvl1pPr>
              <a:lvl2pPr marL="742950" indent="-285750" eaLnBrk="0" hangingPunct="0">
                <a:defRPr kumimoji="1" sz="2800">
                  <a:solidFill>
                    <a:schemeClr val="tx1"/>
                  </a:solidFill>
                  <a:latin typeface="Times New Roman" pitchFamily="18" charset="0"/>
                  <a:ea typeface="宋体" charset="-122"/>
                </a:defRPr>
              </a:lvl2pPr>
              <a:lvl3pPr marL="1143000" indent="-228600" eaLnBrk="0" hangingPunct="0">
                <a:defRPr kumimoji="1" sz="2800">
                  <a:solidFill>
                    <a:schemeClr val="tx1"/>
                  </a:solidFill>
                  <a:latin typeface="Times New Roman" pitchFamily="18" charset="0"/>
                  <a:ea typeface="宋体" charset="-122"/>
                </a:defRPr>
              </a:lvl3pPr>
              <a:lvl4pPr marL="1600200" indent="-228600" eaLnBrk="0" hangingPunct="0">
                <a:defRPr kumimoji="1" sz="2800">
                  <a:solidFill>
                    <a:schemeClr val="tx1"/>
                  </a:solidFill>
                  <a:latin typeface="Times New Roman" pitchFamily="18" charset="0"/>
                  <a:ea typeface="宋体" charset="-122"/>
                </a:defRPr>
              </a:lvl4pPr>
              <a:lvl5pPr marL="2057400" indent="-228600" eaLnBrk="0" hangingPunct="0">
                <a:defRPr kumimoji="1" sz="2800">
                  <a:solidFill>
                    <a:schemeClr val="tx1"/>
                  </a:solidFill>
                  <a:latin typeface="Times New Roman" pitchFamily="18" charset="0"/>
                  <a:ea typeface="宋体" charset="-122"/>
                </a:defRPr>
              </a:lvl5pPr>
              <a:lvl6pPr marL="2514600" indent="-228600" eaLnBrk="0" fontAlgn="base" hangingPunct="0">
                <a:spcBef>
                  <a:spcPct val="50000"/>
                </a:spcBef>
                <a:spcAft>
                  <a:spcPct val="0"/>
                </a:spcAft>
                <a:defRPr kumimoji="1" sz="2800">
                  <a:solidFill>
                    <a:schemeClr val="tx1"/>
                  </a:solidFill>
                  <a:latin typeface="Times New Roman" pitchFamily="18" charset="0"/>
                  <a:ea typeface="宋体" charset="-122"/>
                </a:defRPr>
              </a:lvl6pPr>
              <a:lvl7pPr marL="2971800" indent="-228600" eaLnBrk="0" fontAlgn="base" hangingPunct="0">
                <a:spcBef>
                  <a:spcPct val="50000"/>
                </a:spcBef>
                <a:spcAft>
                  <a:spcPct val="0"/>
                </a:spcAft>
                <a:defRPr kumimoji="1" sz="2800">
                  <a:solidFill>
                    <a:schemeClr val="tx1"/>
                  </a:solidFill>
                  <a:latin typeface="Times New Roman" pitchFamily="18" charset="0"/>
                  <a:ea typeface="宋体" charset="-122"/>
                </a:defRPr>
              </a:lvl7pPr>
              <a:lvl8pPr marL="3429000" indent="-228600" eaLnBrk="0" fontAlgn="base" hangingPunct="0">
                <a:spcBef>
                  <a:spcPct val="50000"/>
                </a:spcBef>
                <a:spcAft>
                  <a:spcPct val="0"/>
                </a:spcAft>
                <a:defRPr kumimoji="1" sz="2800">
                  <a:solidFill>
                    <a:schemeClr val="tx1"/>
                  </a:solidFill>
                  <a:latin typeface="Times New Roman" pitchFamily="18" charset="0"/>
                  <a:ea typeface="宋体" charset="-122"/>
                </a:defRPr>
              </a:lvl8pPr>
              <a:lvl9pPr marL="3886200" indent="-228600" eaLnBrk="0" fontAlgn="base" hangingPunct="0">
                <a:spcBef>
                  <a:spcPct val="50000"/>
                </a:spcBef>
                <a:spcAft>
                  <a:spcPct val="0"/>
                </a:spcAft>
                <a:defRPr kumimoji="1" sz="2800">
                  <a:solidFill>
                    <a:schemeClr val="tx1"/>
                  </a:solidFill>
                  <a:latin typeface="Times New Roman" pitchFamily="18" charset="0"/>
                  <a:ea typeface="宋体" charset="-122"/>
                </a:defRPr>
              </a:lvl9pPr>
            </a:lstStyle>
            <a:p>
              <a:pPr eaLnBrk="1" hangingPunct="1"/>
              <a:r>
                <a:rPr lang="en-US" altLang="zh-CN" sz="1800" b="1" i="1" dirty="0" smtClean="0">
                  <a:solidFill>
                    <a:srgbClr val="C00000"/>
                  </a:solidFill>
                  <a:cs typeface="Times New Roman" panose="02020603050405020304" pitchFamily="18" charset="0"/>
                </a:rPr>
                <a:t>P</a:t>
              </a:r>
              <a:r>
                <a:rPr lang="en-US" altLang="zh-CN" sz="1800" b="1" baseline="-25000" dirty="0" smtClean="0">
                  <a:solidFill>
                    <a:srgbClr val="C00000"/>
                  </a:solidFill>
                  <a:cs typeface="Times New Roman" panose="02020603050405020304" pitchFamily="18" charset="0"/>
                </a:rPr>
                <a:t>i</a:t>
              </a:r>
              <a:endParaRPr lang="en-US" altLang="zh-CN" sz="1800" b="1" baseline="-25000" dirty="0">
                <a:solidFill>
                  <a:srgbClr val="C00000"/>
                </a:solidFill>
                <a:cs typeface="Times New Roman" panose="02020603050405020304" pitchFamily="18" charset="0"/>
              </a:endParaRPr>
            </a:p>
          </p:txBody>
        </p:sp>
        <p:sp>
          <p:nvSpPr>
            <p:cNvPr id="128" name="Line 19"/>
            <p:cNvSpPr>
              <a:spLocks noChangeShapeType="1"/>
            </p:cNvSpPr>
            <p:nvPr/>
          </p:nvSpPr>
          <p:spPr bwMode="auto">
            <a:xfrm flipH="1">
              <a:off x="7920318" y="4536464"/>
              <a:ext cx="452268" cy="0"/>
            </a:xfrm>
            <a:prstGeom prst="line">
              <a:avLst/>
            </a:prstGeom>
            <a:noFill/>
            <a:ln w="28575">
              <a:solidFill>
                <a:srgbClr val="C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00">
                <a:cs typeface="Times New Roman" panose="02020603050405020304" pitchFamily="18" charset="0"/>
              </a:endParaRPr>
            </a:p>
          </p:txBody>
        </p:sp>
        <p:sp>
          <p:nvSpPr>
            <p:cNvPr id="135" name="Text Box 7"/>
            <p:cNvSpPr txBox="1">
              <a:spLocks noChangeArrowheads="1"/>
            </p:cNvSpPr>
            <p:nvPr/>
          </p:nvSpPr>
          <p:spPr bwMode="auto">
            <a:xfrm>
              <a:off x="8246957" y="4658684"/>
              <a:ext cx="576470" cy="410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800">
                  <a:solidFill>
                    <a:schemeClr val="tx1"/>
                  </a:solidFill>
                  <a:latin typeface="Times New Roman" pitchFamily="18" charset="0"/>
                  <a:ea typeface="宋体" charset="-122"/>
                </a:defRPr>
              </a:lvl1pPr>
              <a:lvl2pPr marL="742950" indent="-285750" eaLnBrk="0" hangingPunct="0">
                <a:defRPr kumimoji="1" sz="2800">
                  <a:solidFill>
                    <a:schemeClr val="tx1"/>
                  </a:solidFill>
                  <a:latin typeface="Times New Roman" pitchFamily="18" charset="0"/>
                  <a:ea typeface="宋体" charset="-122"/>
                </a:defRPr>
              </a:lvl2pPr>
              <a:lvl3pPr marL="1143000" indent="-228600" eaLnBrk="0" hangingPunct="0">
                <a:defRPr kumimoji="1" sz="2800">
                  <a:solidFill>
                    <a:schemeClr val="tx1"/>
                  </a:solidFill>
                  <a:latin typeface="Times New Roman" pitchFamily="18" charset="0"/>
                  <a:ea typeface="宋体" charset="-122"/>
                </a:defRPr>
              </a:lvl3pPr>
              <a:lvl4pPr marL="1600200" indent="-228600" eaLnBrk="0" hangingPunct="0">
                <a:defRPr kumimoji="1" sz="2800">
                  <a:solidFill>
                    <a:schemeClr val="tx1"/>
                  </a:solidFill>
                  <a:latin typeface="Times New Roman" pitchFamily="18" charset="0"/>
                  <a:ea typeface="宋体" charset="-122"/>
                </a:defRPr>
              </a:lvl4pPr>
              <a:lvl5pPr marL="2057400" indent="-228600" eaLnBrk="0" hangingPunct="0">
                <a:defRPr kumimoji="1" sz="2800">
                  <a:solidFill>
                    <a:schemeClr val="tx1"/>
                  </a:solidFill>
                  <a:latin typeface="Times New Roman" pitchFamily="18" charset="0"/>
                  <a:ea typeface="宋体" charset="-122"/>
                </a:defRPr>
              </a:lvl5pPr>
              <a:lvl6pPr marL="2514600" indent="-228600" eaLnBrk="0" fontAlgn="base" hangingPunct="0">
                <a:spcBef>
                  <a:spcPct val="50000"/>
                </a:spcBef>
                <a:spcAft>
                  <a:spcPct val="0"/>
                </a:spcAft>
                <a:defRPr kumimoji="1" sz="2800">
                  <a:solidFill>
                    <a:schemeClr val="tx1"/>
                  </a:solidFill>
                  <a:latin typeface="Times New Roman" pitchFamily="18" charset="0"/>
                  <a:ea typeface="宋体" charset="-122"/>
                </a:defRPr>
              </a:lvl6pPr>
              <a:lvl7pPr marL="2971800" indent="-228600" eaLnBrk="0" fontAlgn="base" hangingPunct="0">
                <a:spcBef>
                  <a:spcPct val="50000"/>
                </a:spcBef>
                <a:spcAft>
                  <a:spcPct val="0"/>
                </a:spcAft>
                <a:defRPr kumimoji="1" sz="2800">
                  <a:solidFill>
                    <a:schemeClr val="tx1"/>
                  </a:solidFill>
                  <a:latin typeface="Times New Roman" pitchFamily="18" charset="0"/>
                  <a:ea typeface="宋体" charset="-122"/>
                </a:defRPr>
              </a:lvl7pPr>
              <a:lvl8pPr marL="3429000" indent="-228600" eaLnBrk="0" fontAlgn="base" hangingPunct="0">
                <a:spcBef>
                  <a:spcPct val="50000"/>
                </a:spcBef>
                <a:spcAft>
                  <a:spcPct val="0"/>
                </a:spcAft>
                <a:defRPr kumimoji="1" sz="2800">
                  <a:solidFill>
                    <a:schemeClr val="tx1"/>
                  </a:solidFill>
                  <a:latin typeface="Times New Roman" pitchFamily="18" charset="0"/>
                  <a:ea typeface="宋体" charset="-122"/>
                </a:defRPr>
              </a:lvl8pPr>
              <a:lvl9pPr marL="3886200" indent="-228600" eaLnBrk="0" fontAlgn="base" hangingPunct="0">
                <a:spcBef>
                  <a:spcPct val="50000"/>
                </a:spcBef>
                <a:spcAft>
                  <a:spcPct val="0"/>
                </a:spcAft>
                <a:defRPr kumimoji="1" sz="2800">
                  <a:solidFill>
                    <a:schemeClr val="tx1"/>
                  </a:solidFill>
                  <a:latin typeface="Times New Roman" pitchFamily="18" charset="0"/>
                  <a:ea typeface="宋体" charset="-122"/>
                </a:defRPr>
              </a:lvl9pPr>
            </a:lstStyle>
            <a:p>
              <a:pPr eaLnBrk="1" hangingPunct="1"/>
              <a:r>
                <a:rPr lang="en-US" altLang="zh-CN" sz="1800" b="1" i="1" dirty="0" smtClean="0">
                  <a:cs typeface="Times New Roman" panose="02020603050405020304" pitchFamily="18" charset="0"/>
                </a:rPr>
                <a:t>h</a:t>
              </a:r>
              <a:r>
                <a:rPr lang="en-US" altLang="zh-CN" sz="1800" b="1" baseline="-25000" dirty="0" smtClean="0">
                  <a:cs typeface="Times New Roman" panose="02020603050405020304" pitchFamily="18" charset="0"/>
                </a:rPr>
                <a:t>i+1</a:t>
              </a:r>
              <a:endParaRPr lang="en-US" altLang="zh-CN" sz="1800" b="1" i="1" baseline="-25000" dirty="0">
                <a:cs typeface="Times New Roman" panose="02020603050405020304" pitchFamily="18" charset="0"/>
              </a:endParaRPr>
            </a:p>
          </p:txBody>
        </p:sp>
        <p:sp>
          <p:nvSpPr>
            <p:cNvPr id="136" name="Line 17"/>
            <p:cNvSpPr>
              <a:spLocks noChangeShapeType="1"/>
            </p:cNvSpPr>
            <p:nvPr/>
          </p:nvSpPr>
          <p:spPr bwMode="auto">
            <a:xfrm flipH="1">
              <a:off x="7935940" y="5195516"/>
              <a:ext cx="49095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00">
                <a:cs typeface="Times New Roman" panose="02020603050405020304" pitchFamily="18" charset="0"/>
              </a:endParaRPr>
            </a:p>
          </p:txBody>
        </p:sp>
        <p:sp>
          <p:nvSpPr>
            <p:cNvPr id="137" name="Line 18"/>
            <p:cNvSpPr>
              <a:spLocks noChangeShapeType="1"/>
            </p:cNvSpPr>
            <p:nvPr/>
          </p:nvSpPr>
          <p:spPr bwMode="auto">
            <a:xfrm>
              <a:off x="8257409" y="4543716"/>
              <a:ext cx="0" cy="659401"/>
            </a:xfrm>
            <a:prstGeom prst="line">
              <a:avLst/>
            </a:prstGeom>
            <a:noFill/>
            <a:ln w="1270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00">
                <a:cs typeface="Times New Roman" panose="02020603050405020304" pitchFamily="18" charset="0"/>
              </a:endParaRPr>
            </a:p>
          </p:txBody>
        </p:sp>
        <p:sp>
          <p:nvSpPr>
            <p:cNvPr id="138" name="Line 13"/>
            <p:cNvSpPr>
              <a:spLocks noChangeShapeType="1"/>
            </p:cNvSpPr>
            <p:nvPr/>
          </p:nvSpPr>
          <p:spPr bwMode="auto">
            <a:xfrm flipH="1">
              <a:off x="6767810" y="5571923"/>
              <a:ext cx="489113"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00">
                <a:cs typeface="Times New Roman" panose="02020603050405020304" pitchFamily="18" charset="0"/>
              </a:endParaRPr>
            </a:p>
          </p:txBody>
        </p:sp>
        <p:sp>
          <p:nvSpPr>
            <p:cNvPr id="139" name="Line 14"/>
            <p:cNvSpPr>
              <a:spLocks noChangeShapeType="1"/>
            </p:cNvSpPr>
            <p:nvPr/>
          </p:nvSpPr>
          <p:spPr bwMode="auto">
            <a:xfrm>
              <a:off x="6959695" y="4745296"/>
              <a:ext cx="0" cy="831377"/>
            </a:xfrm>
            <a:prstGeom prst="line">
              <a:avLst/>
            </a:prstGeom>
            <a:noFill/>
            <a:ln w="1270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00">
                <a:cs typeface="Times New Roman" panose="02020603050405020304" pitchFamily="18" charset="0"/>
              </a:endParaRPr>
            </a:p>
          </p:txBody>
        </p:sp>
        <p:sp>
          <p:nvSpPr>
            <p:cNvPr id="140" name="Text Box 15"/>
            <p:cNvSpPr txBox="1">
              <a:spLocks noChangeArrowheads="1"/>
            </p:cNvSpPr>
            <p:nvPr/>
          </p:nvSpPr>
          <p:spPr bwMode="auto">
            <a:xfrm>
              <a:off x="6657227" y="4923089"/>
              <a:ext cx="301620" cy="385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a:spAutoFit/>
            </a:bodyPr>
            <a:lstStyle>
              <a:lvl1pPr eaLnBrk="0" hangingPunct="0">
                <a:defRPr kumimoji="1" sz="2800">
                  <a:solidFill>
                    <a:schemeClr val="tx1"/>
                  </a:solidFill>
                  <a:latin typeface="Times New Roman" pitchFamily="18" charset="0"/>
                  <a:ea typeface="宋体" charset="-122"/>
                </a:defRPr>
              </a:lvl1pPr>
              <a:lvl2pPr marL="742950" indent="-285750" eaLnBrk="0" hangingPunct="0">
                <a:defRPr kumimoji="1" sz="2800">
                  <a:solidFill>
                    <a:schemeClr val="tx1"/>
                  </a:solidFill>
                  <a:latin typeface="Times New Roman" pitchFamily="18" charset="0"/>
                  <a:ea typeface="宋体" charset="-122"/>
                </a:defRPr>
              </a:lvl2pPr>
              <a:lvl3pPr marL="1143000" indent="-228600" eaLnBrk="0" hangingPunct="0">
                <a:defRPr kumimoji="1" sz="2800">
                  <a:solidFill>
                    <a:schemeClr val="tx1"/>
                  </a:solidFill>
                  <a:latin typeface="Times New Roman" pitchFamily="18" charset="0"/>
                  <a:ea typeface="宋体" charset="-122"/>
                </a:defRPr>
              </a:lvl3pPr>
              <a:lvl4pPr marL="1600200" indent="-228600" eaLnBrk="0" hangingPunct="0">
                <a:defRPr kumimoji="1" sz="2800">
                  <a:solidFill>
                    <a:schemeClr val="tx1"/>
                  </a:solidFill>
                  <a:latin typeface="Times New Roman" pitchFamily="18" charset="0"/>
                  <a:ea typeface="宋体" charset="-122"/>
                </a:defRPr>
              </a:lvl4pPr>
              <a:lvl5pPr marL="2057400" indent="-228600" eaLnBrk="0" hangingPunct="0">
                <a:defRPr kumimoji="1" sz="2800">
                  <a:solidFill>
                    <a:schemeClr val="tx1"/>
                  </a:solidFill>
                  <a:latin typeface="Times New Roman" pitchFamily="18" charset="0"/>
                  <a:ea typeface="宋体" charset="-122"/>
                </a:defRPr>
              </a:lvl5pPr>
              <a:lvl6pPr marL="2514600" indent="-228600" eaLnBrk="0" fontAlgn="base" hangingPunct="0">
                <a:spcBef>
                  <a:spcPct val="50000"/>
                </a:spcBef>
                <a:spcAft>
                  <a:spcPct val="0"/>
                </a:spcAft>
                <a:defRPr kumimoji="1" sz="2800">
                  <a:solidFill>
                    <a:schemeClr val="tx1"/>
                  </a:solidFill>
                  <a:latin typeface="Times New Roman" pitchFamily="18" charset="0"/>
                  <a:ea typeface="宋体" charset="-122"/>
                </a:defRPr>
              </a:lvl6pPr>
              <a:lvl7pPr marL="2971800" indent="-228600" eaLnBrk="0" fontAlgn="base" hangingPunct="0">
                <a:spcBef>
                  <a:spcPct val="50000"/>
                </a:spcBef>
                <a:spcAft>
                  <a:spcPct val="0"/>
                </a:spcAft>
                <a:defRPr kumimoji="1" sz="2800">
                  <a:solidFill>
                    <a:schemeClr val="tx1"/>
                  </a:solidFill>
                  <a:latin typeface="Times New Roman" pitchFamily="18" charset="0"/>
                  <a:ea typeface="宋体" charset="-122"/>
                </a:defRPr>
              </a:lvl7pPr>
              <a:lvl8pPr marL="3429000" indent="-228600" eaLnBrk="0" fontAlgn="base" hangingPunct="0">
                <a:spcBef>
                  <a:spcPct val="50000"/>
                </a:spcBef>
                <a:spcAft>
                  <a:spcPct val="0"/>
                </a:spcAft>
                <a:defRPr kumimoji="1" sz="2800">
                  <a:solidFill>
                    <a:schemeClr val="tx1"/>
                  </a:solidFill>
                  <a:latin typeface="Times New Roman" pitchFamily="18" charset="0"/>
                  <a:ea typeface="宋体" charset="-122"/>
                </a:defRPr>
              </a:lvl8pPr>
              <a:lvl9pPr marL="3886200" indent="-228600" eaLnBrk="0" fontAlgn="base" hangingPunct="0">
                <a:spcBef>
                  <a:spcPct val="50000"/>
                </a:spcBef>
                <a:spcAft>
                  <a:spcPct val="0"/>
                </a:spcAft>
                <a:defRPr kumimoji="1" sz="2800">
                  <a:solidFill>
                    <a:schemeClr val="tx1"/>
                  </a:solidFill>
                  <a:latin typeface="Times New Roman" pitchFamily="18" charset="0"/>
                  <a:ea typeface="宋体" charset="-122"/>
                </a:defRPr>
              </a:lvl9pPr>
            </a:lstStyle>
            <a:p>
              <a:pPr eaLnBrk="1" hangingPunct="1"/>
              <a:r>
                <a:rPr lang="en-US" altLang="zh-CN" sz="1800" b="1" i="1" dirty="0" smtClean="0">
                  <a:cs typeface="Times New Roman" panose="02020603050405020304" pitchFamily="18" charset="0"/>
                </a:rPr>
                <a:t>h</a:t>
              </a:r>
              <a:r>
                <a:rPr lang="en-US" altLang="zh-CN" sz="1800" b="1" baseline="-25000" dirty="0" smtClean="0">
                  <a:cs typeface="Times New Roman" panose="02020603050405020304" pitchFamily="18" charset="0"/>
                </a:rPr>
                <a:t>i</a:t>
              </a:r>
              <a:endParaRPr lang="en-US" altLang="zh-CN" sz="1800" b="1" baseline="-25000" dirty="0">
                <a:cs typeface="Times New Roman" panose="02020603050405020304" pitchFamily="18" charset="0"/>
              </a:endParaRPr>
            </a:p>
          </p:txBody>
        </p:sp>
      </p:grpSp>
      <p:grpSp>
        <p:nvGrpSpPr>
          <p:cNvPr id="4" name="组合 3"/>
          <p:cNvGrpSpPr/>
          <p:nvPr/>
        </p:nvGrpSpPr>
        <p:grpSpPr>
          <a:xfrm>
            <a:off x="947327" y="2696786"/>
            <a:ext cx="4754682" cy="1081705"/>
            <a:chOff x="947327" y="2696786"/>
            <a:chExt cx="4754682" cy="1081705"/>
          </a:xfrm>
        </p:grpSpPr>
        <p:sp>
          <p:nvSpPr>
            <p:cNvPr id="97" name="Text Box 110"/>
            <p:cNvSpPr txBox="1">
              <a:spLocks noChangeArrowheads="1"/>
            </p:cNvSpPr>
            <p:nvPr/>
          </p:nvSpPr>
          <p:spPr bwMode="auto">
            <a:xfrm>
              <a:off x="950620" y="2696786"/>
              <a:ext cx="3770252" cy="3539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marL="182563" lvl="2" indent="-182563" defTabSz="739775">
                <a:buClr>
                  <a:srgbClr val="C00000"/>
                </a:buClr>
                <a:buSzPct val="130000"/>
                <a:buFont typeface="Arial" panose="020B0604020202020204" pitchFamily="34" charset="0"/>
                <a:buChar char="•"/>
              </a:pPr>
              <a:r>
                <a:rPr lang="zh-CN" altLang="en-US"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土条底</a:t>
              </a:r>
              <a:r>
                <a:rPr lang="zh-CN" altLang="en-US" sz="20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作用力：</a:t>
              </a:r>
              <a:r>
                <a:rPr lang="en-US" altLang="zh-CN" sz="2000" b="1" i="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 </a:t>
              </a:r>
              <a:r>
                <a:rPr lang="en-US" altLang="zh-CN" sz="2000" b="1" i="1" dirty="0">
                  <a:solidFill>
                    <a:srgbClr val="C00000"/>
                  </a:solidFill>
                  <a:latin typeface="Times New Roman" panose="02020603050405020304" pitchFamily="18" charset="0"/>
                  <a:ea typeface="幼圆" panose="02010509060101010101" pitchFamily="49" charset="-122"/>
                  <a:cs typeface="Times New Roman" panose="02020603050405020304" pitchFamily="18" charset="0"/>
                </a:rPr>
                <a:t>N</a:t>
              </a:r>
              <a:r>
                <a:rPr lang="en-US" altLang="zh-CN" sz="2000" b="1" baseline="-25000" dirty="0">
                  <a:solidFill>
                    <a:srgbClr val="C00000"/>
                  </a:solidFill>
                  <a:latin typeface="Times New Roman" panose="02020603050405020304" pitchFamily="18" charset="0"/>
                  <a:ea typeface="幼圆" panose="02010509060101010101" pitchFamily="49" charset="-122"/>
                  <a:cs typeface="Times New Roman" panose="02020603050405020304" pitchFamily="18" charset="0"/>
                </a:rPr>
                <a:t>i</a:t>
              </a:r>
              <a:r>
                <a:rPr lang="en-US" altLang="zh-CN" sz="2000" b="1" i="1" baseline="-25000" dirty="0">
                  <a:solidFill>
                    <a:srgbClr val="C00000"/>
                  </a:solidFill>
                  <a:latin typeface="Times New Roman" panose="02020603050405020304" pitchFamily="18" charset="0"/>
                  <a:ea typeface="幼圆" panose="02010509060101010101" pitchFamily="49" charset="-122"/>
                  <a:cs typeface="Times New Roman" panose="02020603050405020304" pitchFamily="18" charset="0"/>
                </a:rPr>
                <a:t> </a:t>
              </a:r>
              <a:r>
                <a:rPr lang="en-US" altLang="zh-CN" sz="2000" b="1" i="1" dirty="0">
                  <a:solidFill>
                    <a:srgbClr val="C00000"/>
                  </a:solidFill>
                  <a:latin typeface="Times New Roman" panose="02020603050405020304" pitchFamily="18" charset="0"/>
                  <a:ea typeface="幼圆" panose="02010509060101010101" pitchFamily="49" charset="-122"/>
                  <a:cs typeface="Times New Roman" panose="02020603050405020304" pitchFamily="18" charset="0"/>
                </a:rPr>
                <a:t> </a:t>
              </a:r>
              <a:r>
                <a:rPr lang="en-US" altLang="zh-CN" sz="2000" b="1" i="1" dirty="0" smtClean="0">
                  <a:solidFill>
                    <a:srgbClr val="C00000"/>
                  </a:solidFill>
                  <a:latin typeface="Times New Roman" panose="02020603050405020304" pitchFamily="18" charset="0"/>
                  <a:ea typeface="幼圆" panose="02010509060101010101" pitchFamily="49" charset="-122"/>
                  <a:cs typeface="Times New Roman" panose="02020603050405020304" pitchFamily="18" charset="0"/>
                </a:rPr>
                <a:t> </a:t>
              </a:r>
              <a:r>
                <a:rPr lang="en-US" altLang="zh-CN" sz="2000" b="1" i="1" dirty="0">
                  <a:solidFill>
                    <a:srgbClr val="C00000"/>
                  </a:solidFill>
                  <a:latin typeface="Times New Roman" panose="02020603050405020304" pitchFamily="18" charset="0"/>
                  <a:ea typeface="幼圆" panose="02010509060101010101" pitchFamily="49" charset="-122"/>
                  <a:cs typeface="Times New Roman" panose="02020603050405020304" pitchFamily="18" charset="0"/>
                </a:rPr>
                <a:t>T</a:t>
              </a:r>
              <a:r>
                <a:rPr lang="en-US" altLang="zh-CN" sz="2000" b="1" baseline="-25000" dirty="0">
                  <a:solidFill>
                    <a:srgbClr val="C00000"/>
                  </a:solidFill>
                  <a:latin typeface="Times New Roman" panose="02020603050405020304" pitchFamily="18" charset="0"/>
                  <a:ea typeface="幼圆" panose="02010509060101010101" pitchFamily="49" charset="-122"/>
                  <a:cs typeface="Times New Roman" panose="02020603050405020304" pitchFamily="18" charset="0"/>
                </a:rPr>
                <a:t>i</a:t>
              </a:r>
              <a:r>
                <a:rPr lang="en-US" altLang="zh-CN" sz="2000" b="1" i="1" baseline="-25000" dirty="0">
                  <a:solidFill>
                    <a:srgbClr val="C00000"/>
                  </a:solidFill>
                  <a:latin typeface="Times New Roman" panose="02020603050405020304" pitchFamily="18" charset="0"/>
                  <a:ea typeface="幼圆" panose="02010509060101010101" pitchFamily="49" charset="-122"/>
                  <a:cs typeface="Times New Roman" panose="02020603050405020304" pitchFamily="18" charset="0"/>
                </a:rPr>
                <a:t> </a:t>
              </a:r>
              <a:r>
                <a:rPr lang="en-US" altLang="zh-CN" sz="2000" b="1" i="1" dirty="0">
                  <a:solidFill>
                    <a:srgbClr val="C00000"/>
                  </a:solidFill>
                  <a:latin typeface="Times New Roman" panose="02020603050405020304" pitchFamily="18" charset="0"/>
                  <a:ea typeface="幼圆" panose="02010509060101010101" pitchFamily="49" charset="-122"/>
                  <a:cs typeface="Times New Roman" panose="02020603050405020304" pitchFamily="18" charset="0"/>
                </a:rPr>
                <a:t>  </a:t>
              </a:r>
              <a:r>
                <a:rPr lang="en-US" altLang="zh-CN" sz="2000" b="1" dirty="0" smtClean="0">
                  <a:solidFill>
                    <a:srgbClr val="C00000"/>
                  </a:solidFill>
                  <a:latin typeface="Times New Roman" panose="02020603050405020304" pitchFamily="18" charset="0"/>
                  <a:ea typeface="幼圆" panose="02010509060101010101" pitchFamily="49" charset="-122"/>
                  <a:cs typeface="Times New Roman" panose="02020603050405020304" pitchFamily="18" charset="0"/>
                </a:rPr>
                <a:t> </a:t>
              </a:r>
              <a:r>
                <a:rPr lang="en-US" altLang="zh-CN" sz="20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2n</a:t>
              </a:r>
              <a:r>
                <a:rPr lang="zh-CN" altLang="en-US" sz="20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个 </a:t>
              </a:r>
              <a:endParaRPr lang="en-US" altLang="zh-CN"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p:txBody>
        </p:sp>
        <p:sp>
          <p:nvSpPr>
            <p:cNvPr id="98" name="Text Box 111"/>
            <p:cNvSpPr txBox="1">
              <a:spLocks noChangeArrowheads="1"/>
            </p:cNvSpPr>
            <p:nvPr/>
          </p:nvSpPr>
          <p:spPr bwMode="auto">
            <a:xfrm>
              <a:off x="949516" y="3424548"/>
              <a:ext cx="3658935" cy="3539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marL="182563" indent="-182563" eaLnBrk="1" hangingPunct="1">
                <a:buClr>
                  <a:srgbClr val="C00000"/>
                </a:buClr>
                <a:buSzPct val="130000"/>
                <a:buFont typeface="Arial" panose="020B0604020202020204" pitchFamily="34" charset="0"/>
                <a:buChar char="•"/>
                <a:tabLst>
                  <a:tab pos="4484688" algn="l"/>
                </a:tabLst>
              </a:pPr>
              <a:r>
                <a:rPr lang="zh-CN" altLang="en-US" sz="20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整体安全系数 </a:t>
              </a:r>
              <a:r>
                <a:rPr lang="en-US" altLang="zh-CN" sz="2000" b="1" i="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F</a:t>
              </a:r>
              <a:r>
                <a:rPr lang="en-US" altLang="zh-CN" sz="2000" b="1" baseline="-25000"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s</a:t>
              </a:r>
              <a:r>
                <a:rPr lang="en-US" altLang="zh-CN" sz="2000" b="1" i="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             </a:t>
              </a:r>
              <a:r>
                <a:rPr lang="en-US" altLang="zh-CN" sz="20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1</a:t>
              </a:r>
              <a:r>
                <a:rPr lang="zh-CN" altLang="en-US" sz="20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个</a:t>
              </a:r>
              <a:endParaRPr lang="en-US" altLang="zh-CN"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p:txBody>
        </p:sp>
        <p:sp>
          <p:nvSpPr>
            <p:cNvPr id="126" name="AutoShape 113"/>
            <p:cNvSpPr>
              <a:spLocks/>
            </p:cNvSpPr>
            <p:nvPr/>
          </p:nvSpPr>
          <p:spPr bwMode="auto">
            <a:xfrm>
              <a:off x="4803675" y="2838997"/>
              <a:ext cx="99251" cy="882726"/>
            </a:xfrm>
            <a:prstGeom prst="rightBrace">
              <a:avLst>
                <a:gd name="adj1" fmla="val 116667"/>
                <a:gd name="adj2" fmla="val 50000"/>
              </a:avLst>
            </a:prstGeom>
            <a:noFill/>
            <a:ln w="34925">
              <a:solidFill>
                <a:srgbClr val="CC33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r">
                <a:spcBef>
                  <a:spcPct val="20000"/>
                </a:spcBef>
              </a:pPr>
              <a:endParaRPr lang="zh-CN" altLang="en-US" sz="2000" b="1">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p:txBody>
        </p:sp>
        <p:sp>
          <p:nvSpPr>
            <p:cNvPr id="127" name="Rectangle 115"/>
            <p:cNvSpPr>
              <a:spLocks noChangeArrowheads="1"/>
            </p:cNvSpPr>
            <p:nvPr/>
          </p:nvSpPr>
          <p:spPr bwMode="auto">
            <a:xfrm>
              <a:off x="5033236" y="3069128"/>
              <a:ext cx="668773" cy="417871"/>
            </a:xfrm>
            <a:prstGeom prst="rect">
              <a:avLst/>
            </a:prstGeom>
            <a:solidFill>
              <a:srgbClr val="0000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spcBef>
                  <a:spcPct val="20000"/>
                </a:spcBef>
              </a:pPr>
              <a:r>
                <a:rPr lang="en-US" altLang="zh-CN" sz="2000" b="1" dirty="0" smtClean="0">
                  <a:solidFill>
                    <a:schemeClr val="bg1"/>
                  </a:solidFill>
                  <a:latin typeface="Times New Roman" panose="02020603050405020304" pitchFamily="18" charset="0"/>
                  <a:ea typeface="幼圆" panose="02010509060101010101" pitchFamily="49" charset="-122"/>
                  <a:cs typeface="Times New Roman" panose="02020603050405020304" pitchFamily="18" charset="0"/>
                </a:rPr>
                <a:t>4n-1</a:t>
              </a:r>
              <a:endParaRPr lang="en-US" altLang="zh-CN" sz="2000" b="1" dirty="0">
                <a:solidFill>
                  <a:schemeClr val="bg1"/>
                </a:solidFill>
                <a:latin typeface="Times New Roman" panose="02020603050405020304" pitchFamily="18" charset="0"/>
                <a:ea typeface="幼圆" panose="02010509060101010101" pitchFamily="49" charset="-122"/>
                <a:cs typeface="Times New Roman" panose="02020603050405020304" pitchFamily="18" charset="0"/>
              </a:endParaRPr>
            </a:p>
          </p:txBody>
        </p:sp>
        <p:sp>
          <p:nvSpPr>
            <p:cNvPr id="141" name="Text Box 110"/>
            <p:cNvSpPr txBox="1">
              <a:spLocks noChangeArrowheads="1"/>
            </p:cNvSpPr>
            <p:nvPr/>
          </p:nvSpPr>
          <p:spPr bwMode="auto">
            <a:xfrm>
              <a:off x="947327" y="3053237"/>
              <a:ext cx="3877222" cy="3539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marL="182563" lvl="2" indent="-182563" defTabSz="739775">
                <a:buClr>
                  <a:srgbClr val="C00000"/>
                </a:buClr>
                <a:buSzPct val="130000"/>
                <a:buFont typeface="Arial" panose="020B0604020202020204" pitchFamily="34" charset="0"/>
                <a:buChar char="•"/>
              </a:pPr>
              <a:r>
                <a:rPr lang="zh-CN" altLang="en-US"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土</a:t>
              </a:r>
              <a:r>
                <a:rPr lang="zh-CN" altLang="en-US" sz="20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条间作用力：</a:t>
              </a:r>
              <a:r>
                <a:rPr lang="en-US" altLang="zh-CN" sz="2000" b="1" i="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 </a:t>
              </a:r>
              <a:r>
                <a:rPr lang="en-US" altLang="zh-CN" sz="2000" b="1" i="1" dirty="0" smtClean="0">
                  <a:solidFill>
                    <a:srgbClr val="006600"/>
                  </a:solidFill>
                  <a:latin typeface="Times New Roman" panose="02020603050405020304" pitchFamily="18" charset="0"/>
                  <a:ea typeface="幼圆" panose="02010509060101010101" pitchFamily="49" charset="-122"/>
                  <a:cs typeface="Times New Roman" panose="02020603050405020304" pitchFamily="18" charset="0"/>
                </a:rPr>
                <a:t>P</a:t>
              </a:r>
              <a:r>
                <a:rPr lang="en-US" altLang="zh-CN" sz="2000" b="1" baseline="-25000" dirty="0" smtClean="0">
                  <a:solidFill>
                    <a:srgbClr val="006600"/>
                  </a:solidFill>
                  <a:latin typeface="Times New Roman" panose="02020603050405020304" pitchFamily="18" charset="0"/>
                  <a:ea typeface="幼圆" panose="02010509060101010101" pitchFamily="49" charset="-122"/>
                  <a:cs typeface="Times New Roman" panose="02020603050405020304" pitchFamily="18" charset="0"/>
                </a:rPr>
                <a:t>i</a:t>
              </a:r>
              <a:r>
                <a:rPr lang="en-US" altLang="zh-CN" sz="2000" b="1" i="1" baseline="-25000" dirty="0" smtClean="0">
                  <a:solidFill>
                    <a:srgbClr val="006600"/>
                  </a:solidFill>
                  <a:latin typeface="Times New Roman" panose="02020603050405020304" pitchFamily="18" charset="0"/>
                  <a:ea typeface="幼圆" panose="02010509060101010101" pitchFamily="49" charset="-122"/>
                  <a:cs typeface="Times New Roman" panose="02020603050405020304" pitchFamily="18" charset="0"/>
                </a:rPr>
                <a:t> </a:t>
              </a:r>
              <a:r>
                <a:rPr lang="en-US" altLang="zh-CN" sz="2000" b="1" i="1" dirty="0" smtClean="0">
                  <a:solidFill>
                    <a:srgbClr val="006600"/>
                  </a:solidFill>
                  <a:latin typeface="Times New Roman" panose="02020603050405020304" pitchFamily="18" charset="0"/>
                  <a:ea typeface="幼圆" panose="02010509060101010101" pitchFamily="49" charset="-122"/>
                  <a:cs typeface="Times New Roman" panose="02020603050405020304" pitchFamily="18" charset="0"/>
                </a:rPr>
                <a:t>  h</a:t>
              </a:r>
              <a:r>
                <a:rPr lang="en-US" altLang="zh-CN" sz="2000" b="1" baseline="-25000" dirty="0" smtClean="0">
                  <a:solidFill>
                    <a:srgbClr val="006600"/>
                  </a:solidFill>
                  <a:latin typeface="Times New Roman" panose="02020603050405020304" pitchFamily="18" charset="0"/>
                  <a:ea typeface="幼圆" panose="02010509060101010101" pitchFamily="49" charset="-122"/>
                  <a:cs typeface="Times New Roman" panose="02020603050405020304" pitchFamily="18" charset="0"/>
                </a:rPr>
                <a:t>i</a:t>
              </a:r>
              <a:r>
                <a:rPr lang="en-US" altLang="zh-CN" sz="2000" b="1" i="1" baseline="-25000" dirty="0" smtClean="0">
                  <a:solidFill>
                    <a:srgbClr val="006600"/>
                  </a:solidFill>
                  <a:latin typeface="Times New Roman" panose="02020603050405020304" pitchFamily="18" charset="0"/>
                  <a:ea typeface="幼圆" panose="02010509060101010101" pitchFamily="49" charset="-122"/>
                  <a:cs typeface="Times New Roman" panose="02020603050405020304" pitchFamily="18" charset="0"/>
                </a:rPr>
                <a:t> </a:t>
              </a:r>
              <a:r>
                <a:rPr lang="en-US" altLang="zh-CN" sz="2000" b="1" dirty="0" smtClean="0">
                  <a:solidFill>
                    <a:srgbClr val="006600"/>
                  </a:solidFill>
                  <a:latin typeface="Times New Roman" panose="02020603050405020304" pitchFamily="18" charset="0"/>
                  <a:ea typeface="幼圆" panose="02010509060101010101" pitchFamily="49" charset="-122"/>
                  <a:cs typeface="Times New Roman" panose="02020603050405020304" pitchFamily="18" charset="0"/>
                </a:rPr>
                <a:t>   2(n-1</a:t>
              </a:r>
              <a:r>
                <a:rPr lang="en-US" altLang="zh-CN" sz="2000" b="1" dirty="0">
                  <a:solidFill>
                    <a:srgbClr val="006600"/>
                  </a:solidFill>
                  <a:latin typeface="Times New Roman" panose="02020603050405020304" pitchFamily="18" charset="0"/>
                  <a:ea typeface="幼圆" panose="02010509060101010101" pitchFamily="49" charset="-122"/>
                  <a:cs typeface="Times New Roman" panose="02020603050405020304" pitchFamily="18" charset="0"/>
                </a:rPr>
                <a:t>)</a:t>
              </a:r>
              <a:r>
                <a:rPr lang="zh-CN" altLang="en-US" sz="2000" b="1" dirty="0" smtClean="0">
                  <a:solidFill>
                    <a:srgbClr val="006600"/>
                  </a:solidFill>
                  <a:latin typeface="Times New Roman" panose="02020603050405020304" pitchFamily="18" charset="0"/>
                  <a:ea typeface="幼圆" panose="02010509060101010101" pitchFamily="49" charset="-122"/>
                  <a:cs typeface="Times New Roman" panose="02020603050405020304" pitchFamily="18" charset="0"/>
                </a:rPr>
                <a:t>个 </a:t>
              </a:r>
              <a:endParaRPr lang="en-US" altLang="zh-CN" sz="2000" b="1" dirty="0">
                <a:solidFill>
                  <a:srgbClr val="006600"/>
                </a:solidFill>
                <a:latin typeface="Times New Roman" panose="02020603050405020304" pitchFamily="18" charset="0"/>
                <a:ea typeface="幼圆" panose="02010509060101010101" pitchFamily="49" charset="-122"/>
                <a:cs typeface="Times New Roman" panose="02020603050405020304" pitchFamily="18" charset="0"/>
              </a:endParaRPr>
            </a:p>
          </p:txBody>
        </p:sp>
      </p:grpSp>
      <p:sp>
        <p:nvSpPr>
          <p:cNvPr id="5" name="任意多边形 4"/>
          <p:cNvSpPr/>
          <p:nvPr/>
        </p:nvSpPr>
        <p:spPr bwMode="auto">
          <a:xfrm>
            <a:off x="5325234" y="1198412"/>
            <a:ext cx="3647009" cy="1412201"/>
          </a:xfrm>
          <a:custGeom>
            <a:avLst/>
            <a:gdLst>
              <a:gd name="connsiteX0" fmla="*/ 0 w 3647009"/>
              <a:gd name="connsiteY0" fmla="*/ 1412201 h 1412201"/>
              <a:gd name="connsiteX1" fmla="*/ 494271 w 3647009"/>
              <a:gd name="connsiteY1" fmla="*/ 1412201 h 1412201"/>
              <a:gd name="connsiteX2" fmla="*/ 2778505 w 3647009"/>
              <a:gd name="connsiteY2" fmla="*/ 0 h 1412201"/>
              <a:gd name="connsiteX3" fmla="*/ 3647009 w 3647009"/>
              <a:gd name="connsiteY3" fmla="*/ 0 h 1412201"/>
            </a:gdLst>
            <a:ahLst/>
            <a:cxnLst>
              <a:cxn ang="0">
                <a:pos x="connsiteX0" y="connsiteY0"/>
              </a:cxn>
              <a:cxn ang="0">
                <a:pos x="connsiteX1" y="connsiteY1"/>
              </a:cxn>
              <a:cxn ang="0">
                <a:pos x="connsiteX2" y="connsiteY2"/>
              </a:cxn>
              <a:cxn ang="0">
                <a:pos x="connsiteX3" y="connsiteY3"/>
              </a:cxn>
            </a:cxnLst>
            <a:rect l="l" t="t" r="r" b="b"/>
            <a:pathLst>
              <a:path w="3647009" h="1412201">
                <a:moveTo>
                  <a:pt x="0" y="1412201"/>
                </a:moveTo>
                <a:lnTo>
                  <a:pt x="494271" y="1412201"/>
                </a:lnTo>
                <a:lnTo>
                  <a:pt x="2778505" y="0"/>
                </a:lnTo>
                <a:lnTo>
                  <a:pt x="3647009" y="0"/>
                </a:lnTo>
              </a:path>
            </a:pathLst>
          </a:custGeom>
          <a:noFill/>
          <a:ln w="190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112" name="Text Box 115"/>
          <p:cNvSpPr txBox="1">
            <a:spLocks noChangeArrowheads="1"/>
          </p:cNvSpPr>
          <p:nvPr/>
        </p:nvSpPr>
        <p:spPr bwMode="auto">
          <a:xfrm>
            <a:off x="5561897" y="2234727"/>
            <a:ext cx="455982" cy="410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1800" b="1" dirty="0">
                <a:solidFill>
                  <a:schemeClr val="tx1"/>
                </a:solidFill>
                <a:latin typeface="Times New Roman" panose="02020603050405020304" pitchFamily="18" charset="0"/>
              </a:rPr>
              <a:t>A</a:t>
            </a:r>
          </a:p>
        </p:txBody>
      </p:sp>
      <p:sp>
        <p:nvSpPr>
          <p:cNvPr id="114" name="Text Box 115"/>
          <p:cNvSpPr txBox="1">
            <a:spLocks noChangeArrowheads="1"/>
          </p:cNvSpPr>
          <p:nvPr/>
        </p:nvSpPr>
        <p:spPr bwMode="auto">
          <a:xfrm>
            <a:off x="8466549" y="795846"/>
            <a:ext cx="321689" cy="410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1800" b="1" dirty="0">
                <a:solidFill>
                  <a:schemeClr val="tx1"/>
                </a:solidFill>
                <a:latin typeface="Times New Roman" panose="02020603050405020304" pitchFamily="18" charset="0"/>
              </a:rPr>
              <a:t>C</a:t>
            </a:r>
          </a:p>
        </p:txBody>
      </p:sp>
      <p:grpSp>
        <p:nvGrpSpPr>
          <p:cNvPr id="10" name="组合 9"/>
          <p:cNvGrpSpPr/>
          <p:nvPr/>
        </p:nvGrpSpPr>
        <p:grpSpPr>
          <a:xfrm>
            <a:off x="3943351" y="1165165"/>
            <a:ext cx="2074862" cy="1260345"/>
            <a:chOff x="3943351" y="1165165"/>
            <a:chExt cx="2074862" cy="1260345"/>
          </a:xfrm>
        </p:grpSpPr>
        <p:sp>
          <p:nvSpPr>
            <p:cNvPr id="8" name="矩形标注 7"/>
            <p:cNvSpPr/>
            <p:nvPr/>
          </p:nvSpPr>
          <p:spPr bwMode="auto">
            <a:xfrm>
              <a:off x="3943351" y="1193800"/>
              <a:ext cx="2074862" cy="1181100"/>
            </a:xfrm>
            <a:prstGeom prst="wedgeRectCallout">
              <a:avLst>
                <a:gd name="adj1" fmla="val -44447"/>
                <a:gd name="adj2" fmla="val 112101"/>
              </a:avLst>
            </a:prstGeom>
            <a:solidFill>
              <a:srgbClr val="FFFFCC"/>
            </a:solidFill>
            <a:ln w="19050" cap="flat" cmpd="sng" algn="ctr">
              <a:solidFill>
                <a:srgbClr val="000066"/>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9" name="文本框 8"/>
            <p:cNvSpPr txBox="1"/>
            <p:nvPr/>
          </p:nvSpPr>
          <p:spPr>
            <a:xfrm>
              <a:off x="4037012" y="1165165"/>
              <a:ext cx="1955801" cy="1260345"/>
            </a:xfrm>
            <a:prstGeom prst="rect">
              <a:avLst/>
            </a:prstGeom>
            <a:noFill/>
          </p:spPr>
          <p:txBody>
            <a:bodyPr wrap="square" rtlCol="0">
              <a:spAutoFit/>
            </a:bodyPr>
            <a:lstStyle/>
            <a:p>
              <a:r>
                <a:rPr lang="zh-CN" altLang="en-US" sz="2200" b="1" dirty="0" smtClean="0">
                  <a:solidFill>
                    <a:srgbClr val="C00000"/>
                  </a:solidFill>
                  <a:latin typeface="幼圆" panose="02010509060101010101" pitchFamily="49" charset="-122"/>
                  <a:ea typeface="幼圆" panose="02010509060101010101" pitchFamily="49" charset="-122"/>
                </a:rPr>
                <a:t>没忽略，但在过程中不使用，不</a:t>
              </a:r>
              <a:r>
                <a:rPr lang="zh-CN" altLang="en-US" sz="2200" b="1" dirty="0">
                  <a:solidFill>
                    <a:srgbClr val="C00000"/>
                  </a:solidFill>
                  <a:latin typeface="幼圆" panose="02010509060101010101" pitchFamily="49" charset="-122"/>
                  <a:ea typeface="幼圆" panose="02010509060101010101" pitchFamily="49" charset="-122"/>
                </a:rPr>
                <a:t>求解</a:t>
              </a:r>
              <a:r>
                <a:rPr lang="zh-CN" altLang="en-US" sz="2200" b="1" dirty="0" smtClean="0">
                  <a:solidFill>
                    <a:srgbClr val="C00000"/>
                  </a:solidFill>
                  <a:latin typeface="幼圆" panose="02010509060101010101" pitchFamily="49" charset="-122"/>
                  <a:ea typeface="幼圆" panose="02010509060101010101" pitchFamily="49" charset="-122"/>
                </a:rPr>
                <a:t>！</a:t>
              </a:r>
              <a:endParaRPr lang="zh-CN" altLang="en-US" sz="2200" b="1" dirty="0">
                <a:solidFill>
                  <a:srgbClr val="C00000"/>
                </a:solidFill>
                <a:latin typeface="幼圆" panose="02010509060101010101" pitchFamily="49" charset="-122"/>
                <a:ea typeface="幼圆" panose="02010509060101010101" pitchFamily="49" charset="-122"/>
              </a:endParaRPr>
            </a:p>
          </p:txBody>
        </p:sp>
      </p:grpSp>
    </p:spTree>
    <p:extLst>
      <p:ext uri="{BB962C8B-B14F-4D97-AF65-F5344CB8AC3E}">
        <p14:creationId xmlns:p14="http://schemas.microsoft.com/office/powerpoint/2010/main" val="2187333072"/>
      </p:ext>
    </p:extLst>
  </p:cSld>
  <p:clrMapOvr>
    <a:masterClrMapping/>
  </p:clrMapOvr>
  <p:transition spd="med">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grpId="0" nodeType="afterEffect">
                                  <p:stCondLst>
                                    <p:cond delay="0"/>
                                  </p:stCondLst>
                                  <p:childTnLst>
                                    <p:set>
                                      <p:cBhvr>
                                        <p:cTn id="6" dur="1" fill="hold">
                                          <p:stCondLst>
                                            <p:cond delay="0"/>
                                          </p:stCondLst>
                                        </p:cTn>
                                        <p:tgtEl>
                                          <p:spTgt spid="99"/>
                                        </p:tgtEl>
                                        <p:attrNameLst>
                                          <p:attrName>style.visibility</p:attrName>
                                        </p:attrNameLst>
                                      </p:cBhvr>
                                      <p:to>
                                        <p:strVal val="visible"/>
                                      </p:to>
                                    </p:set>
                                    <p:anim calcmode="lin" valueType="num">
                                      <p:cBhvr>
                                        <p:cTn id="7" dur="1000" fill="hold"/>
                                        <p:tgtEl>
                                          <p:spTgt spid="99"/>
                                        </p:tgtEl>
                                        <p:attrNameLst>
                                          <p:attrName>ppt_w</p:attrName>
                                        </p:attrNameLst>
                                      </p:cBhvr>
                                      <p:tavLst>
                                        <p:tav tm="0">
                                          <p:val>
                                            <p:fltVal val="0"/>
                                          </p:val>
                                        </p:tav>
                                        <p:tav tm="100000">
                                          <p:val>
                                            <p:strVal val="#ppt_w"/>
                                          </p:val>
                                        </p:tav>
                                      </p:tavLst>
                                    </p:anim>
                                    <p:anim calcmode="lin" valueType="num">
                                      <p:cBhvr>
                                        <p:cTn id="8" dur="1000" fill="hold"/>
                                        <p:tgtEl>
                                          <p:spTgt spid="99"/>
                                        </p:tgtEl>
                                        <p:attrNameLst>
                                          <p:attrName>ppt_h</p:attrName>
                                        </p:attrNameLst>
                                      </p:cBhvr>
                                      <p:tavLst>
                                        <p:tav tm="0">
                                          <p:val>
                                            <p:fltVal val="0"/>
                                          </p:val>
                                        </p:tav>
                                        <p:tav tm="100000">
                                          <p:val>
                                            <p:strVal val="#ppt_h"/>
                                          </p:val>
                                        </p:tav>
                                      </p:tavLst>
                                    </p:anim>
                                    <p:anim calcmode="lin" valueType="num">
                                      <p:cBhvr>
                                        <p:cTn id="9" dur="1000" fill="hold"/>
                                        <p:tgtEl>
                                          <p:spTgt spid="99"/>
                                        </p:tgtEl>
                                        <p:attrNameLst>
                                          <p:attrName>style.rotation</p:attrName>
                                        </p:attrNameLst>
                                      </p:cBhvr>
                                      <p:tavLst>
                                        <p:tav tm="0">
                                          <p:val>
                                            <p:fltVal val="90"/>
                                          </p:val>
                                        </p:tav>
                                        <p:tav tm="100000">
                                          <p:val>
                                            <p:fltVal val="0"/>
                                          </p:val>
                                        </p:tav>
                                      </p:tavLst>
                                    </p:anim>
                                    <p:animEffect transition="in" filter="fade">
                                      <p:cBhvr>
                                        <p:cTn id="10" dur="1000"/>
                                        <p:tgtEl>
                                          <p:spTgt spid="99"/>
                                        </p:tgtEl>
                                      </p:cBhvr>
                                    </p:animEffect>
                                  </p:childTnLst>
                                </p:cTn>
                              </p:par>
                            </p:childTnLst>
                          </p:cTn>
                        </p:par>
                        <p:par>
                          <p:cTn id="11" fill="hold">
                            <p:stCondLst>
                              <p:cond delay="1000"/>
                            </p:stCondLst>
                            <p:childTnLst>
                              <p:par>
                                <p:cTn id="12" presetID="21" presetClass="entr" presetSubtype="1" fill="hold" nodeType="after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wheel(1)">
                                      <p:cBhvr>
                                        <p:cTn id="14" dur="2000"/>
                                        <p:tgtEl>
                                          <p:spTgt spid="2"/>
                                        </p:tgtEl>
                                      </p:cBhvr>
                                    </p:animEffect>
                                  </p:childTnLst>
                                </p:cTn>
                              </p:par>
                            </p:childTnLst>
                          </p:cTn>
                        </p:par>
                      </p:childTnLst>
                    </p:cTn>
                  </p:par>
                  <p:par>
                    <p:cTn id="15" fill="hold">
                      <p:stCondLst>
                        <p:cond delay="indefinite"/>
                      </p:stCondLst>
                      <p:childTnLst>
                        <p:par>
                          <p:cTn id="16" fill="hold">
                            <p:stCondLst>
                              <p:cond delay="0"/>
                            </p:stCondLst>
                            <p:childTnLst>
                              <p:par>
                                <p:cTn id="17" presetID="31" presetClass="entr" presetSubtype="0" fill="hold" grpId="0" nodeType="clickEffect">
                                  <p:stCondLst>
                                    <p:cond delay="0"/>
                                  </p:stCondLst>
                                  <p:childTnLst>
                                    <p:set>
                                      <p:cBhvr>
                                        <p:cTn id="18" dur="1" fill="hold">
                                          <p:stCondLst>
                                            <p:cond delay="0"/>
                                          </p:stCondLst>
                                        </p:cTn>
                                        <p:tgtEl>
                                          <p:spTgt spid="95"/>
                                        </p:tgtEl>
                                        <p:attrNameLst>
                                          <p:attrName>style.visibility</p:attrName>
                                        </p:attrNameLst>
                                      </p:cBhvr>
                                      <p:to>
                                        <p:strVal val="visible"/>
                                      </p:to>
                                    </p:set>
                                    <p:anim calcmode="lin" valueType="num">
                                      <p:cBhvr>
                                        <p:cTn id="19" dur="1000" fill="hold"/>
                                        <p:tgtEl>
                                          <p:spTgt spid="95"/>
                                        </p:tgtEl>
                                        <p:attrNameLst>
                                          <p:attrName>ppt_w</p:attrName>
                                        </p:attrNameLst>
                                      </p:cBhvr>
                                      <p:tavLst>
                                        <p:tav tm="0">
                                          <p:val>
                                            <p:fltVal val="0"/>
                                          </p:val>
                                        </p:tav>
                                        <p:tav tm="100000">
                                          <p:val>
                                            <p:strVal val="#ppt_w"/>
                                          </p:val>
                                        </p:tav>
                                      </p:tavLst>
                                    </p:anim>
                                    <p:anim calcmode="lin" valueType="num">
                                      <p:cBhvr>
                                        <p:cTn id="20" dur="1000" fill="hold"/>
                                        <p:tgtEl>
                                          <p:spTgt spid="95"/>
                                        </p:tgtEl>
                                        <p:attrNameLst>
                                          <p:attrName>ppt_h</p:attrName>
                                        </p:attrNameLst>
                                      </p:cBhvr>
                                      <p:tavLst>
                                        <p:tav tm="0">
                                          <p:val>
                                            <p:fltVal val="0"/>
                                          </p:val>
                                        </p:tav>
                                        <p:tav tm="100000">
                                          <p:val>
                                            <p:strVal val="#ppt_h"/>
                                          </p:val>
                                        </p:tav>
                                      </p:tavLst>
                                    </p:anim>
                                    <p:anim calcmode="lin" valueType="num">
                                      <p:cBhvr>
                                        <p:cTn id="21" dur="1000" fill="hold"/>
                                        <p:tgtEl>
                                          <p:spTgt spid="95"/>
                                        </p:tgtEl>
                                        <p:attrNameLst>
                                          <p:attrName>style.rotation</p:attrName>
                                        </p:attrNameLst>
                                      </p:cBhvr>
                                      <p:tavLst>
                                        <p:tav tm="0">
                                          <p:val>
                                            <p:fltVal val="90"/>
                                          </p:val>
                                        </p:tav>
                                        <p:tav tm="100000">
                                          <p:val>
                                            <p:fltVal val="0"/>
                                          </p:val>
                                        </p:tav>
                                      </p:tavLst>
                                    </p:anim>
                                    <p:animEffect transition="in" filter="fade">
                                      <p:cBhvr>
                                        <p:cTn id="22" dur="1000"/>
                                        <p:tgtEl>
                                          <p:spTgt spid="95"/>
                                        </p:tgtEl>
                                      </p:cBhvr>
                                    </p:animEffect>
                                  </p:childTnLst>
                                </p:cTn>
                              </p:par>
                            </p:childTnLst>
                          </p:cTn>
                        </p:par>
                        <p:par>
                          <p:cTn id="23" fill="hold">
                            <p:stCondLst>
                              <p:cond delay="1000"/>
                            </p:stCondLst>
                            <p:childTnLst>
                              <p:par>
                                <p:cTn id="24" presetID="22" presetClass="entr" presetSubtype="8" fill="hold" nodeType="afterEffect">
                                  <p:stCondLst>
                                    <p:cond delay="0"/>
                                  </p:stCondLst>
                                  <p:childTnLst>
                                    <p:set>
                                      <p:cBhvr>
                                        <p:cTn id="25" dur="1" fill="hold">
                                          <p:stCondLst>
                                            <p:cond delay="0"/>
                                          </p:stCondLst>
                                        </p:cTn>
                                        <p:tgtEl>
                                          <p:spTgt spid="4"/>
                                        </p:tgtEl>
                                        <p:attrNameLst>
                                          <p:attrName>style.visibility</p:attrName>
                                        </p:attrNameLst>
                                      </p:cBhvr>
                                      <p:to>
                                        <p:strVal val="visible"/>
                                      </p:to>
                                    </p:set>
                                    <p:animEffect transition="in" filter="wipe(left)">
                                      <p:cBhvr>
                                        <p:cTn id="26" dur="1000"/>
                                        <p:tgtEl>
                                          <p:spTgt spid="4"/>
                                        </p:tgtEl>
                                      </p:cBhvr>
                                    </p:animEffect>
                                  </p:childTnLst>
                                </p:cTn>
                              </p:par>
                            </p:childTnLst>
                          </p:cTn>
                        </p:par>
                      </p:childTnLst>
                    </p:cTn>
                  </p:par>
                  <p:par>
                    <p:cTn id="27" fill="hold">
                      <p:stCondLst>
                        <p:cond delay="indefinite"/>
                      </p:stCondLst>
                      <p:childTnLst>
                        <p:par>
                          <p:cTn id="28" fill="hold">
                            <p:stCondLst>
                              <p:cond delay="0"/>
                            </p:stCondLst>
                            <p:childTnLst>
                              <p:par>
                                <p:cTn id="29" presetID="31" presetClass="entr" presetSubtype="0" fill="hold" grpId="0" nodeType="clickEffect">
                                  <p:stCondLst>
                                    <p:cond delay="0"/>
                                  </p:stCondLst>
                                  <p:childTnLst>
                                    <p:set>
                                      <p:cBhvr>
                                        <p:cTn id="30" dur="1" fill="hold">
                                          <p:stCondLst>
                                            <p:cond delay="0"/>
                                          </p:stCondLst>
                                        </p:cTn>
                                        <p:tgtEl>
                                          <p:spTgt spid="129"/>
                                        </p:tgtEl>
                                        <p:attrNameLst>
                                          <p:attrName>style.visibility</p:attrName>
                                        </p:attrNameLst>
                                      </p:cBhvr>
                                      <p:to>
                                        <p:strVal val="visible"/>
                                      </p:to>
                                    </p:set>
                                    <p:anim calcmode="lin" valueType="num">
                                      <p:cBhvr>
                                        <p:cTn id="31" dur="1000" fill="hold"/>
                                        <p:tgtEl>
                                          <p:spTgt spid="129"/>
                                        </p:tgtEl>
                                        <p:attrNameLst>
                                          <p:attrName>ppt_w</p:attrName>
                                        </p:attrNameLst>
                                      </p:cBhvr>
                                      <p:tavLst>
                                        <p:tav tm="0">
                                          <p:val>
                                            <p:fltVal val="0"/>
                                          </p:val>
                                        </p:tav>
                                        <p:tav tm="100000">
                                          <p:val>
                                            <p:strVal val="#ppt_w"/>
                                          </p:val>
                                        </p:tav>
                                      </p:tavLst>
                                    </p:anim>
                                    <p:anim calcmode="lin" valueType="num">
                                      <p:cBhvr>
                                        <p:cTn id="32" dur="1000" fill="hold"/>
                                        <p:tgtEl>
                                          <p:spTgt spid="129"/>
                                        </p:tgtEl>
                                        <p:attrNameLst>
                                          <p:attrName>ppt_h</p:attrName>
                                        </p:attrNameLst>
                                      </p:cBhvr>
                                      <p:tavLst>
                                        <p:tav tm="0">
                                          <p:val>
                                            <p:fltVal val="0"/>
                                          </p:val>
                                        </p:tav>
                                        <p:tav tm="100000">
                                          <p:val>
                                            <p:strVal val="#ppt_h"/>
                                          </p:val>
                                        </p:tav>
                                      </p:tavLst>
                                    </p:anim>
                                    <p:anim calcmode="lin" valueType="num">
                                      <p:cBhvr>
                                        <p:cTn id="33" dur="1000" fill="hold"/>
                                        <p:tgtEl>
                                          <p:spTgt spid="129"/>
                                        </p:tgtEl>
                                        <p:attrNameLst>
                                          <p:attrName>style.rotation</p:attrName>
                                        </p:attrNameLst>
                                      </p:cBhvr>
                                      <p:tavLst>
                                        <p:tav tm="0">
                                          <p:val>
                                            <p:fltVal val="90"/>
                                          </p:val>
                                        </p:tav>
                                        <p:tav tm="100000">
                                          <p:val>
                                            <p:fltVal val="0"/>
                                          </p:val>
                                        </p:tav>
                                      </p:tavLst>
                                    </p:anim>
                                    <p:animEffect transition="in" filter="fade">
                                      <p:cBhvr>
                                        <p:cTn id="34" dur="1000"/>
                                        <p:tgtEl>
                                          <p:spTgt spid="129"/>
                                        </p:tgtEl>
                                      </p:cBhvr>
                                    </p:animEffect>
                                  </p:childTnLst>
                                </p:cTn>
                              </p:par>
                            </p:childTnLst>
                          </p:cTn>
                        </p:par>
                        <p:par>
                          <p:cTn id="35" fill="hold">
                            <p:stCondLst>
                              <p:cond delay="1000"/>
                            </p:stCondLst>
                            <p:childTnLst>
                              <p:par>
                                <p:cTn id="36" presetID="22" presetClass="entr" presetSubtype="8" fill="hold" nodeType="afterEffect">
                                  <p:stCondLst>
                                    <p:cond delay="0"/>
                                  </p:stCondLst>
                                  <p:childTnLst>
                                    <p:set>
                                      <p:cBhvr>
                                        <p:cTn id="37" dur="1" fill="hold">
                                          <p:stCondLst>
                                            <p:cond delay="0"/>
                                          </p:stCondLst>
                                        </p:cTn>
                                        <p:tgtEl>
                                          <p:spTgt spid="7"/>
                                        </p:tgtEl>
                                        <p:attrNameLst>
                                          <p:attrName>style.visibility</p:attrName>
                                        </p:attrNameLst>
                                      </p:cBhvr>
                                      <p:to>
                                        <p:strVal val="visible"/>
                                      </p:to>
                                    </p:set>
                                    <p:animEffect transition="in" filter="wipe(left)">
                                      <p:cBhvr>
                                        <p:cTn id="38" dur="1000"/>
                                        <p:tgtEl>
                                          <p:spTgt spid="7"/>
                                        </p:tgtEl>
                                      </p:cBhvr>
                                    </p:animEffect>
                                  </p:childTnLst>
                                </p:cTn>
                              </p:par>
                            </p:childTnLst>
                          </p:cTn>
                        </p:par>
                      </p:childTnLst>
                    </p:cTn>
                  </p:par>
                  <p:par>
                    <p:cTn id="39" fill="hold">
                      <p:stCondLst>
                        <p:cond delay="indefinite"/>
                      </p:stCondLst>
                      <p:childTnLst>
                        <p:par>
                          <p:cTn id="40" fill="hold">
                            <p:stCondLst>
                              <p:cond delay="0"/>
                            </p:stCondLst>
                            <p:childTnLst>
                              <p:par>
                                <p:cTn id="41" presetID="16" presetClass="entr" presetSubtype="21" fill="hold" nodeType="clickEffect">
                                  <p:stCondLst>
                                    <p:cond delay="0"/>
                                  </p:stCondLst>
                                  <p:childTnLst>
                                    <p:set>
                                      <p:cBhvr>
                                        <p:cTn id="42" dur="1" fill="hold">
                                          <p:stCondLst>
                                            <p:cond delay="0"/>
                                          </p:stCondLst>
                                        </p:cTn>
                                        <p:tgtEl>
                                          <p:spTgt spid="10"/>
                                        </p:tgtEl>
                                        <p:attrNameLst>
                                          <p:attrName>style.visibility</p:attrName>
                                        </p:attrNameLst>
                                      </p:cBhvr>
                                      <p:to>
                                        <p:strVal val="visible"/>
                                      </p:to>
                                    </p:set>
                                    <p:animEffect transition="in" filter="barn(inVertical)">
                                      <p:cBhvr>
                                        <p:cTn id="43"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 grpId="0"/>
      <p:bldP spid="95" grpId="0"/>
      <p:bldP spid="129"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53</a:t>
            </a:fld>
            <a:endParaRPr lang="zh-CN" altLang="en-US" dirty="0">
              <a:solidFill>
                <a:srgbClr val="C00000"/>
              </a:solidFill>
            </a:endParaRPr>
          </a:p>
        </p:txBody>
      </p:sp>
      <p:sp>
        <p:nvSpPr>
          <p:cNvPr id="219" name="Text Box 4"/>
          <p:cNvSpPr txBox="1">
            <a:spLocks noChangeArrowheads="1"/>
          </p:cNvSpPr>
          <p:nvPr/>
        </p:nvSpPr>
        <p:spPr bwMode="auto">
          <a:xfrm>
            <a:off x="356695" y="710924"/>
            <a:ext cx="3952755" cy="535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358775" indent="-358775" eaLnBrk="1" hangingPunct="1">
              <a:lnSpc>
                <a:spcPct val="120000"/>
              </a:lnSpc>
              <a:spcBef>
                <a:spcPts val="600"/>
              </a:spcBef>
              <a:spcAft>
                <a:spcPts val="0"/>
              </a:spcAft>
              <a:buClr>
                <a:srgbClr val="A50021"/>
              </a:buClr>
              <a:buSzPct val="100000"/>
              <a:buFont typeface="Wingdings" panose="05000000000000000000" pitchFamily="2" charset="2"/>
              <a:buChar char="n"/>
            </a:pPr>
            <a:r>
              <a:rPr lang="zh-CN" altLang="en-US" sz="2400" b="1" dirty="0" smtClean="0">
                <a:solidFill>
                  <a:srgbClr val="A50021"/>
                </a:solidFill>
                <a:latin typeface="微软雅黑" panose="020B0503020204020204" pitchFamily="34" charset="-122"/>
                <a:ea typeface="微软雅黑" panose="020B0503020204020204" pitchFamily="34" charset="-122"/>
              </a:rPr>
              <a:t>抗滑安全系数推导</a:t>
            </a:r>
            <a:endParaRPr lang="zh-CN" altLang="en-US" sz="2400" b="1" dirty="0">
              <a:solidFill>
                <a:srgbClr val="000066"/>
              </a:solidFill>
              <a:ea typeface="幼圆" pitchFamily="49" charset="-122"/>
            </a:endParaRPr>
          </a:p>
        </p:txBody>
      </p:sp>
      <p:sp>
        <p:nvSpPr>
          <p:cNvPr id="34" name="任意多边形 33"/>
          <p:cNvSpPr/>
          <p:nvPr/>
        </p:nvSpPr>
        <p:spPr bwMode="auto">
          <a:xfrm>
            <a:off x="5371769" y="1263228"/>
            <a:ext cx="3116307" cy="1612402"/>
          </a:xfrm>
          <a:custGeom>
            <a:avLst/>
            <a:gdLst>
              <a:gd name="connsiteX0" fmla="*/ 0 w 3450692"/>
              <a:gd name="connsiteY0" fmla="*/ 1561822 h 1785416"/>
              <a:gd name="connsiteX1" fmla="*/ 313700 w 3450692"/>
              <a:gd name="connsiteY1" fmla="*/ 1561822 h 1785416"/>
              <a:gd name="connsiteX2" fmla="*/ 2833305 w 3450692"/>
              <a:gd name="connsiteY2" fmla="*/ 0 h 1785416"/>
              <a:gd name="connsiteX3" fmla="*/ 3450692 w 3450692"/>
              <a:gd name="connsiteY3" fmla="*/ 0 h 1785416"/>
              <a:gd name="connsiteX4" fmla="*/ 3310529 w 3450692"/>
              <a:gd name="connsiteY4" fmla="*/ 367095 h 1785416"/>
              <a:gd name="connsiteX5" fmla="*/ 3080260 w 3450692"/>
              <a:gd name="connsiteY5" fmla="*/ 760888 h 1785416"/>
              <a:gd name="connsiteX6" fmla="*/ 2746538 w 3450692"/>
              <a:gd name="connsiteY6" fmla="*/ 1131320 h 1785416"/>
              <a:gd name="connsiteX7" fmla="*/ 2312698 w 3450692"/>
              <a:gd name="connsiteY7" fmla="*/ 1461706 h 1785416"/>
              <a:gd name="connsiteX8" fmla="*/ 1908894 w 3450692"/>
              <a:gd name="connsiteY8" fmla="*/ 1641916 h 1785416"/>
              <a:gd name="connsiteX9" fmla="*/ 1578508 w 3450692"/>
              <a:gd name="connsiteY9" fmla="*/ 1738695 h 1785416"/>
              <a:gd name="connsiteX10" fmla="*/ 1261472 w 3450692"/>
              <a:gd name="connsiteY10" fmla="*/ 1778742 h 1785416"/>
              <a:gd name="connsiteX11" fmla="*/ 957784 w 3450692"/>
              <a:gd name="connsiteY11" fmla="*/ 1785416 h 1785416"/>
              <a:gd name="connsiteX12" fmla="*/ 660771 w 3450692"/>
              <a:gd name="connsiteY12" fmla="*/ 1755381 h 1785416"/>
              <a:gd name="connsiteX13" fmla="*/ 323711 w 3450692"/>
              <a:gd name="connsiteY13" fmla="*/ 1678625 h 1785416"/>
              <a:gd name="connsiteX14" fmla="*/ 0 w 3450692"/>
              <a:gd name="connsiteY14" fmla="*/ 1561822 h 1785416"/>
              <a:gd name="connsiteX0" fmla="*/ 0 w 3450692"/>
              <a:gd name="connsiteY0" fmla="*/ 1561822 h 1785416"/>
              <a:gd name="connsiteX1" fmla="*/ 313700 w 3450692"/>
              <a:gd name="connsiteY1" fmla="*/ 1561822 h 1785416"/>
              <a:gd name="connsiteX2" fmla="*/ 2833305 w 3450692"/>
              <a:gd name="connsiteY2" fmla="*/ 0 h 1785416"/>
              <a:gd name="connsiteX3" fmla="*/ 3450692 w 3450692"/>
              <a:gd name="connsiteY3" fmla="*/ 0 h 1785416"/>
              <a:gd name="connsiteX4" fmla="*/ 3310529 w 3450692"/>
              <a:gd name="connsiteY4" fmla="*/ 367095 h 1785416"/>
              <a:gd name="connsiteX5" fmla="*/ 3080260 w 3450692"/>
              <a:gd name="connsiteY5" fmla="*/ 760888 h 1785416"/>
              <a:gd name="connsiteX6" fmla="*/ 2746538 w 3450692"/>
              <a:gd name="connsiteY6" fmla="*/ 1131320 h 1785416"/>
              <a:gd name="connsiteX7" fmla="*/ 2312698 w 3450692"/>
              <a:gd name="connsiteY7" fmla="*/ 1461706 h 1785416"/>
              <a:gd name="connsiteX8" fmla="*/ 1908894 w 3450692"/>
              <a:gd name="connsiteY8" fmla="*/ 1641916 h 1785416"/>
              <a:gd name="connsiteX9" fmla="*/ 1578508 w 3450692"/>
              <a:gd name="connsiteY9" fmla="*/ 1738695 h 1785416"/>
              <a:gd name="connsiteX10" fmla="*/ 1261472 w 3450692"/>
              <a:gd name="connsiteY10" fmla="*/ 1778742 h 1785416"/>
              <a:gd name="connsiteX11" fmla="*/ 957784 w 3450692"/>
              <a:gd name="connsiteY11" fmla="*/ 1785416 h 1785416"/>
              <a:gd name="connsiteX12" fmla="*/ 660771 w 3450692"/>
              <a:gd name="connsiteY12" fmla="*/ 1755381 h 1785416"/>
              <a:gd name="connsiteX13" fmla="*/ 489791 w 3450692"/>
              <a:gd name="connsiteY13" fmla="*/ 1727823 h 1785416"/>
              <a:gd name="connsiteX14" fmla="*/ 323711 w 3450692"/>
              <a:gd name="connsiteY14" fmla="*/ 1678625 h 1785416"/>
              <a:gd name="connsiteX15" fmla="*/ 0 w 3450692"/>
              <a:gd name="connsiteY15" fmla="*/ 1561822 h 1785416"/>
              <a:gd name="connsiteX0" fmla="*/ 0 w 3450692"/>
              <a:gd name="connsiteY0" fmla="*/ 1561822 h 1785416"/>
              <a:gd name="connsiteX1" fmla="*/ 313700 w 3450692"/>
              <a:gd name="connsiteY1" fmla="*/ 1561822 h 1785416"/>
              <a:gd name="connsiteX2" fmla="*/ 2833305 w 3450692"/>
              <a:gd name="connsiteY2" fmla="*/ 0 h 1785416"/>
              <a:gd name="connsiteX3" fmla="*/ 3450692 w 3450692"/>
              <a:gd name="connsiteY3" fmla="*/ 0 h 1785416"/>
              <a:gd name="connsiteX4" fmla="*/ 3343186 w 3450692"/>
              <a:gd name="connsiteY4" fmla="*/ 307224 h 1785416"/>
              <a:gd name="connsiteX5" fmla="*/ 3080260 w 3450692"/>
              <a:gd name="connsiteY5" fmla="*/ 760888 h 1785416"/>
              <a:gd name="connsiteX6" fmla="*/ 2746538 w 3450692"/>
              <a:gd name="connsiteY6" fmla="*/ 1131320 h 1785416"/>
              <a:gd name="connsiteX7" fmla="*/ 2312698 w 3450692"/>
              <a:gd name="connsiteY7" fmla="*/ 1461706 h 1785416"/>
              <a:gd name="connsiteX8" fmla="*/ 1908894 w 3450692"/>
              <a:gd name="connsiteY8" fmla="*/ 1641916 h 1785416"/>
              <a:gd name="connsiteX9" fmla="*/ 1578508 w 3450692"/>
              <a:gd name="connsiteY9" fmla="*/ 1738695 h 1785416"/>
              <a:gd name="connsiteX10" fmla="*/ 1261472 w 3450692"/>
              <a:gd name="connsiteY10" fmla="*/ 1778742 h 1785416"/>
              <a:gd name="connsiteX11" fmla="*/ 957784 w 3450692"/>
              <a:gd name="connsiteY11" fmla="*/ 1785416 h 1785416"/>
              <a:gd name="connsiteX12" fmla="*/ 660771 w 3450692"/>
              <a:gd name="connsiteY12" fmla="*/ 1755381 h 1785416"/>
              <a:gd name="connsiteX13" fmla="*/ 489791 w 3450692"/>
              <a:gd name="connsiteY13" fmla="*/ 1727823 h 1785416"/>
              <a:gd name="connsiteX14" fmla="*/ 323711 w 3450692"/>
              <a:gd name="connsiteY14" fmla="*/ 1678625 h 1785416"/>
              <a:gd name="connsiteX15" fmla="*/ 0 w 3450692"/>
              <a:gd name="connsiteY15" fmla="*/ 1561822 h 1785416"/>
              <a:gd name="connsiteX0" fmla="*/ 0 w 3450692"/>
              <a:gd name="connsiteY0" fmla="*/ 1561822 h 1785416"/>
              <a:gd name="connsiteX1" fmla="*/ 313700 w 3450692"/>
              <a:gd name="connsiteY1" fmla="*/ 1561822 h 1785416"/>
              <a:gd name="connsiteX2" fmla="*/ 2833305 w 3450692"/>
              <a:gd name="connsiteY2" fmla="*/ 0 h 1785416"/>
              <a:gd name="connsiteX3" fmla="*/ 3450692 w 3450692"/>
              <a:gd name="connsiteY3" fmla="*/ 0 h 1785416"/>
              <a:gd name="connsiteX4" fmla="*/ 3403534 w 3450692"/>
              <a:gd name="connsiteY4" fmla="*/ 151209 h 1785416"/>
              <a:gd name="connsiteX5" fmla="*/ 3343186 w 3450692"/>
              <a:gd name="connsiteY5" fmla="*/ 307224 h 1785416"/>
              <a:gd name="connsiteX6" fmla="*/ 3080260 w 3450692"/>
              <a:gd name="connsiteY6" fmla="*/ 760888 h 1785416"/>
              <a:gd name="connsiteX7" fmla="*/ 2746538 w 3450692"/>
              <a:gd name="connsiteY7" fmla="*/ 1131320 h 1785416"/>
              <a:gd name="connsiteX8" fmla="*/ 2312698 w 3450692"/>
              <a:gd name="connsiteY8" fmla="*/ 1461706 h 1785416"/>
              <a:gd name="connsiteX9" fmla="*/ 1908894 w 3450692"/>
              <a:gd name="connsiteY9" fmla="*/ 1641916 h 1785416"/>
              <a:gd name="connsiteX10" fmla="*/ 1578508 w 3450692"/>
              <a:gd name="connsiteY10" fmla="*/ 1738695 h 1785416"/>
              <a:gd name="connsiteX11" fmla="*/ 1261472 w 3450692"/>
              <a:gd name="connsiteY11" fmla="*/ 1778742 h 1785416"/>
              <a:gd name="connsiteX12" fmla="*/ 957784 w 3450692"/>
              <a:gd name="connsiteY12" fmla="*/ 1785416 h 1785416"/>
              <a:gd name="connsiteX13" fmla="*/ 660771 w 3450692"/>
              <a:gd name="connsiteY13" fmla="*/ 1755381 h 1785416"/>
              <a:gd name="connsiteX14" fmla="*/ 489791 w 3450692"/>
              <a:gd name="connsiteY14" fmla="*/ 1727823 h 1785416"/>
              <a:gd name="connsiteX15" fmla="*/ 323711 w 3450692"/>
              <a:gd name="connsiteY15" fmla="*/ 1678625 h 1785416"/>
              <a:gd name="connsiteX16" fmla="*/ 0 w 3450692"/>
              <a:gd name="connsiteY16" fmla="*/ 1561822 h 17854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450692" h="1785416">
                <a:moveTo>
                  <a:pt x="0" y="1561822"/>
                </a:moveTo>
                <a:lnTo>
                  <a:pt x="313700" y="1561822"/>
                </a:lnTo>
                <a:lnTo>
                  <a:pt x="2833305" y="0"/>
                </a:lnTo>
                <a:lnTo>
                  <a:pt x="3450692" y="0"/>
                </a:lnTo>
                <a:cubicBezTo>
                  <a:pt x="3431949" y="50403"/>
                  <a:pt x="3422277" y="100806"/>
                  <a:pt x="3403534" y="151209"/>
                </a:cubicBezTo>
                <a:lnTo>
                  <a:pt x="3343186" y="307224"/>
                </a:lnTo>
                <a:lnTo>
                  <a:pt x="3080260" y="760888"/>
                </a:lnTo>
                <a:lnTo>
                  <a:pt x="2746538" y="1131320"/>
                </a:lnTo>
                <a:lnTo>
                  <a:pt x="2312698" y="1461706"/>
                </a:lnTo>
                <a:lnTo>
                  <a:pt x="1908894" y="1641916"/>
                </a:lnTo>
                <a:lnTo>
                  <a:pt x="1578508" y="1738695"/>
                </a:lnTo>
                <a:lnTo>
                  <a:pt x="1261472" y="1778742"/>
                </a:lnTo>
                <a:lnTo>
                  <a:pt x="957784" y="1785416"/>
                </a:lnTo>
                <a:lnTo>
                  <a:pt x="660771" y="1755381"/>
                </a:lnTo>
                <a:cubicBezTo>
                  <a:pt x="604383" y="1742566"/>
                  <a:pt x="546179" y="1740638"/>
                  <a:pt x="489791" y="1727823"/>
                </a:cubicBezTo>
                <a:lnTo>
                  <a:pt x="323711" y="1678625"/>
                </a:lnTo>
                <a:lnTo>
                  <a:pt x="0" y="1561822"/>
                </a:lnTo>
                <a:close/>
              </a:path>
            </a:pathLst>
          </a:custGeom>
          <a:solidFill>
            <a:srgbClr val="FFC000"/>
          </a:solidFill>
          <a:ln w="12700" cap="flat" cmpd="sng" algn="ctr">
            <a:no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35" name="任意多边形 34"/>
          <p:cNvSpPr/>
          <p:nvPr/>
        </p:nvSpPr>
        <p:spPr bwMode="auto">
          <a:xfrm>
            <a:off x="7363915" y="1438031"/>
            <a:ext cx="283300" cy="1193478"/>
          </a:xfrm>
          <a:custGeom>
            <a:avLst/>
            <a:gdLst>
              <a:gd name="connsiteX0" fmla="*/ 0 w 313699"/>
              <a:gd name="connsiteY0" fmla="*/ 1321541 h 1321541"/>
              <a:gd name="connsiteX1" fmla="*/ 0 w 313699"/>
              <a:gd name="connsiteY1" fmla="*/ 180210 h 1321541"/>
              <a:gd name="connsiteX2" fmla="*/ 313699 w 313699"/>
              <a:gd name="connsiteY2" fmla="*/ 0 h 1321541"/>
              <a:gd name="connsiteX3" fmla="*/ 313699 w 313699"/>
              <a:gd name="connsiteY3" fmla="*/ 1124645 h 1321541"/>
              <a:gd name="connsiteX4" fmla="*/ 170198 w 313699"/>
              <a:gd name="connsiteY4" fmla="*/ 1224762 h 1321541"/>
              <a:gd name="connsiteX5" fmla="*/ 0 w 313699"/>
              <a:gd name="connsiteY5" fmla="*/ 1321541 h 1321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13699" h="1321541">
                <a:moveTo>
                  <a:pt x="0" y="1321541"/>
                </a:moveTo>
                <a:lnTo>
                  <a:pt x="0" y="180210"/>
                </a:lnTo>
                <a:lnTo>
                  <a:pt x="313699" y="0"/>
                </a:lnTo>
                <a:lnTo>
                  <a:pt x="313699" y="1124645"/>
                </a:lnTo>
                <a:lnTo>
                  <a:pt x="170198" y="1224762"/>
                </a:lnTo>
                <a:lnTo>
                  <a:pt x="0" y="1321541"/>
                </a:lnTo>
                <a:close/>
              </a:path>
            </a:pathLst>
          </a:custGeom>
          <a:solidFill>
            <a:srgbClr val="CCECFF"/>
          </a:solid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cxnSp>
        <p:nvCxnSpPr>
          <p:cNvPr id="36" name="直接连接符 35"/>
          <p:cNvCxnSpPr/>
          <p:nvPr/>
        </p:nvCxnSpPr>
        <p:spPr bwMode="auto">
          <a:xfrm>
            <a:off x="6236824" y="2303001"/>
            <a:ext cx="0" cy="569615"/>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7" name="直接连接符 36"/>
          <p:cNvCxnSpPr/>
          <p:nvPr/>
        </p:nvCxnSpPr>
        <p:spPr bwMode="auto">
          <a:xfrm>
            <a:off x="5955826" y="2474790"/>
            <a:ext cx="0" cy="379744"/>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8" name="Text Box 115"/>
          <p:cNvSpPr txBox="1">
            <a:spLocks noChangeArrowheads="1"/>
          </p:cNvSpPr>
          <p:nvPr/>
        </p:nvSpPr>
        <p:spPr bwMode="auto">
          <a:xfrm>
            <a:off x="4987122" y="2580970"/>
            <a:ext cx="590670" cy="3480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1800" b="1">
                <a:solidFill>
                  <a:schemeClr val="tx1"/>
                </a:solidFill>
                <a:latin typeface="Times New Roman" panose="02020603050405020304" pitchFamily="18" charset="0"/>
              </a:rPr>
              <a:t>A</a:t>
            </a:r>
          </a:p>
        </p:txBody>
      </p:sp>
      <p:sp>
        <p:nvSpPr>
          <p:cNvPr id="39" name="Text Box 133"/>
          <p:cNvSpPr txBox="1">
            <a:spLocks noChangeArrowheads="1"/>
          </p:cNvSpPr>
          <p:nvPr/>
        </p:nvSpPr>
        <p:spPr bwMode="auto">
          <a:xfrm>
            <a:off x="6071187" y="356840"/>
            <a:ext cx="373979" cy="3710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1800" b="1" dirty="0">
                <a:solidFill>
                  <a:schemeClr val="tx1"/>
                </a:solidFill>
                <a:latin typeface="Times New Roman" panose="02020603050405020304" pitchFamily="18" charset="0"/>
              </a:rPr>
              <a:t>O</a:t>
            </a:r>
          </a:p>
        </p:txBody>
      </p:sp>
      <p:sp>
        <p:nvSpPr>
          <p:cNvPr id="40" name="Text Box 135"/>
          <p:cNvSpPr txBox="1">
            <a:spLocks noChangeArrowheads="1"/>
          </p:cNvSpPr>
          <p:nvPr/>
        </p:nvSpPr>
        <p:spPr bwMode="auto">
          <a:xfrm>
            <a:off x="6283408" y="2462804"/>
            <a:ext cx="322580" cy="3480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1800" b="1" dirty="0">
                <a:solidFill>
                  <a:srgbClr val="C00000"/>
                </a:solidFill>
                <a:latin typeface="Times New Roman" panose="02020603050405020304" pitchFamily="18" charset="0"/>
              </a:rPr>
              <a:t>0</a:t>
            </a:r>
          </a:p>
        </p:txBody>
      </p:sp>
      <p:sp>
        <p:nvSpPr>
          <p:cNvPr id="41" name="Text Box 136"/>
          <p:cNvSpPr txBox="1">
            <a:spLocks noChangeArrowheads="1"/>
          </p:cNvSpPr>
          <p:nvPr/>
        </p:nvSpPr>
        <p:spPr bwMode="auto">
          <a:xfrm>
            <a:off x="6277824" y="936169"/>
            <a:ext cx="478166" cy="3845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1800" b="1" dirty="0">
                <a:solidFill>
                  <a:srgbClr val="C00000"/>
                </a:solidFill>
                <a:latin typeface="Times New Roman" panose="02020603050405020304" pitchFamily="18" charset="0"/>
                <a:sym typeface="Symbol" panose="05050102010706020507" pitchFamily="18" charset="2"/>
              </a:rPr>
              <a:t> </a:t>
            </a:r>
            <a:r>
              <a:rPr kumimoji="1" lang="en-US" altLang="zh-CN" sz="1800" b="1" i="1" dirty="0">
                <a:solidFill>
                  <a:srgbClr val="C00000"/>
                </a:solidFill>
                <a:latin typeface="Times New Roman" panose="02020603050405020304" pitchFamily="18" charset="0"/>
                <a:sym typeface="Symbol" panose="05050102010706020507" pitchFamily="18" charset="2"/>
              </a:rPr>
              <a:t></a:t>
            </a:r>
            <a:r>
              <a:rPr kumimoji="1" lang="en-US" altLang="zh-CN" sz="1800" b="1" baseline="-25000" dirty="0" err="1">
                <a:solidFill>
                  <a:srgbClr val="C00000"/>
                </a:solidFill>
                <a:latin typeface="Times New Roman" panose="02020603050405020304" pitchFamily="18" charset="0"/>
                <a:sym typeface="Symbol" panose="05050102010706020507" pitchFamily="18" charset="2"/>
              </a:rPr>
              <a:t>i</a:t>
            </a:r>
            <a:endParaRPr kumimoji="1" lang="en-US" altLang="zh-CN" sz="1800" b="1" baseline="-25000" dirty="0">
              <a:solidFill>
                <a:srgbClr val="C00000"/>
              </a:solidFill>
              <a:latin typeface="Times New Roman" panose="02020603050405020304" pitchFamily="18" charset="0"/>
            </a:endParaRPr>
          </a:p>
        </p:txBody>
      </p:sp>
      <p:sp>
        <p:nvSpPr>
          <p:cNvPr id="42" name="Text Box 141"/>
          <p:cNvSpPr txBox="1">
            <a:spLocks noChangeArrowheads="1"/>
          </p:cNvSpPr>
          <p:nvPr/>
        </p:nvSpPr>
        <p:spPr bwMode="auto">
          <a:xfrm>
            <a:off x="7719282" y="986140"/>
            <a:ext cx="407161" cy="3480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1800" b="1" dirty="0">
                <a:solidFill>
                  <a:schemeClr val="tx1"/>
                </a:solidFill>
                <a:latin typeface="Times New Roman" panose="02020603050405020304" pitchFamily="18" charset="0"/>
              </a:rPr>
              <a:t>B</a:t>
            </a:r>
          </a:p>
        </p:txBody>
      </p:sp>
      <p:sp>
        <p:nvSpPr>
          <p:cNvPr id="43" name="任意多边形 42"/>
          <p:cNvSpPr/>
          <p:nvPr/>
        </p:nvSpPr>
        <p:spPr bwMode="auto">
          <a:xfrm>
            <a:off x="4981364" y="1264709"/>
            <a:ext cx="4043035" cy="1403368"/>
          </a:xfrm>
          <a:custGeom>
            <a:avLst/>
            <a:gdLst>
              <a:gd name="connsiteX0" fmla="*/ 0 w 4476860"/>
              <a:gd name="connsiteY0" fmla="*/ 1553952 h 1553952"/>
              <a:gd name="connsiteX1" fmla="*/ 745263 w 4476860"/>
              <a:gd name="connsiteY1" fmla="*/ 1553952 h 1553952"/>
              <a:gd name="connsiteX2" fmla="*/ 3255898 w 4476860"/>
              <a:gd name="connsiteY2" fmla="*/ 0 h 1553952"/>
              <a:gd name="connsiteX3" fmla="*/ 4476860 w 4476860"/>
              <a:gd name="connsiteY3" fmla="*/ 0 h 1553952"/>
            </a:gdLst>
            <a:ahLst/>
            <a:cxnLst>
              <a:cxn ang="0">
                <a:pos x="connsiteX0" y="connsiteY0"/>
              </a:cxn>
              <a:cxn ang="0">
                <a:pos x="connsiteX1" y="connsiteY1"/>
              </a:cxn>
              <a:cxn ang="0">
                <a:pos x="connsiteX2" y="connsiteY2"/>
              </a:cxn>
              <a:cxn ang="0">
                <a:pos x="connsiteX3" y="connsiteY3"/>
              </a:cxn>
            </a:cxnLst>
            <a:rect l="l" t="t" r="r" b="b"/>
            <a:pathLst>
              <a:path w="4476860" h="1553952">
                <a:moveTo>
                  <a:pt x="0" y="1553952"/>
                </a:moveTo>
                <a:lnTo>
                  <a:pt x="745263" y="1553952"/>
                </a:lnTo>
                <a:lnTo>
                  <a:pt x="3255898" y="0"/>
                </a:lnTo>
                <a:lnTo>
                  <a:pt x="4476860" y="0"/>
                </a:lnTo>
              </a:path>
            </a:pathLst>
          </a:custGeom>
          <a:noFill/>
          <a:ln w="19050" cap="flat" cmpd="sng" algn="ctr">
            <a:solidFill>
              <a:srgbClr val="000066"/>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cxnSp>
        <p:nvCxnSpPr>
          <p:cNvPr id="44" name="直接连接符 43"/>
          <p:cNvCxnSpPr/>
          <p:nvPr/>
        </p:nvCxnSpPr>
        <p:spPr bwMode="auto">
          <a:xfrm>
            <a:off x="6345081" y="622328"/>
            <a:ext cx="0" cy="2398202"/>
          </a:xfrm>
          <a:prstGeom prst="line">
            <a:avLst/>
          </a:prstGeom>
          <a:noFill/>
          <a:ln w="12700" cap="flat" cmpd="sng" algn="ctr">
            <a:solidFill>
              <a:schemeClr val="tx1"/>
            </a:solidFill>
            <a:prstDash val="lgDashDot"/>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5" name="直接连接符 44"/>
          <p:cNvCxnSpPr/>
          <p:nvPr/>
        </p:nvCxnSpPr>
        <p:spPr bwMode="auto">
          <a:xfrm>
            <a:off x="5659759" y="2660136"/>
            <a:ext cx="0" cy="111512"/>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6" name="直接连接符 45"/>
          <p:cNvCxnSpPr/>
          <p:nvPr/>
        </p:nvCxnSpPr>
        <p:spPr bwMode="auto">
          <a:xfrm>
            <a:off x="6517822" y="2134227"/>
            <a:ext cx="0" cy="738544"/>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7" name="直接连接符 46"/>
          <p:cNvCxnSpPr/>
          <p:nvPr/>
        </p:nvCxnSpPr>
        <p:spPr bwMode="auto">
          <a:xfrm>
            <a:off x="6798821" y="1959425"/>
            <a:ext cx="0" cy="873789"/>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8" name="直接连接符 47"/>
          <p:cNvCxnSpPr/>
          <p:nvPr/>
        </p:nvCxnSpPr>
        <p:spPr bwMode="auto">
          <a:xfrm>
            <a:off x="7079819" y="1778594"/>
            <a:ext cx="0" cy="974832"/>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9" name="直接连接符 48"/>
          <p:cNvCxnSpPr/>
          <p:nvPr/>
        </p:nvCxnSpPr>
        <p:spPr bwMode="auto">
          <a:xfrm>
            <a:off x="7360817" y="1612834"/>
            <a:ext cx="0" cy="1018234"/>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0" name="直接连接符 49"/>
          <p:cNvCxnSpPr/>
          <p:nvPr/>
        </p:nvCxnSpPr>
        <p:spPr bwMode="auto">
          <a:xfrm>
            <a:off x="7641816" y="1438031"/>
            <a:ext cx="0" cy="1025473"/>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1" name="直接连接符 50"/>
          <p:cNvCxnSpPr>
            <a:stCxn id="43" idx="2"/>
          </p:cNvCxnSpPr>
          <p:nvPr/>
        </p:nvCxnSpPr>
        <p:spPr bwMode="auto">
          <a:xfrm>
            <a:off x="7921753" y="1264709"/>
            <a:ext cx="1061" cy="952877"/>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2" name="直接连接符 51"/>
          <p:cNvCxnSpPr/>
          <p:nvPr/>
        </p:nvCxnSpPr>
        <p:spPr bwMode="auto">
          <a:xfrm>
            <a:off x="8203812" y="1257201"/>
            <a:ext cx="0" cy="615018"/>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3" name="直接箭头连接符 52"/>
          <p:cNvCxnSpPr/>
          <p:nvPr/>
        </p:nvCxnSpPr>
        <p:spPr bwMode="auto">
          <a:xfrm>
            <a:off x="6341482" y="628209"/>
            <a:ext cx="2114656" cy="639415"/>
          </a:xfrm>
          <a:prstGeom prst="straightConnector1">
            <a:avLst/>
          </a:prstGeom>
          <a:noFill/>
          <a:ln w="12700" cap="flat" cmpd="sng" algn="ctr">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4" name="直接箭头连接符 53"/>
          <p:cNvCxnSpPr>
            <a:endCxn id="75" idx="0"/>
          </p:cNvCxnSpPr>
          <p:nvPr/>
        </p:nvCxnSpPr>
        <p:spPr bwMode="auto">
          <a:xfrm flipH="1">
            <a:off x="5360846" y="625195"/>
            <a:ext cx="980636" cy="2045268"/>
          </a:xfrm>
          <a:prstGeom prst="straightConnector1">
            <a:avLst/>
          </a:prstGeom>
          <a:noFill/>
          <a:ln w="12700" cap="flat" cmpd="sng" algn="ctr">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56" name="Group 12"/>
          <p:cNvGrpSpPr>
            <a:grpSpLocks/>
          </p:cNvGrpSpPr>
          <p:nvPr/>
        </p:nvGrpSpPr>
        <p:grpSpPr bwMode="auto">
          <a:xfrm>
            <a:off x="8571945" y="1270342"/>
            <a:ext cx="410560" cy="57195"/>
            <a:chOff x="2274" y="1204"/>
            <a:chExt cx="270" cy="44"/>
          </a:xfrm>
        </p:grpSpPr>
        <p:sp>
          <p:nvSpPr>
            <p:cNvPr id="57" name="Line 13"/>
            <p:cNvSpPr>
              <a:spLocks noChangeShapeType="1"/>
            </p:cNvSpPr>
            <p:nvPr/>
          </p:nvSpPr>
          <p:spPr bwMode="auto">
            <a:xfrm flipH="1">
              <a:off x="2274" y="1210"/>
              <a:ext cx="28" cy="34"/>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 name="Line 14"/>
            <p:cNvSpPr>
              <a:spLocks noChangeShapeType="1"/>
            </p:cNvSpPr>
            <p:nvPr/>
          </p:nvSpPr>
          <p:spPr bwMode="auto">
            <a:xfrm flipH="1">
              <a:off x="2304" y="1214"/>
              <a:ext cx="34" cy="34"/>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 name="Line 15"/>
            <p:cNvSpPr>
              <a:spLocks noChangeShapeType="1"/>
            </p:cNvSpPr>
            <p:nvPr/>
          </p:nvSpPr>
          <p:spPr bwMode="auto">
            <a:xfrm flipH="1">
              <a:off x="2346" y="1206"/>
              <a:ext cx="36" cy="42"/>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0" name="Line 16"/>
            <p:cNvSpPr>
              <a:spLocks noChangeShapeType="1"/>
            </p:cNvSpPr>
            <p:nvPr/>
          </p:nvSpPr>
          <p:spPr bwMode="auto">
            <a:xfrm>
              <a:off x="2376" y="1206"/>
              <a:ext cx="40" cy="38"/>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2" name="Line 17"/>
            <p:cNvSpPr>
              <a:spLocks noChangeShapeType="1"/>
            </p:cNvSpPr>
            <p:nvPr/>
          </p:nvSpPr>
          <p:spPr bwMode="auto">
            <a:xfrm>
              <a:off x="2420" y="1210"/>
              <a:ext cx="40" cy="34"/>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3" name="Line 18"/>
            <p:cNvSpPr>
              <a:spLocks noChangeShapeType="1"/>
            </p:cNvSpPr>
            <p:nvPr/>
          </p:nvSpPr>
          <p:spPr bwMode="auto">
            <a:xfrm flipV="1">
              <a:off x="2460" y="1204"/>
              <a:ext cx="46" cy="42"/>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 name="Line 19"/>
            <p:cNvSpPr>
              <a:spLocks noChangeShapeType="1"/>
            </p:cNvSpPr>
            <p:nvPr/>
          </p:nvSpPr>
          <p:spPr bwMode="auto">
            <a:xfrm flipV="1">
              <a:off x="2512" y="1208"/>
              <a:ext cx="32" cy="36"/>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69" name="Text Box 135"/>
          <p:cNvSpPr txBox="1">
            <a:spLocks noChangeArrowheads="1"/>
          </p:cNvSpPr>
          <p:nvPr/>
        </p:nvSpPr>
        <p:spPr bwMode="auto">
          <a:xfrm>
            <a:off x="6512707" y="2390425"/>
            <a:ext cx="322580" cy="3480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1800" b="1" dirty="0">
                <a:solidFill>
                  <a:srgbClr val="C00000"/>
                </a:solidFill>
                <a:latin typeface="Times New Roman" panose="02020603050405020304" pitchFamily="18" charset="0"/>
              </a:rPr>
              <a:t>1</a:t>
            </a:r>
          </a:p>
        </p:txBody>
      </p:sp>
      <p:sp>
        <p:nvSpPr>
          <p:cNvPr id="70" name="Text Box 135"/>
          <p:cNvSpPr txBox="1">
            <a:spLocks noChangeArrowheads="1"/>
          </p:cNvSpPr>
          <p:nvPr/>
        </p:nvSpPr>
        <p:spPr bwMode="auto">
          <a:xfrm>
            <a:off x="6779432" y="2327531"/>
            <a:ext cx="322580" cy="3480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1800" b="1" dirty="0">
                <a:solidFill>
                  <a:srgbClr val="C00000"/>
                </a:solidFill>
                <a:latin typeface="Times New Roman" panose="02020603050405020304" pitchFamily="18" charset="0"/>
              </a:rPr>
              <a:t>2</a:t>
            </a:r>
          </a:p>
        </p:txBody>
      </p:sp>
      <p:sp>
        <p:nvSpPr>
          <p:cNvPr id="71" name="Text Box 135"/>
          <p:cNvSpPr txBox="1">
            <a:spLocks noChangeArrowheads="1"/>
          </p:cNvSpPr>
          <p:nvPr/>
        </p:nvSpPr>
        <p:spPr bwMode="auto">
          <a:xfrm>
            <a:off x="7374935" y="2038272"/>
            <a:ext cx="284426" cy="3480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1800" b="1" i="1" dirty="0">
                <a:solidFill>
                  <a:srgbClr val="C00000"/>
                </a:solidFill>
                <a:latin typeface="Times New Roman" panose="02020603050405020304" pitchFamily="18" charset="0"/>
              </a:rPr>
              <a:t>i</a:t>
            </a:r>
          </a:p>
        </p:txBody>
      </p:sp>
      <p:sp>
        <p:nvSpPr>
          <p:cNvPr id="72" name="Text Box 135"/>
          <p:cNvSpPr txBox="1">
            <a:spLocks noChangeArrowheads="1"/>
          </p:cNvSpPr>
          <p:nvPr/>
        </p:nvSpPr>
        <p:spPr bwMode="auto">
          <a:xfrm>
            <a:off x="5930104" y="2487386"/>
            <a:ext cx="452181" cy="410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1800" b="1" dirty="0" smtClean="0">
                <a:solidFill>
                  <a:srgbClr val="C00000"/>
                </a:solidFill>
                <a:latin typeface="Times New Roman" panose="02020603050405020304" pitchFamily="18" charset="0"/>
              </a:rPr>
              <a:t>-1</a:t>
            </a:r>
            <a:endParaRPr kumimoji="1" lang="en-US" altLang="zh-CN" sz="1800" b="1" dirty="0">
              <a:solidFill>
                <a:srgbClr val="C00000"/>
              </a:solidFill>
              <a:latin typeface="Times New Roman" panose="02020603050405020304" pitchFamily="18" charset="0"/>
            </a:endParaRPr>
          </a:p>
        </p:txBody>
      </p:sp>
      <p:sp>
        <p:nvSpPr>
          <p:cNvPr id="73" name="Text Box 135"/>
          <p:cNvSpPr txBox="1">
            <a:spLocks noChangeArrowheads="1"/>
          </p:cNvSpPr>
          <p:nvPr/>
        </p:nvSpPr>
        <p:spPr bwMode="auto">
          <a:xfrm>
            <a:off x="5639485" y="2514640"/>
            <a:ext cx="452181" cy="410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1800" b="1" dirty="0" smtClean="0">
                <a:solidFill>
                  <a:srgbClr val="C00000"/>
                </a:solidFill>
                <a:latin typeface="Times New Roman" panose="02020603050405020304" pitchFamily="18" charset="0"/>
              </a:rPr>
              <a:t>-2</a:t>
            </a:r>
            <a:endParaRPr kumimoji="1" lang="en-US" altLang="zh-CN" sz="1800" b="1" dirty="0">
              <a:solidFill>
                <a:srgbClr val="C00000"/>
              </a:solidFill>
              <a:latin typeface="Times New Roman" panose="02020603050405020304" pitchFamily="18" charset="0"/>
            </a:endParaRPr>
          </a:p>
        </p:txBody>
      </p:sp>
      <p:cxnSp>
        <p:nvCxnSpPr>
          <p:cNvPr id="74" name="直接连接符 73"/>
          <p:cNvCxnSpPr>
            <a:endCxn id="75" idx="8"/>
          </p:cNvCxnSpPr>
          <p:nvPr/>
        </p:nvCxnSpPr>
        <p:spPr bwMode="auto">
          <a:xfrm>
            <a:off x="6341482" y="627040"/>
            <a:ext cx="1188856" cy="1909769"/>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5" name="任意多边形 74"/>
          <p:cNvSpPr/>
          <p:nvPr/>
        </p:nvSpPr>
        <p:spPr bwMode="auto">
          <a:xfrm>
            <a:off x="5360846" y="1262322"/>
            <a:ext cx="3128937" cy="1616062"/>
          </a:xfrm>
          <a:custGeom>
            <a:avLst/>
            <a:gdLst>
              <a:gd name="connsiteX0" fmla="*/ 0 w 3464678"/>
              <a:gd name="connsiteY0" fmla="*/ 1559237 h 1789468"/>
              <a:gd name="connsiteX1" fmla="*/ 224636 w 3464678"/>
              <a:gd name="connsiteY1" fmla="*/ 1646449 h 1789468"/>
              <a:gd name="connsiteX2" fmla="*/ 502127 w 3464678"/>
              <a:gd name="connsiteY2" fmla="*/ 1731018 h 1789468"/>
              <a:gd name="connsiteX3" fmla="*/ 824546 w 3464678"/>
              <a:gd name="connsiteY3" fmla="*/ 1778588 h 1789468"/>
              <a:gd name="connsiteX4" fmla="*/ 1218319 w 3464678"/>
              <a:gd name="connsiteY4" fmla="*/ 1786516 h 1789468"/>
              <a:gd name="connsiteX5" fmla="*/ 1585665 w 3464678"/>
              <a:gd name="connsiteY5" fmla="*/ 1738946 h 1789468"/>
              <a:gd name="connsiteX6" fmla="*/ 1910726 w 3464678"/>
              <a:gd name="connsiteY6" fmla="*/ 1646449 h 1789468"/>
              <a:gd name="connsiteX7" fmla="*/ 2145933 w 3464678"/>
              <a:gd name="connsiteY7" fmla="*/ 1548666 h 1789468"/>
              <a:gd name="connsiteX8" fmla="*/ 2402282 w 3464678"/>
              <a:gd name="connsiteY8" fmla="*/ 1411242 h 1789468"/>
              <a:gd name="connsiteX9" fmla="*/ 2648060 w 3464678"/>
              <a:gd name="connsiteY9" fmla="*/ 1228891 h 1789468"/>
              <a:gd name="connsiteX10" fmla="*/ 2880625 w 3464678"/>
              <a:gd name="connsiteY10" fmla="*/ 1001612 h 1789468"/>
              <a:gd name="connsiteX11" fmla="*/ 3121117 w 3464678"/>
              <a:gd name="connsiteY11" fmla="*/ 713549 h 1789468"/>
              <a:gd name="connsiteX12" fmla="*/ 3282326 w 3464678"/>
              <a:gd name="connsiteY12" fmla="*/ 443986 h 1789468"/>
              <a:gd name="connsiteX13" fmla="*/ 3409180 w 3464678"/>
              <a:gd name="connsiteY13" fmla="*/ 177066 h 1789468"/>
              <a:gd name="connsiteX14" fmla="*/ 3464678 w 3464678"/>
              <a:gd name="connsiteY14" fmla="*/ 0 h 1789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464678" h="1789468">
                <a:moveTo>
                  <a:pt x="0" y="1559237"/>
                </a:moveTo>
                <a:cubicBezTo>
                  <a:pt x="70474" y="1588528"/>
                  <a:pt x="140948" y="1617819"/>
                  <a:pt x="224636" y="1646449"/>
                </a:cubicBezTo>
                <a:cubicBezTo>
                  <a:pt x="308324" y="1675079"/>
                  <a:pt x="402142" y="1708995"/>
                  <a:pt x="502127" y="1731018"/>
                </a:cubicBezTo>
                <a:cubicBezTo>
                  <a:pt x="602112" y="1753041"/>
                  <a:pt x="705181" y="1769338"/>
                  <a:pt x="824546" y="1778588"/>
                </a:cubicBezTo>
                <a:cubicBezTo>
                  <a:pt x="943911" y="1787838"/>
                  <a:pt x="1091466" y="1793123"/>
                  <a:pt x="1218319" y="1786516"/>
                </a:cubicBezTo>
                <a:cubicBezTo>
                  <a:pt x="1345172" y="1779909"/>
                  <a:pt x="1470264" y="1762290"/>
                  <a:pt x="1585665" y="1738946"/>
                </a:cubicBezTo>
                <a:cubicBezTo>
                  <a:pt x="1701066" y="1715602"/>
                  <a:pt x="1817348" y="1678162"/>
                  <a:pt x="1910726" y="1646449"/>
                </a:cubicBezTo>
                <a:cubicBezTo>
                  <a:pt x="2004104" y="1614736"/>
                  <a:pt x="2064007" y="1587867"/>
                  <a:pt x="2145933" y="1548666"/>
                </a:cubicBezTo>
                <a:cubicBezTo>
                  <a:pt x="2227859" y="1509465"/>
                  <a:pt x="2318594" y="1464538"/>
                  <a:pt x="2402282" y="1411242"/>
                </a:cubicBezTo>
                <a:cubicBezTo>
                  <a:pt x="2485970" y="1357946"/>
                  <a:pt x="2568336" y="1297163"/>
                  <a:pt x="2648060" y="1228891"/>
                </a:cubicBezTo>
                <a:cubicBezTo>
                  <a:pt x="2727784" y="1160619"/>
                  <a:pt x="2801782" y="1087502"/>
                  <a:pt x="2880625" y="1001612"/>
                </a:cubicBezTo>
                <a:cubicBezTo>
                  <a:pt x="2959468" y="915722"/>
                  <a:pt x="3054167" y="806487"/>
                  <a:pt x="3121117" y="713549"/>
                </a:cubicBezTo>
                <a:cubicBezTo>
                  <a:pt x="3188067" y="620611"/>
                  <a:pt x="3234316" y="533400"/>
                  <a:pt x="3282326" y="443986"/>
                </a:cubicBezTo>
                <a:cubicBezTo>
                  <a:pt x="3330336" y="354572"/>
                  <a:pt x="3378788" y="251064"/>
                  <a:pt x="3409180" y="177066"/>
                </a:cubicBezTo>
                <a:cubicBezTo>
                  <a:pt x="3439572" y="103068"/>
                  <a:pt x="3452125" y="51534"/>
                  <a:pt x="3464678" y="0"/>
                </a:cubicBezTo>
              </a:path>
            </a:pathLst>
          </a:custGeom>
          <a:noFill/>
          <a:ln w="19050" cap="flat" cmpd="sng" algn="ctr">
            <a:solidFill>
              <a:srgbClr val="C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76" name="Arc 52"/>
          <p:cNvSpPr>
            <a:spLocks/>
          </p:cNvSpPr>
          <p:nvPr/>
        </p:nvSpPr>
        <p:spPr bwMode="auto">
          <a:xfrm rot="6458630">
            <a:off x="6370860" y="876877"/>
            <a:ext cx="123066" cy="151653"/>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9525">
            <a:solidFill>
              <a:schemeClr val="tx1"/>
            </a:solidFill>
            <a:round/>
            <a:headEnd type="triangle" w="med" len="me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7" name="Text Box 2450"/>
          <p:cNvSpPr txBox="1">
            <a:spLocks noChangeArrowheads="1"/>
          </p:cNvSpPr>
          <p:nvPr/>
        </p:nvSpPr>
        <p:spPr bwMode="auto">
          <a:xfrm>
            <a:off x="6883818" y="746216"/>
            <a:ext cx="317328" cy="3480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800" b="1" i="1" dirty="0"/>
              <a:t>R</a:t>
            </a:r>
          </a:p>
        </p:txBody>
      </p:sp>
      <p:sp>
        <p:nvSpPr>
          <p:cNvPr id="79" name="Text Box 135"/>
          <p:cNvSpPr txBox="1">
            <a:spLocks noChangeArrowheads="1"/>
          </p:cNvSpPr>
          <p:nvPr/>
        </p:nvSpPr>
        <p:spPr bwMode="auto">
          <a:xfrm>
            <a:off x="7025565" y="2124611"/>
            <a:ext cx="322580" cy="3480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1800" b="1" dirty="0" smtClean="0">
                <a:solidFill>
                  <a:srgbClr val="C00000"/>
                </a:solidFill>
                <a:latin typeface="Times New Roman" panose="02020603050405020304" pitchFamily="18" charset="0"/>
              </a:rPr>
              <a:t>…</a:t>
            </a:r>
            <a:endParaRPr kumimoji="1" lang="en-US" altLang="zh-CN" sz="1800" b="1" dirty="0">
              <a:solidFill>
                <a:srgbClr val="C00000"/>
              </a:solidFill>
              <a:latin typeface="Times New Roman" panose="02020603050405020304" pitchFamily="18" charset="0"/>
            </a:endParaRPr>
          </a:p>
        </p:txBody>
      </p:sp>
      <p:sp>
        <p:nvSpPr>
          <p:cNvPr id="80" name="Text Box 135"/>
          <p:cNvSpPr txBox="1">
            <a:spLocks noChangeArrowheads="1"/>
          </p:cNvSpPr>
          <p:nvPr/>
        </p:nvSpPr>
        <p:spPr bwMode="auto">
          <a:xfrm>
            <a:off x="7618287" y="1783045"/>
            <a:ext cx="322580" cy="3480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1800" b="1" dirty="0" smtClean="0">
                <a:solidFill>
                  <a:srgbClr val="C00000"/>
                </a:solidFill>
                <a:latin typeface="Times New Roman" panose="02020603050405020304" pitchFamily="18" charset="0"/>
              </a:rPr>
              <a:t>…</a:t>
            </a:r>
            <a:endParaRPr kumimoji="1" lang="en-US" altLang="zh-CN" sz="1800" b="1" dirty="0">
              <a:solidFill>
                <a:srgbClr val="C00000"/>
              </a:solidFill>
              <a:latin typeface="Times New Roman" panose="02020603050405020304" pitchFamily="18" charset="0"/>
            </a:endParaRPr>
          </a:p>
        </p:txBody>
      </p:sp>
      <p:sp>
        <p:nvSpPr>
          <p:cNvPr id="81" name="Text Box 135"/>
          <p:cNvSpPr txBox="1">
            <a:spLocks noChangeArrowheads="1"/>
          </p:cNvSpPr>
          <p:nvPr/>
        </p:nvSpPr>
        <p:spPr bwMode="auto">
          <a:xfrm>
            <a:off x="7918667" y="1540934"/>
            <a:ext cx="322580" cy="3710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1800" b="1" dirty="0">
                <a:solidFill>
                  <a:srgbClr val="C00000"/>
                </a:solidFill>
                <a:latin typeface="Times New Roman" panose="02020603050405020304" pitchFamily="18" charset="0"/>
              </a:rPr>
              <a:t>7</a:t>
            </a:r>
          </a:p>
        </p:txBody>
      </p:sp>
      <p:sp>
        <p:nvSpPr>
          <p:cNvPr id="82" name="Text Box 135"/>
          <p:cNvSpPr txBox="1">
            <a:spLocks noChangeArrowheads="1"/>
          </p:cNvSpPr>
          <p:nvPr/>
        </p:nvSpPr>
        <p:spPr bwMode="auto">
          <a:xfrm>
            <a:off x="8176856" y="1202388"/>
            <a:ext cx="322580" cy="3710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1800" b="1" dirty="0" smtClean="0">
                <a:solidFill>
                  <a:srgbClr val="C00000"/>
                </a:solidFill>
                <a:latin typeface="Times New Roman" panose="02020603050405020304" pitchFamily="18" charset="0"/>
              </a:rPr>
              <a:t>8</a:t>
            </a:r>
            <a:endParaRPr kumimoji="1" lang="en-US" altLang="zh-CN" sz="1800" b="1" dirty="0">
              <a:solidFill>
                <a:srgbClr val="C00000"/>
              </a:solidFill>
              <a:latin typeface="Times New Roman" panose="02020603050405020304" pitchFamily="18" charset="0"/>
            </a:endParaRPr>
          </a:p>
        </p:txBody>
      </p:sp>
      <p:sp>
        <p:nvSpPr>
          <p:cNvPr id="100" name="AutoShape 5"/>
          <p:cNvSpPr>
            <a:spLocks noChangeArrowheads="1"/>
          </p:cNvSpPr>
          <p:nvPr/>
        </p:nvSpPr>
        <p:spPr bwMode="auto">
          <a:xfrm>
            <a:off x="932742" y="3994094"/>
            <a:ext cx="466960" cy="376146"/>
          </a:xfrm>
          <a:prstGeom prst="homePlate">
            <a:avLst>
              <a:gd name="adj" fmla="val 33632"/>
            </a:avLst>
          </a:prstGeom>
          <a:solidFill>
            <a:schemeClr val="accent2"/>
          </a:solidFill>
          <a:ln w="9525">
            <a:solidFill>
              <a:schemeClr val="tx1"/>
            </a:solidFill>
            <a:miter lim="800000"/>
            <a:headEnd/>
            <a:tailEnd/>
          </a:ln>
        </p:spPr>
        <p:txBody>
          <a:bodyPr anchor="ctr"/>
          <a:lstStyle/>
          <a:p>
            <a:endParaRPr lang="zh-CN" altLang="en-US"/>
          </a:p>
        </p:txBody>
      </p:sp>
      <p:sp>
        <p:nvSpPr>
          <p:cNvPr id="83" name="Text Box 7"/>
          <p:cNvSpPr txBox="1">
            <a:spLocks noChangeArrowheads="1"/>
          </p:cNvSpPr>
          <p:nvPr/>
        </p:nvSpPr>
        <p:spPr bwMode="auto">
          <a:xfrm>
            <a:off x="0" y="0"/>
            <a:ext cx="5420412"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1800" b="1" kern="900" spc="130" dirty="0" smtClean="0">
                <a:solidFill>
                  <a:srgbClr val="000066"/>
                </a:solidFill>
                <a:ea typeface="黑体" panose="02010609060101010101" pitchFamily="49" charset="-122"/>
                <a:cs typeface="Times New Roman" panose="02020603050405020304" pitchFamily="18" charset="0"/>
              </a:rPr>
              <a:t>§7.3  </a:t>
            </a:r>
            <a:r>
              <a:rPr lang="zh-CN" altLang="en-US" sz="1800" b="1" kern="900" spc="130" dirty="0" smtClean="0">
                <a:solidFill>
                  <a:srgbClr val="000066"/>
                </a:solidFill>
                <a:ea typeface="黑体" panose="02010609060101010101" pitchFamily="49" charset="-122"/>
                <a:cs typeface="Times New Roman" panose="02020603050405020304" pitchFamily="18" charset="0"/>
              </a:rPr>
              <a:t>黏性</a:t>
            </a:r>
            <a:r>
              <a:rPr lang="zh-CN" altLang="en-US" sz="1800" b="1" kern="900" spc="130" dirty="0">
                <a:solidFill>
                  <a:srgbClr val="000066"/>
                </a:solidFill>
                <a:ea typeface="黑体" panose="02010609060101010101" pitchFamily="49" charset="-122"/>
                <a:cs typeface="Times New Roman" panose="02020603050405020304" pitchFamily="18" charset="0"/>
              </a:rPr>
              <a:t>土坡的稳定</a:t>
            </a:r>
            <a:r>
              <a:rPr lang="zh-CN" altLang="en-US" sz="1800" b="1" kern="900" spc="130" dirty="0" smtClean="0">
                <a:solidFill>
                  <a:srgbClr val="000066"/>
                </a:solidFill>
                <a:ea typeface="黑体" panose="02010609060101010101" pitchFamily="49" charset="-122"/>
                <a:cs typeface="Times New Roman" panose="02020603050405020304" pitchFamily="18" charset="0"/>
              </a:rPr>
              <a:t>分析 </a:t>
            </a:r>
            <a:r>
              <a:rPr lang="en-US" altLang="zh-CN" sz="1800" b="1" kern="900" spc="130" dirty="0" smtClean="0">
                <a:solidFill>
                  <a:srgbClr val="000066"/>
                </a:solidFill>
                <a:ea typeface="黑体" panose="02010609060101010101" pitchFamily="49" charset="-122"/>
                <a:cs typeface="Times New Roman" panose="02020603050405020304" pitchFamily="18" charset="0"/>
              </a:rPr>
              <a:t>- </a:t>
            </a:r>
            <a:r>
              <a:rPr lang="zh-CN" altLang="en-US" sz="1800" b="1" kern="900" spc="130" dirty="0" smtClean="0">
                <a:solidFill>
                  <a:srgbClr val="000066"/>
                </a:solidFill>
                <a:ea typeface="黑体" panose="02010609060101010101" pitchFamily="49" charset="-122"/>
                <a:cs typeface="Times New Roman" panose="02020603050405020304" pitchFamily="18" charset="0"/>
              </a:rPr>
              <a:t>简化</a:t>
            </a:r>
            <a:r>
              <a:rPr lang="zh-CN" altLang="en-US" sz="1800" b="1" kern="900" spc="130" dirty="0">
                <a:solidFill>
                  <a:srgbClr val="000066"/>
                </a:solidFill>
                <a:ea typeface="黑体" panose="02010609060101010101" pitchFamily="49" charset="-122"/>
                <a:cs typeface="Times New Roman" panose="02020603050405020304" pitchFamily="18" charset="0"/>
              </a:rPr>
              <a:t>毕肖甫</a:t>
            </a:r>
            <a:r>
              <a:rPr lang="zh-CN" altLang="en-US" sz="1800" b="1" kern="900" spc="130" dirty="0" smtClean="0">
                <a:solidFill>
                  <a:srgbClr val="000066"/>
                </a:solidFill>
                <a:ea typeface="黑体" panose="02010609060101010101" pitchFamily="49" charset="-122"/>
                <a:cs typeface="Times New Roman" panose="02020603050405020304" pitchFamily="18" charset="0"/>
              </a:rPr>
              <a:t>法</a:t>
            </a:r>
            <a:endParaRPr lang="zh-CN" altLang="en-US" sz="1800" b="1" kern="900" spc="130" dirty="0">
              <a:solidFill>
                <a:srgbClr val="000066"/>
              </a:solidFill>
              <a:ea typeface="黑体" panose="02010609060101010101" pitchFamily="49" charset="-122"/>
              <a:cs typeface="Times New Roman" panose="02020603050405020304" pitchFamily="18" charset="0"/>
            </a:endParaRPr>
          </a:p>
        </p:txBody>
      </p:sp>
      <p:sp>
        <p:nvSpPr>
          <p:cNvPr id="89" name="Text Box 2"/>
          <p:cNvSpPr txBox="1">
            <a:spLocks noChangeArrowheads="1"/>
          </p:cNvSpPr>
          <p:nvPr/>
        </p:nvSpPr>
        <p:spPr bwMode="auto">
          <a:xfrm>
            <a:off x="2083325" y="5682288"/>
            <a:ext cx="580691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gn="ctr" eaLnBrk="1" hangingPunct="1">
              <a:lnSpc>
                <a:spcPct val="100000"/>
              </a:lnSpc>
              <a:spcBef>
                <a:spcPct val="0"/>
              </a:spcBef>
              <a:spcAft>
                <a:spcPct val="0"/>
              </a:spcAft>
            </a:pPr>
            <a:r>
              <a:rPr kumimoji="1" lang="zh-CN" altLang="en-US" sz="4000" b="1" dirty="0">
                <a:solidFill>
                  <a:srgbClr val="000066"/>
                </a:solidFill>
                <a:latin typeface="黑体" pitchFamily="2" charset="-122"/>
                <a:ea typeface="黑体" pitchFamily="2" charset="-122"/>
              </a:rPr>
              <a:t>简化毕肖甫法</a:t>
            </a:r>
          </a:p>
        </p:txBody>
      </p:sp>
      <p:sp>
        <p:nvSpPr>
          <p:cNvPr id="84" name="Text Box 46"/>
          <p:cNvSpPr txBox="1">
            <a:spLocks noChangeArrowheads="1"/>
          </p:cNvSpPr>
          <p:nvPr/>
        </p:nvSpPr>
        <p:spPr bwMode="auto">
          <a:xfrm>
            <a:off x="599505" y="2361601"/>
            <a:ext cx="2202210" cy="5155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180975" indent="-180975" eaLnBrk="1" hangingPunct="1">
              <a:lnSpc>
                <a:spcPct val="125000"/>
              </a:lnSpc>
              <a:spcBef>
                <a:spcPct val="0"/>
              </a:spcBef>
              <a:spcAft>
                <a:spcPct val="0"/>
              </a:spcAft>
              <a:buClr>
                <a:srgbClr val="C00000"/>
              </a:buClr>
              <a:buSzPct val="130000"/>
              <a:buFont typeface="Arial" panose="020B0604020202020204" pitchFamily="34" charset="0"/>
              <a:buChar char="•"/>
            </a:pPr>
            <a:r>
              <a:rPr lang="zh-CN" altLang="en-US" sz="2200" b="1" dirty="0">
                <a:solidFill>
                  <a:srgbClr val="000066"/>
                </a:solidFill>
                <a:ea typeface="幼圆" panose="02010509060101010101" pitchFamily="49" charset="-122"/>
                <a:cs typeface="Times New Roman" panose="02020603050405020304" pitchFamily="18" charset="0"/>
              </a:rPr>
              <a:t>极限平衡条件：</a:t>
            </a:r>
          </a:p>
        </p:txBody>
      </p:sp>
      <p:graphicFrame>
        <p:nvGraphicFramePr>
          <p:cNvPr id="126" name="Object 1"/>
          <p:cNvGraphicFramePr>
            <a:graphicFrameLocks noChangeAspect="1"/>
          </p:cNvGraphicFramePr>
          <p:nvPr>
            <p:extLst>
              <p:ext uri="{D42A27DB-BD31-4B8C-83A1-F6EECF244321}">
                <p14:modId xmlns:p14="http://schemas.microsoft.com/office/powerpoint/2010/main" val="1815340716"/>
              </p:ext>
            </p:extLst>
          </p:nvPr>
        </p:nvGraphicFramePr>
        <p:xfrm>
          <a:off x="1316038" y="2943225"/>
          <a:ext cx="1970087" cy="711200"/>
        </p:xfrm>
        <a:graphic>
          <a:graphicData uri="http://schemas.openxmlformats.org/presentationml/2006/ole">
            <mc:AlternateContent xmlns:mc="http://schemas.openxmlformats.org/markup-compatibility/2006">
              <mc:Choice xmlns:v="urn:schemas-microsoft-com:vml" Requires="v">
                <p:oleObj spid="_x0000_s1792111" name="Equation" r:id="rId4" imgW="1231560" imgH="444240" progId="Equation.DSMT4">
                  <p:embed/>
                </p:oleObj>
              </mc:Choice>
              <mc:Fallback>
                <p:oleObj name="Equation" r:id="rId4" imgW="1231560" imgH="444240" progId="Equation.DSMT4">
                  <p:embed/>
                  <p:pic>
                    <p:nvPicPr>
                      <p:cNvPr id="812033" name="Object 1"/>
                      <p:cNvPicPr>
                        <a:picLocks noChangeAspect="1" noChangeArrowheads="1"/>
                      </p:cNvPicPr>
                      <p:nvPr/>
                    </p:nvPicPr>
                    <p:blipFill>
                      <a:blip r:embed="rId5"/>
                      <a:srcRect/>
                      <a:stretch>
                        <a:fillRect/>
                      </a:stretch>
                    </p:blipFill>
                    <p:spPr bwMode="auto">
                      <a:xfrm>
                        <a:off x="1316038" y="2943225"/>
                        <a:ext cx="1970087" cy="711200"/>
                      </a:xfrm>
                      <a:prstGeom prst="rect">
                        <a:avLst/>
                      </a:prstGeom>
                      <a:noFill/>
                      <a:ln>
                        <a:noFill/>
                      </a:ln>
                      <a:effectLst/>
                      <a:extLst/>
                    </p:spPr>
                  </p:pic>
                </p:oleObj>
              </mc:Fallback>
            </mc:AlternateContent>
          </a:graphicData>
        </a:graphic>
      </p:graphicFrame>
      <p:sp>
        <p:nvSpPr>
          <p:cNvPr id="95" name="Text Box 46"/>
          <p:cNvSpPr txBox="1">
            <a:spLocks noChangeArrowheads="1"/>
          </p:cNvSpPr>
          <p:nvPr/>
        </p:nvSpPr>
        <p:spPr bwMode="auto">
          <a:xfrm>
            <a:off x="605872" y="1302145"/>
            <a:ext cx="3278374" cy="472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180975" indent="-180975" eaLnBrk="1" hangingPunct="1">
              <a:lnSpc>
                <a:spcPct val="125000"/>
              </a:lnSpc>
              <a:spcBef>
                <a:spcPct val="0"/>
              </a:spcBef>
              <a:spcAft>
                <a:spcPct val="0"/>
              </a:spcAft>
              <a:buClr>
                <a:srgbClr val="C00000"/>
              </a:buClr>
              <a:buSzPct val="130000"/>
              <a:buFont typeface="Arial" panose="020B0604020202020204" pitchFamily="34" charset="0"/>
              <a:buChar char="•"/>
            </a:pPr>
            <a:r>
              <a:rPr lang="zh-CN" altLang="en-US" sz="2200" b="1" dirty="0">
                <a:solidFill>
                  <a:srgbClr val="000066"/>
                </a:solidFill>
                <a:ea typeface="幼圆" panose="02010509060101010101" pitchFamily="49" charset="-122"/>
                <a:cs typeface="Times New Roman" panose="02020603050405020304" pitchFamily="18" charset="0"/>
              </a:rPr>
              <a:t>竖</a:t>
            </a:r>
            <a:r>
              <a:rPr lang="zh-CN" altLang="en-US" sz="2200" b="1" dirty="0" smtClean="0">
                <a:solidFill>
                  <a:srgbClr val="000066"/>
                </a:solidFill>
                <a:ea typeface="幼圆" panose="02010509060101010101" pitchFamily="49" charset="-122"/>
                <a:cs typeface="Times New Roman" panose="02020603050405020304" pitchFamily="18" charset="0"/>
              </a:rPr>
              <a:t>向力平衡：</a:t>
            </a:r>
            <a:r>
              <a:rPr lang="en-US" altLang="zh-CN" sz="2200" b="1" dirty="0" smtClean="0">
                <a:solidFill>
                  <a:srgbClr val="C00000"/>
                </a:solidFill>
                <a:latin typeface="Symbol" panose="05050102010706020507" pitchFamily="18" charset="2"/>
                <a:ea typeface="幼圆" panose="02010509060101010101" pitchFamily="49" charset="-122"/>
                <a:cs typeface="Times New Roman" panose="02020603050405020304" pitchFamily="18" charset="0"/>
                <a:sym typeface="Symbol"/>
              </a:rPr>
              <a:t></a:t>
            </a:r>
            <a:r>
              <a:rPr lang="en-US" altLang="zh-CN" sz="2200" b="1" i="1" dirty="0" err="1" smtClean="0">
                <a:solidFill>
                  <a:srgbClr val="C00000"/>
                </a:solidFill>
                <a:ea typeface="幼圆" panose="02010509060101010101" pitchFamily="49" charset="-122"/>
                <a:cs typeface="Times New Roman" panose="02020603050405020304" pitchFamily="18" charset="0"/>
              </a:rPr>
              <a:t>F</a:t>
            </a:r>
            <a:r>
              <a:rPr lang="en-US" altLang="zh-CN" sz="2200" b="1" baseline="-25000" dirty="0" err="1" smtClean="0">
                <a:solidFill>
                  <a:srgbClr val="C00000"/>
                </a:solidFill>
                <a:ea typeface="幼圆" panose="02010509060101010101" pitchFamily="49" charset="-122"/>
                <a:cs typeface="Times New Roman" panose="02020603050405020304" pitchFamily="18" charset="0"/>
              </a:rPr>
              <a:t>z</a:t>
            </a:r>
            <a:r>
              <a:rPr lang="en-US" altLang="zh-CN" sz="2200" b="1" dirty="0" smtClean="0">
                <a:solidFill>
                  <a:srgbClr val="C00000"/>
                </a:solidFill>
                <a:ea typeface="幼圆" panose="02010509060101010101" pitchFamily="49" charset="-122"/>
                <a:cs typeface="Times New Roman" panose="02020603050405020304" pitchFamily="18" charset="0"/>
              </a:rPr>
              <a:t>=0</a:t>
            </a:r>
            <a:endParaRPr lang="en-US" altLang="zh-CN" sz="2200" b="1" dirty="0">
              <a:solidFill>
                <a:srgbClr val="C00000"/>
              </a:solidFill>
              <a:ea typeface="幼圆" panose="02010509060101010101" pitchFamily="49" charset="-122"/>
              <a:cs typeface="Times New Roman" panose="02020603050405020304" pitchFamily="18" charset="0"/>
            </a:endParaRPr>
          </a:p>
        </p:txBody>
      </p:sp>
      <p:graphicFrame>
        <p:nvGraphicFramePr>
          <p:cNvPr id="127" name="Object 0"/>
          <p:cNvGraphicFramePr>
            <a:graphicFrameLocks noChangeAspect="1"/>
          </p:cNvGraphicFramePr>
          <p:nvPr>
            <p:extLst>
              <p:ext uri="{D42A27DB-BD31-4B8C-83A1-F6EECF244321}">
                <p14:modId xmlns:p14="http://schemas.microsoft.com/office/powerpoint/2010/main" val="158978133"/>
              </p:ext>
            </p:extLst>
          </p:nvPr>
        </p:nvGraphicFramePr>
        <p:xfrm>
          <a:off x="1406525" y="1935163"/>
          <a:ext cx="2193925" cy="323850"/>
        </p:xfrm>
        <a:graphic>
          <a:graphicData uri="http://schemas.openxmlformats.org/presentationml/2006/ole">
            <mc:AlternateContent xmlns:mc="http://schemas.openxmlformats.org/markup-compatibility/2006">
              <mc:Choice xmlns:v="urn:schemas-microsoft-com:vml" Requires="v">
                <p:oleObj spid="_x0000_s1792112" name="Equation" r:id="rId6" imgW="1371600" imgH="203040" progId="Equation.DSMT4">
                  <p:embed/>
                </p:oleObj>
              </mc:Choice>
              <mc:Fallback>
                <p:oleObj name="Equation" r:id="rId6" imgW="1371600" imgH="203040" progId="Equation.DSMT4">
                  <p:embed/>
                  <p:pic>
                    <p:nvPicPr>
                      <p:cNvPr id="812032" name="Object 0"/>
                      <p:cNvPicPr>
                        <a:picLocks noChangeAspect="1" noChangeArrowheads="1"/>
                      </p:cNvPicPr>
                      <p:nvPr/>
                    </p:nvPicPr>
                    <p:blipFill>
                      <a:blip r:embed="rId7"/>
                      <a:srcRect/>
                      <a:stretch>
                        <a:fillRect/>
                      </a:stretch>
                    </p:blipFill>
                    <p:spPr bwMode="auto">
                      <a:xfrm>
                        <a:off x="1406525" y="1935163"/>
                        <a:ext cx="2193925" cy="323850"/>
                      </a:xfrm>
                      <a:prstGeom prst="rect">
                        <a:avLst/>
                      </a:prstGeom>
                      <a:noFill/>
                      <a:ln>
                        <a:noFill/>
                      </a:ln>
                      <a:effectLst/>
                      <a:extLst/>
                    </p:spPr>
                  </p:pic>
                </p:oleObj>
              </mc:Fallback>
            </mc:AlternateContent>
          </a:graphicData>
        </a:graphic>
      </p:graphicFrame>
      <p:graphicFrame>
        <p:nvGraphicFramePr>
          <p:cNvPr id="128" name="Object 2"/>
          <p:cNvGraphicFramePr>
            <a:graphicFrameLocks noChangeAspect="1"/>
          </p:cNvGraphicFramePr>
          <p:nvPr>
            <p:extLst>
              <p:ext uri="{D42A27DB-BD31-4B8C-83A1-F6EECF244321}">
                <p14:modId xmlns:p14="http://schemas.microsoft.com/office/powerpoint/2010/main" val="736219427"/>
              </p:ext>
            </p:extLst>
          </p:nvPr>
        </p:nvGraphicFramePr>
        <p:xfrm>
          <a:off x="1603375" y="3829050"/>
          <a:ext cx="2693988" cy="749300"/>
        </p:xfrm>
        <a:graphic>
          <a:graphicData uri="http://schemas.openxmlformats.org/presentationml/2006/ole">
            <mc:AlternateContent xmlns:mc="http://schemas.openxmlformats.org/markup-compatibility/2006">
              <mc:Choice xmlns:v="urn:schemas-microsoft-com:vml" Requires="v">
                <p:oleObj spid="_x0000_s1792113" name="Equation" r:id="rId8" imgW="1600200" imgH="444240" progId="Equation.DSMT4">
                  <p:embed/>
                </p:oleObj>
              </mc:Choice>
              <mc:Fallback>
                <p:oleObj name="Equation" r:id="rId8" imgW="1600200" imgH="444240" progId="Equation.DSMT4">
                  <p:embed/>
                  <p:pic>
                    <p:nvPicPr>
                      <p:cNvPr id="812034" name="Object 2"/>
                      <p:cNvPicPr>
                        <a:picLocks noChangeAspect="1" noChangeArrowheads="1"/>
                      </p:cNvPicPr>
                      <p:nvPr/>
                    </p:nvPicPr>
                    <p:blipFill>
                      <a:blip r:embed="rId9"/>
                      <a:srcRect/>
                      <a:stretch>
                        <a:fillRect/>
                      </a:stretch>
                    </p:blipFill>
                    <p:spPr bwMode="auto">
                      <a:xfrm>
                        <a:off x="1603375" y="3829050"/>
                        <a:ext cx="2693988" cy="749300"/>
                      </a:xfrm>
                      <a:prstGeom prst="rect">
                        <a:avLst/>
                      </a:prstGeom>
                      <a:noFill/>
                      <a:ln>
                        <a:noFill/>
                      </a:ln>
                      <a:effectLst/>
                      <a:extLst/>
                    </p:spPr>
                  </p:pic>
                </p:oleObj>
              </mc:Fallback>
            </mc:AlternateContent>
          </a:graphicData>
        </a:graphic>
      </p:graphicFrame>
      <p:graphicFrame>
        <p:nvGraphicFramePr>
          <p:cNvPr id="132" name="Object 3"/>
          <p:cNvGraphicFramePr>
            <a:graphicFrameLocks noChangeAspect="1"/>
          </p:cNvGraphicFramePr>
          <p:nvPr>
            <p:extLst>
              <p:ext uri="{D42A27DB-BD31-4B8C-83A1-F6EECF244321}">
                <p14:modId xmlns:p14="http://schemas.microsoft.com/office/powerpoint/2010/main" val="2382659342"/>
              </p:ext>
            </p:extLst>
          </p:nvPr>
        </p:nvGraphicFramePr>
        <p:xfrm>
          <a:off x="2325688" y="4673600"/>
          <a:ext cx="2541587" cy="711200"/>
        </p:xfrm>
        <a:graphic>
          <a:graphicData uri="http://schemas.openxmlformats.org/presentationml/2006/ole">
            <mc:AlternateContent xmlns:mc="http://schemas.openxmlformats.org/markup-compatibility/2006">
              <mc:Choice xmlns:v="urn:schemas-microsoft-com:vml" Requires="v">
                <p:oleObj spid="_x0000_s1792114" name="Equation" r:id="rId10" imgW="1587240" imgH="444240" progId="Equation.DSMT4">
                  <p:embed/>
                </p:oleObj>
              </mc:Choice>
              <mc:Fallback>
                <p:oleObj name="Equation" r:id="rId10" imgW="1587240" imgH="444240" progId="Equation.DSMT4">
                  <p:embed/>
                  <p:pic>
                    <p:nvPicPr>
                      <p:cNvPr id="812035" name="Object 3"/>
                      <p:cNvPicPr>
                        <a:picLocks noChangeAspect="1" noChangeArrowheads="1"/>
                      </p:cNvPicPr>
                      <p:nvPr/>
                    </p:nvPicPr>
                    <p:blipFill>
                      <a:blip r:embed="rId11"/>
                      <a:srcRect/>
                      <a:stretch>
                        <a:fillRect/>
                      </a:stretch>
                    </p:blipFill>
                    <p:spPr bwMode="auto">
                      <a:xfrm>
                        <a:off x="2325688" y="4673600"/>
                        <a:ext cx="2541587" cy="711200"/>
                      </a:xfrm>
                      <a:prstGeom prst="rect">
                        <a:avLst/>
                      </a:prstGeom>
                      <a:noFill/>
                      <a:ln>
                        <a:noFill/>
                      </a:ln>
                      <a:extLst/>
                    </p:spPr>
                  </p:pic>
                </p:oleObj>
              </mc:Fallback>
            </mc:AlternateContent>
          </a:graphicData>
        </a:graphic>
      </p:graphicFrame>
      <p:sp>
        <p:nvSpPr>
          <p:cNvPr id="133" name="Text Box 53"/>
          <p:cNvSpPr txBox="1">
            <a:spLocks noChangeArrowheads="1"/>
          </p:cNvSpPr>
          <p:nvPr/>
        </p:nvSpPr>
        <p:spPr bwMode="auto">
          <a:xfrm>
            <a:off x="1495467" y="4705933"/>
            <a:ext cx="926576"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800">
                <a:solidFill>
                  <a:schemeClr val="tx1"/>
                </a:solidFill>
                <a:latin typeface="Times New Roman" pitchFamily="18" charset="0"/>
                <a:ea typeface="宋体" charset="-122"/>
              </a:defRPr>
            </a:lvl1pPr>
            <a:lvl2pPr marL="742950" indent="-285750" eaLnBrk="0" hangingPunct="0">
              <a:defRPr kumimoji="1" sz="2800">
                <a:solidFill>
                  <a:schemeClr val="tx1"/>
                </a:solidFill>
                <a:latin typeface="Times New Roman" pitchFamily="18" charset="0"/>
                <a:ea typeface="宋体" charset="-122"/>
              </a:defRPr>
            </a:lvl2pPr>
            <a:lvl3pPr marL="1143000" indent="-228600" eaLnBrk="0" hangingPunct="0">
              <a:defRPr kumimoji="1" sz="2800">
                <a:solidFill>
                  <a:schemeClr val="tx1"/>
                </a:solidFill>
                <a:latin typeface="Times New Roman" pitchFamily="18" charset="0"/>
                <a:ea typeface="宋体" charset="-122"/>
              </a:defRPr>
            </a:lvl3pPr>
            <a:lvl4pPr marL="1600200" indent="-228600" eaLnBrk="0" hangingPunct="0">
              <a:defRPr kumimoji="1" sz="2800">
                <a:solidFill>
                  <a:schemeClr val="tx1"/>
                </a:solidFill>
                <a:latin typeface="Times New Roman" pitchFamily="18" charset="0"/>
                <a:ea typeface="宋体" charset="-122"/>
              </a:defRPr>
            </a:lvl4pPr>
            <a:lvl5pPr marL="2057400" indent="-228600" eaLnBrk="0" hangingPunct="0">
              <a:defRPr kumimoji="1" sz="2800">
                <a:solidFill>
                  <a:schemeClr val="tx1"/>
                </a:solidFill>
                <a:latin typeface="Times New Roman" pitchFamily="18" charset="0"/>
                <a:ea typeface="宋体" charset="-122"/>
              </a:defRPr>
            </a:lvl5pPr>
            <a:lvl6pPr marL="2514600" indent="-228600" eaLnBrk="0" fontAlgn="base" hangingPunct="0">
              <a:spcBef>
                <a:spcPct val="50000"/>
              </a:spcBef>
              <a:spcAft>
                <a:spcPct val="0"/>
              </a:spcAft>
              <a:defRPr kumimoji="1" sz="2800">
                <a:solidFill>
                  <a:schemeClr val="tx1"/>
                </a:solidFill>
                <a:latin typeface="Times New Roman" pitchFamily="18" charset="0"/>
                <a:ea typeface="宋体" charset="-122"/>
              </a:defRPr>
            </a:lvl6pPr>
            <a:lvl7pPr marL="2971800" indent="-228600" eaLnBrk="0" fontAlgn="base" hangingPunct="0">
              <a:spcBef>
                <a:spcPct val="50000"/>
              </a:spcBef>
              <a:spcAft>
                <a:spcPct val="0"/>
              </a:spcAft>
              <a:defRPr kumimoji="1" sz="2800">
                <a:solidFill>
                  <a:schemeClr val="tx1"/>
                </a:solidFill>
                <a:latin typeface="Times New Roman" pitchFamily="18" charset="0"/>
                <a:ea typeface="宋体" charset="-122"/>
              </a:defRPr>
            </a:lvl7pPr>
            <a:lvl8pPr marL="3429000" indent="-228600" eaLnBrk="0" fontAlgn="base" hangingPunct="0">
              <a:spcBef>
                <a:spcPct val="50000"/>
              </a:spcBef>
              <a:spcAft>
                <a:spcPct val="0"/>
              </a:spcAft>
              <a:defRPr kumimoji="1" sz="2800">
                <a:solidFill>
                  <a:schemeClr val="tx1"/>
                </a:solidFill>
                <a:latin typeface="Times New Roman" pitchFamily="18" charset="0"/>
                <a:ea typeface="宋体" charset="-122"/>
              </a:defRPr>
            </a:lvl8pPr>
            <a:lvl9pPr marL="3886200" indent="-228600" eaLnBrk="0" fontAlgn="base" hangingPunct="0">
              <a:spcBef>
                <a:spcPct val="50000"/>
              </a:spcBef>
              <a:spcAft>
                <a:spcPct val="0"/>
              </a:spcAft>
              <a:defRPr kumimoji="1" sz="2800">
                <a:solidFill>
                  <a:schemeClr val="tx1"/>
                </a:solidFill>
                <a:latin typeface="Times New Roman" pitchFamily="18" charset="0"/>
                <a:ea typeface="宋体" charset="-122"/>
              </a:defRPr>
            </a:lvl9pPr>
          </a:lstStyle>
          <a:p>
            <a:pPr eaLnBrk="1" hangingPunct="1">
              <a:lnSpc>
                <a:spcPct val="150000"/>
              </a:lnSpc>
            </a:pPr>
            <a:r>
              <a:rPr lang="zh-CN" altLang="en-US" sz="2000" b="1" dirty="0" smtClean="0">
                <a:solidFill>
                  <a:srgbClr val="000066"/>
                </a:solidFill>
                <a:ea typeface="幼圆" panose="02010509060101010101" pitchFamily="49" charset="-122"/>
                <a:cs typeface="Times New Roman" panose="02020603050405020304" pitchFamily="18" charset="0"/>
                <a:sym typeface="Symbol"/>
              </a:rPr>
              <a:t>式中，</a:t>
            </a:r>
            <a:endParaRPr lang="zh-CN" altLang="en-US" sz="2000" b="1" baseline="-25000" dirty="0">
              <a:solidFill>
                <a:srgbClr val="000066"/>
              </a:solidFill>
              <a:ea typeface="幼圆" panose="02010509060101010101" pitchFamily="49" charset="-122"/>
              <a:cs typeface="Times New Roman" panose="02020603050405020304" pitchFamily="18" charset="0"/>
            </a:endParaRPr>
          </a:p>
        </p:txBody>
      </p:sp>
      <p:grpSp>
        <p:nvGrpSpPr>
          <p:cNvPr id="85" name="组合 84"/>
          <p:cNvGrpSpPr/>
          <p:nvPr/>
        </p:nvGrpSpPr>
        <p:grpSpPr>
          <a:xfrm>
            <a:off x="6228949" y="3119399"/>
            <a:ext cx="2166200" cy="2491403"/>
            <a:chOff x="6657227" y="3596429"/>
            <a:chExt cx="2166200" cy="2491403"/>
          </a:xfrm>
        </p:grpSpPr>
        <p:sp>
          <p:nvSpPr>
            <p:cNvPr id="86" name="Freeform 8"/>
            <p:cNvSpPr>
              <a:spLocks/>
            </p:cNvSpPr>
            <p:nvPr/>
          </p:nvSpPr>
          <p:spPr bwMode="auto">
            <a:xfrm>
              <a:off x="7271929" y="3596429"/>
              <a:ext cx="629123" cy="1975352"/>
            </a:xfrm>
            <a:custGeom>
              <a:avLst/>
              <a:gdLst>
                <a:gd name="T0" fmla="*/ 0 w 327"/>
                <a:gd name="T1" fmla="*/ 300423 h 991"/>
                <a:gd name="T2" fmla="*/ 0 w 327"/>
                <a:gd name="T3" fmla="*/ 1636251 h 991"/>
                <a:gd name="T4" fmla="*/ 516939 w 327"/>
                <a:gd name="T5" fmla="*/ 1327711 h 991"/>
                <a:gd name="T6" fmla="*/ 516939 w 327"/>
                <a:gd name="T7" fmla="*/ 0 h 991"/>
                <a:gd name="T8" fmla="*/ 0 w 327"/>
                <a:gd name="T9" fmla="*/ 300423 h 99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7" h="991">
                  <a:moveTo>
                    <a:pt x="0" y="182"/>
                  </a:moveTo>
                  <a:lnTo>
                    <a:pt x="0" y="991"/>
                  </a:lnTo>
                  <a:lnTo>
                    <a:pt x="327" y="804"/>
                  </a:lnTo>
                  <a:lnTo>
                    <a:pt x="327" y="0"/>
                  </a:lnTo>
                  <a:lnTo>
                    <a:pt x="0" y="182"/>
                  </a:lnTo>
                  <a:close/>
                </a:path>
              </a:pathLst>
            </a:custGeom>
            <a:solidFill>
              <a:srgbClr val="CCECFF">
                <a:alpha val="50195"/>
              </a:srgbClr>
            </a:solidFill>
            <a:ln w="28575" cap="flat" cmpd="sng">
              <a:solidFill>
                <a:srgbClr val="000066"/>
              </a:solidFill>
              <a:prstDash val="solid"/>
              <a:round/>
              <a:headEnd/>
              <a:tailEnd/>
            </a:ln>
            <a:effectLst/>
            <a:extLst/>
          </p:spPr>
          <p:txBody>
            <a:bodyPr/>
            <a:lstStyle/>
            <a:p>
              <a:endParaRPr lang="zh-CN" altLang="en-US" sz="1800">
                <a:cs typeface="Times New Roman" panose="02020603050405020304" pitchFamily="18" charset="0"/>
              </a:endParaRPr>
            </a:p>
          </p:txBody>
        </p:sp>
        <p:cxnSp>
          <p:nvCxnSpPr>
            <p:cNvPr id="87" name="直接连接符 86"/>
            <p:cNvCxnSpPr/>
            <p:nvPr/>
          </p:nvCxnSpPr>
          <p:spPr bwMode="auto">
            <a:xfrm flipV="1">
              <a:off x="7593642" y="3723728"/>
              <a:ext cx="0" cy="2196294"/>
            </a:xfrm>
            <a:prstGeom prst="line">
              <a:avLst/>
            </a:prstGeom>
            <a:noFill/>
            <a:ln w="9525" cap="flat" cmpd="sng" algn="ctr">
              <a:solidFill>
                <a:schemeClr val="tx1"/>
              </a:solidFill>
              <a:prstDash val="lgDashDot"/>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8" name="Line 9"/>
            <p:cNvSpPr>
              <a:spLocks noChangeShapeType="1"/>
            </p:cNvSpPr>
            <p:nvPr/>
          </p:nvSpPr>
          <p:spPr bwMode="auto">
            <a:xfrm>
              <a:off x="7586608" y="4449564"/>
              <a:ext cx="0" cy="496098"/>
            </a:xfrm>
            <a:prstGeom prst="line">
              <a:avLst/>
            </a:prstGeom>
            <a:noFill/>
            <a:ln w="28575">
              <a:solidFill>
                <a:srgbClr val="C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00">
                <a:cs typeface="Times New Roman" panose="02020603050405020304" pitchFamily="18" charset="0"/>
              </a:endParaRPr>
            </a:p>
          </p:txBody>
        </p:sp>
        <p:sp>
          <p:nvSpPr>
            <p:cNvPr id="90" name="Text Box 10"/>
            <p:cNvSpPr txBox="1">
              <a:spLocks noChangeArrowheads="1"/>
            </p:cNvSpPr>
            <p:nvPr/>
          </p:nvSpPr>
          <p:spPr bwMode="auto">
            <a:xfrm>
              <a:off x="7517558" y="4241157"/>
              <a:ext cx="454706" cy="385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800">
                  <a:solidFill>
                    <a:schemeClr val="tx1"/>
                  </a:solidFill>
                  <a:latin typeface="Times New Roman" pitchFamily="18" charset="0"/>
                  <a:ea typeface="宋体" charset="-122"/>
                </a:defRPr>
              </a:lvl1pPr>
              <a:lvl2pPr marL="742950" indent="-285750" eaLnBrk="0" hangingPunct="0">
                <a:defRPr kumimoji="1" sz="2800">
                  <a:solidFill>
                    <a:schemeClr val="tx1"/>
                  </a:solidFill>
                  <a:latin typeface="Times New Roman" pitchFamily="18" charset="0"/>
                  <a:ea typeface="宋体" charset="-122"/>
                </a:defRPr>
              </a:lvl2pPr>
              <a:lvl3pPr marL="1143000" indent="-228600" eaLnBrk="0" hangingPunct="0">
                <a:defRPr kumimoji="1" sz="2800">
                  <a:solidFill>
                    <a:schemeClr val="tx1"/>
                  </a:solidFill>
                  <a:latin typeface="Times New Roman" pitchFamily="18" charset="0"/>
                  <a:ea typeface="宋体" charset="-122"/>
                </a:defRPr>
              </a:lvl3pPr>
              <a:lvl4pPr marL="1600200" indent="-228600" eaLnBrk="0" hangingPunct="0">
                <a:defRPr kumimoji="1" sz="2800">
                  <a:solidFill>
                    <a:schemeClr val="tx1"/>
                  </a:solidFill>
                  <a:latin typeface="Times New Roman" pitchFamily="18" charset="0"/>
                  <a:ea typeface="宋体" charset="-122"/>
                </a:defRPr>
              </a:lvl4pPr>
              <a:lvl5pPr marL="2057400" indent="-228600" eaLnBrk="0" hangingPunct="0">
                <a:defRPr kumimoji="1" sz="2800">
                  <a:solidFill>
                    <a:schemeClr val="tx1"/>
                  </a:solidFill>
                  <a:latin typeface="Times New Roman" pitchFamily="18" charset="0"/>
                  <a:ea typeface="宋体" charset="-122"/>
                </a:defRPr>
              </a:lvl5pPr>
              <a:lvl6pPr marL="2514600" indent="-228600" eaLnBrk="0" fontAlgn="base" hangingPunct="0">
                <a:spcBef>
                  <a:spcPct val="50000"/>
                </a:spcBef>
                <a:spcAft>
                  <a:spcPct val="0"/>
                </a:spcAft>
                <a:defRPr kumimoji="1" sz="2800">
                  <a:solidFill>
                    <a:schemeClr val="tx1"/>
                  </a:solidFill>
                  <a:latin typeface="Times New Roman" pitchFamily="18" charset="0"/>
                  <a:ea typeface="宋体" charset="-122"/>
                </a:defRPr>
              </a:lvl6pPr>
              <a:lvl7pPr marL="2971800" indent="-228600" eaLnBrk="0" fontAlgn="base" hangingPunct="0">
                <a:spcBef>
                  <a:spcPct val="50000"/>
                </a:spcBef>
                <a:spcAft>
                  <a:spcPct val="0"/>
                </a:spcAft>
                <a:defRPr kumimoji="1" sz="2800">
                  <a:solidFill>
                    <a:schemeClr val="tx1"/>
                  </a:solidFill>
                  <a:latin typeface="Times New Roman" pitchFamily="18" charset="0"/>
                  <a:ea typeface="宋体" charset="-122"/>
                </a:defRPr>
              </a:lvl7pPr>
              <a:lvl8pPr marL="3429000" indent="-228600" eaLnBrk="0" fontAlgn="base" hangingPunct="0">
                <a:spcBef>
                  <a:spcPct val="50000"/>
                </a:spcBef>
                <a:spcAft>
                  <a:spcPct val="0"/>
                </a:spcAft>
                <a:defRPr kumimoji="1" sz="2800">
                  <a:solidFill>
                    <a:schemeClr val="tx1"/>
                  </a:solidFill>
                  <a:latin typeface="Times New Roman" pitchFamily="18" charset="0"/>
                  <a:ea typeface="宋体" charset="-122"/>
                </a:defRPr>
              </a:lvl8pPr>
              <a:lvl9pPr marL="3886200" indent="-228600" eaLnBrk="0" fontAlgn="base" hangingPunct="0">
                <a:spcBef>
                  <a:spcPct val="50000"/>
                </a:spcBef>
                <a:spcAft>
                  <a:spcPct val="0"/>
                </a:spcAft>
                <a:defRPr kumimoji="1" sz="2800">
                  <a:solidFill>
                    <a:schemeClr val="tx1"/>
                  </a:solidFill>
                  <a:latin typeface="Times New Roman" pitchFamily="18" charset="0"/>
                  <a:ea typeface="宋体" charset="-122"/>
                </a:defRPr>
              </a:lvl9pPr>
            </a:lstStyle>
            <a:p>
              <a:pPr eaLnBrk="1" hangingPunct="1"/>
              <a:r>
                <a:rPr lang="en-US" altLang="zh-CN" sz="1800" b="1" i="1" dirty="0">
                  <a:solidFill>
                    <a:srgbClr val="C00000"/>
                  </a:solidFill>
                  <a:cs typeface="Times New Roman" panose="02020603050405020304" pitchFamily="18" charset="0"/>
                </a:rPr>
                <a:t>W</a:t>
              </a:r>
              <a:r>
                <a:rPr lang="en-US" altLang="zh-CN" sz="1800" b="1" baseline="-25000" dirty="0">
                  <a:solidFill>
                    <a:srgbClr val="C00000"/>
                  </a:solidFill>
                  <a:cs typeface="Times New Roman" panose="02020603050405020304" pitchFamily="18" charset="0"/>
                </a:rPr>
                <a:t>i</a:t>
              </a:r>
            </a:p>
          </p:txBody>
        </p:sp>
        <p:sp>
          <p:nvSpPr>
            <p:cNvPr id="91" name="Line 22"/>
            <p:cNvSpPr>
              <a:spLocks noChangeShapeType="1"/>
            </p:cNvSpPr>
            <p:nvPr/>
          </p:nvSpPr>
          <p:spPr bwMode="auto">
            <a:xfrm flipV="1">
              <a:off x="7340325" y="5344447"/>
              <a:ext cx="554512" cy="338252"/>
            </a:xfrm>
            <a:prstGeom prst="line">
              <a:avLst/>
            </a:prstGeom>
            <a:noFill/>
            <a:ln w="28575">
              <a:solidFill>
                <a:srgbClr val="C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00">
                <a:cs typeface="Times New Roman" panose="02020603050405020304" pitchFamily="18" charset="0"/>
              </a:endParaRPr>
            </a:p>
          </p:txBody>
        </p:sp>
        <p:sp>
          <p:nvSpPr>
            <p:cNvPr id="92" name="Line 23"/>
            <p:cNvSpPr>
              <a:spLocks noChangeShapeType="1"/>
            </p:cNvSpPr>
            <p:nvPr/>
          </p:nvSpPr>
          <p:spPr bwMode="auto">
            <a:xfrm flipH="1" flipV="1">
              <a:off x="7590456" y="5374299"/>
              <a:ext cx="314335" cy="541364"/>
            </a:xfrm>
            <a:prstGeom prst="line">
              <a:avLst/>
            </a:prstGeom>
            <a:noFill/>
            <a:ln w="28575">
              <a:solidFill>
                <a:srgbClr val="C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00">
                <a:cs typeface="Times New Roman" panose="02020603050405020304" pitchFamily="18" charset="0"/>
              </a:endParaRPr>
            </a:p>
          </p:txBody>
        </p:sp>
        <p:sp>
          <p:nvSpPr>
            <p:cNvPr id="93" name="Text Box 24"/>
            <p:cNvSpPr txBox="1">
              <a:spLocks noChangeArrowheads="1"/>
            </p:cNvSpPr>
            <p:nvPr/>
          </p:nvSpPr>
          <p:spPr bwMode="auto">
            <a:xfrm>
              <a:off x="7864298" y="5650555"/>
              <a:ext cx="551749" cy="385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a:solidFill>
                    <a:schemeClr val="tx1"/>
                  </a:solidFill>
                  <a:latin typeface="Times New Roman" pitchFamily="18" charset="0"/>
                  <a:ea typeface="宋体" charset="-122"/>
                </a:defRPr>
              </a:lvl1pPr>
              <a:lvl2pPr marL="742950" indent="-285750" eaLnBrk="0" hangingPunct="0">
                <a:defRPr kumimoji="1" sz="2800">
                  <a:solidFill>
                    <a:schemeClr val="tx1"/>
                  </a:solidFill>
                  <a:latin typeface="Times New Roman" pitchFamily="18" charset="0"/>
                  <a:ea typeface="宋体" charset="-122"/>
                </a:defRPr>
              </a:lvl2pPr>
              <a:lvl3pPr marL="1143000" indent="-228600" eaLnBrk="0" hangingPunct="0">
                <a:defRPr kumimoji="1" sz="2800">
                  <a:solidFill>
                    <a:schemeClr val="tx1"/>
                  </a:solidFill>
                  <a:latin typeface="Times New Roman" pitchFamily="18" charset="0"/>
                  <a:ea typeface="宋体" charset="-122"/>
                </a:defRPr>
              </a:lvl3pPr>
              <a:lvl4pPr marL="1600200" indent="-228600" eaLnBrk="0" hangingPunct="0">
                <a:defRPr kumimoji="1" sz="2800">
                  <a:solidFill>
                    <a:schemeClr val="tx1"/>
                  </a:solidFill>
                  <a:latin typeface="Times New Roman" pitchFamily="18" charset="0"/>
                  <a:ea typeface="宋体" charset="-122"/>
                </a:defRPr>
              </a:lvl4pPr>
              <a:lvl5pPr marL="2057400" indent="-228600" eaLnBrk="0" hangingPunct="0">
                <a:defRPr kumimoji="1" sz="2800">
                  <a:solidFill>
                    <a:schemeClr val="tx1"/>
                  </a:solidFill>
                  <a:latin typeface="Times New Roman" pitchFamily="18" charset="0"/>
                  <a:ea typeface="宋体" charset="-122"/>
                </a:defRPr>
              </a:lvl5pPr>
              <a:lvl6pPr marL="2514600" indent="-228600" eaLnBrk="0" fontAlgn="base" hangingPunct="0">
                <a:spcBef>
                  <a:spcPct val="50000"/>
                </a:spcBef>
                <a:spcAft>
                  <a:spcPct val="0"/>
                </a:spcAft>
                <a:defRPr kumimoji="1" sz="2800">
                  <a:solidFill>
                    <a:schemeClr val="tx1"/>
                  </a:solidFill>
                  <a:latin typeface="Times New Roman" pitchFamily="18" charset="0"/>
                  <a:ea typeface="宋体" charset="-122"/>
                </a:defRPr>
              </a:lvl6pPr>
              <a:lvl7pPr marL="2971800" indent="-228600" eaLnBrk="0" fontAlgn="base" hangingPunct="0">
                <a:spcBef>
                  <a:spcPct val="50000"/>
                </a:spcBef>
                <a:spcAft>
                  <a:spcPct val="0"/>
                </a:spcAft>
                <a:defRPr kumimoji="1" sz="2800">
                  <a:solidFill>
                    <a:schemeClr val="tx1"/>
                  </a:solidFill>
                  <a:latin typeface="Times New Roman" pitchFamily="18" charset="0"/>
                  <a:ea typeface="宋体" charset="-122"/>
                </a:defRPr>
              </a:lvl7pPr>
              <a:lvl8pPr marL="3429000" indent="-228600" eaLnBrk="0" fontAlgn="base" hangingPunct="0">
                <a:spcBef>
                  <a:spcPct val="50000"/>
                </a:spcBef>
                <a:spcAft>
                  <a:spcPct val="0"/>
                </a:spcAft>
                <a:defRPr kumimoji="1" sz="2800">
                  <a:solidFill>
                    <a:schemeClr val="tx1"/>
                  </a:solidFill>
                  <a:latin typeface="Times New Roman" pitchFamily="18" charset="0"/>
                  <a:ea typeface="宋体" charset="-122"/>
                </a:defRPr>
              </a:lvl8pPr>
              <a:lvl9pPr marL="3886200" indent="-228600" eaLnBrk="0" fontAlgn="base" hangingPunct="0">
                <a:spcBef>
                  <a:spcPct val="50000"/>
                </a:spcBef>
                <a:spcAft>
                  <a:spcPct val="0"/>
                </a:spcAft>
                <a:defRPr kumimoji="1" sz="2800">
                  <a:solidFill>
                    <a:schemeClr val="tx1"/>
                  </a:solidFill>
                  <a:latin typeface="Times New Roman" pitchFamily="18" charset="0"/>
                  <a:ea typeface="宋体" charset="-122"/>
                </a:defRPr>
              </a:lvl9pPr>
            </a:lstStyle>
            <a:p>
              <a:pPr eaLnBrk="1" hangingPunct="1"/>
              <a:r>
                <a:rPr lang="en-US" altLang="zh-CN" sz="1800" b="1" i="1" dirty="0">
                  <a:solidFill>
                    <a:srgbClr val="C00000"/>
                  </a:solidFill>
                  <a:cs typeface="Times New Roman" panose="02020603050405020304" pitchFamily="18" charset="0"/>
                </a:rPr>
                <a:t>N</a:t>
              </a:r>
              <a:r>
                <a:rPr lang="en-US" altLang="zh-CN" sz="1800" b="1" baseline="-25000" dirty="0">
                  <a:solidFill>
                    <a:srgbClr val="C00000"/>
                  </a:solidFill>
                  <a:cs typeface="Times New Roman" panose="02020603050405020304" pitchFamily="18" charset="0"/>
                </a:rPr>
                <a:t>i</a:t>
              </a:r>
            </a:p>
          </p:txBody>
        </p:sp>
        <p:sp>
          <p:nvSpPr>
            <p:cNvPr id="94" name="Text Box 25"/>
            <p:cNvSpPr txBox="1">
              <a:spLocks noChangeArrowheads="1"/>
            </p:cNvSpPr>
            <p:nvPr/>
          </p:nvSpPr>
          <p:spPr bwMode="auto">
            <a:xfrm>
              <a:off x="7849773" y="5259460"/>
              <a:ext cx="416177" cy="2930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tIns="0" bIns="0">
              <a:spAutoFit/>
            </a:bodyPr>
            <a:lstStyle>
              <a:lvl1pPr eaLnBrk="0" hangingPunct="0">
                <a:defRPr kumimoji="1" sz="2800">
                  <a:solidFill>
                    <a:schemeClr val="tx1"/>
                  </a:solidFill>
                  <a:latin typeface="Times New Roman" pitchFamily="18" charset="0"/>
                  <a:ea typeface="宋体" charset="-122"/>
                </a:defRPr>
              </a:lvl1pPr>
              <a:lvl2pPr marL="742950" indent="-285750" eaLnBrk="0" hangingPunct="0">
                <a:defRPr kumimoji="1" sz="2800">
                  <a:solidFill>
                    <a:schemeClr val="tx1"/>
                  </a:solidFill>
                  <a:latin typeface="Times New Roman" pitchFamily="18" charset="0"/>
                  <a:ea typeface="宋体" charset="-122"/>
                </a:defRPr>
              </a:lvl2pPr>
              <a:lvl3pPr marL="1143000" indent="-228600" eaLnBrk="0" hangingPunct="0">
                <a:defRPr kumimoji="1" sz="2800">
                  <a:solidFill>
                    <a:schemeClr val="tx1"/>
                  </a:solidFill>
                  <a:latin typeface="Times New Roman" pitchFamily="18" charset="0"/>
                  <a:ea typeface="宋体" charset="-122"/>
                </a:defRPr>
              </a:lvl3pPr>
              <a:lvl4pPr marL="1600200" indent="-228600" eaLnBrk="0" hangingPunct="0">
                <a:defRPr kumimoji="1" sz="2800">
                  <a:solidFill>
                    <a:schemeClr val="tx1"/>
                  </a:solidFill>
                  <a:latin typeface="Times New Roman" pitchFamily="18" charset="0"/>
                  <a:ea typeface="宋体" charset="-122"/>
                </a:defRPr>
              </a:lvl4pPr>
              <a:lvl5pPr marL="2057400" indent="-228600" eaLnBrk="0" hangingPunct="0">
                <a:defRPr kumimoji="1" sz="2800">
                  <a:solidFill>
                    <a:schemeClr val="tx1"/>
                  </a:solidFill>
                  <a:latin typeface="Times New Roman" pitchFamily="18" charset="0"/>
                  <a:ea typeface="宋体" charset="-122"/>
                </a:defRPr>
              </a:lvl5pPr>
              <a:lvl6pPr marL="2514600" indent="-228600" eaLnBrk="0" fontAlgn="base" hangingPunct="0">
                <a:spcBef>
                  <a:spcPct val="50000"/>
                </a:spcBef>
                <a:spcAft>
                  <a:spcPct val="0"/>
                </a:spcAft>
                <a:defRPr kumimoji="1" sz="2800">
                  <a:solidFill>
                    <a:schemeClr val="tx1"/>
                  </a:solidFill>
                  <a:latin typeface="Times New Roman" pitchFamily="18" charset="0"/>
                  <a:ea typeface="宋体" charset="-122"/>
                </a:defRPr>
              </a:lvl6pPr>
              <a:lvl7pPr marL="2971800" indent="-228600" eaLnBrk="0" fontAlgn="base" hangingPunct="0">
                <a:spcBef>
                  <a:spcPct val="50000"/>
                </a:spcBef>
                <a:spcAft>
                  <a:spcPct val="0"/>
                </a:spcAft>
                <a:defRPr kumimoji="1" sz="2800">
                  <a:solidFill>
                    <a:schemeClr val="tx1"/>
                  </a:solidFill>
                  <a:latin typeface="Times New Roman" pitchFamily="18" charset="0"/>
                  <a:ea typeface="宋体" charset="-122"/>
                </a:defRPr>
              </a:lvl7pPr>
              <a:lvl8pPr marL="3429000" indent="-228600" eaLnBrk="0" fontAlgn="base" hangingPunct="0">
                <a:spcBef>
                  <a:spcPct val="50000"/>
                </a:spcBef>
                <a:spcAft>
                  <a:spcPct val="0"/>
                </a:spcAft>
                <a:defRPr kumimoji="1" sz="2800">
                  <a:solidFill>
                    <a:schemeClr val="tx1"/>
                  </a:solidFill>
                  <a:latin typeface="Times New Roman" pitchFamily="18" charset="0"/>
                  <a:ea typeface="宋体" charset="-122"/>
                </a:defRPr>
              </a:lvl8pPr>
              <a:lvl9pPr marL="3886200" indent="-228600" eaLnBrk="0" fontAlgn="base" hangingPunct="0">
                <a:spcBef>
                  <a:spcPct val="50000"/>
                </a:spcBef>
                <a:spcAft>
                  <a:spcPct val="0"/>
                </a:spcAft>
                <a:defRPr kumimoji="1" sz="2800">
                  <a:solidFill>
                    <a:schemeClr val="tx1"/>
                  </a:solidFill>
                  <a:latin typeface="Times New Roman" pitchFamily="18" charset="0"/>
                  <a:ea typeface="宋体" charset="-122"/>
                </a:defRPr>
              </a:lvl9pPr>
            </a:lstStyle>
            <a:p>
              <a:pPr eaLnBrk="1" hangingPunct="1"/>
              <a:r>
                <a:rPr lang="en-US" altLang="zh-CN" sz="1800" b="1" i="1" dirty="0">
                  <a:solidFill>
                    <a:srgbClr val="C00000"/>
                  </a:solidFill>
                  <a:cs typeface="Times New Roman" panose="02020603050405020304" pitchFamily="18" charset="0"/>
                </a:rPr>
                <a:t>T</a:t>
              </a:r>
              <a:r>
                <a:rPr lang="en-US" altLang="zh-CN" sz="1800" b="1" baseline="-25000" dirty="0">
                  <a:solidFill>
                    <a:srgbClr val="C00000"/>
                  </a:solidFill>
                  <a:cs typeface="Times New Roman" panose="02020603050405020304" pitchFamily="18" charset="0"/>
                </a:rPr>
                <a:t>i</a:t>
              </a:r>
            </a:p>
          </p:txBody>
        </p:sp>
        <p:sp>
          <p:nvSpPr>
            <p:cNvPr id="96" name="Text Box 136"/>
            <p:cNvSpPr txBox="1">
              <a:spLocks noChangeArrowheads="1"/>
            </p:cNvSpPr>
            <p:nvPr/>
          </p:nvSpPr>
          <p:spPr bwMode="auto">
            <a:xfrm>
              <a:off x="7489325" y="5703303"/>
              <a:ext cx="478166" cy="3845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1800" b="1" dirty="0">
                  <a:solidFill>
                    <a:srgbClr val="C00000"/>
                  </a:solidFill>
                  <a:latin typeface="Times New Roman" panose="02020603050405020304" pitchFamily="18" charset="0"/>
                  <a:sym typeface="Symbol" panose="05050102010706020507" pitchFamily="18" charset="2"/>
                </a:rPr>
                <a:t> </a:t>
              </a:r>
              <a:r>
                <a:rPr kumimoji="1" lang="en-US" altLang="zh-CN" sz="1800" b="1" i="1" dirty="0">
                  <a:solidFill>
                    <a:srgbClr val="C00000"/>
                  </a:solidFill>
                  <a:latin typeface="Times New Roman" panose="02020603050405020304" pitchFamily="18" charset="0"/>
                  <a:sym typeface="Symbol" panose="05050102010706020507" pitchFamily="18" charset="2"/>
                </a:rPr>
                <a:t></a:t>
              </a:r>
              <a:r>
                <a:rPr kumimoji="1" lang="en-US" altLang="zh-CN" sz="1800" b="1" baseline="-25000" dirty="0" err="1">
                  <a:solidFill>
                    <a:srgbClr val="C00000"/>
                  </a:solidFill>
                  <a:latin typeface="Times New Roman" panose="02020603050405020304" pitchFamily="18" charset="0"/>
                  <a:sym typeface="Symbol" panose="05050102010706020507" pitchFamily="18" charset="2"/>
                </a:rPr>
                <a:t>i</a:t>
              </a:r>
              <a:endParaRPr kumimoji="1" lang="en-US" altLang="zh-CN" sz="1800" b="1" baseline="-25000" dirty="0">
                <a:solidFill>
                  <a:srgbClr val="C00000"/>
                </a:solidFill>
                <a:latin typeface="Times New Roman" panose="02020603050405020304" pitchFamily="18" charset="0"/>
              </a:endParaRPr>
            </a:p>
          </p:txBody>
        </p:sp>
        <p:sp>
          <p:nvSpPr>
            <p:cNvPr id="97" name="Arc 52"/>
            <p:cNvSpPr>
              <a:spLocks/>
            </p:cNvSpPr>
            <p:nvPr/>
          </p:nvSpPr>
          <p:spPr bwMode="auto">
            <a:xfrm rot="6458630">
              <a:off x="7618140" y="5645634"/>
              <a:ext cx="123066" cy="151653"/>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9525">
              <a:solidFill>
                <a:schemeClr val="tx1"/>
              </a:solidFill>
              <a:round/>
              <a:headEnd type="triangle" w="med" len="me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98" name="Text Box 24"/>
            <p:cNvSpPr txBox="1">
              <a:spLocks noChangeArrowheads="1"/>
            </p:cNvSpPr>
            <p:nvPr/>
          </p:nvSpPr>
          <p:spPr bwMode="auto">
            <a:xfrm>
              <a:off x="7350819" y="5041881"/>
              <a:ext cx="362718" cy="385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800">
                  <a:solidFill>
                    <a:schemeClr val="tx1"/>
                  </a:solidFill>
                  <a:latin typeface="Times New Roman" pitchFamily="18" charset="0"/>
                  <a:ea typeface="宋体" charset="-122"/>
                </a:defRPr>
              </a:lvl1pPr>
              <a:lvl2pPr marL="742950" indent="-285750" eaLnBrk="0" hangingPunct="0">
                <a:defRPr kumimoji="1" sz="2800">
                  <a:solidFill>
                    <a:schemeClr val="tx1"/>
                  </a:solidFill>
                  <a:latin typeface="Times New Roman" pitchFamily="18" charset="0"/>
                  <a:ea typeface="宋体" charset="-122"/>
                </a:defRPr>
              </a:lvl2pPr>
              <a:lvl3pPr marL="1143000" indent="-228600" eaLnBrk="0" hangingPunct="0">
                <a:defRPr kumimoji="1" sz="2800">
                  <a:solidFill>
                    <a:schemeClr val="tx1"/>
                  </a:solidFill>
                  <a:latin typeface="Times New Roman" pitchFamily="18" charset="0"/>
                  <a:ea typeface="宋体" charset="-122"/>
                </a:defRPr>
              </a:lvl3pPr>
              <a:lvl4pPr marL="1600200" indent="-228600" eaLnBrk="0" hangingPunct="0">
                <a:defRPr kumimoji="1" sz="2800">
                  <a:solidFill>
                    <a:schemeClr val="tx1"/>
                  </a:solidFill>
                  <a:latin typeface="Times New Roman" pitchFamily="18" charset="0"/>
                  <a:ea typeface="宋体" charset="-122"/>
                </a:defRPr>
              </a:lvl4pPr>
              <a:lvl5pPr marL="2057400" indent="-228600" eaLnBrk="0" hangingPunct="0">
                <a:defRPr kumimoji="1" sz="2800">
                  <a:solidFill>
                    <a:schemeClr val="tx1"/>
                  </a:solidFill>
                  <a:latin typeface="Times New Roman" pitchFamily="18" charset="0"/>
                  <a:ea typeface="宋体" charset="-122"/>
                </a:defRPr>
              </a:lvl5pPr>
              <a:lvl6pPr marL="2514600" indent="-228600" eaLnBrk="0" fontAlgn="base" hangingPunct="0">
                <a:spcBef>
                  <a:spcPct val="50000"/>
                </a:spcBef>
                <a:spcAft>
                  <a:spcPct val="0"/>
                </a:spcAft>
                <a:defRPr kumimoji="1" sz="2800">
                  <a:solidFill>
                    <a:schemeClr val="tx1"/>
                  </a:solidFill>
                  <a:latin typeface="Times New Roman" pitchFamily="18" charset="0"/>
                  <a:ea typeface="宋体" charset="-122"/>
                </a:defRPr>
              </a:lvl6pPr>
              <a:lvl7pPr marL="2971800" indent="-228600" eaLnBrk="0" fontAlgn="base" hangingPunct="0">
                <a:spcBef>
                  <a:spcPct val="50000"/>
                </a:spcBef>
                <a:spcAft>
                  <a:spcPct val="0"/>
                </a:spcAft>
                <a:defRPr kumimoji="1" sz="2800">
                  <a:solidFill>
                    <a:schemeClr val="tx1"/>
                  </a:solidFill>
                  <a:latin typeface="Times New Roman" pitchFamily="18" charset="0"/>
                  <a:ea typeface="宋体" charset="-122"/>
                </a:defRPr>
              </a:lvl7pPr>
              <a:lvl8pPr marL="3429000" indent="-228600" eaLnBrk="0" fontAlgn="base" hangingPunct="0">
                <a:spcBef>
                  <a:spcPct val="50000"/>
                </a:spcBef>
                <a:spcAft>
                  <a:spcPct val="0"/>
                </a:spcAft>
                <a:defRPr kumimoji="1" sz="2800">
                  <a:solidFill>
                    <a:schemeClr val="tx1"/>
                  </a:solidFill>
                  <a:latin typeface="Times New Roman" pitchFamily="18" charset="0"/>
                  <a:ea typeface="宋体" charset="-122"/>
                </a:defRPr>
              </a:lvl8pPr>
              <a:lvl9pPr marL="3886200" indent="-228600" eaLnBrk="0" fontAlgn="base" hangingPunct="0">
                <a:spcBef>
                  <a:spcPct val="50000"/>
                </a:spcBef>
                <a:spcAft>
                  <a:spcPct val="0"/>
                </a:spcAft>
                <a:defRPr kumimoji="1" sz="2800">
                  <a:solidFill>
                    <a:schemeClr val="tx1"/>
                  </a:solidFill>
                  <a:latin typeface="Times New Roman" pitchFamily="18" charset="0"/>
                  <a:ea typeface="宋体" charset="-122"/>
                </a:defRPr>
              </a:lvl9pPr>
            </a:lstStyle>
            <a:p>
              <a:pPr eaLnBrk="1" hangingPunct="1"/>
              <a:r>
                <a:rPr lang="en-US" altLang="zh-CN" sz="1800" b="1" i="1" dirty="0" smtClean="0">
                  <a:solidFill>
                    <a:srgbClr val="C00000"/>
                  </a:solidFill>
                  <a:cs typeface="Times New Roman" panose="02020603050405020304" pitchFamily="18" charset="0"/>
                </a:rPr>
                <a:t>l</a:t>
              </a:r>
              <a:r>
                <a:rPr lang="en-US" altLang="zh-CN" sz="1800" b="1" baseline="-25000" dirty="0" smtClean="0">
                  <a:solidFill>
                    <a:srgbClr val="C00000"/>
                  </a:solidFill>
                  <a:cs typeface="Times New Roman" panose="02020603050405020304" pitchFamily="18" charset="0"/>
                </a:rPr>
                <a:t>i</a:t>
              </a:r>
              <a:endParaRPr lang="en-US" altLang="zh-CN" sz="1800" b="1" baseline="-25000" dirty="0">
                <a:solidFill>
                  <a:srgbClr val="C00000"/>
                </a:solidFill>
                <a:cs typeface="Times New Roman" panose="02020603050405020304" pitchFamily="18" charset="0"/>
              </a:endParaRPr>
            </a:p>
          </p:txBody>
        </p:sp>
        <p:sp>
          <p:nvSpPr>
            <p:cNvPr id="99" name="Text Box 6"/>
            <p:cNvSpPr txBox="1">
              <a:spLocks noChangeArrowheads="1"/>
            </p:cNvSpPr>
            <p:nvPr/>
          </p:nvSpPr>
          <p:spPr bwMode="auto">
            <a:xfrm>
              <a:off x="8138107" y="4156173"/>
              <a:ext cx="581950" cy="410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800">
                  <a:solidFill>
                    <a:schemeClr val="tx1"/>
                  </a:solidFill>
                  <a:latin typeface="Times New Roman" pitchFamily="18" charset="0"/>
                  <a:ea typeface="宋体" charset="-122"/>
                </a:defRPr>
              </a:lvl1pPr>
              <a:lvl2pPr marL="742950" indent="-285750" eaLnBrk="0" hangingPunct="0">
                <a:defRPr kumimoji="1" sz="2800">
                  <a:solidFill>
                    <a:schemeClr val="tx1"/>
                  </a:solidFill>
                  <a:latin typeface="Times New Roman" pitchFamily="18" charset="0"/>
                  <a:ea typeface="宋体" charset="-122"/>
                </a:defRPr>
              </a:lvl2pPr>
              <a:lvl3pPr marL="1143000" indent="-228600" eaLnBrk="0" hangingPunct="0">
                <a:defRPr kumimoji="1" sz="2800">
                  <a:solidFill>
                    <a:schemeClr val="tx1"/>
                  </a:solidFill>
                  <a:latin typeface="Times New Roman" pitchFamily="18" charset="0"/>
                  <a:ea typeface="宋体" charset="-122"/>
                </a:defRPr>
              </a:lvl3pPr>
              <a:lvl4pPr marL="1600200" indent="-228600" eaLnBrk="0" hangingPunct="0">
                <a:defRPr kumimoji="1" sz="2800">
                  <a:solidFill>
                    <a:schemeClr val="tx1"/>
                  </a:solidFill>
                  <a:latin typeface="Times New Roman" pitchFamily="18" charset="0"/>
                  <a:ea typeface="宋体" charset="-122"/>
                </a:defRPr>
              </a:lvl4pPr>
              <a:lvl5pPr marL="2057400" indent="-228600" eaLnBrk="0" hangingPunct="0">
                <a:defRPr kumimoji="1" sz="2800">
                  <a:solidFill>
                    <a:schemeClr val="tx1"/>
                  </a:solidFill>
                  <a:latin typeface="Times New Roman" pitchFamily="18" charset="0"/>
                  <a:ea typeface="宋体" charset="-122"/>
                </a:defRPr>
              </a:lvl5pPr>
              <a:lvl6pPr marL="2514600" indent="-228600" eaLnBrk="0" fontAlgn="base" hangingPunct="0">
                <a:spcBef>
                  <a:spcPct val="50000"/>
                </a:spcBef>
                <a:spcAft>
                  <a:spcPct val="0"/>
                </a:spcAft>
                <a:defRPr kumimoji="1" sz="2800">
                  <a:solidFill>
                    <a:schemeClr val="tx1"/>
                  </a:solidFill>
                  <a:latin typeface="Times New Roman" pitchFamily="18" charset="0"/>
                  <a:ea typeface="宋体" charset="-122"/>
                </a:defRPr>
              </a:lvl6pPr>
              <a:lvl7pPr marL="2971800" indent="-228600" eaLnBrk="0" fontAlgn="base" hangingPunct="0">
                <a:spcBef>
                  <a:spcPct val="50000"/>
                </a:spcBef>
                <a:spcAft>
                  <a:spcPct val="0"/>
                </a:spcAft>
                <a:defRPr kumimoji="1" sz="2800">
                  <a:solidFill>
                    <a:schemeClr val="tx1"/>
                  </a:solidFill>
                  <a:latin typeface="Times New Roman" pitchFamily="18" charset="0"/>
                  <a:ea typeface="宋体" charset="-122"/>
                </a:defRPr>
              </a:lvl7pPr>
              <a:lvl8pPr marL="3429000" indent="-228600" eaLnBrk="0" fontAlgn="base" hangingPunct="0">
                <a:spcBef>
                  <a:spcPct val="50000"/>
                </a:spcBef>
                <a:spcAft>
                  <a:spcPct val="0"/>
                </a:spcAft>
                <a:defRPr kumimoji="1" sz="2800">
                  <a:solidFill>
                    <a:schemeClr val="tx1"/>
                  </a:solidFill>
                  <a:latin typeface="Times New Roman" pitchFamily="18" charset="0"/>
                  <a:ea typeface="宋体" charset="-122"/>
                </a:defRPr>
              </a:lvl8pPr>
              <a:lvl9pPr marL="3886200" indent="-228600" eaLnBrk="0" fontAlgn="base" hangingPunct="0">
                <a:spcBef>
                  <a:spcPct val="50000"/>
                </a:spcBef>
                <a:spcAft>
                  <a:spcPct val="0"/>
                </a:spcAft>
                <a:defRPr kumimoji="1" sz="2800">
                  <a:solidFill>
                    <a:schemeClr val="tx1"/>
                  </a:solidFill>
                  <a:latin typeface="Times New Roman" pitchFamily="18" charset="0"/>
                  <a:ea typeface="宋体" charset="-122"/>
                </a:defRPr>
              </a:lvl9pPr>
            </a:lstStyle>
            <a:p>
              <a:pPr eaLnBrk="1" hangingPunct="1"/>
              <a:r>
                <a:rPr lang="en-US" altLang="zh-CN" sz="1800" b="1" i="1" dirty="0" smtClean="0">
                  <a:solidFill>
                    <a:srgbClr val="C00000"/>
                  </a:solidFill>
                  <a:cs typeface="Times New Roman" panose="02020603050405020304" pitchFamily="18" charset="0"/>
                </a:rPr>
                <a:t>P</a:t>
              </a:r>
              <a:r>
                <a:rPr lang="en-US" altLang="zh-CN" sz="1800" b="1" baseline="-25000" dirty="0" smtClean="0">
                  <a:solidFill>
                    <a:srgbClr val="C00000"/>
                  </a:solidFill>
                  <a:cs typeface="Times New Roman" panose="02020603050405020304" pitchFamily="18" charset="0"/>
                </a:rPr>
                <a:t>i+1</a:t>
              </a:r>
              <a:endParaRPr lang="en-US" altLang="zh-CN" sz="1800" b="1" i="1" baseline="-25000" dirty="0">
                <a:solidFill>
                  <a:srgbClr val="C00000"/>
                </a:solidFill>
                <a:cs typeface="Times New Roman" panose="02020603050405020304" pitchFamily="18" charset="0"/>
              </a:endParaRPr>
            </a:p>
          </p:txBody>
        </p:sp>
        <p:sp>
          <p:nvSpPr>
            <p:cNvPr id="101" name="Line 11"/>
            <p:cNvSpPr>
              <a:spLocks noChangeShapeType="1"/>
            </p:cNvSpPr>
            <p:nvPr/>
          </p:nvSpPr>
          <p:spPr bwMode="auto">
            <a:xfrm>
              <a:off x="6785545" y="4733265"/>
              <a:ext cx="416345" cy="0"/>
            </a:xfrm>
            <a:prstGeom prst="line">
              <a:avLst/>
            </a:prstGeom>
            <a:noFill/>
            <a:ln w="28575">
              <a:solidFill>
                <a:srgbClr val="C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00">
                <a:cs typeface="Times New Roman" panose="02020603050405020304" pitchFamily="18" charset="0"/>
              </a:endParaRPr>
            </a:p>
          </p:txBody>
        </p:sp>
        <p:sp>
          <p:nvSpPr>
            <p:cNvPr id="102" name="Text Box 16"/>
            <p:cNvSpPr txBox="1">
              <a:spLocks noChangeArrowheads="1"/>
            </p:cNvSpPr>
            <p:nvPr/>
          </p:nvSpPr>
          <p:spPr bwMode="auto">
            <a:xfrm>
              <a:off x="6727065" y="4314242"/>
              <a:ext cx="551304" cy="385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800">
                  <a:solidFill>
                    <a:schemeClr val="tx1"/>
                  </a:solidFill>
                  <a:latin typeface="Times New Roman" pitchFamily="18" charset="0"/>
                  <a:ea typeface="宋体" charset="-122"/>
                </a:defRPr>
              </a:lvl1pPr>
              <a:lvl2pPr marL="742950" indent="-285750" eaLnBrk="0" hangingPunct="0">
                <a:defRPr kumimoji="1" sz="2800">
                  <a:solidFill>
                    <a:schemeClr val="tx1"/>
                  </a:solidFill>
                  <a:latin typeface="Times New Roman" pitchFamily="18" charset="0"/>
                  <a:ea typeface="宋体" charset="-122"/>
                </a:defRPr>
              </a:lvl2pPr>
              <a:lvl3pPr marL="1143000" indent="-228600" eaLnBrk="0" hangingPunct="0">
                <a:defRPr kumimoji="1" sz="2800">
                  <a:solidFill>
                    <a:schemeClr val="tx1"/>
                  </a:solidFill>
                  <a:latin typeface="Times New Roman" pitchFamily="18" charset="0"/>
                  <a:ea typeface="宋体" charset="-122"/>
                </a:defRPr>
              </a:lvl3pPr>
              <a:lvl4pPr marL="1600200" indent="-228600" eaLnBrk="0" hangingPunct="0">
                <a:defRPr kumimoji="1" sz="2800">
                  <a:solidFill>
                    <a:schemeClr val="tx1"/>
                  </a:solidFill>
                  <a:latin typeface="Times New Roman" pitchFamily="18" charset="0"/>
                  <a:ea typeface="宋体" charset="-122"/>
                </a:defRPr>
              </a:lvl4pPr>
              <a:lvl5pPr marL="2057400" indent="-228600" eaLnBrk="0" hangingPunct="0">
                <a:defRPr kumimoji="1" sz="2800">
                  <a:solidFill>
                    <a:schemeClr val="tx1"/>
                  </a:solidFill>
                  <a:latin typeface="Times New Roman" pitchFamily="18" charset="0"/>
                  <a:ea typeface="宋体" charset="-122"/>
                </a:defRPr>
              </a:lvl5pPr>
              <a:lvl6pPr marL="2514600" indent="-228600" eaLnBrk="0" fontAlgn="base" hangingPunct="0">
                <a:spcBef>
                  <a:spcPct val="50000"/>
                </a:spcBef>
                <a:spcAft>
                  <a:spcPct val="0"/>
                </a:spcAft>
                <a:defRPr kumimoji="1" sz="2800">
                  <a:solidFill>
                    <a:schemeClr val="tx1"/>
                  </a:solidFill>
                  <a:latin typeface="Times New Roman" pitchFamily="18" charset="0"/>
                  <a:ea typeface="宋体" charset="-122"/>
                </a:defRPr>
              </a:lvl6pPr>
              <a:lvl7pPr marL="2971800" indent="-228600" eaLnBrk="0" fontAlgn="base" hangingPunct="0">
                <a:spcBef>
                  <a:spcPct val="50000"/>
                </a:spcBef>
                <a:spcAft>
                  <a:spcPct val="0"/>
                </a:spcAft>
                <a:defRPr kumimoji="1" sz="2800">
                  <a:solidFill>
                    <a:schemeClr val="tx1"/>
                  </a:solidFill>
                  <a:latin typeface="Times New Roman" pitchFamily="18" charset="0"/>
                  <a:ea typeface="宋体" charset="-122"/>
                </a:defRPr>
              </a:lvl7pPr>
              <a:lvl8pPr marL="3429000" indent="-228600" eaLnBrk="0" fontAlgn="base" hangingPunct="0">
                <a:spcBef>
                  <a:spcPct val="50000"/>
                </a:spcBef>
                <a:spcAft>
                  <a:spcPct val="0"/>
                </a:spcAft>
                <a:defRPr kumimoji="1" sz="2800">
                  <a:solidFill>
                    <a:schemeClr val="tx1"/>
                  </a:solidFill>
                  <a:latin typeface="Times New Roman" pitchFamily="18" charset="0"/>
                  <a:ea typeface="宋体" charset="-122"/>
                </a:defRPr>
              </a:lvl8pPr>
              <a:lvl9pPr marL="3886200" indent="-228600" eaLnBrk="0" fontAlgn="base" hangingPunct="0">
                <a:spcBef>
                  <a:spcPct val="50000"/>
                </a:spcBef>
                <a:spcAft>
                  <a:spcPct val="0"/>
                </a:spcAft>
                <a:defRPr kumimoji="1" sz="2800">
                  <a:solidFill>
                    <a:schemeClr val="tx1"/>
                  </a:solidFill>
                  <a:latin typeface="Times New Roman" pitchFamily="18" charset="0"/>
                  <a:ea typeface="宋体" charset="-122"/>
                </a:defRPr>
              </a:lvl9pPr>
            </a:lstStyle>
            <a:p>
              <a:pPr eaLnBrk="1" hangingPunct="1"/>
              <a:r>
                <a:rPr lang="en-US" altLang="zh-CN" sz="1800" b="1" i="1" dirty="0" smtClean="0">
                  <a:solidFill>
                    <a:srgbClr val="C00000"/>
                  </a:solidFill>
                  <a:cs typeface="Times New Roman" panose="02020603050405020304" pitchFamily="18" charset="0"/>
                </a:rPr>
                <a:t>P</a:t>
              </a:r>
              <a:r>
                <a:rPr lang="en-US" altLang="zh-CN" sz="1800" b="1" baseline="-25000" dirty="0" smtClean="0">
                  <a:solidFill>
                    <a:srgbClr val="C00000"/>
                  </a:solidFill>
                  <a:cs typeface="Times New Roman" panose="02020603050405020304" pitchFamily="18" charset="0"/>
                </a:rPr>
                <a:t>i</a:t>
              </a:r>
              <a:endParaRPr lang="en-US" altLang="zh-CN" sz="1800" b="1" baseline="-25000" dirty="0">
                <a:solidFill>
                  <a:srgbClr val="C00000"/>
                </a:solidFill>
                <a:cs typeface="Times New Roman" panose="02020603050405020304" pitchFamily="18" charset="0"/>
              </a:endParaRPr>
            </a:p>
          </p:txBody>
        </p:sp>
        <p:sp>
          <p:nvSpPr>
            <p:cNvPr id="103" name="Line 19"/>
            <p:cNvSpPr>
              <a:spLocks noChangeShapeType="1"/>
            </p:cNvSpPr>
            <p:nvPr/>
          </p:nvSpPr>
          <p:spPr bwMode="auto">
            <a:xfrm flipH="1">
              <a:off x="7920318" y="4536464"/>
              <a:ext cx="452268" cy="0"/>
            </a:xfrm>
            <a:prstGeom prst="line">
              <a:avLst/>
            </a:prstGeom>
            <a:noFill/>
            <a:ln w="28575">
              <a:solidFill>
                <a:srgbClr val="C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00">
                <a:cs typeface="Times New Roman" panose="02020603050405020304" pitchFamily="18" charset="0"/>
              </a:endParaRPr>
            </a:p>
          </p:txBody>
        </p:sp>
        <p:sp>
          <p:nvSpPr>
            <p:cNvPr id="104" name="Text Box 7"/>
            <p:cNvSpPr txBox="1">
              <a:spLocks noChangeArrowheads="1"/>
            </p:cNvSpPr>
            <p:nvPr/>
          </p:nvSpPr>
          <p:spPr bwMode="auto">
            <a:xfrm>
              <a:off x="8246957" y="4658684"/>
              <a:ext cx="576470" cy="410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800">
                  <a:solidFill>
                    <a:schemeClr val="tx1"/>
                  </a:solidFill>
                  <a:latin typeface="Times New Roman" pitchFamily="18" charset="0"/>
                  <a:ea typeface="宋体" charset="-122"/>
                </a:defRPr>
              </a:lvl1pPr>
              <a:lvl2pPr marL="742950" indent="-285750" eaLnBrk="0" hangingPunct="0">
                <a:defRPr kumimoji="1" sz="2800">
                  <a:solidFill>
                    <a:schemeClr val="tx1"/>
                  </a:solidFill>
                  <a:latin typeface="Times New Roman" pitchFamily="18" charset="0"/>
                  <a:ea typeface="宋体" charset="-122"/>
                </a:defRPr>
              </a:lvl2pPr>
              <a:lvl3pPr marL="1143000" indent="-228600" eaLnBrk="0" hangingPunct="0">
                <a:defRPr kumimoji="1" sz="2800">
                  <a:solidFill>
                    <a:schemeClr val="tx1"/>
                  </a:solidFill>
                  <a:latin typeface="Times New Roman" pitchFamily="18" charset="0"/>
                  <a:ea typeface="宋体" charset="-122"/>
                </a:defRPr>
              </a:lvl3pPr>
              <a:lvl4pPr marL="1600200" indent="-228600" eaLnBrk="0" hangingPunct="0">
                <a:defRPr kumimoji="1" sz="2800">
                  <a:solidFill>
                    <a:schemeClr val="tx1"/>
                  </a:solidFill>
                  <a:latin typeface="Times New Roman" pitchFamily="18" charset="0"/>
                  <a:ea typeface="宋体" charset="-122"/>
                </a:defRPr>
              </a:lvl4pPr>
              <a:lvl5pPr marL="2057400" indent="-228600" eaLnBrk="0" hangingPunct="0">
                <a:defRPr kumimoji="1" sz="2800">
                  <a:solidFill>
                    <a:schemeClr val="tx1"/>
                  </a:solidFill>
                  <a:latin typeface="Times New Roman" pitchFamily="18" charset="0"/>
                  <a:ea typeface="宋体" charset="-122"/>
                </a:defRPr>
              </a:lvl5pPr>
              <a:lvl6pPr marL="2514600" indent="-228600" eaLnBrk="0" fontAlgn="base" hangingPunct="0">
                <a:spcBef>
                  <a:spcPct val="50000"/>
                </a:spcBef>
                <a:spcAft>
                  <a:spcPct val="0"/>
                </a:spcAft>
                <a:defRPr kumimoji="1" sz="2800">
                  <a:solidFill>
                    <a:schemeClr val="tx1"/>
                  </a:solidFill>
                  <a:latin typeface="Times New Roman" pitchFamily="18" charset="0"/>
                  <a:ea typeface="宋体" charset="-122"/>
                </a:defRPr>
              </a:lvl6pPr>
              <a:lvl7pPr marL="2971800" indent="-228600" eaLnBrk="0" fontAlgn="base" hangingPunct="0">
                <a:spcBef>
                  <a:spcPct val="50000"/>
                </a:spcBef>
                <a:spcAft>
                  <a:spcPct val="0"/>
                </a:spcAft>
                <a:defRPr kumimoji="1" sz="2800">
                  <a:solidFill>
                    <a:schemeClr val="tx1"/>
                  </a:solidFill>
                  <a:latin typeface="Times New Roman" pitchFamily="18" charset="0"/>
                  <a:ea typeface="宋体" charset="-122"/>
                </a:defRPr>
              </a:lvl7pPr>
              <a:lvl8pPr marL="3429000" indent="-228600" eaLnBrk="0" fontAlgn="base" hangingPunct="0">
                <a:spcBef>
                  <a:spcPct val="50000"/>
                </a:spcBef>
                <a:spcAft>
                  <a:spcPct val="0"/>
                </a:spcAft>
                <a:defRPr kumimoji="1" sz="2800">
                  <a:solidFill>
                    <a:schemeClr val="tx1"/>
                  </a:solidFill>
                  <a:latin typeface="Times New Roman" pitchFamily="18" charset="0"/>
                  <a:ea typeface="宋体" charset="-122"/>
                </a:defRPr>
              </a:lvl8pPr>
              <a:lvl9pPr marL="3886200" indent="-228600" eaLnBrk="0" fontAlgn="base" hangingPunct="0">
                <a:spcBef>
                  <a:spcPct val="50000"/>
                </a:spcBef>
                <a:spcAft>
                  <a:spcPct val="0"/>
                </a:spcAft>
                <a:defRPr kumimoji="1" sz="2800">
                  <a:solidFill>
                    <a:schemeClr val="tx1"/>
                  </a:solidFill>
                  <a:latin typeface="Times New Roman" pitchFamily="18" charset="0"/>
                  <a:ea typeface="宋体" charset="-122"/>
                </a:defRPr>
              </a:lvl9pPr>
            </a:lstStyle>
            <a:p>
              <a:pPr eaLnBrk="1" hangingPunct="1"/>
              <a:r>
                <a:rPr lang="en-US" altLang="zh-CN" sz="1800" b="1" i="1" dirty="0" smtClean="0">
                  <a:cs typeface="Times New Roman" panose="02020603050405020304" pitchFamily="18" charset="0"/>
                </a:rPr>
                <a:t>h</a:t>
              </a:r>
              <a:r>
                <a:rPr lang="en-US" altLang="zh-CN" sz="1800" b="1" baseline="-25000" dirty="0" smtClean="0">
                  <a:cs typeface="Times New Roman" panose="02020603050405020304" pitchFamily="18" charset="0"/>
                </a:rPr>
                <a:t>i+1</a:t>
              </a:r>
              <a:endParaRPr lang="en-US" altLang="zh-CN" sz="1800" b="1" i="1" baseline="-25000" dirty="0">
                <a:cs typeface="Times New Roman" panose="02020603050405020304" pitchFamily="18" charset="0"/>
              </a:endParaRPr>
            </a:p>
          </p:txBody>
        </p:sp>
        <p:sp>
          <p:nvSpPr>
            <p:cNvPr id="105" name="Line 17"/>
            <p:cNvSpPr>
              <a:spLocks noChangeShapeType="1"/>
            </p:cNvSpPr>
            <p:nvPr/>
          </p:nvSpPr>
          <p:spPr bwMode="auto">
            <a:xfrm flipH="1">
              <a:off x="7935940" y="5195516"/>
              <a:ext cx="49095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00">
                <a:cs typeface="Times New Roman" panose="02020603050405020304" pitchFamily="18" charset="0"/>
              </a:endParaRPr>
            </a:p>
          </p:txBody>
        </p:sp>
        <p:sp>
          <p:nvSpPr>
            <p:cNvPr id="106" name="Line 18"/>
            <p:cNvSpPr>
              <a:spLocks noChangeShapeType="1"/>
            </p:cNvSpPr>
            <p:nvPr/>
          </p:nvSpPr>
          <p:spPr bwMode="auto">
            <a:xfrm>
              <a:off x="8257409" y="4543716"/>
              <a:ext cx="0" cy="659401"/>
            </a:xfrm>
            <a:prstGeom prst="line">
              <a:avLst/>
            </a:prstGeom>
            <a:noFill/>
            <a:ln w="1270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00">
                <a:cs typeface="Times New Roman" panose="02020603050405020304" pitchFamily="18" charset="0"/>
              </a:endParaRPr>
            </a:p>
          </p:txBody>
        </p:sp>
        <p:sp>
          <p:nvSpPr>
            <p:cNvPr id="107" name="Line 13"/>
            <p:cNvSpPr>
              <a:spLocks noChangeShapeType="1"/>
            </p:cNvSpPr>
            <p:nvPr/>
          </p:nvSpPr>
          <p:spPr bwMode="auto">
            <a:xfrm flipH="1">
              <a:off x="6767810" y="5571923"/>
              <a:ext cx="489113"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00">
                <a:cs typeface="Times New Roman" panose="02020603050405020304" pitchFamily="18" charset="0"/>
              </a:endParaRPr>
            </a:p>
          </p:txBody>
        </p:sp>
        <p:sp>
          <p:nvSpPr>
            <p:cNvPr id="108" name="Line 14"/>
            <p:cNvSpPr>
              <a:spLocks noChangeShapeType="1"/>
            </p:cNvSpPr>
            <p:nvPr/>
          </p:nvSpPr>
          <p:spPr bwMode="auto">
            <a:xfrm>
              <a:off x="6959695" y="4745296"/>
              <a:ext cx="0" cy="831377"/>
            </a:xfrm>
            <a:prstGeom prst="line">
              <a:avLst/>
            </a:prstGeom>
            <a:noFill/>
            <a:ln w="1270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00">
                <a:cs typeface="Times New Roman" panose="02020603050405020304" pitchFamily="18" charset="0"/>
              </a:endParaRPr>
            </a:p>
          </p:txBody>
        </p:sp>
        <p:sp>
          <p:nvSpPr>
            <p:cNvPr id="109" name="Text Box 15"/>
            <p:cNvSpPr txBox="1">
              <a:spLocks noChangeArrowheads="1"/>
            </p:cNvSpPr>
            <p:nvPr/>
          </p:nvSpPr>
          <p:spPr bwMode="auto">
            <a:xfrm>
              <a:off x="6657227" y="4923089"/>
              <a:ext cx="301620" cy="385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a:spAutoFit/>
            </a:bodyPr>
            <a:lstStyle>
              <a:lvl1pPr eaLnBrk="0" hangingPunct="0">
                <a:defRPr kumimoji="1" sz="2800">
                  <a:solidFill>
                    <a:schemeClr val="tx1"/>
                  </a:solidFill>
                  <a:latin typeface="Times New Roman" pitchFamily="18" charset="0"/>
                  <a:ea typeface="宋体" charset="-122"/>
                </a:defRPr>
              </a:lvl1pPr>
              <a:lvl2pPr marL="742950" indent="-285750" eaLnBrk="0" hangingPunct="0">
                <a:defRPr kumimoji="1" sz="2800">
                  <a:solidFill>
                    <a:schemeClr val="tx1"/>
                  </a:solidFill>
                  <a:latin typeface="Times New Roman" pitchFamily="18" charset="0"/>
                  <a:ea typeface="宋体" charset="-122"/>
                </a:defRPr>
              </a:lvl2pPr>
              <a:lvl3pPr marL="1143000" indent="-228600" eaLnBrk="0" hangingPunct="0">
                <a:defRPr kumimoji="1" sz="2800">
                  <a:solidFill>
                    <a:schemeClr val="tx1"/>
                  </a:solidFill>
                  <a:latin typeface="Times New Roman" pitchFamily="18" charset="0"/>
                  <a:ea typeface="宋体" charset="-122"/>
                </a:defRPr>
              </a:lvl3pPr>
              <a:lvl4pPr marL="1600200" indent="-228600" eaLnBrk="0" hangingPunct="0">
                <a:defRPr kumimoji="1" sz="2800">
                  <a:solidFill>
                    <a:schemeClr val="tx1"/>
                  </a:solidFill>
                  <a:latin typeface="Times New Roman" pitchFamily="18" charset="0"/>
                  <a:ea typeface="宋体" charset="-122"/>
                </a:defRPr>
              </a:lvl4pPr>
              <a:lvl5pPr marL="2057400" indent="-228600" eaLnBrk="0" hangingPunct="0">
                <a:defRPr kumimoji="1" sz="2800">
                  <a:solidFill>
                    <a:schemeClr val="tx1"/>
                  </a:solidFill>
                  <a:latin typeface="Times New Roman" pitchFamily="18" charset="0"/>
                  <a:ea typeface="宋体" charset="-122"/>
                </a:defRPr>
              </a:lvl5pPr>
              <a:lvl6pPr marL="2514600" indent="-228600" eaLnBrk="0" fontAlgn="base" hangingPunct="0">
                <a:spcBef>
                  <a:spcPct val="50000"/>
                </a:spcBef>
                <a:spcAft>
                  <a:spcPct val="0"/>
                </a:spcAft>
                <a:defRPr kumimoji="1" sz="2800">
                  <a:solidFill>
                    <a:schemeClr val="tx1"/>
                  </a:solidFill>
                  <a:latin typeface="Times New Roman" pitchFamily="18" charset="0"/>
                  <a:ea typeface="宋体" charset="-122"/>
                </a:defRPr>
              </a:lvl6pPr>
              <a:lvl7pPr marL="2971800" indent="-228600" eaLnBrk="0" fontAlgn="base" hangingPunct="0">
                <a:spcBef>
                  <a:spcPct val="50000"/>
                </a:spcBef>
                <a:spcAft>
                  <a:spcPct val="0"/>
                </a:spcAft>
                <a:defRPr kumimoji="1" sz="2800">
                  <a:solidFill>
                    <a:schemeClr val="tx1"/>
                  </a:solidFill>
                  <a:latin typeface="Times New Roman" pitchFamily="18" charset="0"/>
                  <a:ea typeface="宋体" charset="-122"/>
                </a:defRPr>
              </a:lvl7pPr>
              <a:lvl8pPr marL="3429000" indent="-228600" eaLnBrk="0" fontAlgn="base" hangingPunct="0">
                <a:spcBef>
                  <a:spcPct val="50000"/>
                </a:spcBef>
                <a:spcAft>
                  <a:spcPct val="0"/>
                </a:spcAft>
                <a:defRPr kumimoji="1" sz="2800">
                  <a:solidFill>
                    <a:schemeClr val="tx1"/>
                  </a:solidFill>
                  <a:latin typeface="Times New Roman" pitchFamily="18" charset="0"/>
                  <a:ea typeface="宋体" charset="-122"/>
                </a:defRPr>
              </a:lvl8pPr>
              <a:lvl9pPr marL="3886200" indent="-228600" eaLnBrk="0" fontAlgn="base" hangingPunct="0">
                <a:spcBef>
                  <a:spcPct val="50000"/>
                </a:spcBef>
                <a:spcAft>
                  <a:spcPct val="0"/>
                </a:spcAft>
                <a:defRPr kumimoji="1" sz="2800">
                  <a:solidFill>
                    <a:schemeClr val="tx1"/>
                  </a:solidFill>
                  <a:latin typeface="Times New Roman" pitchFamily="18" charset="0"/>
                  <a:ea typeface="宋体" charset="-122"/>
                </a:defRPr>
              </a:lvl9pPr>
            </a:lstStyle>
            <a:p>
              <a:pPr eaLnBrk="1" hangingPunct="1"/>
              <a:r>
                <a:rPr lang="en-US" altLang="zh-CN" sz="1800" b="1" i="1" dirty="0" smtClean="0">
                  <a:cs typeface="Times New Roman" panose="02020603050405020304" pitchFamily="18" charset="0"/>
                </a:rPr>
                <a:t>h</a:t>
              </a:r>
              <a:r>
                <a:rPr lang="en-US" altLang="zh-CN" sz="1800" b="1" baseline="-25000" dirty="0" smtClean="0">
                  <a:cs typeface="Times New Roman" panose="02020603050405020304" pitchFamily="18" charset="0"/>
                </a:rPr>
                <a:t>i</a:t>
              </a:r>
              <a:endParaRPr lang="en-US" altLang="zh-CN" sz="1800" b="1" baseline="-25000" dirty="0">
                <a:cs typeface="Times New Roman" panose="02020603050405020304" pitchFamily="18" charset="0"/>
              </a:endParaRPr>
            </a:p>
          </p:txBody>
        </p:sp>
      </p:grpSp>
    </p:spTree>
    <p:extLst>
      <p:ext uri="{BB962C8B-B14F-4D97-AF65-F5344CB8AC3E}">
        <p14:creationId xmlns:p14="http://schemas.microsoft.com/office/powerpoint/2010/main" val="645772612"/>
      </p:ext>
    </p:extLst>
  </p:cSld>
  <p:clrMapOvr>
    <a:masterClrMapping/>
  </p:clrMapOvr>
  <p:transition spd="med">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grpId="0" nodeType="afterEffect">
                                  <p:stCondLst>
                                    <p:cond delay="0"/>
                                  </p:stCondLst>
                                  <p:childTnLst>
                                    <p:set>
                                      <p:cBhvr>
                                        <p:cTn id="6" dur="1" fill="hold">
                                          <p:stCondLst>
                                            <p:cond delay="0"/>
                                          </p:stCondLst>
                                        </p:cTn>
                                        <p:tgtEl>
                                          <p:spTgt spid="95"/>
                                        </p:tgtEl>
                                        <p:attrNameLst>
                                          <p:attrName>style.visibility</p:attrName>
                                        </p:attrNameLst>
                                      </p:cBhvr>
                                      <p:to>
                                        <p:strVal val="visible"/>
                                      </p:to>
                                    </p:set>
                                    <p:anim calcmode="lin" valueType="num">
                                      <p:cBhvr>
                                        <p:cTn id="7" dur="1000" fill="hold"/>
                                        <p:tgtEl>
                                          <p:spTgt spid="95"/>
                                        </p:tgtEl>
                                        <p:attrNameLst>
                                          <p:attrName>ppt_w</p:attrName>
                                        </p:attrNameLst>
                                      </p:cBhvr>
                                      <p:tavLst>
                                        <p:tav tm="0">
                                          <p:val>
                                            <p:fltVal val="0"/>
                                          </p:val>
                                        </p:tav>
                                        <p:tav tm="100000">
                                          <p:val>
                                            <p:strVal val="#ppt_w"/>
                                          </p:val>
                                        </p:tav>
                                      </p:tavLst>
                                    </p:anim>
                                    <p:anim calcmode="lin" valueType="num">
                                      <p:cBhvr>
                                        <p:cTn id="8" dur="1000" fill="hold"/>
                                        <p:tgtEl>
                                          <p:spTgt spid="95"/>
                                        </p:tgtEl>
                                        <p:attrNameLst>
                                          <p:attrName>ppt_h</p:attrName>
                                        </p:attrNameLst>
                                      </p:cBhvr>
                                      <p:tavLst>
                                        <p:tav tm="0">
                                          <p:val>
                                            <p:fltVal val="0"/>
                                          </p:val>
                                        </p:tav>
                                        <p:tav tm="100000">
                                          <p:val>
                                            <p:strVal val="#ppt_h"/>
                                          </p:val>
                                        </p:tav>
                                      </p:tavLst>
                                    </p:anim>
                                    <p:anim calcmode="lin" valueType="num">
                                      <p:cBhvr>
                                        <p:cTn id="9" dur="1000" fill="hold"/>
                                        <p:tgtEl>
                                          <p:spTgt spid="95"/>
                                        </p:tgtEl>
                                        <p:attrNameLst>
                                          <p:attrName>style.rotation</p:attrName>
                                        </p:attrNameLst>
                                      </p:cBhvr>
                                      <p:tavLst>
                                        <p:tav tm="0">
                                          <p:val>
                                            <p:fltVal val="90"/>
                                          </p:val>
                                        </p:tav>
                                        <p:tav tm="100000">
                                          <p:val>
                                            <p:fltVal val="0"/>
                                          </p:val>
                                        </p:tav>
                                      </p:tavLst>
                                    </p:anim>
                                    <p:animEffect transition="in" filter="fade">
                                      <p:cBhvr>
                                        <p:cTn id="10" dur="1000"/>
                                        <p:tgtEl>
                                          <p:spTgt spid="95"/>
                                        </p:tgtEl>
                                      </p:cBhvr>
                                    </p:animEffect>
                                  </p:childTnLst>
                                </p:cTn>
                              </p:par>
                            </p:childTnLst>
                          </p:cTn>
                        </p:par>
                        <p:par>
                          <p:cTn id="11" fill="hold">
                            <p:stCondLst>
                              <p:cond delay="1000"/>
                            </p:stCondLst>
                            <p:childTnLst>
                              <p:par>
                                <p:cTn id="12" presetID="22" presetClass="entr" presetSubtype="8" fill="hold" nodeType="afterEffect">
                                  <p:stCondLst>
                                    <p:cond delay="0"/>
                                  </p:stCondLst>
                                  <p:childTnLst>
                                    <p:set>
                                      <p:cBhvr>
                                        <p:cTn id="13" dur="1" fill="hold">
                                          <p:stCondLst>
                                            <p:cond delay="0"/>
                                          </p:stCondLst>
                                        </p:cTn>
                                        <p:tgtEl>
                                          <p:spTgt spid="127"/>
                                        </p:tgtEl>
                                        <p:attrNameLst>
                                          <p:attrName>style.visibility</p:attrName>
                                        </p:attrNameLst>
                                      </p:cBhvr>
                                      <p:to>
                                        <p:strVal val="visible"/>
                                      </p:to>
                                    </p:set>
                                    <p:animEffect transition="in" filter="wipe(left)">
                                      <p:cBhvr>
                                        <p:cTn id="14" dur="1000"/>
                                        <p:tgtEl>
                                          <p:spTgt spid="127"/>
                                        </p:tgtEl>
                                      </p:cBhvr>
                                    </p:animEffect>
                                  </p:childTnLst>
                                </p:cTn>
                              </p:par>
                            </p:childTnLst>
                          </p:cTn>
                        </p:par>
                      </p:childTnLst>
                    </p:cTn>
                  </p:par>
                  <p:par>
                    <p:cTn id="15" fill="hold">
                      <p:stCondLst>
                        <p:cond delay="indefinite"/>
                      </p:stCondLst>
                      <p:childTnLst>
                        <p:par>
                          <p:cTn id="16" fill="hold">
                            <p:stCondLst>
                              <p:cond delay="0"/>
                            </p:stCondLst>
                            <p:childTnLst>
                              <p:par>
                                <p:cTn id="17" presetID="31" presetClass="entr" presetSubtype="0" fill="hold" grpId="0" nodeType="clickEffect">
                                  <p:stCondLst>
                                    <p:cond delay="0"/>
                                  </p:stCondLst>
                                  <p:childTnLst>
                                    <p:set>
                                      <p:cBhvr>
                                        <p:cTn id="18" dur="1" fill="hold">
                                          <p:stCondLst>
                                            <p:cond delay="0"/>
                                          </p:stCondLst>
                                        </p:cTn>
                                        <p:tgtEl>
                                          <p:spTgt spid="84"/>
                                        </p:tgtEl>
                                        <p:attrNameLst>
                                          <p:attrName>style.visibility</p:attrName>
                                        </p:attrNameLst>
                                      </p:cBhvr>
                                      <p:to>
                                        <p:strVal val="visible"/>
                                      </p:to>
                                    </p:set>
                                    <p:anim calcmode="lin" valueType="num">
                                      <p:cBhvr>
                                        <p:cTn id="19" dur="1000" fill="hold"/>
                                        <p:tgtEl>
                                          <p:spTgt spid="84"/>
                                        </p:tgtEl>
                                        <p:attrNameLst>
                                          <p:attrName>ppt_w</p:attrName>
                                        </p:attrNameLst>
                                      </p:cBhvr>
                                      <p:tavLst>
                                        <p:tav tm="0">
                                          <p:val>
                                            <p:fltVal val="0"/>
                                          </p:val>
                                        </p:tav>
                                        <p:tav tm="100000">
                                          <p:val>
                                            <p:strVal val="#ppt_w"/>
                                          </p:val>
                                        </p:tav>
                                      </p:tavLst>
                                    </p:anim>
                                    <p:anim calcmode="lin" valueType="num">
                                      <p:cBhvr>
                                        <p:cTn id="20" dur="1000" fill="hold"/>
                                        <p:tgtEl>
                                          <p:spTgt spid="84"/>
                                        </p:tgtEl>
                                        <p:attrNameLst>
                                          <p:attrName>ppt_h</p:attrName>
                                        </p:attrNameLst>
                                      </p:cBhvr>
                                      <p:tavLst>
                                        <p:tav tm="0">
                                          <p:val>
                                            <p:fltVal val="0"/>
                                          </p:val>
                                        </p:tav>
                                        <p:tav tm="100000">
                                          <p:val>
                                            <p:strVal val="#ppt_h"/>
                                          </p:val>
                                        </p:tav>
                                      </p:tavLst>
                                    </p:anim>
                                    <p:anim calcmode="lin" valueType="num">
                                      <p:cBhvr>
                                        <p:cTn id="21" dur="1000" fill="hold"/>
                                        <p:tgtEl>
                                          <p:spTgt spid="84"/>
                                        </p:tgtEl>
                                        <p:attrNameLst>
                                          <p:attrName>style.rotation</p:attrName>
                                        </p:attrNameLst>
                                      </p:cBhvr>
                                      <p:tavLst>
                                        <p:tav tm="0">
                                          <p:val>
                                            <p:fltVal val="90"/>
                                          </p:val>
                                        </p:tav>
                                        <p:tav tm="100000">
                                          <p:val>
                                            <p:fltVal val="0"/>
                                          </p:val>
                                        </p:tav>
                                      </p:tavLst>
                                    </p:anim>
                                    <p:animEffect transition="in" filter="fade">
                                      <p:cBhvr>
                                        <p:cTn id="22" dur="1000"/>
                                        <p:tgtEl>
                                          <p:spTgt spid="84"/>
                                        </p:tgtEl>
                                      </p:cBhvr>
                                    </p:animEffect>
                                  </p:childTnLst>
                                </p:cTn>
                              </p:par>
                            </p:childTnLst>
                          </p:cTn>
                        </p:par>
                        <p:par>
                          <p:cTn id="23" fill="hold">
                            <p:stCondLst>
                              <p:cond delay="1000"/>
                            </p:stCondLst>
                            <p:childTnLst>
                              <p:par>
                                <p:cTn id="24" presetID="22" presetClass="entr" presetSubtype="8" fill="hold" nodeType="afterEffect">
                                  <p:stCondLst>
                                    <p:cond delay="0"/>
                                  </p:stCondLst>
                                  <p:childTnLst>
                                    <p:set>
                                      <p:cBhvr>
                                        <p:cTn id="25" dur="1" fill="hold">
                                          <p:stCondLst>
                                            <p:cond delay="0"/>
                                          </p:stCondLst>
                                        </p:cTn>
                                        <p:tgtEl>
                                          <p:spTgt spid="126"/>
                                        </p:tgtEl>
                                        <p:attrNameLst>
                                          <p:attrName>style.visibility</p:attrName>
                                        </p:attrNameLst>
                                      </p:cBhvr>
                                      <p:to>
                                        <p:strVal val="visible"/>
                                      </p:to>
                                    </p:set>
                                    <p:animEffect transition="in" filter="wipe(left)">
                                      <p:cBhvr>
                                        <p:cTn id="26" dur="1000"/>
                                        <p:tgtEl>
                                          <p:spTgt spid="126"/>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100"/>
                                        </p:tgtEl>
                                        <p:attrNameLst>
                                          <p:attrName>style.visibility</p:attrName>
                                        </p:attrNameLst>
                                      </p:cBhvr>
                                      <p:to>
                                        <p:strVal val="visible"/>
                                      </p:to>
                                    </p:set>
                                    <p:animEffect transition="in" filter="wipe(left)">
                                      <p:cBhvr>
                                        <p:cTn id="31" dur="1000"/>
                                        <p:tgtEl>
                                          <p:spTgt spid="100"/>
                                        </p:tgtEl>
                                      </p:cBhvr>
                                    </p:animEffect>
                                  </p:childTnLst>
                                </p:cTn>
                              </p:par>
                            </p:childTnLst>
                          </p:cTn>
                        </p:par>
                        <p:par>
                          <p:cTn id="32" fill="hold">
                            <p:stCondLst>
                              <p:cond delay="1000"/>
                            </p:stCondLst>
                            <p:childTnLst>
                              <p:par>
                                <p:cTn id="33" presetID="22" presetClass="entr" presetSubtype="8" fill="hold" nodeType="afterEffect">
                                  <p:stCondLst>
                                    <p:cond delay="0"/>
                                  </p:stCondLst>
                                  <p:childTnLst>
                                    <p:set>
                                      <p:cBhvr>
                                        <p:cTn id="34" dur="1" fill="hold">
                                          <p:stCondLst>
                                            <p:cond delay="0"/>
                                          </p:stCondLst>
                                        </p:cTn>
                                        <p:tgtEl>
                                          <p:spTgt spid="128"/>
                                        </p:tgtEl>
                                        <p:attrNameLst>
                                          <p:attrName>style.visibility</p:attrName>
                                        </p:attrNameLst>
                                      </p:cBhvr>
                                      <p:to>
                                        <p:strVal val="visible"/>
                                      </p:to>
                                    </p:set>
                                    <p:animEffect transition="in" filter="wipe(left)">
                                      <p:cBhvr>
                                        <p:cTn id="35" dur="500"/>
                                        <p:tgtEl>
                                          <p:spTgt spid="128"/>
                                        </p:tgtEl>
                                      </p:cBhvr>
                                    </p:animEffect>
                                  </p:childTnLst>
                                </p:cTn>
                              </p:par>
                            </p:childTnLst>
                          </p:cTn>
                        </p:par>
                        <p:par>
                          <p:cTn id="36" fill="hold">
                            <p:stCondLst>
                              <p:cond delay="1500"/>
                            </p:stCondLst>
                            <p:childTnLst>
                              <p:par>
                                <p:cTn id="37" presetID="22" presetClass="entr" presetSubtype="8" fill="hold" grpId="0" nodeType="afterEffect">
                                  <p:stCondLst>
                                    <p:cond delay="0"/>
                                  </p:stCondLst>
                                  <p:childTnLst>
                                    <p:set>
                                      <p:cBhvr>
                                        <p:cTn id="38" dur="1" fill="hold">
                                          <p:stCondLst>
                                            <p:cond delay="0"/>
                                          </p:stCondLst>
                                        </p:cTn>
                                        <p:tgtEl>
                                          <p:spTgt spid="133"/>
                                        </p:tgtEl>
                                        <p:attrNameLst>
                                          <p:attrName>style.visibility</p:attrName>
                                        </p:attrNameLst>
                                      </p:cBhvr>
                                      <p:to>
                                        <p:strVal val="visible"/>
                                      </p:to>
                                    </p:set>
                                    <p:animEffect transition="in" filter="wipe(left)">
                                      <p:cBhvr>
                                        <p:cTn id="39" dur="500"/>
                                        <p:tgtEl>
                                          <p:spTgt spid="133"/>
                                        </p:tgtEl>
                                      </p:cBhvr>
                                    </p:animEffect>
                                  </p:childTnLst>
                                </p:cTn>
                              </p:par>
                            </p:childTnLst>
                          </p:cTn>
                        </p:par>
                        <p:par>
                          <p:cTn id="40" fill="hold">
                            <p:stCondLst>
                              <p:cond delay="2000"/>
                            </p:stCondLst>
                            <p:childTnLst>
                              <p:par>
                                <p:cTn id="41" presetID="22" presetClass="entr" presetSubtype="8" fill="hold" nodeType="afterEffect">
                                  <p:stCondLst>
                                    <p:cond delay="0"/>
                                  </p:stCondLst>
                                  <p:childTnLst>
                                    <p:set>
                                      <p:cBhvr>
                                        <p:cTn id="42" dur="1" fill="hold">
                                          <p:stCondLst>
                                            <p:cond delay="0"/>
                                          </p:stCondLst>
                                        </p:cTn>
                                        <p:tgtEl>
                                          <p:spTgt spid="132"/>
                                        </p:tgtEl>
                                        <p:attrNameLst>
                                          <p:attrName>style.visibility</p:attrName>
                                        </p:attrNameLst>
                                      </p:cBhvr>
                                      <p:to>
                                        <p:strVal val="visible"/>
                                      </p:to>
                                    </p:set>
                                    <p:animEffect transition="in" filter="wipe(left)">
                                      <p:cBhvr>
                                        <p:cTn id="43" dur="500"/>
                                        <p:tgtEl>
                                          <p:spTgt spid="1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 grpId="0" animBg="1"/>
      <p:bldP spid="84" grpId="0"/>
      <p:bldP spid="95" grpId="0"/>
      <p:bldP spid="133"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54</a:t>
            </a:fld>
            <a:endParaRPr lang="zh-CN" altLang="en-US" dirty="0">
              <a:solidFill>
                <a:srgbClr val="C00000"/>
              </a:solidFill>
            </a:endParaRPr>
          </a:p>
        </p:txBody>
      </p:sp>
      <p:sp>
        <p:nvSpPr>
          <p:cNvPr id="219" name="Text Box 4"/>
          <p:cNvSpPr txBox="1">
            <a:spLocks noChangeArrowheads="1"/>
          </p:cNvSpPr>
          <p:nvPr/>
        </p:nvSpPr>
        <p:spPr bwMode="auto">
          <a:xfrm>
            <a:off x="356696" y="687734"/>
            <a:ext cx="3237110" cy="535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358775" indent="-358775" eaLnBrk="1" hangingPunct="1">
              <a:lnSpc>
                <a:spcPct val="120000"/>
              </a:lnSpc>
              <a:spcBef>
                <a:spcPts val="600"/>
              </a:spcBef>
              <a:spcAft>
                <a:spcPts val="0"/>
              </a:spcAft>
              <a:buClr>
                <a:srgbClr val="A50021"/>
              </a:buClr>
              <a:buSzPct val="100000"/>
              <a:buFont typeface="Wingdings" panose="05000000000000000000" pitchFamily="2" charset="2"/>
              <a:buChar char="n"/>
            </a:pPr>
            <a:r>
              <a:rPr lang="zh-CN" altLang="en-US" sz="2400" b="1" dirty="0" smtClean="0">
                <a:solidFill>
                  <a:srgbClr val="A50021"/>
                </a:solidFill>
                <a:latin typeface="微软雅黑" panose="020B0503020204020204" pitchFamily="34" charset="-122"/>
                <a:ea typeface="微软雅黑" panose="020B0503020204020204" pitchFamily="34" charset="-122"/>
              </a:rPr>
              <a:t>抗滑安全系数推导</a:t>
            </a:r>
            <a:endParaRPr lang="zh-CN" altLang="en-US" sz="2400" b="1" dirty="0">
              <a:solidFill>
                <a:srgbClr val="000066"/>
              </a:solidFill>
              <a:ea typeface="幼圆" pitchFamily="49" charset="-122"/>
            </a:endParaRPr>
          </a:p>
        </p:txBody>
      </p:sp>
      <p:sp>
        <p:nvSpPr>
          <p:cNvPr id="34" name="任意多边形 33"/>
          <p:cNvSpPr/>
          <p:nvPr/>
        </p:nvSpPr>
        <p:spPr bwMode="auto">
          <a:xfrm>
            <a:off x="5419475" y="1636925"/>
            <a:ext cx="3116307" cy="1612402"/>
          </a:xfrm>
          <a:custGeom>
            <a:avLst/>
            <a:gdLst>
              <a:gd name="connsiteX0" fmla="*/ 0 w 3450692"/>
              <a:gd name="connsiteY0" fmla="*/ 1561822 h 1785416"/>
              <a:gd name="connsiteX1" fmla="*/ 313700 w 3450692"/>
              <a:gd name="connsiteY1" fmla="*/ 1561822 h 1785416"/>
              <a:gd name="connsiteX2" fmla="*/ 2833305 w 3450692"/>
              <a:gd name="connsiteY2" fmla="*/ 0 h 1785416"/>
              <a:gd name="connsiteX3" fmla="*/ 3450692 w 3450692"/>
              <a:gd name="connsiteY3" fmla="*/ 0 h 1785416"/>
              <a:gd name="connsiteX4" fmla="*/ 3310529 w 3450692"/>
              <a:gd name="connsiteY4" fmla="*/ 367095 h 1785416"/>
              <a:gd name="connsiteX5" fmla="*/ 3080260 w 3450692"/>
              <a:gd name="connsiteY5" fmla="*/ 760888 h 1785416"/>
              <a:gd name="connsiteX6" fmla="*/ 2746538 w 3450692"/>
              <a:gd name="connsiteY6" fmla="*/ 1131320 h 1785416"/>
              <a:gd name="connsiteX7" fmla="*/ 2312698 w 3450692"/>
              <a:gd name="connsiteY7" fmla="*/ 1461706 h 1785416"/>
              <a:gd name="connsiteX8" fmla="*/ 1908894 w 3450692"/>
              <a:gd name="connsiteY8" fmla="*/ 1641916 h 1785416"/>
              <a:gd name="connsiteX9" fmla="*/ 1578508 w 3450692"/>
              <a:gd name="connsiteY9" fmla="*/ 1738695 h 1785416"/>
              <a:gd name="connsiteX10" fmla="*/ 1261472 w 3450692"/>
              <a:gd name="connsiteY10" fmla="*/ 1778742 h 1785416"/>
              <a:gd name="connsiteX11" fmla="*/ 957784 w 3450692"/>
              <a:gd name="connsiteY11" fmla="*/ 1785416 h 1785416"/>
              <a:gd name="connsiteX12" fmla="*/ 660771 w 3450692"/>
              <a:gd name="connsiteY12" fmla="*/ 1755381 h 1785416"/>
              <a:gd name="connsiteX13" fmla="*/ 323711 w 3450692"/>
              <a:gd name="connsiteY13" fmla="*/ 1678625 h 1785416"/>
              <a:gd name="connsiteX14" fmla="*/ 0 w 3450692"/>
              <a:gd name="connsiteY14" fmla="*/ 1561822 h 1785416"/>
              <a:gd name="connsiteX0" fmla="*/ 0 w 3450692"/>
              <a:gd name="connsiteY0" fmla="*/ 1561822 h 1785416"/>
              <a:gd name="connsiteX1" fmla="*/ 313700 w 3450692"/>
              <a:gd name="connsiteY1" fmla="*/ 1561822 h 1785416"/>
              <a:gd name="connsiteX2" fmla="*/ 2833305 w 3450692"/>
              <a:gd name="connsiteY2" fmla="*/ 0 h 1785416"/>
              <a:gd name="connsiteX3" fmla="*/ 3450692 w 3450692"/>
              <a:gd name="connsiteY3" fmla="*/ 0 h 1785416"/>
              <a:gd name="connsiteX4" fmla="*/ 3310529 w 3450692"/>
              <a:gd name="connsiteY4" fmla="*/ 367095 h 1785416"/>
              <a:gd name="connsiteX5" fmla="*/ 3080260 w 3450692"/>
              <a:gd name="connsiteY5" fmla="*/ 760888 h 1785416"/>
              <a:gd name="connsiteX6" fmla="*/ 2746538 w 3450692"/>
              <a:gd name="connsiteY6" fmla="*/ 1131320 h 1785416"/>
              <a:gd name="connsiteX7" fmla="*/ 2312698 w 3450692"/>
              <a:gd name="connsiteY7" fmla="*/ 1461706 h 1785416"/>
              <a:gd name="connsiteX8" fmla="*/ 1908894 w 3450692"/>
              <a:gd name="connsiteY8" fmla="*/ 1641916 h 1785416"/>
              <a:gd name="connsiteX9" fmla="*/ 1578508 w 3450692"/>
              <a:gd name="connsiteY9" fmla="*/ 1738695 h 1785416"/>
              <a:gd name="connsiteX10" fmla="*/ 1261472 w 3450692"/>
              <a:gd name="connsiteY10" fmla="*/ 1778742 h 1785416"/>
              <a:gd name="connsiteX11" fmla="*/ 957784 w 3450692"/>
              <a:gd name="connsiteY11" fmla="*/ 1785416 h 1785416"/>
              <a:gd name="connsiteX12" fmla="*/ 660771 w 3450692"/>
              <a:gd name="connsiteY12" fmla="*/ 1755381 h 1785416"/>
              <a:gd name="connsiteX13" fmla="*/ 489791 w 3450692"/>
              <a:gd name="connsiteY13" fmla="*/ 1727823 h 1785416"/>
              <a:gd name="connsiteX14" fmla="*/ 323711 w 3450692"/>
              <a:gd name="connsiteY14" fmla="*/ 1678625 h 1785416"/>
              <a:gd name="connsiteX15" fmla="*/ 0 w 3450692"/>
              <a:gd name="connsiteY15" fmla="*/ 1561822 h 1785416"/>
              <a:gd name="connsiteX0" fmla="*/ 0 w 3450692"/>
              <a:gd name="connsiteY0" fmla="*/ 1561822 h 1785416"/>
              <a:gd name="connsiteX1" fmla="*/ 313700 w 3450692"/>
              <a:gd name="connsiteY1" fmla="*/ 1561822 h 1785416"/>
              <a:gd name="connsiteX2" fmla="*/ 2833305 w 3450692"/>
              <a:gd name="connsiteY2" fmla="*/ 0 h 1785416"/>
              <a:gd name="connsiteX3" fmla="*/ 3450692 w 3450692"/>
              <a:gd name="connsiteY3" fmla="*/ 0 h 1785416"/>
              <a:gd name="connsiteX4" fmla="*/ 3343186 w 3450692"/>
              <a:gd name="connsiteY4" fmla="*/ 307224 h 1785416"/>
              <a:gd name="connsiteX5" fmla="*/ 3080260 w 3450692"/>
              <a:gd name="connsiteY5" fmla="*/ 760888 h 1785416"/>
              <a:gd name="connsiteX6" fmla="*/ 2746538 w 3450692"/>
              <a:gd name="connsiteY6" fmla="*/ 1131320 h 1785416"/>
              <a:gd name="connsiteX7" fmla="*/ 2312698 w 3450692"/>
              <a:gd name="connsiteY7" fmla="*/ 1461706 h 1785416"/>
              <a:gd name="connsiteX8" fmla="*/ 1908894 w 3450692"/>
              <a:gd name="connsiteY8" fmla="*/ 1641916 h 1785416"/>
              <a:gd name="connsiteX9" fmla="*/ 1578508 w 3450692"/>
              <a:gd name="connsiteY9" fmla="*/ 1738695 h 1785416"/>
              <a:gd name="connsiteX10" fmla="*/ 1261472 w 3450692"/>
              <a:gd name="connsiteY10" fmla="*/ 1778742 h 1785416"/>
              <a:gd name="connsiteX11" fmla="*/ 957784 w 3450692"/>
              <a:gd name="connsiteY11" fmla="*/ 1785416 h 1785416"/>
              <a:gd name="connsiteX12" fmla="*/ 660771 w 3450692"/>
              <a:gd name="connsiteY12" fmla="*/ 1755381 h 1785416"/>
              <a:gd name="connsiteX13" fmla="*/ 489791 w 3450692"/>
              <a:gd name="connsiteY13" fmla="*/ 1727823 h 1785416"/>
              <a:gd name="connsiteX14" fmla="*/ 323711 w 3450692"/>
              <a:gd name="connsiteY14" fmla="*/ 1678625 h 1785416"/>
              <a:gd name="connsiteX15" fmla="*/ 0 w 3450692"/>
              <a:gd name="connsiteY15" fmla="*/ 1561822 h 1785416"/>
              <a:gd name="connsiteX0" fmla="*/ 0 w 3450692"/>
              <a:gd name="connsiteY0" fmla="*/ 1561822 h 1785416"/>
              <a:gd name="connsiteX1" fmla="*/ 313700 w 3450692"/>
              <a:gd name="connsiteY1" fmla="*/ 1561822 h 1785416"/>
              <a:gd name="connsiteX2" fmla="*/ 2833305 w 3450692"/>
              <a:gd name="connsiteY2" fmla="*/ 0 h 1785416"/>
              <a:gd name="connsiteX3" fmla="*/ 3450692 w 3450692"/>
              <a:gd name="connsiteY3" fmla="*/ 0 h 1785416"/>
              <a:gd name="connsiteX4" fmla="*/ 3403534 w 3450692"/>
              <a:gd name="connsiteY4" fmla="*/ 151209 h 1785416"/>
              <a:gd name="connsiteX5" fmla="*/ 3343186 w 3450692"/>
              <a:gd name="connsiteY5" fmla="*/ 307224 h 1785416"/>
              <a:gd name="connsiteX6" fmla="*/ 3080260 w 3450692"/>
              <a:gd name="connsiteY6" fmla="*/ 760888 h 1785416"/>
              <a:gd name="connsiteX7" fmla="*/ 2746538 w 3450692"/>
              <a:gd name="connsiteY7" fmla="*/ 1131320 h 1785416"/>
              <a:gd name="connsiteX8" fmla="*/ 2312698 w 3450692"/>
              <a:gd name="connsiteY8" fmla="*/ 1461706 h 1785416"/>
              <a:gd name="connsiteX9" fmla="*/ 1908894 w 3450692"/>
              <a:gd name="connsiteY9" fmla="*/ 1641916 h 1785416"/>
              <a:gd name="connsiteX10" fmla="*/ 1578508 w 3450692"/>
              <a:gd name="connsiteY10" fmla="*/ 1738695 h 1785416"/>
              <a:gd name="connsiteX11" fmla="*/ 1261472 w 3450692"/>
              <a:gd name="connsiteY11" fmla="*/ 1778742 h 1785416"/>
              <a:gd name="connsiteX12" fmla="*/ 957784 w 3450692"/>
              <a:gd name="connsiteY12" fmla="*/ 1785416 h 1785416"/>
              <a:gd name="connsiteX13" fmla="*/ 660771 w 3450692"/>
              <a:gd name="connsiteY13" fmla="*/ 1755381 h 1785416"/>
              <a:gd name="connsiteX14" fmla="*/ 489791 w 3450692"/>
              <a:gd name="connsiteY14" fmla="*/ 1727823 h 1785416"/>
              <a:gd name="connsiteX15" fmla="*/ 323711 w 3450692"/>
              <a:gd name="connsiteY15" fmla="*/ 1678625 h 1785416"/>
              <a:gd name="connsiteX16" fmla="*/ 0 w 3450692"/>
              <a:gd name="connsiteY16" fmla="*/ 1561822 h 17854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450692" h="1785416">
                <a:moveTo>
                  <a:pt x="0" y="1561822"/>
                </a:moveTo>
                <a:lnTo>
                  <a:pt x="313700" y="1561822"/>
                </a:lnTo>
                <a:lnTo>
                  <a:pt x="2833305" y="0"/>
                </a:lnTo>
                <a:lnTo>
                  <a:pt x="3450692" y="0"/>
                </a:lnTo>
                <a:cubicBezTo>
                  <a:pt x="3431949" y="50403"/>
                  <a:pt x="3422277" y="100806"/>
                  <a:pt x="3403534" y="151209"/>
                </a:cubicBezTo>
                <a:lnTo>
                  <a:pt x="3343186" y="307224"/>
                </a:lnTo>
                <a:lnTo>
                  <a:pt x="3080260" y="760888"/>
                </a:lnTo>
                <a:lnTo>
                  <a:pt x="2746538" y="1131320"/>
                </a:lnTo>
                <a:lnTo>
                  <a:pt x="2312698" y="1461706"/>
                </a:lnTo>
                <a:lnTo>
                  <a:pt x="1908894" y="1641916"/>
                </a:lnTo>
                <a:lnTo>
                  <a:pt x="1578508" y="1738695"/>
                </a:lnTo>
                <a:lnTo>
                  <a:pt x="1261472" y="1778742"/>
                </a:lnTo>
                <a:lnTo>
                  <a:pt x="957784" y="1785416"/>
                </a:lnTo>
                <a:lnTo>
                  <a:pt x="660771" y="1755381"/>
                </a:lnTo>
                <a:cubicBezTo>
                  <a:pt x="604383" y="1742566"/>
                  <a:pt x="546179" y="1740638"/>
                  <a:pt x="489791" y="1727823"/>
                </a:cubicBezTo>
                <a:lnTo>
                  <a:pt x="323711" y="1678625"/>
                </a:lnTo>
                <a:lnTo>
                  <a:pt x="0" y="1561822"/>
                </a:lnTo>
                <a:close/>
              </a:path>
            </a:pathLst>
          </a:custGeom>
          <a:solidFill>
            <a:srgbClr val="FFC000"/>
          </a:solidFill>
          <a:ln w="12700" cap="flat" cmpd="sng" algn="ctr">
            <a:no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35" name="任意多边形 34"/>
          <p:cNvSpPr/>
          <p:nvPr/>
        </p:nvSpPr>
        <p:spPr bwMode="auto">
          <a:xfrm>
            <a:off x="7401859" y="1814982"/>
            <a:ext cx="293096" cy="1190224"/>
          </a:xfrm>
          <a:custGeom>
            <a:avLst/>
            <a:gdLst>
              <a:gd name="connsiteX0" fmla="*/ 0 w 313699"/>
              <a:gd name="connsiteY0" fmla="*/ 1321541 h 1321541"/>
              <a:gd name="connsiteX1" fmla="*/ 0 w 313699"/>
              <a:gd name="connsiteY1" fmla="*/ 180210 h 1321541"/>
              <a:gd name="connsiteX2" fmla="*/ 313699 w 313699"/>
              <a:gd name="connsiteY2" fmla="*/ 0 h 1321541"/>
              <a:gd name="connsiteX3" fmla="*/ 313699 w 313699"/>
              <a:gd name="connsiteY3" fmla="*/ 1124645 h 1321541"/>
              <a:gd name="connsiteX4" fmla="*/ 170198 w 313699"/>
              <a:gd name="connsiteY4" fmla="*/ 1224762 h 1321541"/>
              <a:gd name="connsiteX5" fmla="*/ 0 w 313699"/>
              <a:gd name="connsiteY5" fmla="*/ 1321541 h 1321541"/>
              <a:gd name="connsiteX0" fmla="*/ 0 w 315501"/>
              <a:gd name="connsiteY0" fmla="*/ 1332352 h 1332352"/>
              <a:gd name="connsiteX1" fmla="*/ 0 w 315501"/>
              <a:gd name="connsiteY1" fmla="*/ 191021 h 1332352"/>
              <a:gd name="connsiteX2" fmla="*/ 315501 w 315501"/>
              <a:gd name="connsiteY2" fmla="*/ 0 h 1332352"/>
              <a:gd name="connsiteX3" fmla="*/ 313699 w 315501"/>
              <a:gd name="connsiteY3" fmla="*/ 1135456 h 1332352"/>
              <a:gd name="connsiteX4" fmla="*/ 170198 w 315501"/>
              <a:gd name="connsiteY4" fmla="*/ 1235573 h 1332352"/>
              <a:gd name="connsiteX5" fmla="*/ 0 w 315501"/>
              <a:gd name="connsiteY5" fmla="*/ 1332352 h 1332352"/>
              <a:gd name="connsiteX0" fmla="*/ 10810 w 326311"/>
              <a:gd name="connsiteY0" fmla="*/ 1332352 h 1332352"/>
              <a:gd name="connsiteX1" fmla="*/ 0 w 326311"/>
              <a:gd name="connsiteY1" fmla="*/ 207235 h 1332352"/>
              <a:gd name="connsiteX2" fmla="*/ 326311 w 326311"/>
              <a:gd name="connsiteY2" fmla="*/ 0 h 1332352"/>
              <a:gd name="connsiteX3" fmla="*/ 324509 w 326311"/>
              <a:gd name="connsiteY3" fmla="*/ 1135456 h 1332352"/>
              <a:gd name="connsiteX4" fmla="*/ 181008 w 326311"/>
              <a:gd name="connsiteY4" fmla="*/ 1235573 h 1332352"/>
              <a:gd name="connsiteX5" fmla="*/ 10810 w 326311"/>
              <a:gd name="connsiteY5" fmla="*/ 1332352 h 1332352"/>
              <a:gd name="connsiteX0" fmla="*/ 10810 w 324547"/>
              <a:gd name="connsiteY0" fmla="*/ 1317938 h 1317938"/>
              <a:gd name="connsiteX1" fmla="*/ 0 w 324547"/>
              <a:gd name="connsiteY1" fmla="*/ 192821 h 1317938"/>
              <a:gd name="connsiteX2" fmla="*/ 319105 w 324547"/>
              <a:gd name="connsiteY2" fmla="*/ 0 h 1317938"/>
              <a:gd name="connsiteX3" fmla="*/ 324509 w 324547"/>
              <a:gd name="connsiteY3" fmla="*/ 1121042 h 1317938"/>
              <a:gd name="connsiteX4" fmla="*/ 181008 w 324547"/>
              <a:gd name="connsiteY4" fmla="*/ 1221159 h 1317938"/>
              <a:gd name="connsiteX5" fmla="*/ 10810 w 324547"/>
              <a:gd name="connsiteY5" fmla="*/ 1317938 h 13179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4547" h="1317938">
                <a:moveTo>
                  <a:pt x="10810" y="1317938"/>
                </a:moveTo>
                <a:lnTo>
                  <a:pt x="0" y="192821"/>
                </a:lnTo>
                <a:lnTo>
                  <a:pt x="319105" y="0"/>
                </a:lnTo>
                <a:cubicBezTo>
                  <a:pt x="318504" y="378485"/>
                  <a:pt x="325110" y="742557"/>
                  <a:pt x="324509" y="1121042"/>
                </a:cubicBezTo>
                <a:lnTo>
                  <a:pt x="181008" y="1221159"/>
                </a:lnTo>
                <a:lnTo>
                  <a:pt x="10810" y="1317938"/>
                </a:lnTo>
                <a:close/>
              </a:path>
            </a:pathLst>
          </a:custGeom>
          <a:solidFill>
            <a:srgbClr val="CCECFF"/>
          </a:solidFill>
          <a:ln w="12700" cap="flat" cmpd="sng" algn="ctr">
            <a:no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cxnSp>
        <p:nvCxnSpPr>
          <p:cNvPr id="36" name="直接连接符 35"/>
          <p:cNvCxnSpPr/>
          <p:nvPr/>
        </p:nvCxnSpPr>
        <p:spPr bwMode="auto">
          <a:xfrm>
            <a:off x="6284530" y="2676698"/>
            <a:ext cx="0" cy="569615"/>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7" name="直接连接符 36"/>
          <p:cNvCxnSpPr/>
          <p:nvPr/>
        </p:nvCxnSpPr>
        <p:spPr bwMode="auto">
          <a:xfrm>
            <a:off x="6003532" y="2848487"/>
            <a:ext cx="0" cy="379744"/>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8" name="Text Box 115"/>
          <p:cNvSpPr txBox="1">
            <a:spLocks noChangeArrowheads="1"/>
          </p:cNvSpPr>
          <p:nvPr/>
        </p:nvSpPr>
        <p:spPr bwMode="auto">
          <a:xfrm>
            <a:off x="5034828" y="2954667"/>
            <a:ext cx="590670" cy="3480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1800" b="1">
                <a:solidFill>
                  <a:schemeClr val="tx1"/>
                </a:solidFill>
                <a:latin typeface="Times New Roman" panose="02020603050405020304" pitchFamily="18" charset="0"/>
              </a:rPr>
              <a:t>A</a:t>
            </a:r>
          </a:p>
        </p:txBody>
      </p:sp>
      <p:sp>
        <p:nvSpPr>
          <p:cNvPr id="39" name="Text Box 133"/>
          <p:cNvSpPr txBox="1">
            <a:spLocks noChangeArrowheads="1"/>
          </p:cNvSpPr>
          <p:nvPr/>
        </p:nvSpPr>
        <p:spPr bwMode="auto">
          <a:xfrm>
            <a:off x="5999628" y="754390"/>
            <a:ext cx="373979" cy="3710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1800" b="1" dirty="0">
                <a:solidFill>
                  <a:schemeClr val="tx1"/>
                </a:solidFill>
                <a:latin typeface="Times New Roman" panose="02020603050405020304" pitchFamily="18" charset="0"/>
              </a:rPr>
              <a:t>O</a:t>
            </a:r>
          </a:p>
        </p:txBody>
      </p:sp>
      <p:sp>
        <p:nvSpPr>
          <p:cNvPr id="40" name="Text Box 135"/>
          <p:cNvSpPr txBox="1">
            <a:spLocks noChangeArrowheads="1"/>
          </p:cNvSpPr>
          <p:nvPr/>
        </p:nvSpPr>
        <p:spPr bwMode="auto">
          <a:xfrm>
            <a:off x="6331114" y="2836501"/>
            <a:ext cx="322580" cy="3480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1800" b="1" dirty="0">
                <a:solidFill>
                  <a:srgbClr val="C00000"/>
                </a:solidFill>
                <a:latin typeface="Times New Roman" panose="02020603050405020304" pitchFamily="18" charset="0"/>
              </a:rPr>
              <a:t>0</a:t>
            </a:r>
          </a:p>
        </p:txBody>
      </p:sp>
      <p:sp>
        <p:nvSpPr>
          <p:cNvPr id="41" name="Text Box 136"/>
          <p:cNvSpPr txBox="1">
            <a:spLocks noChangeArrowheads="1"/>
          </p:cNvSpPr>
          <p:nvPr/>
        </p:nvSpPr>
        <p:spPr bwMode="auto">
          <a:xfrm>
            <a:off x="6325530" y="1309866"/>
            <a:ext cx="478166" cy="3845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1800" b="1" dirty="0">
                <a:solidFill>
                  <a:srgbClr val="C00000"/>
                </a:solidFill>
                <a:latin typeface="Times New Roman" panose="02020603050405020304" pitchFamily="18" charset="0"/>
                <a:sym typeface="Symbol" panose="05050102010706020507" pitchFamily="18" charset="2"/>
              </a:rPr>
              <a:t> </a:t>
            </a:r>
            <a:r>
              <a:rPr kumimoji="1" lang="en-US" altLang="zh-CN" sz="1800" b="1" i="1" dirty="0">
                <a:solidFill>
                  <a:srgbClr val="C00000"/>
                </a:solidFill>
                <a:latin typeface="Times New Roman" panose="02020603050405020304" pitchFamily="18" charset="0"/>
                <a:sym typeface="Symbol" panose="05050102010706020507" pitchFamily="18" charset="2"/>
              </a:rPr>
              <a:t></a:t>
            </a:r>
            <a:r>
              <a:rPr kumimoji="1" lang="en-US" altLang="zh-CN" sz="1800" b="1" baseline="-25000" dirty="0" err="1">
                <a:solidFill>
                  <a:srgbClr val="C00000"/>
                </a:solidFill>
                <a:latin typeface="Times New Roman" panose="02020603050405020304" pitchFamily="18" charset="0"/>
                <a:sym typeface="Symbol" panose="05050102010706020507" pitchFamily="18" charset="2"/>
              </a:rPr>
              <a:t>i</a:t>
            </a:r>
            <a:endParaRPr kumimoji="1" lang="en-US" altLang="zh-CN" sz="1800" b="1" baseline="-25000" dirty="0">
              <a:solidFill>
                <a:srgbClr val="C00000"/>
              </a:solidFill>
              <a:latin typeface="Times New Roman" panose="02020603050405020304" pitchFamily="18" charset="0"/>
            </a:endParaRPr>
          </a:p>
        </p:txBody>
      </p:sp>
      <p:sp>
        <p:nvSpPr>
          <p:cNvPr id="42" name="Text Box 141"/>
          <p:cNvSpPr txBox="1">
            <a:spLocks noChangeArrowheads="1"/>
          </p:cNvSpPr>
          <p:nvPr/>
        </p:nvSpPr>
        <p:spPr bwMode="auto">
          <a:xfrm>
            <a:off x="7766988" y="1359837"/>
            <a:ext cx="407161" cy="3480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1800" b="1" dirty="0">
                <a:solidFill>
                  <a:schemeClr val="tx1"/>
                </a:solidFill>
                <a:latin typeface="Times New Roman" panose="02020603050405020304" pitchFamily="18" charset="0"/>
              </a:rPr>
              <a:t>B</a:t>
            </a:r>
          </a:p>
        </p:txBody>
      </p:sp>
      <p:sp>
        <p:nvSpPr>
          <p:cNvPr id="43" name="任意多边形 42"/>
          <p:cNvSpPr/>
          <p:nvPr/>
        </p:nvSpPr>
        <p:spPr bwMode="auto">
          <a:xfrm>
            <a:off x="5029070" y="1638406"/>
            <a:ext cx="4043035" cy="1403368"/>
          </a:xfrm>
          <a:custGeom>
            <a:avLst/>
            <a:gdLst>
              <a:gd name="connsiteX0" fmla="*/ 0 w 4476860"/>
              <a:gd name="connsiteY0" fmla="*/ 1553952 h 1553952"/>
              <a:gd name="connsiteX1" fmla="*/ 745263 w 4476860"/>
              <a:gd name="connsiteY1" fmla="*/ 1553952 h 1553952"/>
              <a:gd name="connsiteX2" fmla="*/ 3255898 w 4476860"/>
              <a:gd name="connsiteY2" fmla="*/ 0 h 1553952"/>
              <a:gd name="connsiteX3" fmla="*/ 4476860 w 4476860"/>
              <a:gd name="connsiteY3" fmla="*/ 0 h 1553952"/>
            </a:gdLst>
            <a:ahLst/>
            <a:cxnLst>
              <a:cxn ang="0">
                <a:pos x="connsiteX0" y="connsiteY0"/>
              </a:cxn>
              <a:cxn ang="0">
                <a:pos x="connsiteX1" y="connsiteY1"/>
              </a:cxn>
              <a:cxn ang="0">
                <a:pos x="connsiteX2" y="connsiteY2"/>
              </a:cxn>
              <a:cxn ang="0">
                <a:pos x="connsiteX3" y="connsiteY3"/>
              </a:cxn>
            </a:cxnLst>
            <a:rect l="l" t="t" r="r" b="b"/>
            <a:pathLst>
              <a:path w="4476860" h="1553952">
                <a:moveTo>
                  <a:pt x="0" y="1553952"/>
                </a:moveTo>
                <a:lnTo>
                  <a:pt x="745263" y="1553952"/>
                </a:lnTo>
                <a:lnTo>
                  <a:pt x="3255898" y="0"/>
                </a:lnTo>
                <a:lnTo>
                  <a:pt x="4476860" y="0"/>
                </a:lnTo>
              </a:path>
            </a:pathLst>
          </a:custGeom>
          <a:noFill/>
          <a:ln w="19050" cap="flat" cmpd="sng" algn="ctr">
            <a:solidFill>
              <a:srgbClr val="000066"/>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cxnSp>
        <p:nvCxnSpPr>
          <p:cNvPr id="44" name="直接连接符 43"/>
          <p:cNvCxnSpPr/>
          <p:nvPr/>
        </p:nvCxnSpPr>
        <p:spPr bwMode="auto">
          <a:xfrm>
            <a:off x="6392787" y="996025"/>
            <a:ext cx="0" cy="2398202"/>
          </a:xfrm>
          <a:prstGeom prst="line">
            <a:avLst/>
          </a:prstGeom>
          <a:noFill/>
          <a:ln w="12700" cap="flat" cmpd="sng" algn="ctr">
            <a:solidFill>
              <a:schemeClr val="tx1"/>
            </a:solidFill>
            <a:prstDash val="lgDashDot"/>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5" name="直接连接符 44"/>
          <p:cNvCxnSpPr/>
          <p:nvPr/>
        </p:nvCxnSpPr>
        <p:spPr bwMode="auto">
          <a:xfrm>
            <a:off x="5707465" y="3033833"/>
            <a:ext cx="0" cy="111512"/>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6" name="直接连接符 45"/>
          <p:cNvCxnSpPr/>
          <p:nvPr/>
        </p:nvCxnSpPr>
        <p:spPr bwMode="auto">
          <a:xfrm>
            <a:off x="6565528" y="2507924"/>
            <a:ext cx="0" cy="738544"/>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7" name="直接连接符 46"/>
          <p:cNvCxnSpPr/>
          <p:nvPr/>
        </p:nvCxnSpPr>
        <p:spPr bwMode="auto">
          <a:xfrm>
            <a:off x="6846527" y="2333122"/>
            <a:ext cx="0" cy="873789"/>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8" name="直接连接符 47"/>
          <p:cNvCxnSpPr/>
          <p:nvPr/>
        </p:nvCxnSpPr>
        <p:spPr bwMode="auto">
          <a:xfrm>
            <a:off x="7127525" y="2152291"/>
            <a:ext cx="0" cy="974832"/>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9" name="直接连接符 48"/>
          <p:cNvCxnSpPr/>
          <p:nvPr/>
        </p:nvCxnSpPr>
        <p:spPr bwMode="auto">
          <a:xfrm>
            <a:off x="7408523" y="1986531"/>
            <a:ext cx="0" cy="1018234"/>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0" name="直接连接符 49"/>
          <p:cNvCxnSpPr/>
          <p:nvPr/>
        </p:nvCxnSpPr>
        <p:spPr bwMode="auto">
          <a:xfrm>
            <a:off x="7689522" y="1811728"/>
            <a:ext cx="0" cy="1025473"/>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1" name="直接连接符 50"/>
          <p:cNvCxnSpPr>
            <a:stCxn id="43" idx="2"/>
          </p:cNvCxnSpPr>
          <p:nvPr/>
        </p:nvCxnSpPr>
        <p:spPr bwMode="auto">
          <a:xfrm>
            <a:off x="7969459" y="1638406"/>
            <a:ext cx="1061" cy="952877"/>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2" name="直接连接符 51"/>
          <p:cNvCxnSpPr/>
          <p:nvPr/>
        </p:nvCxnSpPr>
        <p:spPr bwMode="auto">
          <a:xfrm>
            <a:off x="8251518" y="1630898"/>
            <a:ext cx="0" cy="615018"/>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3" name="直接箭头连接符 52"/>
          <p:cNvCxnSpPr/>
          <p:nvPr/>
        </p:nvCxnSpPr>
        <p:spPr bwMode="auto">
          <a:xfrm>
            <a:off x="6389188" y="1001906"/>
            <a:ext cx="2114656" cy="639415"/>
          </a:xfrm>
          <a:prstGeom prst="straightConnector1">
            <a:avLst/>
          </a:prstGeom>
          <a:noFill/>
          <a:ln w="12700" cap="flat" cmpd="sng" algn="ctr">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4" name="直接箭头连接符 53"/>
          <p:cNvCxnSpPr>
            <a:endCxn id="75" idx="0"/>
          </p:cNvCxnSpPr>
          <p:nvPr/>
        </p:nvCxnSpPr>
        <p:spPr bwMode="auto">
          <a:xfrm flipH="1">
            <a:off x="5408552" y="998892"/>
            <a:ext cx="980636" cy="2045268"/>
          </a:xfrm>
          <a:prstGeom prst="straightConnector1">
            <a:avLst/>
          </a:prstGeom>
          <a:noFill/>
          <a:ln w="12700" cap="flat" cmpd="sng" algn="ctr">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56" name="Group 12"/>
          <p:cNvGrpSpPr>
            <a:grpSpLocks/>
          </p:cNvGrpSpPr>
          <p:nvPr/>
        </p:nvGrpSpPr>
        <p:grpSpPr bwMode="auto">
          <a:xfrm>
            <a:off x="8619651" y="1644039"/>
            <a:ext cx="410560" cy="57195"/>
            <a:chOff x="2274" y="1204"/>
            <a:chExt cx="270" cy="44"/>
          </a:xfrm>
        </p:grpSpPr>
        <p:sp>
          <p:nvSpPr>
            <p:cNvPr id="57" name="Line 13"/>
            <p:cNvSpPr>
              <a:spLocks noChangeShapeType="1"/>
            </p:cNvSpPr>
            <p:nvPr/>
          </p:nvSpPr>
          <p:spPr bwMode="auto">
            <a:xfrm flipH="1">
              <a:off x="2274" y="1210"/>
              <a:ext cx="28" cy="34"/>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 name="Line 14"/>
            <p:cNvSpPr>
              <a:spLocks noChangeShapeType="1"/>
            </p:cNvSpPr>
            <p:nvPr/>
          </p:nvSpPr>
          <p:spPr bwMode="auto">
            <a:xfrm flipH="1">
              <a:off x="2304" y="1214"/>
              <a:ext cx="34" cy="34"/>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 name="Line 15"/>
            <p:cNvSpPr>
              <a:spLocks noChangeShapeType="1"/>
            </p:cNvSpPr>
            <p:nvPr/>
          </p:nvSpPr>
          <p:spPr bwMode="auto">
            <a:xfrm flipH="1">
              <a:off x="2346" y="1206"/>
              <a:ext cx="36" cy="42"/>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0" name="Line 16"/>
            <p:cNvSpPr>
              <a:spLocks noChangeShapeType="1"/>
            </p:cNvSpPr>
            <p:nvPr/>
          </p:nvSpPr>
          <p:spPr bwMode="auto">
            <a:xfrm>
              <a:off x="2376" y="1206"/>
              <a:ext cx="40" cy="38"/>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2" name="Line 17"/>
            <p:cNvSpPr>
              <a:spLocks noChangeShapeType="1"/>
            </p:cNvSpPr>
            <p:nvPr/>
          </p:nvSpPr>
          <p:spPr bwMode="auto">
            <a:xfrm>
              <a:off x="2420" y="1210"/>
              <a:ext cx="40" cy="34"/>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3" name="Line 18"/>
            <p:cNvSpPr>
              <a:spLocks noChangeShapeType="1"/>
            </p:cNvSpPr>
            <p:nvPr/>
          </p:nvSpPr>
          <p:spPr bwMode="auto">
            <a:xfrm flipV="1">
              <a:off x="2460" y="1204"/>
              <a:ext cx="46" cy="42"/>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 name="Line 19"/>
            <p:cNvSpPr>
              <a:spLocks noChangeShapeType="1"/>
            </p:cNvSpPr>
            <p:nvPr/>
          </p:nvSpPr>
          <p:spPr bwMode="auto">
            <a:xfrm flipV="1">
              <a:off x="2512" y="1208"/>
              <a:ext cx="32" cy="36"/>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69" name="Text Box 135"/>
          <p:cNvSpPr txBox="1">
            <a:spLocks noChangeArrowheads="1"/>
          </p:cNvSpPr>
          <p:nvPr/>
        </p:nvSpPr>
        <p:spPr bwMode="auto">
          <a:xfrm>
            <a:off x="6560413" y="2764122"/>
            <a:ext cx="322580" cy="3480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1800" b="1" dirty="0">
                <a:solidFill>
                  <a:srgbClr val="C00000"/>
                </a:solidFill>
                <a:latin typeface="Times New Roman" panose="02020603050405020304" pitchFamily="18" charset="0"/>
              </a:rPr>
              <a:t>1</a:t>
            </a:r>
          </a:p>
        </p:txBody>
      </p:sp>
      <p:sp>
        <p:nvSpPr>
          <p:cNvPr id="70" name="Text Box 135"/>
          <p:cNvSpPr txBox="1">
            <a:spLocks noChangeArrowheads="1"/>
          </p:cNvSpPr>
          <p:nvPr/>
        </p:nvSpPr>
        <p:spPr bwMode="auto">
          <a:xfrm>
            <a:off x="6827138" y="2701228"/>
            <a:ext cx="322580" cy="3480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1800" b="1" dirty="0">
                <a:solidFill>
                  <a:srgbClr val="C00000"/>
                </a:solidFill>
                <a:latin typeface="Times New Roman" panose="02020603050405020304" pitchFamily="18" charset="0"/>
              </a:rPr>
              <a:t>2</a:t>
            </a:r>
          </a:p>
        </p:txBody>
      </p:sp>
      <p:sp>
        <p:nvSpPr>
          <p:cNvPr id="72" name="Text Box 135"/>
          <p:cNvSpPr txBox="1">
            <a:spLocks noChangeArrowheads="1"/>
          </p:cNvSpPr>
          <p:nvPr/>
        </p:nvSpPr>
        <p:spPr bwMode="auto">
          <a:xfrm>
            <a:off x="5977810" y="2861083"/>
            <a:ext cx="452181" cy="410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1800" b="1" dirty="0" smtClean="0">
                <a:solidFill>
                  <a:srgbClr val="C00000"/>
                </a:solidFill>
                <a:latin typeface="Times New Roman" panose="02020603050405020304" pitchFamily="18" charset="0"/>
              </a:rPr>
              <a:t>-1</a:t>
            </a:r>
            <a:endParaRPr kumimoji="1" lang="en-US" altLang="zh-CN" sz="1800" b="1" dirty="0">
              <a:solidFill>
                <a:srgbClr val="C00000"/>
              </a:solidFill>
              <a:latin typeface="Times New Roman" panose="02020603050405020304" pitchFamily="18" charset="0"/>
            </a:endParaRPr>
          </a:p>
        </p:txBody>
      </p:sp>
      <p:sp>
        <p:nvSpPr>
          <p:cNvPr id="73" name="Text Box 135"/>
          <p:cNvSpPr txBox="1">
            <a:spLocks noChangeArrowheads="1"/>
          </p:cNvSpPr>
          <p:nvPr/>
        </p:nvSpPr>
        <p:spPr bwMode="auto">
          <a:xfrm>
            <a:off x="5687191" y="2888337"/>
            <a:ext cx="452181" cy="410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1800" b="1" dirty="0" smtClean="0">
                <a:solidFill>
                  <a:srgbClr val="C00000"/>
                </a:solidFill>
                <a:latin typeface="Times New Roman" panose="02020603050405020304" pitchFamily="18" charset="0"/>
              </a:rPr>
              <a:t>-2</a:t>
            </a:r>
            <a:endParaRPr kumimoji="1" lang="en-US" altLang="zh-CN" sz="1800" b="1" dirty="0">
              <a:solidFill>
                <a:srgbClr val="C00000"/>
              </a:solidFill>
              <a:latin typeface="Times New Roman" panose="02020603050405020304" pitchFamily="18" charset="0"/>
            </a:endParaRPr>
          </a:p>
        </p:txBody>
      </p:sp>
      <p:cxnSp>
        <p:nvCxnSpPr>
          <p:cNvPr id="74" name="直接连接符 73"/>
          <p:cNvCxnSpPr/>
          <p:nvPr/>
        </p:nvCxnSpPr>
        <p:spPr bwMode="auto">
          <a:xfrm>
            <a:off x="6385657" y="1004268"/>
            <a:ext cx="1188856" cy="1909769"/>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5" name="任意多边形 74"/>
          <p:cNvSpPr/>
          <p:nvPr/>
        </p:nvSpPr>
        <p:spPr bwMode="auto">
          <a:xfrm>
            <a:off x="5408552" y="1636019"/>
            <a:ext cx="3128937" cy="1616062"/>
          </a:xfrm>
          <a:custGeom>
            <a:avLst/>
            <a:gdLst>
              <a:gd name="connsiteX0" fmla="*/ 0 w 3464678"/>
              <a:gd name="connsiteY0" fmla="*/ 1559237 h 1789468"/>
              <a:gd name="connsiteX1" fmla="*/ 224636 w 3464678"/>
              <a:gd name="connsiteY1" fmla="*/ 1646449 h 1789468"/>
              <a:gd name="connsiteX2" fmla="*/ 502127 w 3464678"/>
              <a:gd name="connsiteY2" fmla="*/ 1731018 h 1789468"/>
              <a:gd name="connsiteX3" fmla="*/ 824546 w 3464678"/>
              <a:gd name="connsiteY3" fmla="*/ 1778588 h 1789468"/>
              <a:gd name="connsiteX4" fmla="*/ 1218319 w 3464678"/>
              <a:gd name="connsiteY4" fmla="*/ 1786516 h 1789468"/>
              <a:gd name="connsiteX5" fmla="*/ 1585665 w 3464678"/>
              <a:gd name="connsiteY5" fmla="*/ 1738946 h 1789468"/>
              <a:gd name="connsiteX6" fmla="*/ 1910726 w 3464678"/>
              <a:gd name="connsiteY6" fmla="*/ 1646449 h 1789468"/>
              <a:gd name="connsiteX7" fmla="*/ 2145933 w 3464678"/>
              <a:gd name="connsiteY7" fmla="*/ 1548666 h 1789468"/>
              <a:gd name="connsiteX8" fmla="*/ 2402282 w 3464678"/>
              <a:gd name="connsiteY8" fmla="*/ 1411242 h 1789468"/>
              <a:gd name="connsiteX9" fmla="*/ 2648060 w 3464678"/>
              <a:gd name="connsiteY9" fmla="*/ 1228891 h 1789468"/>
              <a:gd name="connsiteX10" fmla="*/ 2880625 w 3464678"/>
              <a:gd name="connsiteY10" fmla="*/ 1001612 h 1789468"/>
              <a:gd name="connsiteX11" fmla="*/ 3121117 w 3464678"/>
              <a:gd name="connsiteY11" fmla="*/ 713549 h 1789468"/>
              <a:gd name="connsiteX12" fmla="*/ 3282326 w 3464678"/>
              <a:gd name="connsiteY12" fmla="*/ 443986 h 1789468"/>
              <a:gd name="connsiteX13" fmla="*/ 3409180 w 3464678"/>
              <a:gd name="connsiteY13" fmla="*/ 177066 h 1789468"/>
              <a:gd name="connsiteX14" fmla="*/ 3464678 w 3464678"/>
              <a:gd name="connsiteY14" fmla="*/ 0 h 1789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464678" h="1789468">
                <a:moveTo>
                  <a:pt x="0" y="1559237"/>
                </a:moveTo>
                <a:cubicBezTo>
                  <a:pt x="70474" y="1588528"/>
                  <a:pt x="140948" y="1617819"/>
                  <a:pt x="224636" y="1646449"/>
                </a:cubicBezTo>
                <a:cubicBezTo>
                  <a:pt x="308324" y="1675079"/>
                  <a:pt x="402142" y="1708995"/>
                  <a:pt x="502127" y="1731018"/>
                </a:cubicBezTo>
                <a:cubicBezTo>
                  <a:pt x="602112" y="1753041"/>
                  <a:pt x="705181" y="1769338"/>
                  <a:pt x="824546" y="1778588"/>
                </a:cubicBezTo>
                <a:cubicBezTo>
                  <a:pt x="943911" y="1787838"/>
                  <a:pt x="1091466" y="1793123"/>
                  <a:pt x="1218319" y="1786516"/>
                </a:cubicBezTo>
                <a:cubicBezTo>
                  <a:pt x="1345172" y="1779909"/>
                  <a:pt x="1470264" y="1762290"/>
                  <a:pt x="1585665" y="1738946"/>
                </a:cubicBezTo>
                <a:cubicBezTo>
                  <a:pt x="1701066" y="1715602"/>
                  <a:pt x="1817348" y="1678162"/>
                  <a:pt x="1910726" y="1646449"/>
                </a:cubicBezTo>
                <a:cubicBezTo>
                  <a:pt x="2004104" y="1614736"/>
                  <a:pt x="2064007" y="1587867"/>
                  <a:pt x="2145933" y="1548666"/>
                </a:cubicBezTo>
                <a:cubicBezTo>
                  <a:pt x="2227859" y="1509465"/>
                  <a:pt x="2318594" y="1464538"/>
                  <a:pt x="2402282" y="1411242"/>
                </a:cubicBezTo>
                <a:cubicBezTo>
                  <a:pt x="2485970" y="1357946"/>
                  <a:pt x="2568336" y="1297163"/>
                  <a:pt x="2648060" y="1228891"/>
                </a:cubicBezTo>
                <a:cubicBezTo>
                  <a:pt x="2727784" y="1160619"/>
                  <a:pt x="2801782" y="1087502"/>
                  <a:pt x="2880625" y="1001612"/>
                </a:cubicBezTo>
                <a:cubicBezTo>
                  <a:pt x="2959468" y="915722"/>
                  <a:pt x="3054167" y="806487"/>
                  <a:pt x="3121117" y="713549"/>
                </a:cubicBezTo>
                <a:cubicBezTo>
                  <a:pt x="3188067" y="620611"/>
                  <a:pt x="3234316" y="533400"/>
                  <a:pt x="3282326" y="443986"/>
                </a:cubicBezTo>
                <a:cubicBezTo>
                  <a:pt x="3330336" y="354572"/>
                  <a:pt x="3378788" y="251064"/>
                  <a:pt x="3409180" y="177066"/>
                </a:cubicBezTo>
                <a:cubicBezTo>
                  <a:pt x="3439572" y="103068"/>
                  <a:pt x="3452125" y="51534"/>
                  <a:pt x="3464678" y="0"/>
                </a:cubicBezTo>
              </a:path>
            </a:pathLst>
          </a:custGeom>
          <a:noFill/>
          <a:ln w="19050" cap="flat" cmpd="sng" algn="ctr">
            <a:solidFill>
              <a:srgbClr val="C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76" name="Arc 52"/>
          <p:cNvSpPr>
            <a:spLocks/>
          </p:cNvSpPr>
          <p:nvPr/>
        </p:nvSpPr>
        <p:spPr bwMode="auto">
          <a:xfrm rot="6458630">
            <a:off x="6418566" y="1250574"/>
            <a:ext cx="123066" cy="151653"/>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9525">
            <a:solidFill>
              <a:schemeClr val="tx1"/>
            </a:solidFill>
            <a:round/>
            <a:headEnd type="triangle" w="med" len="me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7" name="Text Box 2450"/>
          <p:cNvSpPr txBox="1">
            <a:spLocks noChangeArrowheads="1"/>
          </p:cNvSpPr>
          <p:nvPr/>
        </p:nvSpPr>
        <p:spPr bwMode="auto">
          <a:xfrm>
            <a:off x="6931524" y="1119913"/>
            <a:ext cx="317328" cy="3480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800" b="1" i="1" dirty="0"/>
              <a:t>R</a:t>
            </a:r>
          </a:p>
        </p:txBody>
      </p:sp>
      <p:sp>
        <p:nvSpPr>
          <p:cNvPr id="79" name="Text Box 135"/>
          <p:cNvSpPr txBox="1">
            <a:spLocks noChangeArrowheads="1"/>
          </p:cNvSpPr>
          <p:nvPr/>
        </p:nvSpPr>
        <p:spPr bwMode="auto">
          <a:xfrm>
            <a:off x="7073271" y="2498308"/>
            <a:ext cx="322580" cy="3480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1800" b="1" dirty="0" smtClean="0">
                <a:solidFill>
                  <a:srgbClr val="C00000"/>
                </a:solidFill>
                <a:latin typeface="Times New Roman" panose="02020603050405020304" pitchFamily="18" charset="0"/>
              </a:rPr>
              <a:t>…</a:t>
            </a:r>
            <a:endParaRPr kumimoji="1" lang="en-US" altLang="zh-CN" sz="1800" b="1" dirty="0">
              <a:solidFill>
                <a:srgbClr val="C00000"/>
              </a:solidFill>
              <a:latin typeface="Times New Roman" panose="02020603050405020304" pitchFamily="18" charset="0"/>
            </a:endParaRPr>
          </a:p>
        </p:txBody>
      </p:sp>
      <p:sp>
        <p:nvSpPr>
          <p:cNvPr id="80" name="Text Box 135"/>
          <p:cNvSpPr txBox="1">
            <a:spLocks noChangeArrowheads="1"/>
          </p:cNvSpPr>
          <p:nvPr/>
        </p:nvSpPr>
        <p:spPr bwMode="auto">
          <a:xfrm>
            <a:off x="7665993" y="2156742"/>
            <a:ext cx="322580" cy="3480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1800" b="1" dirty="0" smtClean="0">
                <a:solidFill>
                  <a:srgbClr val="C00000"/>
                </a:solidFill>
                <a:latin typeface="Times New Roman" panose="02020603050405020304" pitchFamily="18" charset="0"/>
              </a:rPr>
              <a:t>…</a:t>
            </a:r>
            <a:endParaRPr kumimoji="1" lang="en-US" altLang="zh-CN" sz="1800" b="1" dirty="0">
              <a:solidFill>
                <a:srgbClr val="C00000"/>
              </a:solidFill>
              <a:latin typeface="Times New Roman" panose="02020603050405020304" pitchFamily="18" charset="0"/>
            </a:endParaRPr>
          </a:p>
        </p:txBody>
      </p:sp>
      <p:sp>
        <p:nvSpPr>
          <p:cNvPr id="81" name="Text Box 135"/>
          <p:cNvSpPr txBox="1">
            <a:spLocks noChangeArrowheads="1"/>
          </p:cNvSpPr>
          <p:nvPr/>
        </p:nvSpPr>
        <p:spPr bwMode="auto">
          <a:xfrm>
            <a:off x="7966373" y="1914631"/>
            <a:ext cx="322580" cy="3710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1800" b="1" dirty="0">
                <a:solidFill>
                  <a:srgbClr val="C00000"/>
                </a:solidFill>
                <a:latin typeface="Times New Roman" panose="02020603050405020304" pitchFamily="18" charset="0"/>
              </a:rPr>
              <a:t>7</a:t>
            </a:r>
          </a:p>
        </p:txBody>
      </p:sp>
      <p:sp>
        <p:nvSpPr>
          <p:cNvPr id="82" name="Text Box 135"/>
          <p:cNvSpPr txBox="1">
            <a:spLocks noChangeArrowheads="1"/>
          </p:cNvSpPr>
          <p:nvPr/>
        </p:nvSpPr>
        <p:spPr bwMode="auto">
          <a:xfrm>
            <a:off x="8224562" y="1576085"/>
            <a:ext cx="322580" cy="3710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1800" b="1" dirty="0" smtClean="0">
                <a:solidFill>
                  <a:srgbClr val="C00000"/>
                </a:solidFill>
                <a:latin typeface="Times New Roman" panose="02020603050405020304" pitchFamily="18" charset="0"/>
              </a:rPr>
              <a:t>8</a:t>
            </a:r>
            <a:endParaRPr kumimoji="1" lang="en-US" altLang="zh-CN" sz="1800" b="1" dirty="0">
              <a:solidFill>
                <a:srgbClr val="C00000"/>
              </a:solidFill>
              <a:latin typeface="Times New Roman" panose="02020603050405020304" pitchFamily="18" charset="0"/>
            </a:endParaRPr>
          </a:p>
        </p:txBody>
      </p:sp>
      <p:sp>
        <p:nvSpPr>
          <p:cNvPr id="95" name="Text Box 46"/>
          <p:cNvSpPr txBox="1">
            <a:spLocks noChangeArrowheads="1"/>
          </p:cNvSpPr>
          <p:nvPr/>
        </p:nvSpPr>
        <p:spPr bwMode="auto">
          <a:xfrm>
            <a:off x="605872" y="1341900"/>
            <a:ext cx="2720802" cy="5155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180975" indent="-180975" eaLnBrk="1" hangingPunct="1">
              <a:lnSpc>
                <a:spcPct val="125000"/>
              </a:lnSpc>
              <a:spcBef>
                <a:spcPct val="0"/>
              </a:spcBef>
              <a:spcAft>
                <a:spcPct val="0"/>
              </a:spcAft>
              <a:buClr>
                <a:srgbClr val="C00000"/>
              </a:buClr>
              <a:buSzPct val="130000"/>
              <a:buFont typeface="Arial" panose="020B0604020202020204" pitchFamily="34" charset="0"/>
              <a:buChar char="•"/>
            </a:pPr>
            <a:r>
              <a:rPr lang="zh-CN" altLang="en-US" sz="2200" b="1" dirty="0" smtClean="0">
                <a:solidFill>
                  <a:srgbClr val="000066"/>
                </a:solidFill>
                <a:ea typeface="幼圆" panose="02010509060101010101" pitchFamily="49" charset="-122"/>
                <a:cs typeface="Times New Roman" panose="02020603050405020304" pitchFamily="18" charset="0"/>
              </a:rPr>
              <a:t>整体</a:t>
            </a:r>
            <a:r>
              <a:rPr lang="zh-CN" altLang="en-US" sz="2200" b="1" dirty="0">
                <a:solidFill>
                  <a:srgbClr val="000066"/>
                </a:solidFill>
                <a:ea typeface="幼圆" panose="02010509060101010101" pitchFamily="49" charset="-122"/>
                <a:cs typeface="Times New Roman" panose="02020603050405020304" pitchFamily="18" charset="0"/>
              </a:rPr>
              <a:t>力矩平衡：</a:t>
            </a:r>
          </a:p>
        </p:txBody>
      </p:sp>
      <p:sp>
        <p:nvSpPr>
          <p:cNvPr id="100" name="AutoShape 5"/>
          <p:cNvSpPr>
            <a:spLocks noChangeArrowheads="1"/>
          </p:cNvSpPr>
          <p:nvPr/>
        </p:nvSpPr>
        <p:spPr bwMode="auto">
          <a:xfrm>
            <a:off x="1076053" y="3124265"/>
            <a:ext cx="466960" cy="376146"/>
          </a:xfrm>
          <a:prstGeom prst="homePlate">
            <a:avLst>
              <a:gd name="adj" fmla="val 33632"/>
            </a:avLst>
          </a:prstGeom>
          <a:solidFill>
            <a:schemeClr val="accent2"/>
          </a:solidFill>
          <a:ln w="9525">
            <a:solidFill>
              <a:schemeClr val="tx1"/>
            </a:solidFill>
            <a:miter lim="800000"/>
            <a:headEnd/>
            <a:tailEnd/>
          </a:ln>
        </p:spPr>
        <p:txBody>
          <a:bodyPr anchor="ctr"/>
          <a:lstStyle/>
          <a:p>
            <a:endParaRPr lang="zh-CN" altLang="en-US"/>
          </a:p>
        </p:txBody>
      </p:sp>
      <p:sp>
        <p:nvSpPr>
          <p:cNvPr id="83" name="Text Box 7"/>
          <p:cNvSpPr txBox="1">
            <a:spLocks noChangeArrowheads="1"/>
          </p:cNvSpPr>
          <p:nvPr/>
        </p:nvSpPr>
        <p:spPr bwMode="auto">
          <a:xfrm>
            <a:off x="0" y="0"/>
            <a:ext cx="5420412"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1800" b="1" kern="900" spc="130" dirty="0" smtClean="0">
                <a:solidFill>
                  <a:srgbClr val="000066"/>
                </a:solidFill>
                <a:ea typeface="黑体" panose="02010609060101010101" pitchFamily="49" charset="-122"/>
                <a:cs typeface="Times New Roman" panose="02020603050405020304" pitchFamily="18" charset="0"/>
              </a:rPr>
              <a:t>§7.3  </a:t>
            </a:r>
            <a:r>
              <a:rPr lang="zh-CN" altLang="en-US" sz="1800" b="1" kern="900" spc="130" dirty="0" smtClean="0">
                <a:solidFill>
                  <a:srgbClr val="000066"/>
                </a:solidFill>
                <a:ea typeface="黑体" panose="02010609060101010101" pitchFamily="49" charset="-122"/>
                <a:cs typeface="Times New Roman" panose="02020603050405020304" pitchFamily="18" charset="0"/>
              </a:rPr>
              <a:t>黏性</a:t>
            </a:r>
            <a:r>
              <a:rPr lang="zh-CN" altLang="en-US" sz="1800" b="1" kern="900" spc="130" dirty="0">
                <a:solidFill>
                  <a:srgbClr val="000066"/>
                </a:solidFill>
                <a:ea typeface="黑体" panose="02010609060101010101" pitchFamily="49" charset="-122"/>
                <a:cs typeface="Times New Roman" panose="02020603050405020304" pitchFamily="18" charset="0"/>
              </a:rPr>
              <a:t>土坡的稳定</a:t>
            </a:r>
            <a:r>
              <a:rPr lang="zh-CN" altLang="en-US" sz="1800" b="1" kern="900" spc="130" dirty="0" smtClean="0">
                <a:solidFill>
                  <a:srgbClr val="000066"/>
                </a:solidFill>
                <a:ea typeface="黑体" panose="02010609060101010101" pitchFamily="49" charset="-122"/>
                <a:cs typeface="Times New Roman" panose="02020603050405020304" pitchFamily="18" charset="0"/>
              </a:rPr>
              <a:t>分析 </a:t>
            </a:r>
            <a:r>
              <a:rPr lang="en-US" altLang="zh-CN" sz="1800" b="1" kern="900" spc="130" dirty="0" smtClean="0">
                <a:solidFill>
                  <a:srgbClr val="000066"/>
                </a:solidFill>
                <a:ea typeface="黑体" panose="02010609060101010101" pitchFamily="49" charset="-122"/>
                <a:cs typeface="Times New Roman" panose="02020603050405020304" pitchFamily="18" charset="0"/>
              </a:rPr>
              <a:t>- </a:t>
            </a:r>
            <a:r>
              <a:rPr lang="zh-CN" altLang="en-US" sz="1800" b="1" kern="900" spc="130" dirty="0" smtClean="0">
                <a:solidFill>
                  <a:srgbClr val="000066"/>
                </a:solidFill>
                <a:ea typeface="黑体" panose="02010609060101010101" pitchFamily="49" charset="-122"/>
                <a:cs typeface="Times New Roman" panose="02020603050405020304" pitchFamily="18" charset="0"/>
              </a:rPr>
              <a:t>简化</a:t>
            </a:r>
            <a:r>
              <a:rPr lang="zh-CN" altLang="en-US" sz="1800" b="1" kern="900" spc="130" dirty="0">
                <a:solidFill>
                  <a:srgbClr val="000066"/>
                </a:solidFill>
                <a:ea typeface="黑体" panose="02010609060101010101" pitchFamily="49" charset="-122"/>
                <a:cs typeface="Times New Roman" panose="02020603050405020304" pitchFamily="18" charset="0"/>
              </a:rPr>
              <a:t>毕肖甫</a:t>
            </a:r>
            <a:r>
              <a:rPr lang="zh-CN" altLang="en-US" sz="1800" b="1" kern="900" spc="130" dirty="0" smtClean="0">
                <a:solidFill>
                  <a:srgbClr val="000066"/>
                </a:solidFill>
                <a:ea typeface="黑体" panose="02010609060101010101" pitchFamily="49" charset="-122"/>
                <a:cs typeface="Times New Roman" panose="02020603050405020304" pitchFamily="18" charset="0"/>
              </a:rPr>
              <a:t>法</a:t>
            </a:r>
            <a:endParaRPr lang="zh-CN" altLang="en-US" sz="1800" b="1" kern="900" spc="130" dirty="0">
              <a:solidFill>
                <a:srgbClr val="000066"/>
              </a:solidFill>
              <a:ea typeface="黑体" panose="02010609060101010101" pitchFamily="49" charset="-122"/>
              <a:cs typeface="Times New Roman" panose="02020603050405020304" pitchFamily="18" charset="0"/>
            </a:endParaRPr>
          </a:p>
        </p:txBody>
      </p:sp>
      <p:sp>
        <p:nvSpPr>
          <p:cNvPr id="89" name="Text Box 2"/>
          <p:cNvSpPr txBox="1">
            <a:spLocks noChangeArrowheads="1"/>
          </p:cNvSpPr>
          <p:nvPr/>
        </p:nvSpPr>
        <p:spPr bwMode="auto">
          <a:xfrm>
            <a:off x="2083325" y="5682288"/>
            <a:ext cx="580691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gn="ctr" eaLnBrk="1" hangingPunct="1">
              <a:lnSpc>
                <a:spcPct val="100000"/>
              </a:lnSpc>
              <a:spcBef>
                <a:spcPct val="0"/>
              </a:spcBef>
              <a:spcAft>
                <a:spcPct val="0"/>
              </a:spcAft>
            </a:pPr>
            <a:r>
              <a:rPr kumimoji="1" lang="zh-CN" altLang="en-US" sz="4000" b="1" dirty="0">
                <a:solidFill>
                  <a:srgbClr val="000066"/>
                </a:solidFill>
                <a:latin typeface="黑体" pitchFamily="2" charset="-122"/>
                <a:ea typeface="黑体" pitchFamily="2" charset="-122"/>
              </a:rPr>
              <a:t>简化毕肖甫法</a:t>
            </a:r>
          </a:p>
        </p:txBody>
      </p:sp>
      <p:graphicFrame>
        <p:nvGraphicFramePr>
          <p:cNvPr id="132" name="Object 3"/>
          <p:cNvGraphicFramePr>
            <a:graphicFrameLocks noChangeAspect="1"/>
          </p:cNvGraphicFramePr>
          <p:nvPr>
            <p:extLst>
              <p:ext uri="{D42A27DB-BD31-4B8C-83A1-F6EECF244321}">
                <p14:modId xmlns:p14="http://schemas.microsoft.com/office/powerpoint/2010/main" val="4122333649"/>
              </p:ext>
            </p:extLst>
          </p:nvPr>
        </p:nvGraphicFramePr>
        <p:xfrm>
          <a:off x="2527300" y="3917950"/>
          <a:ext cx="2540000" cy="709613"/>
        </p:xfrm>
        <a:graphic>
          <a:graphicData uri="http://schemas.openxmlformats.org/presentationml/2006/ole">
            <mc:AlternateContent xmlns:mc="http://schemas.openxmlformats.org/markup-compatibility/2006">
              <mc:Choice xmlns:v="urn:schemas-microsoft-com:vml" Requires="v">
                <p:oleObj spid="_x0000_s1775329" name="Equation" r:id="rId4" imgW="1587240" imgH="444240" progId="Equation.DSMT4">
                  <p:embed/>
                </p:oleObj>
              </mc:Choice>
              <mc:Fallback>
                <p:oleObj name="Equation" r:id="rId4" imgW="1587240" imgH="444240" progId="Equation.DSMT4">
                  <p:embed/>
                  <p:pic>
                    <p:nvPicPr>
                      <p:cNvPr id="132" name="Object 3"/>
                      <p:cNvPicPr>
                        <a:picLocks noChangeAspect="1" noChangeArrowheads="1"/>
                      </p:cNvPicPr>
                      <p:nvPr/>
                    </p:nvPicPr>
                    <p:blipFill>
                      <a:blip r:embed="rId5"/>
                      <a:srcRect/>
                      <a:stretch>
                        <a:fillRect/>
                      </a:stretch>
                    </p:blipFill>
                    <p:spPr bwMode="auto">
                      <a:xfrm>
                        <a:off x="2527300" y="3917950"/>
                        <a:ext cx="2540000" cy="709613"/>
                      </a:xfrm>
                      <a:prstGeom prst="rect">
                        <a:avLst/>
                      </a:prstGeom>
                      <a:noFill/>
                      <a:ln>
                        <a:noFill/>
                      </a:ln>
                      <a:extLst/>
                    </p:spPr>
                  </p:pic>
                </p:oleObj>
              </mc:Fallback>
            </mc:AlternateContent>
          </a:graphicData>
        </a:graphic>
      </p:graphicFrame>
      <p:sp>
        <p:nvSpPr>
          <p:cNvPr id="133" name="Text Box 53"/>
          <p:cNvSpPr txBox="1">
            <a:spLocks noChangeArrowheads="1"/>
          </p:cNvSpPr>
          <p:nvPr/>
        </p:nvSpPr>
        <p:spPr bwMode="auto">
          <a:xfrm>
            <a:off x="1647079" y="3941518"/>
            <a:ext cx="926576"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800">
                <a:solidFill>
                  <a:schemeClr val="tx1"/>
                </a:solidFill>
                <a:latin typeface="Times New Roman" pitchFamily="18" charset="0"/>
                <a:ea typeface="宋体" charset="-122"/>
              </a:defRPr>
            </a:lvl1pPr>
            <a:lvl2pPr marL="742950" indent="-285750" eaLnBrk="0" hangingPunct="0">
              <a:defRPr kumimoji="1" sz="2800">
                <a:solidFill>
                  <a:schemeClr val="tx1"/>
                </a:solidFill>
                <a:latin typeface="Times New Roman" pitchFamily="18" charset="0"/>
                <a:ea typeface="宋体" charset="-122"/>
              </a:defRPr>
            </a:lvl2pPr>
            <a:lvl3pPr marL="1143000" indent="-228600" eaLnBrk="0" hangingPunct="0">
              <a:defRPr kumimoji="1" sz="2800">
                <a:solidFill>
                  <a:schemeClr val="tx1"/>
                </a:solidFill>
                <a:latin typeface="Times New Roman" pitchFamily="18" charset="0"/>
                <a:ea typeface="宋体" charset="-122"/>
              </a:defRPr>
            </a:lvl3pPr>
            <a:lvl4pPr marL="1600200" indent="-228600" eaLnBrk="0" hangingPunct="0">
              <a:defRPr kumimoji="1" sz="2800">
                <a:solidFill>
                  <a:schemeClr val="tx1"/>
                </a:solidFill>
                <a:latin typeface="Times New Roman" pitchFamily="18" charset="0"/>
                <a:ea typeface="宋体" charset="-122"/>
              </a:defRPr>
            </a:lvl4pPr>
            <a:lvl5pPr marL="2057400" indent="-228600" eaLnBrk="0" hangingPunct="0">
              <a:defRPr kumimoji="1" sz="2800">
                <a:solidFill>
                  <a:schemeClr val="tx1"/>
                </a:solidFill>
                <a:latin typeface="Times New Roman" pitchFamily="18" charset="0"/>
                <a:ea typeface="宋体" charset="-122"/>
              </a:defRPr>
            </a:lvl5pPr>
            <a:lvl6pPr marL="2514600" indent="-228600" eaLnBrk="0" fontAlgn="base" hangingPunct="0">
              <a:spcBef>
                <a:spcPct val="50000"/>
              </a:spcBef>
              <a:spcAft>
                <a:spcPct val="0"/>
              </a:spcAft>
              <a:defRPr kumimoji="1" sz="2800">
                <a:solidFill>
                  <a:schemeClr val="tx1"/>
                </a:solidFill>
                <a:latin typeface="Times New Roman" pitchFamily="18" charset="0"/>
                <a:ea typeface="宋体" charset="-122"/>
              </a:defRPr>
            </a:lvl6pPr>
            <a:lvl7pPr marL="2971800" indent="-228600" eaLnBrk="0" fontAlgn="base" hangingPunct="0">
              <a:spcBef>
                <a:spcPct val="50000"/>
              </a:spcBef>
              <a:spcAft>
                <a:spcPct val="0"/>
              </a:spcAft>
              <a:defRPr kumimoji="1" sz="2800">
                <a:solidFill>
                  <a:schemeClr val="tx1"/>
                </a:solidFill>
                <a:latin typeface="Times New Roman" pitchFamily="18" charset="0"/>
                <a:ea typeface="宋体" charset="-122"/>
              </a:defRPr>
            </a:lvl7pPr>
            <a:lvl8pPr marL="3429000" indent="-228600" eaLnBrk="0" fontAlgn="base" hangingPunct="0">
              <a:spcBef>
                <a:spcPct val="50000"/>
              </a:spcBef>
              <a:spcAft>
                <a:spcPct val="0"/>
              </a:spcAft>
              <a:defRPr kumimoji="1" sz="2800">
                <a:solidFill>
                  <a:schemeClr val="tx1"/>
                </a:solidFill>
                <a:latin typeface="Times New Roman" pitchFamily="18" charset="0"/>
                <a:ea typeface="宋体" charset="-122"/>
              </a:defRPr>
            </a:lvl8pPr>
            <a:lvl9pPr marL="3886200" indent="-228600" eaLnBrk="0" fontAlgn="base" hangingPunct="0">
              <a:spcBef>
                <a:spcPct val="50000"/>
              </a:spcBef>
              <a:spcAft>
                <a:spcPct val="0"/>
              </a:spcAft>
              <a:defRPr kumimoji="1" sz="2800">
                <a:solidFill>
                  <a:schemeClr val="tx1"/>
                </a:solidFill>
                <a:latin typeface="Times New Roman" pitchFamily="18" charset="0"/>
                <a:ea typeface="宋体" charset="-122"/>
              </a:defRPr>
            </a:lvl9pPr>
          </a:lstStyle>
          <a:p>
            <a:pPr eaLnBrk="1" hangingPunct="1">
              <a:lnSpc>
                <a:spcPct val="150000"/>
              </a:lnSpc>
            </a:pPr>
            <a:r>
              <a:rPr lang="zh-CN" altLang="en-US" sz="2000" b="1" dirty="0" smtClean="0">
                <a:solidFill>
                  <a:srgbClr val="000066"/>
                </a:solidFill>
                <a:ea typeface="幼圆" panose="02010509060101010101" pitchFamily="49" charset="-122"/>
                <a:cs typeface="Times New Roman" panose="02020603050405020304" pitchFamily="18" charset="0"/>
                <a:sym typeface="Symbol"/>
              </a:rPr>
              <a:t>式中，</a:t>
            </a:r>
            <a:endParaRPr lang="zh-CN" altLang="en-US" sz="2000" b="1" baseline="-25000" dirty="0">
              <a:solidFill>
                <a:srgbClr val="000066"/>
              </a:solidFill>
              <a:ea typeface="幼圆" panose="02010509060101010101" pitchFamily="49" charset="-122"/>
              <a:cs typeface="Times New Roman" panose="02020603050405020304" pitchFamily="18" charset="0"/>
            </a:endParaRPr>
          </a:p>
        </p:txBody>
      </p:sp>
      <p:graphicFrame>
        <p:nvGraphicFramePr>
          <p:cNvPr id="85" name="Object 77"/>
          <p:cNvGraphicFramePr>
            <a:graphicFrameLocks noChangeAspect="1"/>
          </p:cNvGraphicFramePr>
          <p:nvPr>
            <p:extLst>
              <p:ext uri="{D42A27DB-BD31-4B8C-83A1-F6EECF244321}">
                <p14:modId xmlns:p14="http://schemas.microsoft.com/office/powerpoint/2010/main" val="3468997691"/>
              </p:ext>
            </p:extLst>
          </p:nvPr>
        </p:nvGraphicFramePr>
        <p:xfrm>
          <a:off x="982663" y="1955800"/>
          <a:ext cx="2395537" cy="430213"/>
        </p:xfrm>
        <a:graphic>
          <a:graphicData uri="http://schemas.openxmlformats.org/presentationml/2006/ole">
            <mc:AlternateContent xmlns:mc="http://schemas.openxmlformats.org/markup-compatibility/2006">
              <mc:Choice xmlns:v="urn:schemas-microsoft-com:vml" Requires="v">
                <p:oleObj spid="_x0000_s1775330" name="Equation" r:id="rId6" imgW="1409400" imgH="253800" progId="Equation.DSMT4">
                  <p:embed/>
                </p:oleObj>
              </mc:Choice>
              <mc:Fallback>
                <p:oleObj name="Equation" r:id="rId6" imgW="1409400" imgH="253800" progId="Equation.DSMT4">
                  <p:embed/>
                  <p:pic>
                    <p:nvPicPr>
                      <p:cNvPr id="767053" name="Object 77"/>
                      <p:cNvPicPr>
                        <a:picLocks noChangeAspect="1" noChangeArrowheads="1"/>
                      </p:cNvPicPr>
                      <p:nvPr/>
                    </p:nvPicPr>
                    <p:blipFill>
                      <a:blip r:embed="rId7"/>
                      <a:srcRect/>
                      <a:stretch>
                        <a:fillRect/>
                      </a:stretch>
                    </p:blipFill>
                    <p:spPr bwMode="auto">
                      <a:xfrm>
                        <a:off x="982663" y="1955800"/>
                        <a:ext cx="2395537" cy="430213"/>
                      </a:xfrm>
                      <a:prstGeom prst="rect">
                        <a:avLst/>
                      </a:prstGeom>
                      <a:noFill/>
                      <a:ln>
                        <a:noFill/>
                      </a:ln>
                      <a:effectLst/>
                      <a:extLst/>
                    </p:spPr>
                  </p:pic>
                </p:oleObj>
              </mc:Fallback>
            </mc:AlternateContent>
          </a:graphicData>
        </a:graphic>
      </p:graphicFrame>
      <p:sp>
        <p:nvSpPr>
          <p:cNvPr id="86" name="AutoShape 78"/>
          <p:cNvSpPr>
            <a:spLocks noChangeArrowheads="1"/>
          </p:cNvSpPr>
          <p:nvPr/>
        </p:nvSpPr>
        <p:spPr bwMode="auto">
          <a:xfrm>
            <a:off x="3857896" y="840377"/>
            <a:ext cx="1593668" cy="953453"/>
          </a:xfrm>
          <a:prstGeom prst="wedgeRoundRectCallout">
            <a:avLst>
              <a:gd name="adj1" fmla="val -95833"/>
              <a:gd name="adj2" fmla="val 68838"/>
              <a:gd name="adj3" fmla="val 16667"/>
            </a:avLst>
          </a:prstGeom>
          <a:noFill/>
          <a:ln w="19050" algn="ctr">
            <a:solidFill>
              <a:srgbClr val="A50021"/>
            </a:solidFill>
            <a:miter lim="800000"/>
            <a:headEnd/>
            <a:tailEnd/>
          </a:ln>
          <a:extLst>
            <a:ext uri="{909E8E84-426E-40DD-AFC4-6F175D3DCCD1}">
              <a14:hiddenFill xmlns:a14="http://schemas.microsoft.com/office/drawing/2010/main">
                <a:solidFill>
                  <a:srgbClr val="FFFFFF"/>
                </a:solidFill>
              </a14:hiddenFill>
            </a:ext>
          </a:extLst>
        </p:spPr>
        <p:txBody>
          <a:bodyPr wrap="square" lIns="0" rIns="0">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lnSpc>
                <a:spcPct val="125000"/>
              </a:lnSpc>
              <a:spcBef>
                <a:spcPts val="0"/>
              </a:spcBef>
              <a:spcAft>
                <a:spcPts val="0"/>
              </a:spcAft>
            </a:pPr>
            <a:r>
              <a:rPr kumimoji="1" lang="en-US" altLang="zh-CN" sz="2000" b="1" i="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 N</a:t>
            </a:r>
            <a:r>
              <a:rPr kumimoji="1" lang="en-US" altLang="zh-CN" sz="2000" b="1" i="1" baseline="-25000"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i</a:t>
            </a:r>
            <a:r>
              <a:rPr kumimoji="1" lang="en-US" altLang="zh-CN" sz="2000" b="1" i="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 </a:t>
            </a:r>
            <a:r>
              <a:rPr kumimoji="1" lang="zh-CN" altLang="en-US"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过圆心；</a:t>
            </a:r>
          </a:p>
          <a:p>
            <a:pPr eaLnBrk="1" hangingPunct="1">
              <a:lnSpc>
                <a:spcPct val="125000"/>
              </a:lnSpc>
              <a:spcBef>
                <a:spcPts val="0"/>
              </a:spcBef>
              <a:spcAft>
                <a:spcPts val="0"/>
              </a:spcAft>
            </a:pPr>
            <a:r>
              <a:rPr kumimoji="1" lang="en-US" altLang="zh-CN" sz="2000" b="1" i="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 P</a:t>
            </a:r>
            <a:r>
              <a:rPr kumimoji="1" lang="en-US" altLang="zh-CN" sz="2000" b="1" i="1" baseline="-25000"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i </a:t>
            </a:r>
            <a:r>
              <a:rPr kumimoji="1" lang="zh-CN" altLang="en-US"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互相抵消</a:t>
            </a:r>
          </a:p>
        </p:txBody>
      </p:sp>
      <p:graphicFrame>
        <p:nvGraphicFramePr>
          <p:cNvPr id="87" name="Object 80"/>
          <p:cNvGraphicFramePr>
            <a:graphicFrameLocks noChangeAspect="1"/>
          </p:cNvGraphicFramePr>
          <p:nvPr>
            <p:extLst>
              <p:ext uri="{D42A27DB-BD31-4B8C-83A1-F6EECF244321}">
                <p14:modId xmlns:p14="http://schemas.microsoft.com/office/powerpoint/2010/main" val="4052019720"/>
              </p:ext>
            </p:extLst>
          </p:nvPr>
        </p:nvGraphicFramePr>
        <p:xfrm>
          <a:off x="1674813" y="2608263"/>
          <a:ext cx="3065462" cy="1122362"/>
        </p:xfrm>
        <a:graphic>
          <a:graphicData uri="http://schemas.openxmlformats.org/presentationml/2006/ole">
            <mc:AlternateContent xmlns:mc="http://schemas.openxmlformats.org/markup-compatibility/2006">
              <mc:Choice xmlns:v="urn:schemas-microsoft-com:vml" Requires="v">
                <p:oleObj spid="_x0000_s1775331" name="Equation" r:id="rId8" imgW="1803240" imgH="660240" progId="Equation.DSMT4">
                  <p:embed/>
                </p:oleObj>
              </mc:Choice>
              <mc:Fallback>
                <p:oleObj name="Equation" r:id="rId8" imgW="1803240" imgH="660240" progId="Equation.DSMT4">
                  <p:embed/>
                  <p:pic>
                    <p:nvPicPr>
                      <p:cNvPr id="767056" name="Object 80"/>
                      <p:cNvPicPr>
                        <a:picLocks noChangeAspect="1" noChangeArrowheads="1"/>
                      </p:cNvPicPr>
                      <p:nvPr/>
                    </p:nvPicPr>
                    <p:blipFill>
                      <a:blip r:embed="rId9"/>
                      <a:srcRect/>
                      <a:stretch>
                        <a:fillRect/>
                      </a:stretch>
                    </p:blipFill>
                    <p:spPr bwMode="auto">
                      <a:xfrm>
                        <a:off x="1674813" y="2608263"/>
                        <a:ext cx="3065462" cy="1122362"/>
                      </a:xfrm>
                      <a:prstGeom prst="rect">
                        <a:avLst/>
                      </a:prstGeom>
                      <a:noFill/>
                      <a:ln w="9525">
                        <a:noFill/>
                        <a:miter lim="800000"/>
                        <a:headEnd/>
                        <a:tailEnd/>
                      </a:ln>
                    </p:spPr>
                  </p:pic>
                </p:oleObj>
              </mc:Fallback>
            </mc:AlternateContent>
          </a:graphicData>
        </a:graphic>
      </p:graphicFrame>
      <p:sp>
        <p:nvSpPr>
          <p:cNvPr id="90" name="Text Box 110"/>
          <p:cNvSpPr txBox="1">
            <a:spLocks noChangeArrowheads="1"/>
          </p:cNvSpPr>
          <p:nvPr/>
        </p:nvSpPr>
        <p:spPr bwMode="auto">
          <a:xfrm>
            <a:off x="1096544" y="4671585"/>
            <a:ext cx="5102238"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marL="446088" indent="-446088" defTabSz="739775" eaLnBrk="1" hangingPunct="1">
              <a:lnSpc>
                <a:spcPct val="125000"/>
              </a:lnSpc>
              <a:buClr>
                <a:srgbClr val="C00000"/>
              </a:buClr>
              <a:buSzPct val="130000"/>
              <a:buFont typeface="Wingdings" panose="05000000000000000000" pitchFamily="2" charset="2"/>
              <a:buChar char="F"/>
              <a:tabLst>
                <a:tab pos="3411538" algn="l"/>
              </a:tabLst>
            </a:pPr>
            <a:r>
              <a:rPr lang="zh-CN" altLang="en-US" sz="2400" b="1" dirty="0" smtClean="0">
                <a:solidFill>
                  <a:srgbClr val="A50021"/>
                </a:solidFill>
                <a:latin typeface="Times New Roman" panose="02020603050405020304" pitchFamily="18" charset="0"/>
                <a:ea typeface="幼圆" panose="02010509060101010101" pitchFamily="49" charset="-122"/>
                <a:cs typeface="Times New Roman" panose="02020603050405020304" pitchFamily="18" charset="0"/>
              </a:rPr>
              <a:t>简化毕肖甫公式</a:t>
            </a:r>
            <a:r>
              <a:rPr lang="zh-CN" altLang="en-US" sz="24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，隐式表达，需要采用试算的办法迭代求解</a:t>
            </a:r>
            <a:endParaRPr lang="en-US" altLang="zh-CN" sz="24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p:txBody>
      </p:sp>
      <p:grpSp>
        <p:nvGrpSpPr>
          <p:cNvPr id="84" name="组合 83"/>
          <p:cNvGrpSpPr/>
          <p:nvPr/>
        </p:nvGrpSpPr>
        <p:grpSpPr>
          <a:xfrm>
            <a:off x="6708320" y="3733416"/>
            <a:ext cx="2166200" cy="2491403"/>
            <a:chOff x="6657227" y="3596429"/>
            <a:chExt cx="2166200" cy="2491403"/>
          </a:xfrm>
        </p:grpSpPr>
        <p:sp>
          <p:nvSpPr>
            <p:cNvPr id="88" name="Freeform 8"/>
            <p:cNvSpPr>
              <a:spLocks/>
            </p:cNvSpPr>
            <p:nvPr/>
          </p:nvSpPr>
          <p:spPr bwMode="auto">
            <a:xfrm>
              <a:off x="7271929" y="3596429"/>
              <a:ext cx="629123" cy="1975352"/>
            </a:xfrm>
            <a:custGeom>
              <a:avLst/>
              <a:gdLst>
                <a:gd name="T0" fmla="*/ 0 w 327"/>
                <a:gd name="T1" fmla="*/ 300423 h 991"/>
                <a:gd name="T2" fmla="*/ 0 w 327"/>
                <a:gd name="T3" fmla="*/ 1636251 h 991"/>
                <a:gd name="T4" fmla="*/ 516939 w 327"/>
                <a:gd name="T5" fmla="*/ 1327711 h 991"/>
                <a:gd name="T6" fmla="*/ 516939 w 327"/>
                <a:gd name="T7" fmla="*/ 0 h 991"/>
                <a:gd name="T8" fmla="*/ 0 w 327"/>
                <a:gd name="T9" fmla="*/ 300423 h 99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7" h="991">
                  <a:moveTo>
                    <a:pt x="0" y="182"/>
                  </a:moveTo>
                  <a:lnTo>
                    <a:pt x="0" y="991"/>
                  </a:lnTo>
                  <a:lnTo>
                    <a:pt x="327" y="804"/>
                  </a:lnTo>
                  <a:lnTo>
                    <a:pt x="327" y="0"/>
                  </a:lnTo>
                  <a:lnTo>
                    <a:pt x="0" y="182"/>
                  </a:lnTo>
                  <a:close/>
                </a:path>
              </a:pathLst>
            </a:custGeom>
            <a:solidFill>
              <a:srgbClr val="CCECFF">
                <a:alpha val="50195"/>
              </a:srgbClr>
            </a:solidFill>
            <a:ln w="28575" cap="flat" cmpd="sng">
              <a:solidFill>
                <a:srgbClr val="000066"/>
              </a:solidFill>
              <a:prstDash val="solid"/>
              <a:round/>
              <a:headEnd/>
              <a:tailEnd/>
            </a:ln>
            <a:effectLst/>
            <a:extLst/>
          </p:spPr>
          <p:txBody>
            <a:bodyPr/>
            <a:lstStyle/>
            <a:p>
              <a:endParaRPr lang="zh-CN" altLang="en-US" sz="1800">
                <a:cs typeface="Times New Roman" panose="02020603050405020304" pitchFamily="18" charset="0"/>
              </a:endParaRPr>
            </a:p>
          </p:txBody>
        </p:sp>
        <p:cxnSp>
          <p:nvCxnSpPr>
            <p:cNvPr id="91" name="直接连接符 90"/>
            <p:cNvCxnSpPr/>
            <p:nvPr/>
          </p:nvCxnSpPr>
          <p:spPr bwMode="auto">
            <a:xfrm flipV="1">
              <a:off x="7593642" y="3723728"/>
              <a:ext cx="0" cy="2196294"/>
            </a:xfrm>
            <a:prstGeom prst="line">
              <a:avLst/>
            </a:prstGeom>
            <a:noFill/>
            <a:ln w="9525" cap="flat" cmpd="sng" algn="ctr">
              <a:solidFill>
                <a:schemeClr val="tx1"/>
              </a:solidFill>
              <a:prstDash val="lgDashDot"/>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2" name="Line 9"/>
            <p:cNvSpPr>
              <a:spLocks noChangeShapeType="1"/>
            </p:cNvSpPr>
            <p:nvPr/>
          </p:nvSpPr>
          <p:spPr bwMode="auto">
            <a:xfrm>
              <a:off x="7586608" y="4449564"/>
              <a:ext cx="0" cy="496098"/>
            </a:xfrm>
            <a:prstGeom prst="line">
              <a:avLst/>
            </a:prstGeom>
            <a:noFill/>
            <a:ln w="28575">
              <a:solidFill>
                <a:srgbClr val="C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00">
                <a:cs typeface="Times New Roman" panose="02020603050405020304" pitchFamily="18" charset="0"/>
              </a:endParaRPr>
            </a:p>
          </p:txBody>
        </p:sp>
        <p:sp>
          <p:nvSpPr>
            <p:cNvPr id="96" name="Text Box 10"/>
            <p:cNvSpPr txBox="1">
              <a:spLocks noChangeArrowheads="1"/>
            </p:cNvSpPr>
            <p:nvPr/>
          </p:nvSpPr>
          <p:spPr bwMode="auto">
            <a:xfrm>
              <a:off x="7517558" y="4241157"/>
              <a:ext cx="454706" cy="385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800">
                  <a:solidFill>
                    <a:schemeClr val="tx1"/>
                  </a:solidFill>
                  <a:latin typeface="Times New Roman" pitchFamily="18" charset="0"/>
                  <a:ea typeface="宋体" charset="-122"/>
                </a:defRPr>
              </a:lvl1pPr>
              <a:lvl2pPr marL="742950" indent="-285750" eaLnBrk="0" hangingPunct="0">
                <a:defRPr kumimoji="1" sz="2800">
                  <a:solidFill>
                    <a:schemeClr val="tx1"/>
                  </a:solidFill>
                  <a:latin typeface="Times New Roman" pitchFamily="18" charset="0"/>
                  <a:ea typeface="宋体" charset="-122"/>
                </a:defRPr>
              </a:lvl2pPr>
              <a:lvl3pPr marL="1143000" indent="-228600" eaLnBrk="0" hangingPunct="0">
                <a:defRPr kumimoji="1" sz="2800">
                  <a:solidFill>
                    <a:schemeClr val="tx1"/>
                  </a:solidFill>
                  <a:latin typeface="Times New Roman" pitchFamily="18" charset="0"/>
                  <a:ea typeface="宋体" charset="-122"/>
                </a:defRPr>
              </a:lvl3pPr>
              <a:lvl4pPr marL="1600200" indent="-228600" eaLnBrk="0" hangingPunct="0">
                <a:defRPr kumimoji="1" sz="2800">
                  <a:solidFill>
                    <a:schemeClr val="tx1"/>
                  </a:solidFill>
                  <a:latin typeface="Times New Roman" pitchFamily="18" charset="0"/>
                  <a:ea typeface="宋体" charset="-122"/>
                </a:defRPr>
              </a:lvl4pPr>
              <a:lvl5pPr marL="2057400" indent="-228600" eaLnBrk="0" hangingPunct="0">
                <a:defRPr kumimoji="1" sz="2800">
                  <a:solidFill>
                    <a:schemeClr val="tx1"/>
                  </a:solidFill>
                  <a:latin typeface="Times New Roman" pitchFamily="18" charset="0"/>
                  <a:ea typeface="宋体" charset="-122"/>
                </a:defRPr>
              </a:lvl5pPr>
              <a:lvl6pPr marL="2514600" indent="-228600" eaLnBrk="0" fontAlgn="base" hangingPunct="0">
                <a:spcBef>
                  <a:spcPct val="50000"/>
                </a:spcBef>
                <a:spcAft>
                  <a:spcPct val="0"/>
                </a:spcAft>
                <a:defRPr kumimoji="1" sz="2800">
                  <a:solidFill>
                    <a:schemeClr val="tx1"/>
                  </a:solidFill>
                  <a:latin typeface="Times New Roman" pitchFamily="18" charset="0"/>
                  <a:ea typeface="宋体" charset="-122"/>
                </a:defRPr>
              </a:lvl6pPr>
              <a:lvl7pPr marL="2971800" indent="-228600" eaLnBrk="0" fontAlgn="base" hangingPunct="0">
                <a:spcBef>
                  <a:spcPct val="50000"/>
                </a:spcBef>
                <a:spcAft>
                  <a:spcPct val="0"/>
                </a:spcAft>
                <a:defRPr kumimoji="1" sz="2800">
                  <a:solidFill>
                    <a:schemeClr val="tx1"/>
                  </a:solidFill>
                  <a:latin typeface="Times New Roman" pitchFamily="18" charset="0"/>
                  <a:ea typeface="宋体" charset="-122"/>
                </a:defRPr>
              </a:lvl7pPr>
              <a:lvl8pPr marL="3429000" indent="-228600" eaLnBrk="0" fontAlgn="base" hangingPunct="0">
                <a:spcBef>
                  <a:spcPct val="50000"/>
                </a:spcBef>
                <a:spcAft>
                  <a:spcPct val="0"/>
                </a:spcAft>
                <a:defRPr kumimoji="1" sz="2800">
                  <a:solidFill>
                    <a:schemeClr val="tx1"/>
                  </a:solidFill>
                  <a:latin typeface="Times New Roman" pitchFamily="18" charset="0"/>
                  <a:ea typeface="宋体" charset="-122"/>
                </a:defRPr>
              </a:lvl8pPr>
              <a:lvl9pPr marL="3886200" indent="-228600" eaLnBrk="0" fontAlgn="base" hangingPunct="0">
                <a:spcBef>
                  <a:spcPct val="50000"/>
                </a:spcBef>
                <a:spcAft>
                  <a:spcPct val="0"/>
                </a:spcAft>
                <a:defRPr kumimoji="1" sz="2800">
                  <a:solidFill>
                    <a:schemeClr val="tx1"/>
                  </a:solidFill>
                  <a:latin typeface="Times New Roman" pitchFamily="18" charset="0"/>
                  <a:ea typeface="宋体" charset="-122"/>
                </a:defRPr>
              </a:lvl9pPr>
            </a:lstStyle>
            <a:p>
              <a:pPr eaLnBrk="1" hangingPunct="1"/>
              <a:r>
                <a:rPr lang="en-US" altLang="zh-CN" sz="1800" b="1" i="1" dirty="0">
                  <a:solidFill>
                    <a:srgbClr val="C00000"/>
                  </a:solidFill>
                  <a:cs typeface="Times New Roman" panose="02020603050405020304" pitchFamily="18" charset="0"/>
                </a:rPr>
                <a:t>W</a:t>
              </a:r>
              <a:r>
                <a:rPr lang="en-US" altLang="zh-CN" sz="1800" b="1" baseline="-25000" dirty="0">
                  <a:solidFill>
                    <a:srgbClr val="C00000"/>
                  </a:solidFill>
                  <a:cs typeface="Times New Roman" panose="02020603050405020304" pitchFamily="18" charset="0"/>
                </a:rPr>
                <a:t>i</a:t>
              </a:r>
            </a:p>
          </p:txBody>
        </p:sp>
        <p:sp>
          <p:nvSpPr>
            <p:cNvPr id="101" name="Line 22"/>
            <p:cNvSpPr>
              <a:spLocks noChangeShapeType="1"/>
            </p:cNvSpPr>
            <p:nvPr/>
          </p:nvSpPr>
          <p:spPr bwMode="auto">
            <a:xfrm flipV="1">
              <a:off x="7340325" y="5320594"/>
              <a:ext cx="554512" cy="338252"/>
            </a:xfrm>
            <a:prstGeom prst="line">
              <a:avLst/>
            </a:prstGeom>
            <a:noFill/>
            <a:ln w="28575">
              <a:solidFill>
                <a:srgbClr val="C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00">
                <a:cs typeface="Times New Roman" panose="02020603050405020304" pitchFamily="18" charset="0"/>
              </a:endParaRPr>
            </a:p>
          </p:txBody>
        </p:sp>
        <p:sp>
          <p:nvSpPr>
            <p:cNvPr id="104" name="Line 23"/>
            <p:cNvSpPr>
              <a:spLocks noChangeShapeType="1"/>
            </p:cNvSpPr>
            <p:nvPr/>
          </p:nvSpPr>
          <p:spPr bwMode="auto">
            <a:xfrm flipH="1" flipV="1">
              <a:off x="7590456" y="5374299"/>
              <a:ext cx="314335" cy="541364"/>
            </a:xfrm>
            <a:prstGeom prst="line">
              <a:avLst/>
            </a:prstGeom>
            <a:noFill/>
            <a:ln w="28575">
              <a:solidFill>
                <a:srgbClr val="C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00">
                <a:cs typeface="Times New Roman" panose="02020603050405020304" pitchFamily="18" charset="0"/>
              </a:endParaRPr>
            </a:p>
          </p:txBody>
        </p:sp>
        <p:sp>
          <p:nvSpPr>
            <p:cNvPr id="105" name="Text Box 24"/>
            <p:cNvSpPr txBox="1">
              <a:spLocks noChangeArrowheads="1"/>
            </p:cNvSpPr>
            <p:nvPr/>
          </p:nvSpPr>
          <p:spPr bwMode="auto">
            <a:xfrm>
              <a:off x="7864298" y="5650555"/>
              <a:ext cx="551749" cy="385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a:solidFill>
                    <a:schemeClr val="tx1"/>
                  </a:solidFill>
                  <a:latin typeface="Times New Roman" pitchFamily="18" charset="0"/>
                  <a:ea typeface="宋体" charset="-122"/>
                </a:defRPr>
              </a:lvl1pPr>
              <a:lvl2pPr marL="742950" indent="-285750" eaLnBrk="0" hangingPunct="0">
                <a:defRPr kumimoji="1" sz="2800">
                  <a:solidFill>
                    <a:schemeClr val="tx1"/>
                  </a:solidFill>
                  <a:latin typeface="Times New Roman" pitchFamily="18" charset="0"/>
                  <a:ea typeface="宋体" charset="-122"/>
                </a:defRPr>
              </a:lvl2pPr>
              <a:lvl3pPr marL="1143000" indent="-228600" eaLnBrk="0" hangingPunct="0">
                <a:defRPr kumimoji="1" sz="2800">
                  <a:solidFill>
                    <a:schemeClr val="tx1"/>
                  </a:solidFill>
                  <a:latin typeface="Times New Roman" pitchFamily="18" charset="0"/>
                  <a:ea typeface="宋体" charset="-122"/>
                </a:defRPr>
              </a:lvl3pPr>
              <a:lvl4pPr marL="1600200" indent="-228600" eaLnBrk="0" hangingPunct="0">
                <a:defRPr kumimoji="1" sz="2800">
                  <a:solidFill>
                    <a:schemeClr val="tx1"/>
                  </a:solidFill>
                  <a:latin typeface="Times New Roman" pitchFamily="18" charset="0"/>
                  <a:ea typeface="宋体" charset="-122"/>
                </a:defRPr>
              </a:lvl4pPr>
              <a:lvl5pPr marL="2057400" indent="-228600" eaLnBrk="0" hangingPunct="0">
                <a:defRPr kumimoji="1" sz="2800">
                  <a:solidFill>
                    <a:schemeClr val="tx1"/>
                  </a:solidFill>
                  <a:latin typeface="Times New Roman" pitchFamily="18" charset="0"/>
                  <a:ea typeface="宋体" charset="-122"/>
                </a:defRPr>
              </a:lvl5pPr>
              <a:lvl6pPr marL="2514600" indent="-228600" eaLnBrk="0" fontAlgn="base" hangingPunct="0">
                <a:spcBef>
                  <a:spcPct val="50000"/>
                </a:spcBef>
                <a:spcAft>
                  <a:spcPct val="0"/>
                </a:spcAft>
                <a:defRPr kumimoji="1" sz="2800">
                  <a:solidFill>
                    <a:schemeClr val="tx1"/>
                  </a:solidFill>
                  <a:latin typeface="Times New Roman" pitchFamily="18" charset="0"/>
                  <a:ea typeface="宋体" charset="-122"/>
                </a:defRPr>
              </a:lvl6pPr>
              <a:lvl7pPr marL="2971800" indent="-228600" eaLnBrk="0" fontAlgn="base" hangingPunct="0">
                <a:spcBef>
                  <a:spcPct val="50000"/>
                </a:spcBef>
                <a:spcAft>
                  <a:spcPct val="0"/>
                </a:spcAft>
                <a:defRPr kumimoji="1" sz="2800">
                  <a:solidFill>
                    <a:schemeClr val="tx1"/>
                  </a:solidFill>
                  <a:latin typeface="Times New Roman" pitchFamily="18" charset="0"/>
                  <a:ea typeface="宋体" charset="-122"/>
                </a:defRPr>
              </a:lvl7pPr>
              <a:lvl8pPr marL="3429000" indent="-228600" eaLnBrk="0" fontAlgn="base" hangingPunct="0">
                <a:spcBef>
                  <a:spcPct val="50000"/>
                </a:spcBef>
                <a:spcAft>
                  <a:spcPct val="0"/>
                </a:spcAft>
                <a:defRPr kumimoji="1" sz="2800">
                  <a:solidFill>
                    <a:schemeClr val="tx1"/>
                  </a:solidFill>
                  <a:latin typeface="Times New Roman" pitchFamily="18" charset="0"/>
                  <a:ea typeface="宋体" charset="-122"/>
                </a:defRPr>
              </a:lvl8pPr>
              <a:lvl9pPr marL="3886200" indent="-228600" eaLnBrk="0" fontAlgn="base" hangingPunct="0">
                <a:spcBef>
                  <a:spcPct val="50000"/>
                </a:spcBef>
                <a:spcAft>
                  <a:spcPct val="0"/>
                </a:spcAft>
                <a:defRPr kumimoji="1" sz="2800">
                  <a:solidFill>
                    <a:schemeClr val="tx1"/>
                  </a:solidFill>
                  <a:latin typeface="Times New Roman" pitchFamily="18" charset="0"/>
                  <a:ea typeface="宋体" charset="-122"/>
                </a:defRPr>
              </a:lvl9pPr>
            </a:lstStyle>
            <a:p>
              <a:pPr eaLnBrk="1" hangingPunct="1"/>
              <a:r>
                <a:rPr lang="en-US" altLang="zh-CN" sz="1800" b="1" i="1" dirty="0">
                  <a:solidFill>
                    <a:srgbClr val="C00000"/>
                  </a:solidFill>
                  <a:cs typeface="Times New Roman" panose="02020603050405020304" pitchFamily="18" charset="0"/>
                </a:rPr>
                <a:t>N</a:t>
              </a:r>
              <a:r>
                <a:rPr lang="en-US" altLang="zh-CN" sz="1800" b="1" baseline="-25000" dirty="0">
                  <a:solidFill>
                    <a:srgbClr val="C00000"/>
                  </a:solidFill>
                  <a:cs typeface="Times New Roman" panose="02020603050405020304" pitchFamily="18" charset="0"/>
                </a:rPr>
                <a:t>i</a:t>
              </a:r>
            </a:p>
          </p:txBody>
        </p:sp>
        <p:sp>
          <p:nvSpPr>
            <p:cNvPr id="106" name="Text Box 25"/>
            <p:cNvSpPr txBox="1">
              <a:spLocks noChangeArrowheads="1"/>
            </p:cNvSpPr>
            <p:nvPr/>
          </p:nvSpPr>
          <p:spPr bwMode="auto">
            <a:xfrm>
              <a:off x="7849773" y="5259460"/>
              <a:ext cx="416177" cy="2930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tIns="0" bIns="0">
              <a:spAutoFit/>
            </a:bodyPr>
            <a:lstStyle>
              <a:lvl1pPr eaLnBrk="0" hangingPunct="0">
                <a:defRPr kumimoji="1" sz="2800">
                  <a:solidFill>
                    <a:schemeClr val="tx1"/>
                  </a:solidFill>
                  <a:latin typeface="Times New Roman" pitchFamily="18" charset="0"/>
                  <a:ea typeface="宋体" charset="-122"/>
                </a:defRPr>
              </a:lvl1pPr>
              <a:lvl2pPr marL="742950" indent="-285750" eaLnBrk="0" hangingPunct="0">
                <a:defRPr kumimoji="1" sz="2800">
                  <a:solidFill>
                    <a:schemeClr val="tx1"/>
                  </a:solidFill>
                  <a:latin typeface="Times New Roman" pitchFamily="18" charset="0"/>
                  <a:ea typeface="宋体" charset="-122"/>
                </a:defRPr>
              </a:lvl2pPr>
              <a:lvl3pPr marL="1143000" indent="-228600" eaLnBrk="0" hangingPunct="0">
                <a:defRPr kumimoji="1" sz="2800">
                  <a:solidFill>
                    <a:schemeClr val="tx1"/>
                  </a:solidFill>
                  <a:latin typeface="Times New Roman" pitchFamily="18" charset="0"/>
                  <a:ea typeface="宋体" charset="-122"/>
                </a:defRPr>
              </a:lvl3pPr>
              <a:lvl4pPr marL="1600200" indent="-228600" eaLnBrk="0" hangingPunct="0">
                <a:defRPr kumimoji="1" sz="2800">
                  <a:solidFill>
                    <a:schemeClr val="tx1"/>
                  </a:solidFill>
                  <a:latin typeface="Times New Roman" pitchFamily="18" charset="0"/>
                  <a:ea typeface="宋体" charset="-122"/>
                </a:defRPr>
              </a:lvl4pPr>
              <a:lvl5pPr marL="2057400" indent="-228600" eaLnBrk="0" hangingPunct="0">
                <a:defRPr kumimoji="1" sz="2800">
                  <a:solidFill>
                    <a:schemeClr val="tx1"/>
                  </a:solidFill>
                  <a:latin typeface="Times New Roman" pitchFamily="18" charset="0"/>
                  <a:ea typeface="宋体" charset="-122"/>
                </a:defRPr>
              </a:lvl5pPr>
              <a:lvl6pPr marL="2514600" indent="-228600" eaLnBrk="0" fontAlgn="base" hangingPunct="0">
                <a:spcBef>
                  <a:spcPct val="50000"/>
                </a:spcBef>
                <a:spcAft>
                  <a:spcPct val="0"/>
                </a:spcAft>
                <a:defRPr kumimoji="1" sz="2800">
                  <a:solidFill>
                    <a:schemeClr val="tx1"/>
                  </a:solidFill>
                  <a:latin typeface="Times New Roman" pitchFamily="18" charset="0"/>
                  <a:ea typeface="宋体" charset="-122"/>
                </a:defRPr>
              </a:lvl6pPr>
              <a:lvl7pPr marL="2971800" indent="-228600" eaLnBrk="0" fontAlgn="base" hangingPunct="0">
                <a:spcBef>
                  <a:spcPct val="50000"/>
                </a:spcBef>
                <a:spcAft>
                  <a:spcPct val="0"/>
                </a:spcAft>
                <a:defRPr kumimoji="1" sz="2800">
                  <a:solidFill>
                    <a:schemeClr val="tx1"/>
                  </a:solidFill>
                  <a:latin typeface="Times New Roman" pitchFamily="18" charset="0"/>
                  <a:ea typeface="宋体" charset="-122"/>
                </a:defRPr>
              </a:lvl7pPr>
              <a:lvl8pPr marL="3429000" indent="-228600" eaLnBrk="0" fontAlgn="base" hangingPunct="0">
                <a:spcBef>
                  <a:spcPct val="50000"/>
                </a:spcBef>
                <a:spcAft>
                  <a:spcPct val="0"/>
                </a:spcAft>
                <a:defRPr kumimoji="1" sz="2800">
                  <a:solidFill>
                    <a:schemeClr val="tx1"/>
                  </a:solidFill>
                  <a:latin typeface="Times New Roman" pitchFamily="18" charset="0"/>
                  <a:ea typeface="宋体" charset="-122"/>
                </a:defRPr>
              </a:lvl8pPr>
              <a:lvl9pPr marL="3886200" indent="-228600" eaLnBrk="0" fontAlgn="base" hangingPunct="0">
                <a:spcBef>
                  <a:spcPct val="50000"/>
                </a:spcBef>
                <a:spcAft>
                  <a:spcPct val="0"/>
                </a:spcAft>
                <a:defRPr kumimoji="1" sz="2800">
                  <a:solidFill>
                    <a:schemeClr val="tx1"/>
                  </a:solidFill>
                  <a:latin typeface="Times New Roman" pitchFamily="18" charset="0"/>
                  <a:ea typeface="宋体" charset="-122"/>
                </a:defRPr>
              </a:lvl9pPr>
            </a:lstStyle>
            <a:p>
              <a:pPr eaLnBrk="1" hangingPunct="1"/>
              <a:r>
                <a:rPr lang="en-US" altLang="zh-CN" sz="1800" b="1" i="1" dirty="0">
                  <a:solidFill>
                    <a:srgbClr val="C00000"/>
                  </a:solidFill>
                  <a:cs typeface="Times New Roman" panose="02020603050405020304" pitchFamily="18" charset="0"/>
                </a:rPr>
                <a:t>T</a:t>
              </a:r>
              <a:r>
                <a:rPr lang="en-US" altLang="zh-CN" sz="1800" b="1" baseline="-25000" dirty="0">
                  <a:solidFill>
                    <a:srgbClr val="C00000"/>
                  </a:solidFill>
                  <a:cs typeface="Times New Roman" panose="02020603050405020304" pitchFamily="18" charset="0"/>
                </a:rPr>
                <a:t>i</a:t>
              </a:r>
            </a:p>
          </p:txBody>
        </p:sp>
        <p:sp>
          <p:nvSpPr>
            <p:cNvPr id="118" name="Text Box 136"/>
            <p:cNvSpPr txBox="1">
              <a:spLocks noChangeArrowheads="1"/>
            </p:cNvSpPr>
            <p:nvPr/>
          </p:nvSpPr>
          <p:spPr bwMode="auto">
            <a:xfrm>
              <a:off x="7489325" y="5703303"/>
              <a:ext cx="478166" cy="3845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1800" b="1" dirty="0">
                  <a:solidFill>
                    <a:srgbClr val="C00000"/>
                  </a:solidFill>
                  <a:latin typeface="Times New Roman" panose="02020603050405020304" pitchFamily="18" charset="0"/>
                  <a:sym typeface="Symbol" panose="05050102010706020507" pitchFamily="18" charset="2"/>
                </a:rPr>
                <a:t> </a:t>
              </a:r>
              <a:r>
                <a:rPr kumimoji="1" lang="en-US" altLang="zh-CN" sz="1800" b="1" i="1" dirty="0">
                  <a:solidFill>
                    <a:srgbClr val="C00000"/>
                  </a:solidFill>
                  <a:latin typeface="Times New Roman" panose="02020603050405020304" pitchFamily="18" charset="0"/>
                  <a:sym typeface="Symbol" panose="05050102010706020507" pitchFamily="18" charset="2"/>
                </a:rPr>
                <a:t></a:t>
              </a:r>
              <a:r>
                <a:rPr kumimoji="1" lang="en-US" altLang="zh-CN" sz="1800" b="1" baseline="-25000" dirty="0" err="1">
                  <a:solidFill>
                    <a:srgbClr val="C00000"/>
                  </a:solidFill>
                  <a:latin typeface="Times New Roman" panose="02020603050405020304" pitchFamily="18" charset="0"/>
                  <a:sym typeface="Symbol" panose="05050102010706020507" pitchFamily="18" charset="2"/>
                </a:rPr>
                <a:t>i</a:t>
              </a:r>
              <a:endParaRPr kumimoji="1" lang="en-US" altLang="zh-CN" sz="1800" b="1" baseline="-25000" dirty="0">
                <a:solidFill>
                  <a:srgbClr val="C00000"/>
                </a:solidFill>
                <a:latin typeface="Times New Roman" panose="02020603050405020304" pitchFamily="18" charset="0"/>
              </a:endParaRPr>
            </a:p>
          </p:txBody>
        </p:sp>
        <p:sp>
          <p:nvSpPr>
            <p:cNvPr id="119" name="Arc 52"/>
            <p:cNvSpPr>
              <a:spLocks/>
            </p:cNvSpPr>
            <p:nvPr/>
          </p:nvSpPr>
          <p:spPr bwMode="auto">
            <a:xfrm rot="6458630">
              <a:off x="7618140" y="5645634"/>
              <a:ext cx="123066" cy="151653"/>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9525">
              <a:solidFill>
                <a:schemeClr val="tx1"/>
              </a:solidFill>
              <a:round/>
              <a:headEnd type="triangle" w="med" len="me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20" name="Text Box 24"/>
            <p:cNvSpPr txBox="1">
              <a:spLocks noChangeArrowheads="1"/>
            </p:cNvSpPr>
            <p:nvPr/>
          </p:nvSpPr>
          <p:spPr bwMode="auto">
            <a:xfrm>
              <a:off x="7350819" y="5041881"/>
              <a:ext cx="362718" cy="385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800">
                  <a:solidFill>
                    <a:schemeClr val="tx1"/>
                  </a:solidFill>
                  <a:latin typeface="Times New Roman" pitchFamily="18" charset="0"/>
                  <a:ea typeface="宋体" charset="-122"/>
                </a:defRPr>
              </a:lvl1pPr>
              <a:lvl2pPr marL="742950" indent="-285750" eaLnBrk="0" hangingPunct="0">
                <a:defRPr kumimoji="1" sz="2800">
                  <a:solidFill>
                    <a:schemeClr val="tx1"/>
                  </a:solidFill>
                  <a:latin typeface="Times New Roman" pitchFamily="18" charset="0"/>
                  <a:ea typeface="宋体" charset="-122"/>
                </a:defRPr>
              </a:lvl2pPr>
              <a:lvl3pPr marL="1143000" indent="-228600" eaLnBrk="0" hangingPunct="0">
                <a:defRPr kumimoji="1" sz="2800">
                  <a:solidFill>
                    <a:schemeClr val="tx1"/>
                  </a:solidFill>
                  <a:latin typeface="Times New Roman" pitchFamily="18" charset="0"/>
                  <a:ea typeface="宋体" charset="-122"/>
                </a:defRPr>
              </a:lvl3pPr>
              <a:lvl4pPr marL="1600200" indent="-228600" eaLnBrk="0" hangingPunct="0">
                <a:defRPr kumimoji="1" sz="2800">
                  <a:solidFill>
                    <a:schemeClr val="tx1"/>
                  </a:solidFill>
                  <a:latin typeface="Times New Roman" pitchFamily="18" charset="0"/>
                  <a:ea typeface="宋体" charset="-122"/>
                </a:defRPr>
              </a:lvl4pPr>
              <a:lvl5pPr marL="2057400" indent="-228600" eaLnBrk="0" hangingPunct="0">
                <a:defRPr kumimoji="1" sz="2800">
                  <a:solidFill>
                    <a:schemeClr val="tx1"/>
                  </a:solidFill>
                  <a:latin typeface="Times New Roman" pitchFamily="18" charset="0"/>
                  <a:ea typeface="宋体" charset="-122"/>
                </a:defRPr>
              </a:lvl5pPr>
              <a:lvl6pPr marL="2514600" indent="-228600" eaLnBrk="0" fontAlgn="base" hangingPunct="0">
                <a:spcBef>
                  <a:spcPct val="50000"/>
                </a:spcBef>
                <a:spcAft>
                  <a:spcPct val="0"/>
                </a:spcAft>
                <a:defRPr kumimoji="1" sz="2800">
                  <a:solidFill>
                    <a:schemeClr val="tx1"/>
                  </a:solidFill>
                  <a:latin typeface="Times New Roman" pitchFamily="18" charset="0"/>
                  <a:ea typeface="宋体" charset="-122"/>
                </a:defRPr>
              </a:lvl6pPr>
              <a:lvl7pPr marL="2971800" indent="-228600" eaLnBrk="0" fontAlgn="base" hangingPunct="0">
                <a:spcBef>
                  <a:spcPct val="50000"/>
                </a:spcBef>
                <a:spcAft>
                  <a:spcPct val="0"/>
                </a:spcAft>
                <a:defRPr kumimoji="1" sz="2800">
                  <a:solidFill>
                    <a:schemeClr val="tx1"/>
                  </a:solidFill>
                  <a:latin typeface="Times New Roman" pitchFamily="18" charset="0"/>
                  <a:ea typeface="宋体" charset="-122"/>
                </a:defRPr>
              </a:lvl7pPr>
              <a:lvl8pPr marL="3429000" indent="-228600" eaLnBrk="0" fontAlgn="base" hangingPunct="0">
                <a:spcBef>
                  <a:spcPct val="50000"/>
                </a:spcBef>
                <a:spcAft>
                  <a:spcPct val="0"/>
                </a:spcAft>
                <a:defRPr kumimoji="1" sz="2800">
                  <a:solidFill>
                    <a:schemeClr val="tx1"/>
                  </a:solidFill>
                  <a:latin typeface="Times New Roman" pitchFamily="18" charset="0"/>
                  <a:ea typeface="宋体" charset="-122"/>
                </a:defRPr>
              </a:lvl8pPr>
              <a:lvl9pPr marL="3886200" indent="-228600" eaLnBrk="0" fontAlgn="base" hangingPunct="0">
                <a:spcBef>
                  <a:spcPct val="50000"/>
                </a:spcBef>
                <a:spcAft>
                  <a:spcPct val="0"/>
                </a:spcAft>
                <a:defRPr kumimoji="1" sz="2800">
                  <a:solidFill>
                    <a:schemeClr val="tx1"/>
                  </a:solidFill>
                  <a:latin typeface="Times New Roman" pitchFamily="18" charset="0"/>
                  <a:ea typeface="宋体" charset="-122"/>
                </a:defRPr>
              </a:lvl9pPr>
            </a:lstStyle>
            <a:p>
              <a:pPr eaLnBrk="1" hangingPunct="1"/>
              <a:r>
                <a:rPr lang="en-US" altLang="zh-CN" sz="1800" b="1" i="1" dirty="0" smtClean="0">
                  <a:solidFill>
                    <a:srgbClr val="C00000"/>
                  </a:solidFill>
                  <a:cs typeface="Times New Roman" panose="02020603050405020304" pitchFamily="18" charset="0"/>
                </a:rPr>
                <a:t>l</a:t>
              </a:r>
              <a:r>
                <a:rPr lang="en-US" altLang="zh-CN" sz="1800" b="1" baseline="-25000" dirty="0" smtClean="0">
                  <a:solidFill>
                    <a:srgbClr val="C00000"/>
                  </a:solidFill>
                  <a:cs typeface="Times New Roman" panose="02020603050405020304" pitchFamily="18" charset="0"/>
                </a:rPr>
                <a:t>i</a:t>
              </a:r>
              <a:endParaRPr lang="en-US" altLang="zh-CN" sz="1800" b="1" baseline="-25000" dirty="0">
                <a:solidFill>
                  <a:srgbClr val="C00000"/>
                </a:solidFill>
                <a:cs typeface="Times New Roman" panose="02020603050405020304" pitchFamily="18" charset="0"/>
              </a:endParaRPr>
            </a:p>
          </p:txBody>
        </p:sp>
        <p:sp>
          <p:nvSpPr>
            <p:cNvPr id="121" name="Text Box 6"/>
            <p:cNvSpPr txBox="1">
              <a:spLocks noChangeArrowheads="1"/>
            </p:cNvSpPr>
            <p:nvPr/>
          </p:nvSpPr>
          <p:spPr bwMode="auto">
            <a:xfrm>
              <a:off x="8138107" y="4156173"/>
              <a:ext cx="581950" cy="410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800">
                  <a:solidFill>
                    <a:schemeClr val="tx1"/>
                  </a:solidFill>
                  <a:latin typeface="Times New Roman" pitchFamily="18" charset="0"/>
                  <a:ea typeface="宋体" charset="-122"/>
                </a:defRPr>
              </a:lvl1pPr>
              <a:lvl2pPr marL="742950" indent="-285750" eaLnBrk="0" hangingPunct="0">
                <a:defRPr kumimoji="1" sz="2800">
                  <a:solidFill>
                    <a:schemeClr val="tx1"/>
                  </a:solidFill>
                  <a:latin typeface="Times New Roman" pitchFamily="18" charset="0"/>
                  <a:ea typeface="宋体" charset="-122"/>
                </a:defRPr>
              </a:lvl2pPr>
              <a:lvl3pPr marL="1143000" indent="-228600" eaLnBrk="0" hangingPunct="0">
                <a:defRPr kumimoji="1" sz="2800">
                  <a:solidFill>
                    <a:schemeClr val="tx1"/>
                  </a:solidFill>
                  <a:latin typeface="Times New Roman" pitchFamily="18" charset="0"/>
                  <a:ea typeface="宋体" charset="-122"/>
                </a:defRPr>
              </a:lvl3pPr>
              <a:lvl4pPr marL="1600200" indent="-228600" eaLnBrk="0" hangingPunct="0">
                <a:defRPr kumimoji="1" sz="2800">
                  <a:solidFill>
                    <a:schemeClr val="tx1"/>
                  </a:solidFill>
                  <a:latin typeface="Times New Roman" pitchFamily="18" charset="0"/>
                  <a:ea typeface="宋体" charset="-122"/>
                </a:defRPr>
              </a:lvl4pPr>
              <a:lvl5pPr marL="2057400" indent="-228600" eaLnBrk="0" hangingPunct="0">
                <a:defRPr kumimoji="1" sz="2800">
                  <a:solidFill>
                    <a:schemeClr val="tx1"/>
                  </a:solidFill>
                  <a:latin typeface="Times New Roman" pitchFamily="18" charset="0"/>
                  <a:ea typeface="宋体" charset="-122"/>
                </a:defRPr>
              </a:lvl5pPr>
              <a:lvl6pPr marL="2514600" indent="-228600" eaLnBrk="0" fontAlgn="base" hangingPunct="0">
                <a:spcBef>
                  <a:spcPct val="50000"/>
                </a:spcBef>
                <a:spcAft>
                  <a:spcPct val="0"/>
                </a:spcAft>
                <a:defRPr kumimoji="1" sz="2800">
                  <a:solidFill>
                    <a:schemeClr val="tx1"/>
                  </a:solidFill>
                  <a:latin typeface="Times New Roman" pitchFamily="18" charset="0"/>
                  <a:ea typeface="宋体" charset="-122"/>
                </a:defRPr>
              </a:lvl6pPr>
              <a:lvl7pPr marL="2971800" indent="-228600" eaLnBrk="0" fontAlgn="base" hangingPunct="0">
                <a:spcBef>
                  <a:spcPct val="50000"/>
                </a:spcBef>
                <a:spcAft>
                  <a:spcPct val="0"/>
                </a:spcAft>
                <a:defRPr kumimoji="1" sz="2800">
                  <a:solidFill>
                    <a:schemeClr val="tx1"/>
                  </a:solidFill>
                  <a:latin typeface="Times New Roman" pitchFamily="18" charset="0"/>
                  <a:ea typeface="宋体" charset="-122"/>
                </a:defRPr>
              </a:lvl7pPr>
              <a:lvl8pPr marL="3429000" indent="-228600" eaLnBrk="0" fontAlgn="base" hangingPunct="0">
                <a:spcBef>
                  <a:spcPct val="50000"/>
                </a:spcBef>
                <a:spcAft>
                  <a:spcPct val="0"/>
                </a:spcAft>
                <a:defRPr kumimoji="1" sz="2800">
                  <a:solidFill>
                    <a:schemeClr val="tx1"/>
                  </a:solidFill>
                  <a:latin typeface="Times New Roman" pitchFamily="18" charset="0"/>
                  <a:ea typeface="宋体" charset="-122"/>
                </a:defRPr>
              </a:lvl8pPr>
              <a:lvl9pPr marL="3886200" indent="-228600" eaLnBrk="0" fontAlgn="base" hangingPunct="0">
                <a:spcBef>
                  <a:spcPct val="50000"/>
                </a:spcBef>
                <a:spcAft>
                  <a:spcPct val="0"/>
                </a:spcAft>
                <a:defRPr kumimoji="1" sz="2800">
                  <a:solidFill>
                    <a:schemeClr val="tx1"/>
                  </a:solidFill>
                  <a:latin typeface="Times New Roman" pitchFamily="18" charset="0"/>
                  <a:ea typeface="宋体" charset="-122"/>
                </a:defRPr>
              </a:lvl9pPr>
            </a:lstStyle>
            <a:p>
              <a:pPr eaLnBrk="1" hangingPunct="1"/>
              <a:r>
                <a:rPr lang="en-US" altLang="zh-CN" sz="1800" b="1" i="1" dirty="0" smtClean="0">
                  <a:solidFill>
                    <a:srgbClr val="C00000"/>
                  </a:solidFill>
                  <a:cs typeface="Times New Roman" panose="02020603050405020304" pitchFamily="18" charset="0"/>
                </a:rPr>
                <a:t>P</a:t>
              </a:r>
              <a:r>
                <a:rPr lang="en-US" altLang="zh-CN" sz="1800" b="1" baseline="-25000" dirty="0" smtClean="0">
                  <a:solidFill>
                    <a:srgbClr val="C00000"/>
                  </a:solidFill>
                  <a:cs typeface="Times New Roman" panose="02020603050405020304" pitchFamily="18" charset="0"/>
                </a:rPr>
                <a:t>i+1</a:t>
              </a:r>
              <a:endParaRPr lang="en-US" altLang="zh-CN" sz="1800" b="1" i="1" baseline="-25000" dirty="0">
                <a:solidFill>
                  <a:srgbClr val="C00000"/>
                </a:solidFill>
                <a:cs typeface="Times New Roman" panose="02020603050405020304" pitchFamily="18" charset="0"/>
              </a:endParaRPr>
            </a:p>
          </p:txBody>
        </p:sp>
        <p:sp>
          <p:nvSpPr>
            <p:cNvPr id="125" name="Line 11"/>
            <p:cNvSpPr>
              <a:spLocks noChangeShapeType="1"/>
            </p:cNvSpPr>
            <p:nvPr/>
          </p:nvSpPr>
          <p:spPr bwMode="auto">
            <a:xfrm>
              <a:off x="6785545" y="4733265"/>
              <a:ext cx="416345" cy="0"/>
            </a:xfrm>
            <a:prstGeom prst="line">
              <a:avLst/>
            </a:prstGeom>
            <a:noFill/>
            <a:ln w="28575">
              <a:solidFill>
                <a:srgbClr val="C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00">
                <a:cs typeface="Times New Roman" panose="02020603050405020304" pitchFamily="18" charset="0"/>
              </a:endParaRPr>
            </a:p>
          </p:txBody>
        </p:sp>
        <p:sp>
          <p:nvSpPr>
            <p:cNvPr id="126" name="Text Box 16"/>
            <p:cNvSpPr txBox="1">
              <a:spLocks noChangeArrowheads="1"/>
            </p:cNvSpPr>
            <p:nvPr/>
          </p:nvSpPr>
          <p:spPr bwMode="auto">
            <a:xfrm>
              <a:off x="6727065" y="4314242"/>
              <a:ext cx="551304" cy="385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800">
                  <a:solidFill>
                    <a:schemeClr val="tx1"/>
                  </a:solidFill>
                  <a:latin typeface="Times New Roman" pitchFamily="18" charset="0"/>
                  <a:ea typeface="宋体" charset="-122"/>
                </a:defRPr>
              </a:lvl1pPr>
              <a:lvl2pPr marL="742950" indent="-285750" eaLnBrk="0" hangingPunct="0">
                <a:defRPr kumimoji="1" sz="2800">
                  <a:solidFill>
                    <a:schemeClr val="tx1"/>
                  </a:solidFill>
                  <a:latin typeface="Times New Roman" pitchFamily="18" charset="0"/>
                  <a:ea typeface="宋体" charset="-122"/>
                </a:defRPr>
              </a:lvl2pPr>
              <a:lvl3pPr marL="1143000" indent="-228600" eaLnBrk="0" hangingPunct="0">
                <a:defRPr kumimoji="1" sz="2800">
                  <a:solidFill>
                    <a:schemeClr val="tx1"/>
                  </a:solidFill>
                  <a:latin typeface="Times New Roman" pitchFamily="18" charset="0"/>
                  <a:ea typeface="宋体" charset="-122"/>
                </a:defRPr>
              </a:lvl3pPr>
              <a:lvl4pPr marL="1600200" indent="-228600" eaLnBrk="0" hangingPunct="0">
                <a:defRPr kumimoji="1" sz="2800">
                  <a:solidFill>
                    <a:schemeClr val="tx1"/>
                  </a:solidFill>
                  <a:latin typeface="Times New Roman" pitchFamily="18" charset="0"/>
                  <a:ea typeface="宋体" charset="-122"/>
                </a:defRPr>
              </a:lvl4pPr>
              <a:lvl5pPr marL="2057400" indent="-228600" eaLnBrk="0" hangingPunct="0">
                <a:defRPr kumimoji="1" sz="2800">
                  <a:solidFill>
                    <a:schemeClr val="tx1"/>
                  </a:solidFill>
                  <a:latin typeface="Times New Roman" pitchFamily="18" charset="0"/>
                  <a:ea typeface="宋体" charset="-122"/>
                </a:defRPr>
              </a:lvl5pPr>
              <a:lvl6pPr marL="2514600" indent="-228600" eaLnBrk="0" fontAlgn="base" hangingPunct="0">
                <a:spcBef>
                  <a:spcPct val="50000"/>
                </a:spcBef>
                <a:spcAft>
                  <a:spcPct val="0"/>
                </a:spcAft>
                <a:defRPr kumimoji="1" sz="2800">
                  <a:solidFill>
                    <a:schemeClr val="tx1"/>
                  </a:solidFill>
                  <a:latin typeface="Times New Roman" pitchFamily="18" charset="0"/>
                  <a:ea typeface="宋体" charset="-122"/>
                </a:defRPr>
              </a:lvl6pPr>
              <a:lvl7pPr marL="2971800" indent="-228600" eaLnBrk="0" fontAlgn="base" hangingPunct="0">
                <a:spcBef>
                  <a:spcPct val="50000"/>
                </a:spcBef>
                <a:spcAft>
                  <a:spcPct val="0"/>
                </a:spcAft>
                <a:defRPr kumimoji="1" sz="2800">
                  <a:solidFill>
                    <a:schemeClr val="tx1"/>
                  </a:solidFill>
                  <a:latin typeface="Times New Roman" pitchFamily="18" charset="0"/>
                  <a:ea typeface="宋体" charset="-122"/>
                </a:defRPr>
              </a:lvl7pPr>
              <a:lvl8pPr marL="3429000" indent="-228600" eaLnBrk="0" fontAlgn="base" hangingPunct="0">
                <a:spcBef>
                  <a:spcPct val="50000"/>
                </a:spcBef>
                <a:spcAft>
                  <a:spcPct val="0"/>
                </a:spcAft>
                <a:defRPr kumimoji="1" sz="2800">
                  <a:solidFill>
                    <a:schemeClr val="tx1"/>
                  </a:solidFill>
                  <a:latin typeface="Times New Roman" pitchFamily="18" charset="0"/>
                  <a:ea typeface="宋体" charset="-122"/>
                </a:defRPr>
              </a:lvl8pPr>
              <a:lvl9pPr marL="3886200" indent="-228600" eaLnBrk="0" fontAlgn="base" hangingPunct="0">
                <a:spcBef>
                  <a:spcPct val="50000"/>
                </a:spcBef>
                <a:spcAft>
                  <a:spcPct val="0"/>
                </a:spcAft>
                <a:defRPr kumimoji="1" sz="2800">
                  <a:solidFill>
                    <a:schemeClr val="tx1"/>
                  </a:solidFill>
                  <a:latin typeface="Times New Roman" pitchFamily="18" charset="0"/>
                  <a:ea typeface="宋体" charset="-122"/>
                </a:defRPr>
              </a:lvl9pPr>
            </a:lstStyle>
            <a:p>
              <a:pPr eaLnBrk="1" hangingPunct="1"/>
              <a:r>
                <a:rPr lang="en-US" altLang="zh-CN" sz="1800" b="1" i="1" dirty="0" smtClean="0">
                  <a:solidFill>
                    <a:srgbClr val="C00000"/>
                  </a:solidFill>
                  <a:cs typeface="Times New Roman" panose="02020603050405020304" pitchFamily="18" charset="0"/>
                </a:rPr>
                <a:t>P</a:t>
              </a:r>
              <a:r>
                <a:rPr lang="en-US" altLang="zh-CN" sz="1800" b="1" baseline="-25000" dirty="0" smtClean="0">
                  <a:solidFill>
                    <a:srgbClr val="C00000"/>
                  </a:solidFill>
                  <a:cs typeface="Times New Roman" panose="02020603050405020304" pitchFamily="18" charset="0"/>
                </a:rPr>
                <a:t>i</a:t>
              </a:r>
              <a:endParaRPr lang="en-US" altLang="zh-CN" sz="1800" b="1" baseline="-25000" dirty="0">
                <a:solidFill>
                  <a:srgbClr val="C00000"/>
                </a:solidFill>
                <a:cs typeface="Times New Roman" panose="02020603050405020304" pitchFamily="18" charset="0"/>
              </a:endParaRPr>
            </a:p>
          </p:txBody>
        </p:sp>
        <p:sp>
          <p:nvSpPr>
            <p:cNvPr id="127" name="Line 19"/>
            <p:cNvSpPr>
              <a:spLocks noChangeShapeType="1"/>
            </p:cNvSpPr>
            <p:nvPr/>
          </p:nvSpPr>
          <p:spPr bwMode="auto">
            <a:xfrm flipH="1">
              <a:off x="7920318" y="4536464"/>
              <a:ext cx="452268" cy="0"/>
            </a:xfrm>
            <a:prstGeom prst="line">
              <a:avLst/>
            </a:prstGeom>
            <a:noFill/>
            <a:ln w="28575">
              <a:solidFill>
                <a:srgbClr val="C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00">
                <a:cs typeface="Times New Roman" panose="02020603050405020304" pitchFamily="18" charset="0"/>
              </a:endParaRPr>
            </a:p>
          </p:txBody>
        </p:sp>
        <p:sp>
          <p:nvSpPr>
            <p:cNvPr id="128" name="Text Box 7"/>
            <p:cNvSpPr txBox="1">
              <a:spLocks noChangeArrowheads="1"/>
            </p:cNvSpPr>
            <p:nvPr/>
          </p:nvSpPr>
          <p:spPr bwMode="auto">
            <a:xfrm>
              <a:off x="8246957" y="4658684"/>
              <a:ext cx="576470" cy="410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800">
                  <a:solidFill>
                    <a:schemeClr val="tx1"/>
                  </a:solidFill>
                  <a:latin typeface="Times New Roman" pitchFamily="18" charset="0"/>
                  <a:ea typeface="宋体" charset="-122"/>
                </a:defRPr>
              </a:lvl1pPr>
              <a:lvl2pPr marL="742950" indent="-285750" eaLnBrk="0" hangingPunct="0">
                <a:defRPr kumimoji="1" sz="2800">
                  <a:solidFill>
                    <a:schemeClr val="tx1"/>
                  </a:solidFill>
                  <a:latin typeface="Times New Roman" pitchFamily="18" charset="0"/>
                  <a:ea typeface="宋体" charset="-122"/>
                </a:defRPr>
              </a:lvl2pPr>
              <a:lvl3pPr marL="1143000" indent="-228600" eaLnBrk="0" hangingPunct="0">
                <a:defRPr kumimoji="1" sz="2800">
                  <a:solidFill>
                    <a:schemeClr val="tx1"/>
                  </a:solidFill>
                  <a:latin typeface="Times New Roman" pitchFamily="18" charset="0"/>
                  <a:ea typeface="宋体" charset="-122"/>
                </a:defRPr>
              </a:lvl3pPr>
              <a:lvl4pPr marL="1600200" indent="-228600" eaLnBrk="0" hangingPunct="0">
                <a:defRPr kumimoji="1" sz="2800">
                  <a:solidFill>
                    <a:schemeClr val="tx1"/>
                  </a:solidFill>
                  <a:latin typeface="Times New Roman" pitchFamily="18" charset="0"/>
                  <a:ea typeface="宋体" charset="-122"/>
                </a:defRPr>
              </a:lvl4pPr>
              <a:lvl5pPr marL="2057400" indent="-228600" eaLnBrk="0" hangingPunct="0">
                <a:defRPr kumimoji="1" sz="2800">
                  <a:solidFill>
                    <a:schemeClr val="tx1"/>
                  </a:solidFill>
                  <a:latin typeface="Times New Roman" pitchFamily="18" charset="0"/>
                  <a:ea typeface="宋体" charset="-122"/>
                </a:defRPr>
              </a:lvl5pPr>
              <a:lvl6pPr marL="2514600" indent="-228600" eaLnBrk="0" fontAlgn="base" hangingPunct="0">
                <a:spcBef>
                  <a:spcPct val="50000"/>
                </a:spcBef>
                <a:spcAft>
                  <a:spcPct val="0"/>
                </a:spcAft>
                <a:defRPr kumimoji="1" sz="2800">
                  <a:solidFill>
                    <a:schemeClr val="tx1"/>
                  </a:solidFill>
                  <a:latin typeface="Times New Roman" pitchFamily="18" charset="0"/>
                  <a:ea typeface="宋体" charset="-122"/>
                </a:defRPr>
              </a:lvl6pPr>
              <a:lvl7pPr marL="2971800" indent="-228600" eaLnBrk="0" fontAlgn="base" hangingPunct="0">
                <a:spcBef>
                  <a:spcPct val="50000"/>
                </a:spcBef>
                <a:spcAft>
                  <a:spcPct val="0"/>
                </a:spcAft>
                <a:defRPr kumimoji="1" sz="2800">
                  <a:solidFill>
                    <a:schemeClr val="tx1"/>
                  </a:solidFill>
                  <a:latin typeface="Times New Roman" pitchFamily="18" charset="0"/>
                  <a:ea typeface="宋体" charset="-122"/>
                </a:defRPr>
              </a:lvl7pPr>
              <a:lvl8pPr marL="3429000" indent="-228600" eaLnBrk="0" fontAlgn="base" hangingPunct="0">
                <a:spcBef>
                  <a:spcPct val="50000"/>
                </a:spcBef>
                <a:spcAft>
                  <a:spcPct val="0"/>
                </a:spcAft>
                <a:defRPr kumimoji="1" sz="2800">
                  <a:solidFill>
                    <a:schemeClr val="tx1"/>
                  </a:solidFill>
                  <a:latin typeface="Times New Roman" pitchFamily="18" charset="0"/>
                  <a:ea typeface="宋体" charset="-122"/>
                </a:defRPr>
              </a:lvl8pPr>
              <a:lvl9pPr marL="3886200" indent="-228600" eaLnBrk="0" fontAlgn="base" hangingPunct="0">
                <a:spcBef>
                  <a:spcPct val="50000"/>
                </a:spcBef>
                <a:spcAft>
                  <a:spcPct val="0"/>
                </a:spcAft>
                <a:defRPr kumimoji="1" sz="2800">
                  <a:solidFill>
                    <a:schemeClr val="tx1"/>
                  </a:solidFill>
                  <a:latin typeface="Times New Roman" pitchFamily="18" charset="0"/>
                  <a:ea typeface="宋体" charset="-122"/>
                </a:defRPr>
              </a:lvl9pPr>
            </a:lstStyle>
            <a:p>
              <a:pPr eaLnBrk="1" hangingPunct="1"/>
              <a:r>
                <a:rPr lang="en-US" altLang="zh-CN" sz="1800" b="1" i="1" dirty="0">
                  <a:cs typeface="Times New Roman" panose="02020603050405020304" pitchFamily="18" charset="0"/>
                </a:rPr>
                <a:t>h</a:t>
              </a:r>
              <a:r>
                <a:rPr lang="en-US" altLang="zh-CN" sz="1800" b="1" baseline="-25000" dirty="0" smtClean="0">
                  <a:cs typeface="Times New Roman" panose="02020603050405020304" pitchFamily="18" charset="0"/>
                </a:rPr>
                <a:t>i+1</a:t>
              </a:r>
              <a:endParaRPr lang="en-US" altLang="zh-CN" sz="1800" b="1" i="1" baseline="-25000" dirty="0">
                <a:cs typeface="Times New Roman" panose="02020603050405020304" pitchFamily="18" charset="0"/>
              </a:endParaRPr>
            </a:p>
          </p:txBody>
        </p:sp>
        <p:sp>
          <p:nvSpPr>
            <p:cNvPr id="129" name="Line 17"/>
            <p:cNvSpPr>
              <a:spLocks noChangeShapeType="1"/>
            </p:cNvSpPr>
            <p:nvPr/>
          </p:nvSpPr>
          <p:spPr bwMode="auto">
            <a:xfrm flipH="1">
              <a:off x="7935940" y="5195516"/>
              <a:ext cx="49095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00">
                <a:cs typeface="Times New Roman" panose="02020603050405020304" pitchFamily="18" charset="0"/>
              </a:endParaRPr>
            </a:p>
          </p:txBody>
        </p:sp>
        <p:sp>
          <p:nvSpPr>
            <p:cNvPr id="130" name="Line 18"/>
            <p:cNvSpPr>
              <a:spLocks noChangeShapeType="1"/>
            </p:cNvSpPr>
            <p:nvPr/>
          </p:nvSpPr>
          <p:spPr bwMode="auto">
            <a:xfrm>
              <a:off x="8257409" y="4543716"/>
              <a:ext cx="0" cy="659401"/>
            </a:xfrm>
            <a:prstGeom prst="line">
              <a:avLst/>
            </a:prstGeom>
            <a:noFill/>
            <a:ln w="1270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00">
                <a:cs typeface="Times New Roman" panose="02020603050405020304" pitchFamily="18" charset="0"/>
              </a:endParaRPr>
            </a:p>
          </p:txBody>
        </p:sp>
        <p:sp>
          <p:nvSpPr>
            <p:cNvPr id="131" name="Line 13"/>
            <p:cNvSpPr>
              <a:spLocks noChangeShapeType="1"/>
            </p:cNvSpPr>
            <p:nvPr/>
          </p:nvSpPr>
          <p:spPr bwMode="auto">
            <a:xfrm flipH="1">
              <a:off x="6767810" y="5571923"/>
              <a:ext cx="489113"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00">
                <a:cs typeface="Times New Roman" panose="02020603050405020304" pitchFamily="18" charset="0"/>
              </a:endParaRPr>
            </a:p>
          </p:txBody>
        </p:sp>
        <p:sp>
          <p:nvSpPr>
            <p:cNvPr id="134" name="Line 14"/>
            <p:cNvSpPr>
              <a:spLocks noChangeShapeType="1"/>
            </p:cNvSpPr>
            <p:nvPr/>
          </p:nvSpPr>
          <p:spPr bwMode="auto">
            <a:xfrm>
              <a:off x="6959695" y="4745296"/>
              <a:ext cx="0" cy="831377"/>
            </a:xfrm>
            <a:prstGeom prst="line">
              <a:avLst/>
            </a:prstGeom>
            <a:noFill/>
            <a:ln w="1270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00">
                <a:cs typeface="Times New Roman" panose="02020603050405020304" pitchFamily="18" charset="0"/>
              </a:endParaRPr>
            </a:p>
          </p:txBody>
        </p:sp>
        <p:sp>
          <p:nvSpPr>
            <p:cNvPr id="135" name="Text Box 15"/>
            <p:cNvSpPr txBox="1">
              <a:spLocks noChangeArrowheads="1"/>
            </p:cNvSpPr>
            <p:nvPr/>
          </p:nvSpPr>
          <p:spPr bwMode="auto">
            <a:xfrm>
              <a:off x="6657227" y="4923089"/>
              <a:ext cx="301620" cy="385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a:spAutoFit/>
            </a:bodyPr>
            <a:lstStyle>
              <a:lvl1pPr eaLnBrk="0" hangingPunct="0">
                <a:defRPr kumimoji="1" sz="2800">
                  <a:solidFill>
                    <a:schemeClr val="tx1"/>
                  </a:solidFill>
                  <a:latin typeface="Times New Roman" pitchFamily="18" charset="0"/>
                  <a:ea typeface="宋体" charset="-122"/>
                </a:defRPr>
              </a:lvl1pPr>
              <a:lvl2pPr marL="742950" indent="-285750" eaLnBrk="0" hangingPunct="0">
                <a:defRPr kumimoji="1" sz="2800">
                  <a:solidFill>
                    <a:schemeClr val="tx1"/>
                  </a:solidFill>
                  <a:latin typeface="Times New Roman" pitchFamily="18" charset="0"/>
                  <a:ea typeface="宋体" charset="-122"/>
                </a:defRPr>
              </a:lvl2pPr>
              <a:lvl3pPr marL="1143000" indent="-228600" eaLnBrk="0" hangingPunct="0">
                <a:defRPr kumimoji="1" sz="2800">
                  <a:solidFill>
                    <a:schemeClr val="tx1"/>
                  </a:solidFill>
                  <a:latin typeface="Times New Roman" pitchFamily="18" charset="0"/>
                  <a:ea typeface="宋体" charset="-122"/>
                </a:defRPr>
              </a:lvl3pPr>
              <a:lvl4pPr marL="1600200" indent="-228600" eaLnBrk="0" hangingPunct="0">
                <a:defRPr kumimoji="1" sz="2800">
                  <a:solidFill>
                    <a:schemeClr val="tx1"/>
                  </a:solidFill>
                  <a:latin typeface="Times New Roman" pitchFamily="18" charset="0"/>
                  <a:ea typeface="宋体" charset="-122"/>
                </a:defRPr>
              </a:lvl4pPr>
              <a:lvl5pPr marL="2057400" indent="-228600" eaLnBrk="0" hangingPunct="0">
                <a:defRPr kumimoji="1" sz="2800">
                  <a:solidFill>
                    <a:schemeClr val="tx1"/>
                  </a:solidFill>
                  <a:latin typeface="Times New Roman" pitchFamily="18" charset="0"/>
                  <a:ea typeface="宋体" charset="-122"/>
                </a:defRPr>
              </a:lvl5pPr>
              <a:lvl6pPr marL="2514600" indent="-228600" eaLnBrk="0" fontAlgn="base" hangingPunct="0">
                <a:spcBef>
                  <a:spcPct val="50000"/>
                </a:spcBef>
                <a:spcAft>
                  <a:spcPct val="0"/>
                </a:spcAft>
                <a:defRPr kumimoji="1" sz="2800">
                  <a:solidFill>
                    <a:schemeClr val="tx1"/>
                  </a:solidFill>
                  <a:latin typeface="Times New Roman" pitchFamily="18" charset="0"/>
                  <a:ea typeface="宋体" charset="-122"/>
                </a:defRPr>
              </a:lvl6pPr>
              <a:lvl7pPr marL="2971800" indent="-228600" eaLnBrk="0" fontAlgn="base" hangingPunct="0">
                <a:spcBef>
                  <a:spcPct val="50000"/>
                </a:spcBef>
                <a:spcAft>
                  <a:spcPct val="0"/>
                </a:spcAft>
                <a:defRPr kumimoji="1" sz="2800">
                  <a:solidFill>
                    <a:schemeClr val="tx1"/>
                  </a:solidFill>
                  <a:latin typeface="Times New Roman" pitchFamily="18" charset="0"/>
                  <a:ea typeface="宋体" charset="-122"/>
                </a:defRPr>
              </a:lvl7pPr>
              <a:lvl8pPr marL="3429000" indent="-228600" eaLnBrk="0" fontAlgn="base" hangingPunct="0">
                <a:spcBef>
                  <a:spcPct val="50000"/>
                </a:spcBef>
                <a:spcAft>
                  <a:spcPct val="0"/>
                </a:spcAft>
                <a:defRPr kumimoji="1" sz="2800">
                  <a:solidFill>
                    <a:schemeClr val="tx1"/>
                  </a:solidFill>
                  <a:latin typeface="Times New Roman" pitchFamily="18" charset="0"/>
                  <a:ea typeface="宋体" charset="-122"/>
                </a:defRPr>
              </a:lvl8pPr>
              <a:lvl9pPr marL="3886200" indent="-228600" eaLnBrk="0" fontAlgn="base" hangingPunct="0">
                <a:spcBef>
                  <a:spcPct val="50000"/>
                </a:spcBef>
                <a:spcAft>
                  <a:spcPct val="0"/>
                </a:spcAft>
                <a:defRPr kumimoji="1" sz="2800">
                  <a:solidFill>
                    <a:schemeClr val="tx1"/>
                  </a:solidFill>
                  <a:latin typeface="Times New Roman" pitchFamily="18" charset="0"/>
                  <a:ea typeface="宋体" charset="-122"/>
                </a:defRPr>
              </a:lvl9pPr>
            </a:lstStyle>
            <a:p>
              <a:pPr eaLnBrk="1" hangingPunct="1"/>
              <a:r>
                <a:rPr lang="en-US" altLang="zh-CN" sz="1800" b="1" i="1" dirty="0" smtClean="0">
                  <a:cs typeface="Times New Roman" panose="02020603050405020304" pitchFamily="18" charset="0"/>
                </a:rPr>
                <a:t>h</a:t>
              </a:r>
              <a:r>
                <a:rPr lang="en-US" altLang="zh-CN" sz="1800" b="1" baseline="-25000" dirty="0" smtClean="0">
                  <a:cs typeface="Times New Roman" panose="02020603050405020304" pitchFamily="18" charset="0"/>
                </a:rPr>
                <a:t>i</a:t>
              </a:r>
              <a:endParaRPr lang="en-US" altLang="zh-CN" sz="1800" b="1" baseline="-25000" dirty="0">
                <a:cs typeface="Times New Roman" panose="02020603050405020304" pitchFamily="18" charset="0"/>
              </a:endParaRPr>
            </a:p>
          </p:txBody>
        </p:sp>
      </p:grpSp>
      <p:grpSp>
        <p:nvGrpSpPr>
          <p:cNvPr id="93" name="组合 92"/>
          <p:cNvGrpSpPr/>
          <p:nvPr/>
        </p:nvGrpSpPr>
        <p:grpSpPr>
          <a:xfrm>
            <a:off x="6387220" y="510606"/>
            <a:ext cx="1161497" cy="467609"/>
            <a:chOff x="6341267" y="540607"/>
            <a:chExt cx="1161497" cy="467609"/>
          </a:xfrm>
        </p:grpSpPr>
        <p:cxnSp>
          <p:nvCxnSpPr>
            <p:cNvPr id="94" name="直接连接符 93"/>
            <p:cNvCxnSpPr/>
            <p:nvPr/>
          </p:nvCxnSpPr>
          <p:spPr bwMode="auto">
            <a:xfrm>
              <a:off x="6341268" y="781389"/>
              <a:ext cx="0" cy="217967"/>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7" name="直接连接符 96"/>
            <p:cNvCxnSpPr/>
            <p:nvPr/>
          </p:nvCxnSpPr>
          <p:spPr bwMode="auto">
            <a:xfrm>
              <a:off x="7502764" y="790249"/>
              <a:ext cx="0" cy="217967"/>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8" name="直接箭头连接符 97"/>
            <p:cNvCxnSpPr/>
            <p:nvPr/>
          </p:nvCxnSpPr>
          <p:spPr bwMode="auto">
            <a:xfrm>
              <a:off x="6341267" y="934329"/>
              <a:ext cx="1158083" cy="0"/>
            </a:xfrm>
            <a:prstGeom prst="straightConnector1">
              <a:avLst/>
            </a:prstGeom>
            <a:noFill/>
            <a:ln w="12700" cap="flat" cmpd="sng" algn="ctr">
              <a:solidFill>
                <a:schemeClr val="tx1"/>
              </a:solidFill>
              <a:prstDash val="solid"/>
              <a:round/>
              <a:headEnd type="triangl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9" name="Text Box 2450"/>
            <p:cNvSpPr txBox="1">
              <a:spLocks noChangeArrowheads="1"/>
            </p:cNvSpPr>
            <p:nvPr/>
          </p:nvSpPr>
          <p:spPr bwMode="auto">
            <a:xfrm>
              <a:off x="6531896" y="540607"/>
              <a:ext cx="784189" cy="3845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800" b="1" i="1" dirty="0" err="1" smtClean="0">
                  <a:solidFill>
                    <a:srgbClr val="000066"/>
                  </a:solidFill>
                </a:rPr>
                <a:t>R</a:t>
              </a:r>
              <a:r>
                <a:rPr kumimoji="1" lang="en-US" altLang="zh-CN" sz="1800" b="1" dirty="0" err="1" smtClean="0">
                  <a:solidFill>
                    <a:srgbClr val="000066"/>
                  </a:solidFill>
                </a:rPr>
                <a:t>sin</a:t>
              </a:r>
              <a:r>
                <a:rPr kumimoji="1" lang="en-US" altLang="zh-CN" sz="1800" b="1" i="1" dirty="0" err="1">
                  <a:solidFill>
                    <a:srgbClr val="000066"/>
                  </a:solidFill>
                  <a:sym typeface="Symbol" panose="05050102010706020507" pitchFamily="18" charset="2"/>
                </a:rPr>
                <a:t></a:t>
              </a:r>
              <a:r>
                <a:rPr kumimoji="1" lang="en-US" altLang="zh-CN" sz="1800" b="1" baseline="-25000" dirty="0" err="1" smtClean="0">
                  <a:solidFill>
                    <a:srgbClr val="000066"/>
                  </a:solidFill>
                  <a:sym typeface="Symbol" panose="05050102010706020507" pitchFamily="18" charset="2"/>
                </a:rPr>
                <a:t>i</a:t>
              </a:r>
              <a:endParaRPr kumimoji="1" lang="en-US" altLang="zh-CN" sz="1800" b="1" baseline="-25000" dirty="0">
                <a:solidFill>
                  <a:srgbClr val="000066"/>
                </a:solidFill>
              </a:endParaRPr>
            </a:p>
          </p:txBody>
        </p:sp>
      </p:grpSp>
      <p:cxnSp>
        <p:nvCxnSpPr>
          <p:cNvPr id="102" name="直接连接符 101"/>
          <p:cNvCxnSpPr/>
          <p:nvPr/>
        </p:nvCxnSpPr>
        <p:spPr bwMode="auto">
          <a:xfrm>
            <a:off x="7558622" y="1045054"/>
            <a:ext cx="0" cy="1961232"/>
          </a:xfrm>
          <a:prstGeom prst="line">
            <a:avLst/>
          </a:prstGeom>
          <a:noFill/>
          <a:ln w="12700" cap="flat" cmpd="sng" algn="ctr">
            <a:solidFill>
              <a:schemeClr val="tx1"/>
            </a:solidFill>
            <a:prstDash val="lgDashDot"/>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1" name="Text Box 135"/>
          <p:cNvSpPr txBox="1">
            <a:spLocks noChangeArrowheads="1"/>
          </p:cNvSpPr>
          <p:nvPr/>
        </p:nvSpPr>
        <p:spPr bwMode="auto">
          <a:xfrm>
            <a:off x="7383800" y="2411969"/>
            <a:ext cx="284426" cy="3480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1800" b="1" i="1" dirty="0">
                <a:solidFill>
                  <a:srgbClr val="C00000"/>
                </a:solidFill>
                <a:latin typeface="Times New Roman" panose="02020603050405020304" pitchFamily="18" charset="0"/>
              </a:rPr>
              <a:t>i</a:t>
            </a:r>
          </a:p>
        </p:txBody>
      </p:sp>
      <p:cxnSp>
        <p:nvCxnSpPr>
          <p:cNvPr id="103" name="直接连接符 102"/>
          <p:cNvCxnSpPr/>
          <p:nvPr/>
        </p:nvCxnSpPr>
        <p:spPr bwMode="auto">
          <a:xfrm>
            <a:off x="7323450" y="3478626"/>
            <a:ext cx="0" cy="196845"/>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7" name="直接连接符 106"/>
          <p:cNvCxnSpPr/>
          <p:nvPr/>
        </p:nvCxnSpPr>
        <p:spPr bwMode="auto">
          <a:xfrm>
            <a:off x="7956891" y="3480598"/>
            <a:ext cx="0" cy="196845"/>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8" name="直接箭头连接符 107"/>
          <p:cNvCxnSpPr/>
          <p:nvPr/>
        </p:nvCxnSpPr>
        <p:spPr bwMode="auto">
          <a:xfrm>
            <a:off x="7328247" y="3564320"/>
            <a:ext cx="616515" cy="0"/>
          </a:xfrm>
          <a:prstGeom prst="straightConnector1">
            <a:avLst/>
          </a:prstGeom>
          <a:noFill/>
          <a:ln w="12700" cap="flat" cmpd="sng" algn="ctr">
            <a:solidFill>
              <a:schemeClr val="tx1"/>
            </a:solidFill>
            <a:prstDash val="solid"/>
            <a:round/>
            <a:headEnd type="triangl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9" name="Text Box 2450"/>
          <p:cNvSpPr txBox="1">
            <a:spLocks noChangeArrowheads="1"/>
          </p:cNvSpPr>
          <p:nvPr/>
        </p:nvSpPr>
        <p:spPr bwMode="auto">
          <a:xfrm>
            <a:off x="7458867" y="3207575"/>
            <a:ext cx="343364" cy="385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800" b="1" i="1" dirty="0" smtClean="0">
                <a:solidFill>
                  <a:srgbClr val="C00000"/>
                </a:solidFill>
                <a:sym typeface="Symbol" panose="05050102010706020507" pitchFamily="18" charset="2"/>
              </a:rPr>
              <a:t>b</a:t>
            </a:r>
            <a:r>
              <a:rPr kumimoji="1" lang="en-US" altLang="zh-CN" sz="1800" b="1" baseline="-25000" dirty="0" smtClean="0">
                <a:solidFill>
                  <a:srgbClr val="C00000"/>
                </a:solidFill>
              </a:rPr>
              <a:t>i</a:t>
            </a:r>
            <a:endParaRPr kumimoji="1" lang="en-US" altLang="zh-CN" sz="1800" b="1" baseline="-25000" dirty="0">
              <a:solidFill>
                <a:srgbClr val="C00000"/>
              </a:solidFill>
            </a:endParaRPr>
          </a:p>
        </p:txBody>
      </p:sp>
    </p:spTree>
    <p:extLst>
      <p:ext uri="{BB962C8B-B14F-4D97-AF65-F5344CB8AC3E}">
        <p14:creationId xmlns:p14="http://schemas.microsoft.com/office/powerpoint/2010/main" val="944787127"/>
      </p:ext>
    </p:extLst>
  </p:cSld>
  <p:clrMapOvr>
    <a:masterClrMapping/>
  </p:clrMapOvr>
  <p:transition spd="med">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grpId="0" nodeType="afterEffect">
                                  <p:stCondLst>
                                    <p:cond delay="0"/>
                                  </p:stCondLst>
                                  <p:childTnLst>
                                    <p:set>
                                      <p:cBhvr>
                                        <p:cTn id="6" dur="1" fill="hold">
                                          <p:stCondLst>
                                            <p:cond delay="0"/>
                                          </p:stCondLst>
                                        </p:cTn>
                                        <p:tgtEl>
                                          <p:spTgt spid="95"/>
                                        </p:tgtEl>
                                        <p:attrNameLst>
                                          <p:attrName>style.visibility</p:attrName>
                                        </p:attrNameLst>
                                      </p:cBhvr>
                                      <p:to>
                                        <p:strVal val="visible"/>
                                      </p:to>
                                    </p:set>
                                    <p:anim calcmode="lin" valueType="num">
                                      <p:cBhvr>
                                        <p:cTn id="7" dur="1000" fill="hold"/>
                                        <p:tgtEl>
                                          <p:spTgt spid="95"/>
                                        </p:tgtEl>
                                        <p:attrNameLst>
                                          <p:attrName>ppt_w</p:attrName>
                                        </p:attrNameLst>
                                      </p:cBhvr>
                                      <p:tavLst>
                                        <p:tav tm="0">
                                          <p:val>
                                            <p:fltVal val="0"/>
                                          </p:val>
                                        </p:tav>
                                        <p:tav tm="100000">
                                          <p:val>
                                            <p:strVal val="#ppt_w"/>
                                          </p:val>
                                        </p:tav>
                                      </p:tavLst>
                                    </p:anim>
                                    <p:anim calcmode="lin" valueType="num">
                                      <p:cBhvr>
                                        <p:cTn id="8" dur="1000" fill="hold"/>
                                        <p:tgtEl>
                                          <p:spTgt spid="95"/>
                                        </p:tgtEl>
                                        <p:attrNameLst>
                                          <p:attrName>ppt_h</p:attrName>
                                        </p:attrNameLst>
                                      </p:cBhvr>
                                      <p:tavLst>
                                        <p:tav tm="0">
                                          <p:val>
                                            <p:fltVal val="0"/>
                                          </p:val>
                                        </p:tav>
                                        <p:tav tm="100000">
                                          <p:val>
                                            <p:strVal val="#ppt_h"/>
                                          </p:val>
                                        </p:tav>
                                      </p:tavLst>
                                    </p:anim>
                                    <p:anim calcmode="lin" valueType="num">
                                      <p:cBhvr>
                                        <p:cTn id="9" dur="1000" fill="hold"/>
                                        <p:tgtEl>
                                          <p:spTgt spid="95"/>
                                        </p:tgtEl>
                                        <p:attrNameLst>
                                          <p:attrName>style.rotation</p:attrName>
                                        </p:attrNameLst>
                                      </p:cBhvr>
                                      <p:tavLst>
                                        <p:tav tm="0">
                                          <p:val>
                                            <p:fltVal val="90"/>
                                          </p:val>
                                        </p:tav>
                                        <p:tav tm="100000">
                                          <p:val>
                                            <p:fltVal val="0"/>
                                          </p:val>
                                        </p:tav>
                                      </p:tavLst>
                                    </p:anim>
                                    <p:animEffect transition="in" filter="fade">
                                      <p:cBhvr>
                                        <p:cTn id="10" dur="1000"/>
                                        <p:tgtEl>
                                          <p:spTgt spid="95"/>
                                        </p:tgtEl>
                                      </p:cBhvr>
                                    </p:animEffect>
                                  </p:childTnLst>
                                </p:cTn>
                              </p:par>
                            </p:childTnLst>
                          </p:cTn>
                        </p:par>
                        <p:par>
                          <p:cTn id="11" fill="hold">
                            <p:stCondLst>
                              <p:cond delay="1000"/>
                            </p:stCondLst>
                            <p:childTnLst>
                              <p:par>
                                <p:cTn id="12" presetID="9" presetClass="entr" presetSubtype="0" fill="hold" nodeType="afterEffect">
                                  <p:stCondLst>
                                    <p:cond delay="0"/>
                                  </p:stCondLst>
                                  <p:childTnLst>
                                    <p:set>
                                      <p:cBhvr>
                                        <p:cTn id="13" dur="1" fill="hold">
                                          <p:stCondLst>
                                            <p:cond delay="0"/>
                                          </p:stCondLst>
                                        </p:cTn>
                                        <p:tgtEl>
                                          <p:spTgt spid="85"/>
                                        </p:tgtEl>
                                        <p:attrNameLst>
                                          <p:attrName>style.visibility</p:attrName>
                                        </p:attrNameLst>
                                      </p:cBhvr>
                                      <p:to>
                                        <p:strVal val="visible"/>
                                      </p:to>
                                    </p:set>
                                    <p:animEffect transition="in" filter="dissolve">
                                      <p:cBhvr>
                                        <p:cTn id="14" dur="500"/>
                                        <p:tgtEl>
                                          <p:spTgt spid="85"/>
                                        </p:tgtEl>
                                      </p:cBhvr>
                                    </p:animEffect>
                                  </p:childTnLst>
                                </p:cTn>
                              </p:par>
                            </p:childTnLst>
                          </p:cTn>
                        </p:par>
                        <p:par>
                          <p:cTn id="15" fill="hold">
                            <p:stCondLst>
                              <p:cond delay="1500"/>
                            </p:stCondLst>
                            <p:childTnLst>
                              <p:par>
                                <p:cTn id="16" presetID="1" presetClass="entr" presetSubtype="0" fill="hold" grpId="0" nodeType="afterEffect">
                                  <p:stCondLst>
                                    <p:cond delay="0"/>
                                  </p:stCondLst>
                                  <p:childTnLst>
                                    <p:set>
                                      <p:cBhvr>
                                        <p:cTn id="17" dur="1" fill="hold">
                                          <p:stCondLst>
                                            <p:cond delay="499"/>
                                          </p:stCondLst>
                                        </p:cTn>
                                        <p:tgtEl>
                                          <p:spTgt spid="86"/>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00"/>
                                        </p:tgtEl>
                                        <p:attrNameLst>
                                          <p:attrName>style.visibility</p:attrName>
                                        </p:attrNameLst>
                                      </p:cBhvr>
                                      <p:to>
                                        <p:strVal val="visible"/>
                                      </p:to>
                                    </p:set>
                                    <p:animEffect transition="in" filter="wipe(left)">
                                      <p:cBhvr>
                                        <p:cTn id="22" dur="1000"/>
                                        <p:tgtEl>
                                          <p:spTgt spid="100"/>
                                        </p:tgtEl>
                                      </p:cBhvr>
                                    </p:animEffect>
                                  </p:childTnLst>
                                </p:cTn>
                              </p:par>
                            </p:childTnLst>
                          </p:cTn>
                        </p:par>
                        <p:par>
                          <p:cTn id="23" fill="hold">
                            <p:stCondLst>
                              <p:cond delay="1000"/>
                            </p:stCondLst>
                            <p:childTnLst>
                              <p:par>
                                <p:cTn id="24" presetID="22" presetClass="entr" presetSubtype="8" fill="hold" nodeType="afterEffect">
                                  <p:stCondLst>
                                    <p:cond delay="0"/>
                                  </p:stCondLst>
                                  <p:childTnLst>
                                    <p:set>
                                      <p:cBhvr>
                                        <p:cTn id="25" dur="1" fill="hold">
                                          <p:stCondLst>
                                            <p:cond delay="0"/>
                                          </p:stCondLst>
                                        </p:cTn>
                                        <p:tgtEl>
                                          <p:spTgt spid="87"/>
                                        </p:tgtEl>
                                        <p:attrNameLst>
                                          <p:attrName>style.visibility</p:attrName>
                                        </p:attrNameLst>
                                      </p:cBhvr>
                                      <p:to>
                                        <p:strVal val="visible"/>
                                      </p:to>
                                    </p:set>
                                    <p:animEffect transition="in" filter="wipe(left)">
                                      <p:cBhvr>
                                        <p:cTn id="26" dur="500"/>
                                        <p:tgtEl>
                                          <p:spTgt spid="87"/>
                                        </p:tgtEl>
                                      </p:cBhvr>
                                    </p:animEffect>
                                  </p:childTnLst>
                                </p:cTn>
                              </p:par>
                            </p:childTnLst>
                          </p:cTn>
                        </p:par>
                        <p:par>
                          <p:cTn id="27" fill="hold">
                            <p:stCondLst>
                              <p:cond delay="1500"/>
                            </p:stCondLst>
                            <p:childTnLst>
                              <p:par>
                                <p:cTn id="28" presetID="22" presetClass="entr" presetSubtype="8" fill="hold" grpId="0" nodeType="afterEffect">
                                  <p:stCondLst>
                                    <p:cond delay="0"/>
                                  </p:stCondLst>
                                  <p:childTnLst>
                                    <p:set>
                                      <p:cBhvr>
                                        <p:cTn id="29" dur="1" fill="hold">
                                          <p:stCondLst>
                                            <p:cond delay="0"/>
                                          </p:stCondLst>
                                        </p:cTn>
                                        <p:tgtEl>
                                          <p:spTgt spid="133"/>
                                        </p:tgtEl>
                                        <p:attrNameLst>
                                          <p:attrName>style.visibility</p:attrName>
                                        </p:attrNameLst>
                                      </p:cBhvr>
                                      <p:to>
                                        <p:strVal val="visible"/>
                                      </p:to>
                                    </p:set>
                                    <p:animEffect transition="in" filter="wipe(left)">
                                      <p:cBhvr>
                                        <p:cTn id="30" dur="500"/>
                                        <p:tgtEl>
                                          <p:spTgt spid="133"/>
                                        </p:tgtEl>
                                      </p:cBhvr>
                                    </p:animEffect>
                                  </p:childTnLst>
                                </p:cTn>
                              </p:par>
                            </p:childTnLst>
                          </p:cTn>
                        </p:par>
                        <p:par>
                          <p:cTn id="31" fill="hold">
                            <p:stCondLst>
                              <p:cond delay="2000"/>
                            </p:stCondLst>
                            <p:childTnLst>
                              <p:par>
                                <p:cTn id="32" presetID="22" presetClass="entr" presetSubtype="8" fill="hold" nodeType="afterEffect">
                                  <p:stCondLst>
                                    <p:cond delay="0"/>
                                  </p:stCondLst>
                                  <p:childTnLst>
                                    <p:set>
                                      <p:cBhvr>
                                        <p:cTn id="33" dur="1" fill="hold">
                                          <p:stCondLst>
                                            <p:cond delay="0"/>
                                          </p:stCondLst>
                                        </p:cTn>
                                        <p:tgtEl>
                                          <p:spTgt spid="132"/>
                                        </p:tgtEl>
                                        <p:attrNameLst>
                                          <p:attrName>style.visibility</p:attrName>
                                        </p:attrNameLst>
                                      </p:cBhvr>
                                      <p:to>
                                        <p:strVal val="visible"/>
                                      </p:to>
                                    </p:set>
                                    <p:animEffect transition="in" filter="wipe(left)">
                                      <p:cBhvr>
                                        <p:cTn id="34" dur="500"/>
                                        <p:tgtEl>
                                          <p:spTgt spid="132"/>
                                        </p:tgtEl>
                                      </p:cBhvr>
                                    </p:animEffect>
                                  </p:childTnLst>
                                </p:cTn>
                              </p:par>
                            </p:childTnLst>
                          </p:cTn>
                        </p:par>
                      </p:childTnLst>
                    </p:cTn>
                  </p:par>
                  <p:par>
                    <p:cTn id="35" fill="hold">
                      <p:stCondLst>
                        <p:cond delay="indefinite"/>
                      </p:stCondLst>
                      <p:childTnLst>
                        <p:par>
                          <p:cTn id="36" fill="hold">
                            <p:stCondLst>
                              <p:cond delay="0"/>
                            </p:stCondLst>
                            <p:childTnLst>
                              <p:par>
                                <p:cTn id="37" presetID="9" presetClass="entr" presetSubtype="0" fill="hold" grpId="0" nodeType="clickEffect">
                                  <p:stCondLst>
                                    <p:cond delay="0"/>
                                  </p:stCondLst>
                                  <p:childTnLst>
                                    <p:set>
                                      <p:cBhvr>
                                        <p:cTn id="38" dur="1" fill="hold">
                                          <p:stCondLst>
                                            <p:cond delay="0"/>
                                          </p:stCondLst>
                                        </p:cTn>
                                        <p:tgtEl>
                                          <p:spTgt spid="90"/>
                                        </p:tgtEl>
                                        <p:attrNameLst>
                                          <p:attrName>style.visibility</p:attrName>
                                        </p:attrNameLst>
                                      </p:cBhvr>
                                      <p:to>
                                        <p:strVal val="visible"/>
                                      </p:to>
                                    </p:set>
                                    <p:animEffect transition="in" filter="dissolve">
                                      <p:cBhvr>
                                        <p:cTn id="39" dur="500"/>
                                        <p:tgtEl>
                                          <p:spTgt spid="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 grpId="0"/>
      <p:bldP spid="100" grpId="0" animBg="1"/>
      <p:bldP spid="133" grpId="0"/>
      <p:bldP spid="86" grpId="0" animBg="1" autoUpdateAnimBg="0"/>
      <p:bldP spid="90" grpId="0" autoUpdateAnimBg="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55</a:t>
            </a:fld>
            <a:endParaRPr lang="zh-CN" altLang="en-US" dirty="0">
              <a:solidFill>
                <a:srgbClr val="C00000"/>
              </a:solidFill>
            </a:endParaRPr>
          </a:p>
        </p:txBody>
      </p:sp>
      <p:sp>
        <p:nvSpPr>
          <p:cNvPr id="34" name="任意多边形 33"/>
          <p:cNvSpPr/>
          <p:nvPr/>
        </p:nvSpPr>
        <p:spPr bwMode="auto">
          <a:xfrm>
            <a:off x="5371769" y="1263228"/>
            <a:ext cx="3116307" cy="1612402"/>
          </a:xfrm>
          <a:custGeom>
            <a:avLst/>
            <a:gdLst>
              <a:gd name="connsiteX0" fmla="*/ 0 w 3450692"/>
              <a:gd name="connsiteY0" fmla="*/ 1561822 h 1785416"/>
              <a:gd name="connsiteX1" fmla="*/ 313700 w 3450692"/>
              <a:gd name="connsiteY1" fmla="*/ 1561822 h 1785416"/>
              <a:gd name="connsiteX2" fmla="*/ 2833305 w 3450692"/>
              <a:gd name="connsiteY2" fmla="*/ 0 h 1785416"/>
              <a:gd name="connsiteX3" fmla="*/ 3450692 w 3450692"/>
              <a:gd name="connsiteY3" fmla="*/ 0 h 1785416"/>
              <a:gd name="connsiteX4" fmla="*/ 3310529 w 3450692"/>
              <a:gd name="connsiteY4" fmla="*/ 367095 h 1785416"/>
              <a:gd name="connsiteX5" fmla="*/ 3080260 w 3450692"/>
              <a:gd name="connsiteY5" fmla="*/ 760888 h 1785416"/>
              <a:gd name="connsiteX6" fmla="*/ 2746538 w 3450692"/>
              <a:gd name="connsiteY6" fmla="*/ 1131320 h 1785416"/>
              <a:gd name="connsiteX7" fmla="*/ 2312698 w 3450692"/>
              <a:gd name="connsiteY7" fmla="*/ 1461706 h 1785416"/>
              <a:gd name="connsiteX8" fmla="*/ 1908894 w 3450692"/>
              <a:gd name="connsiteY8" fmla="*/ 1641916 h 1785416"/>
              <a:gd name="connsiteX9" fmla="*/ 1578508 w 3450692"/>
              <a:gd name="connsiteY9" fmla="*/ 1738695 h 1785416"/>
              <a:gd name="connsiteX10" fmla="*/ 1261472 w 3450692"/>
              <a:gd name="connsiteY10" fmla="*/ 1778742 h 1785416"/>
              <a:gd name="connsiteX11" fmla="*/ 957784 w 3450692"/>
              <a:gd name="connsiteY11" fmla="*/ 1785416 h 1785416"/>
              <a:gd name="connsiteX12" fmla="*/ 660771 w 3450692"/>
              <a:gd name="connsiteY12" fmla="*/ 1755381 h 1785416"/>
              <a:gd name="connsiteX13" fmla="*/ 323711 w 3450692"/>
              <a:gd name="connsiteY13" fmla="*/ 1678625 h 1785416"/>
              <a:gd name="connsiteX14" fmla="*/ 0 w 3450692"/>
              <a:gd name="connsiteY14" fmla="*/ 1561822 h 1785416"/>
              <a:gd name="connsiteX0" fmla="*/ 0 w 3450692"/>
              <a:gd name="connsiteY0" fmla="*/ 1561822 h 1785416"/>
              <a:gd name="connsiteX1" fmla="*/ 313700 w 3450692"/>
              <a:gd name="connsiteY1" fmla="*/ 1561822 h 1785416"/>
              <a:gd name="connsiteX2" fmla="*/ 2833305 w 3450692"/>
              <a:gd name="connsiteY2" fmla="*/ 0 h 1785416"/>
              <a:gd name="connsiteX3" fmla="*/ 3450692 w 3450692"/>
              <a:gd name="connsiteY3" fmla="*/ 0 h 1785416"/>
              <a:gd name="connsiteX4" fmla="*/ 3310529 w 3450692"/>
              <a:gd name="connsiteY4" fmla="*/ 367095 h 1785416"/>
              <a:gd name="connsiteX5" fmla="*/ 3080260 w 3450692"/>
              <a:gd name="connsiteY5" fmla="*/ 760888 h 1785416"/>
              <a:gd name="connsiteX6" fmla="*/ 2746538 w 3450692"/>
              <a:gd name="connsiteY6" fmla="*/ 1131320 h 1785416"/>
              <a:gd name="connsiteX7" fmla="*/ 2312698 w 3450692"/>
              <a:gd name="connsiteY7" fmla="*/ 1461706 h 1785416"/>
              <a:gd name="connsiteX8" fmla="*/ 1908894 w 3450692"/>
              <a:gd name="connsiteY8" fmla="*/ 1641916 h 1785416"/>
              <a:gd name="connsiteX9" fmla="*/ 1578508 w 3450692"/>
              <a:gd name="connsiteY9" fmla="*/ 1738695 h 1785416"/>
              <a:gd name="connsiteX10" fmla="*/ 1261472 w 3450692"/>
              <a:gd name="connsiteY10" fmla="*/ 1778742 h 1785416"/>
              <a:gd name="connsiteX11" fmla="*/ 957784 w 3450692"/>
              <a:gd name="connsiteY11" fmla="*/ 1785416 h 1785416"/>
              <a:gd name="connsiteX12" fmla="*/ 660771 w 3450692"/>
              <a:gd name="connsiteY12" fmla="*/ 1755381 h 1785416"/>
              <a:gd name="connsiteX13" fmla="*/ 489791 w 3450692"/>
              <a:gd name="connsiteY13" fmla="*/ 1727823 h 1785416"/>
              <a:gd name="connsiteX14" fmla="*/ 323711 w 3450692"/>
              <a:gd name="connsiteY14" fmla="*/ 1678625 h 1785416"/>
              <a:gd name="connsiteX15" fmla="*/ 0 w 3450692"/>
              <a:gd name="connsiteY15" fmla="*/ 1561822 h 1785416"/>
              <a:gd name="connsiteX0" fmla="*/ 0 w 3450692"/>
              <a:gd name="connsiteY0" fmla="*/ 1561822 h 1785416"/>
              <a:gd name="connsiteX1" fmla="*/ 313700 w 3450692"/>
              <a:gd name="connsiteY1" fmla="*/ 1561822 h 1785416"/>
              <a:gd name="connsiteX2" fmla="*/ 2833305 w 3450692"/>
              <a:gd name="connsiteY2" fmla="*/ 0 h 1785416"/>
              <a:gd name="connsiteX3" fmla="*/ 3450692 w 3450692"/>
              <a:gd name="connsiteY3" fmla="*/ 0 h 1785416"/>
              <a:gd name="connsiteX4" fmla="*/ 3343186 w 3450692"/>
              <a:gd name="connsiteY4" fmla="*/ 307224 h 1785416"/>
              <a:gd name="connsiteX5" fmla="*/ 3080260 w 3450692"/>
              <a:gd name="connsiteY5" fmla="*/ 760888 h 1785416"/>
              <a:gd name="connsiteX6" fmla="*/ 2746538 w 3450692"/>
              <a:gd name="connsiteY6" fmla="*/ 1131320 h 1785416"/>
              <a:gd name="connsiteX7" fmla="*/ 2312698 w 3450692"/>
              <a:gd name="connsiteY7" fmla="*/ 1461706 h 1785416"/>
              <a:gd name="connsiteX8" fmla="*/ 1908894 w 3450692"/>
              <a:gd name="connsiteY8" fmla="*/ 1641916 h 1785416"/>
              <a:gd name="connsiteX9" fmla="*/ 1578508 w 3450692"/>
              <a:gd name="connsiteY9" fmla="*/ 1738695 h 1785416"/>
              <a:gd name="connsiteX10" fmla="*/ 1261472 w 3450692"/>
              <a:gd name="connsiteY10" fmla="*/ 1778742 h 1785416"/>
              <a:gd name="connsiteX11" fmla="*/ 957784 w 3450692"/>
              <a:gd name="connsiteY11" fmla="*/ 1785416 h 1785416"/>
              <a:gd name="connsiteX12" fmla="*/ 660771 w 3450692"/>
              <a:gd name="connsiteY12" fmla="*/ 1755381 h 1785416"/>
              <a:gd name="connsiteX13" fmla="*/ 489791 w 3450692"/>
              <a:gd name="connsiteY13" fmla="*/ 1727823 h 1785416"/>
              <a:gd name="connsiteX14" fmla="*/ 323711 w 3450692"/>
              <a:gd name="connsiteY14" fmla="*/ 1678625 h 1785416"/>
              <a:gd name="connsiteX15" fmla="*/ 0 w 3450692"/>
              <a:gd name="connsiteY15" fmla="*/ 1561822 h 1785416"/>
              <a:gd name="connsiteX0" fmla="*/ 0 w 3450692"/>
              <a:gd name="connsiteY0" fmla="*/ 1561822 h 1785416"/>
              <a:gd name="connsiteX1" fmla="*/ 313700 w 3450692"/>
              <a:gd name="connsiteY1" fmla="*/ 1561822 h 1785416"/>
              <a:gd name="connsiteX2" fmla="*/ 2833305 w 3450692"/>
              <a:gd name="connsiteY2" fmla="*/ 0 h 1785416"/>
              <a:gd name="connsiteX3" fmla="*/ 3450692 w 3450692"/>
              <a:gd name="connsiteY3" fmla="*/ 0 h 1785416"/>
              <a:gd name="connsiteX4" fmla="*/ 3403534 w 3450692"/>
              <a:gd name="connsiteY4" fmla="*/ 151209 h 1785416"/>
              <a:gd name="connsiteX5" fmla="*/ 3343186 w 3450692"/>
              <a:gd name="connsiteY5" fmla="*/ 307224 h 1785416"/>
              <a:gd name="connsiteX6" fmla="*/ 3080260 w 3450692"/>
              <a:gd name="connsiteY6" fmla="*/ 760888 h 1785416"/>
              <a:gd name="connsiteX7" fmla="*/ 2746538 w 3450692"/>
              <a:gd name="connsiteY7" fmla="*/ 1131320 h 1785416"/>
              <a:gd name="connsiteX8" fmla="*/ 2312698 w 3450692"/>
              <a:gd name="connsiteY8" fmla="*/ 1461706 h 1785416"/>
              <a:gd name="connsiteX9" fmla="*/ 1908894 w 3450692"/>
              <a:gd name="connsiteY9" fmla="*/ 1641916 h 1785416"/>
              <a:gd name="connsiteX10" fmla="*/ 1578508 w 3450692"/>
              <a:gd name="connsiteY10" fmla="*/ 1738695 h 1785416"/>
              <a:gd name="connsiteX11" fmla="*/ 1261472 w 3450692"/>
              <a:gd name="connsiteY11" fmla="*/ 1778742 h 1785416"/>
              <a:gd name="connsiteX12" fmla="*/ 957784 w 3450692"/>
              <a:gd name="connsiteY12" fmla="*/ 1785416 h 1785416"/>
              <a:gd name="connsiteX13" fmla="*/ 660771 w 3450692"/>
              <a:gd name="connsiteY13" fmla="*/ 1755381 h 1785416"/>
              <a:gd name="connsiteX14" fmla="*/ 489791 w 3450692"/>
              <a:gd name="connsiteY14" fmla="*/ 1727823 h 1785416"/>
              <a:gd name="connsiteX15" fmla="*/ 323711 w 3450692"/>
              <a:gd name="connsiteY15" fmla="*/ 1678625 h 1785416"/>
              <a:gd name="connsiteX16" fmla="*/ 0 w 3450692"/>
              <a:gd name="connsiteY16" fmla="*/ 1561822 h 17854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450692" h="1785416">
                <a:moveTo>
                  <a:pt x="0" y="1561822"/>
                </a:moveTo>
                <a:lnTo>
                  <a:pt x="313700" y="1561822"/>
                </a:lnTo>
                <a:lnTo>
                  <a:pt x="2833305" y="0"/>
                </a:lnTo>
                <a:lnTo>
                  <a:pt x="3450692" y="0"/>
                </a:lnTo>
                <a:cubicBezTo>
                  <a:pt x="3431949" y="50403"/>
                  <a:pt x="3422277" y="100806"/>
                  <a:pt x="3403534" y="151209"/>
                </a:cubicBezTo>
                <a:lnTo>
                  <a:pt x="3343186" y="307224"/>
                </a:lnTo>
                <a:lnTo>
                  <a:pt x="3080260" y="760888"/>
                </a:lnTo>
                <a:lnTo>
                  <a:pt x="2746538" y="1131320"/>
                </a:lnTo>
                <a:lnTo>
                  <a:pt x="2312698" y="1461706"/>
                </a:lnTo>
                <a:lnTo>
                  <a:pt x="1908894" y="1641916"/>
                </a:lnTo>
                <a:lnTo>
                  <a:pt x="1578508" y="1738695"/>
                </a:lnTo>
                <a:lnTo>
                  <a:pt x="1261472" y="1778742"/>
                </a:lnTo>
                <a:lnTo>
                  <a:pt x="957784" y="1785416"/>
                </a:lnTo>
                <a:lnTo>
                  <a:pt x="660771" y="1755381"/>
                </a:lnTo>
                <a:cubicBezTo>
                  <a:pt x="604383" y="1742566"/>
                  <a:pt x="546179" y="1740638"/>
                  <a:pt x="489791" y="1727823"/>
                </a:cubicBezTo>
                <a:lnTo>
                  <a:pt x="323711" y="1678625"/>
                </a:lnTo>
                <a:lnTo>
                  <a:pt x="0" y="1561822"/>
                </a:lnTo>
                <a:close/>
              </a:path>
            </a:pathLst>
          </a:custGeom>
          <a:solidFill>
            <a:srgbClr val="FFC000"/>
          </a:solidFill>
          <a:ln w="12700" cap="flat" cmpd="sng" algn="ctr">
            <a:no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35" name="任意多边形 34"/>
          <p:cNvSpPr/>
          <p:nvPr/>
        </p:nvSpPr>
        <p:spPr bwMode="auto">
          <a:xfrm>
            <a:off x="7363915" y="1438031"/>
            <a:ext cx="283300" cy="1193478"/>
          </a:xfrm>
          <a:custGeom>
            <a:avLst/>
            <a:gdLst>
              <a:gd name="connsiteX0" fmla="*/ 0 w 313699"/>
              <a:gd name="connsiteY0" fmla="*/ 1321541 h 1321541"/>
              <a:gd name="connsiteX1" fmla="*/ 0 w 313699"/>
              <a:gd name="connsiteY1" fmla="*/ 180210 h 1321541"/>
              <a:gd name="connsiteX2" fmla="*/ 313699 w 313699"/>
              <a:gd name="connsiteY2" fmla="*/ 0 h 1321541"/>
              <a:gd name="connsiteX3" fmla="*/ 313699 w 313699"/>
              <a:gd name="connsiteY3" fmla="*/ 1124645 h 1321541"/>
              <a:gd name="connsiteX4" fmla="*/ 170198 w 313699"/>
              <a:gd name="connsiteY4" fmla="*/ 1224762 h 1321541"/>
              <a:gd name="connsiteX5" fmla="*/ 0 w 313699"/>
              <a:gd name="connsiteY5" fmla="*/ 1321541 h 1321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13699" h="1321541">
                <a:moveTo>
                  <a:pt x="0" y="1321541"/>
                </a:moveTo>
                <a:lnTo>
                  <a:pt x="0" y="180210"/>
                </a:lnTo>
                <a:lnTo>
                  <a:pt x="313699" y="0"/>
                </a:lnTo>
                <a:lnTo>
                  <a:pt x="313699" y="1124645"/>
                </a:lnTo>
                <a:lnTo>
                  <a:pt x="170198" y="1224762"/>
                </a:lnTo>
                <a:lnTo>
                  <a:pt x="0" y="1321541"/>
                </a:lnTo>
                <a:close/>
              </a:path>
            </a:pathLst>
          </a:custGeom>
          <a:solidFill>
            <a:srgbClr val="CCECFF"/>
          </a:solidFill>
          <a:ln w="12700" cap="flat" cmpd="sng" algn="ctr">
            <a:no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cxnSp>
        <p:nvCxnSpPr>
          <p:cNvPr id="36" name="直接连接符 35"/>
          <p:cNvCxnSpPr/>
          <p:nvPr/>
        </p:nvCxnSpPr>
        <p:spPr bwMode="auto">
          <a:xfrm>
            <a:off x="6236824" y="2303001"/>
            <a:ext cx="0" cy="569615"/>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7" name="直接连接符 36"/>
          <p:cNvCxnSpPr/>
          <p:nvPr/>
        </p:nvCxnSpPr>
        <p:spPr bwMode="auto">
          <a:xfrm>
            <a:off x="5955826" y="2474790"/>
            <a:ext cx="0" cy="379744"/>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8" name="Text Box 115"/>
          <p:cNvSpPr txBox="1">
            <a:spLocks noChangeArrowheads="1"/>
          </p:cNvSpPr>
          <p:nvPr/>
        </p:nvSpPr>
        <p:spPr bwMode="auto">
          <a:xfrm>
            <a:off x="4987122" y="2580970"/>
            <a:ext cx="590670" cy="3480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1800" b="1">
                <a:solidFill>
                  <a:schemeClr val="tx1"/>
                </a:solidFill>
                <a:latin typeface="Times New Roman" panose="02020603050405020304" pitchFamily="18" charset="0"/>
              </a:rPr>
              <a:t>A</a:t>
            </a:r>
          </a:p>
        </p:txBody>
      </p:sp>
      <p:sp>
        <p:nvSpPr>
          <p:cNvPr id="39" name="Text Box 133"/>
          <p:cNvSpPr txBox="1">
            <a:spLocks noChangeArrowheads="1"/>
          </p:cNvSpPr>
          <p:nvPr/>
        </p:nvSpPr>
        <p:spPr bwMode="auto">
          <a:xfrm>
            <a:off x="6071187" y="356840"/>
            <a:ext cx="373979" cy="3710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1800" b="1" dirty="0">
                <a:solidFill>
                  <a:schemeClr val="tx1"/>
                </a:solidFill>
                <a:latin typeface="Times New Roman" panose="02020603050405020304" pitchFamily="18" charset="0"/>
              </a:rPr>
              <a:t>O</a:t>
            </a:r>
          </a:p>
        </p:txBody>
      </p:sp>
      <p:sp>
        <p:nvSpPr>
          <p:cNvPr id="40" name="Text Box 135"/>
          <p:cNvSpPr txBox="1">
            <a:spLocks noChangeArrowheads="1"/>
          </p:cNvSpPr>
          <p:nvPr/>
        </p:nvSpPr>
        <p:spPr bwMode="auto">
          <a:xfrm>
            <a:off x="6283408" y="2462804"/>
            <a:ext cx="322580" cy="3480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1800" b="1" dirty="0">
                <a:solidFill>
                  <a:srgbClr val="C00000"/>
                </a:solidFill>
                <a:latin typeface="Times New Roman" panose="02020603050405020304" pitchFamily="18" charset="0"/>
              </a:rPr>
              <a:t>0</a:t>
            </a:r>
          </a:p>
        </p:txBody>
      </p:sp>
      <p:sp>
        <p:nvSpPr>
          <p:cNvPr id="41" name="Text Box 136"/>
          <p:cNvSpPr txBox="1">
            <a:spLocks noChangeArrowheads="1"/>
          </p:cNvSpPr>
          <p:nvPr/>
        </p:nvSpPr>
        <p:spPr bwMode="auto">
          <a:xfrm>
            <a:off x="6277824" y="936169"/>
            <a:ext cx="478166" cy="3845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1800" b="1" dirty="0">
                <a:solidFill>
                  <a:srgbClr val="C00000"/>
                </a:solidFill>
                <a:latin typeface="Times New Roman" panose="02020603050405020304" pitchFamily="18" charset="0"/>
                <a:sym typeface="Symbol" panose="05050102010706020507" pitchFamily="18" charset="2"/>
              </a:rPr>
              <a:t> </a:t>
            </a:r>
            <a:r>
              <a:rPr kumimoji="1" lang="en-US" altLang="zh-CN" sz="1800" b="1" i="1" dirty="0">
                <a:solidFill>
                  <a:srgbClr val="C00000"/>
                </a:solidFill>
                <a:latin typeface="Times New Roman" panose="02020603050405020304" pitchFamily="18" charset="0"/>
                <a:sym typeface="Symbol" panose="05050102010706020507" pitchFamily="18" charset="2"/>
              </a:rPr>
              <a:t></a:t>
            </a:r>
            <a:r>
              <a:rPr kumimoji="1" lang="en-US" altLang="zh-CN" sz="1800" b="1" baseline="-25000" dirty="0" err="1">
                <a:solidFill>
                  <a:srgbClr val="C00000"/>
                </a:solidFill>
                <a:latin typeface="Times New Roman" panose="02020603050405020304" pitchFamily="18" charset="0"/>
                <a:sym typeface="Symbol" panose="05050102010706020507" pitchFamily="18" charset="2"/>
              </a:rPr>
              <a:t>i</a:t>
            </a:r>
            <a:endParaRPr kumimoji="1" lang="en-US" altLang="zh-CN" sz="1800" b="1" baseline="-25000" dirty="0">
              <a:solidFill>
                <a:srgbClr val="C00000"/>
              </a:solidFill>
              <a:latin typeface="Times New Roman" panose="02020603050405020304" pitchFamily="18" charset="0"/>
            </a:endParaRPr>
          </a:p>
        </p:txBody>
      </p:sp>
      <p:sp>
        <p:nvSpPr>
          <p:cNvPr id="42" name="Text Box 141"/>
          <p:cNvSpPr txBox="1">
            <a:spLocks noChangeArrowheads="1"/>
          </p:cNvSpPr>
          <p:nvPr/>
        </p:nvSpPr>
        <p:spPr bwMode="auto">
          <a:xfrm>
            <a:off x="7719282" y="986140"/>
            <a:ext cx="407161" cy="3480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1800" b="1" dirty="0">
                <a:solidFill>
                  <a:schemeClr val="tx1"/>
                </a:solidFill>
                <a:latin typeface="Times New Roman" panose="02020603050405020304" pitchFamily="18" charset="0"/>
              </a:rPr>
              <a:t>B</a:t>
            </a:r>
          </a:p>
        </p:txBody>
      </p:sp>
      <p:sp>
        <p:nvSpPr>
          <p:cNvPr id="43" name="任意多边形 42"/>
          <p:cNvSpPr/>
          <p:nvPr/>
        </p:nvSpPr>
        <p:spPr bwMode="auto">
          <a:xfrm>
            <a:off x="4981364" y="1264709"/>
            <a:ext cx="4043035" cy="1403368"/>
          </a:xfrm>
          <a:custGeom>
            <a:avLst/>
            <a:gdLst>
              <a:gd name="connsiteX0" fmla="*/ 0 w 4476860"/>
              <a:gd name="connsiteY0" fmla="*/ 1553952 h 1553952"/>
              <a:gd name="connsiteX1" fmla="*/ 745263 w 4476860"/>
              <a:gd name="connsiteY1" fmla="*/ 1553952 h 1553952"/>
              <a:gd name="connsiteX2" fmla="*/ 3255898 w 4476860"/>
              <a:gd name="connsiteY2" fmla="*/ 0 h 1553952"/>
              <a:gd name="connsiteX3" fmla="*/ 4476860 w 4476860"/>
              <a:gd name="connsiteY3" fmla="*/ 0 h 1553952"/>
            </a:gdLst>
            <a:ahLst/>
            <a:cxnLst>
              <a:cxn ang="0">
                <a:pos x="connsiteX0" y="connsiteY0"/>
              </a:cxn>
              <a:cxn ang="0">
                <a:pos x="connsiteX1" y="connsiteY1"/>
              </a:cxn>
              <a:cxn ang="0">
                <a:pos x="connsiteX2" y="connsiteY2"/>
              </a:cxn>
              <a:cxn ang="0">
                <a:pos x="connsiteX3" y="connsiteY3"/>
              </a:cxn>
            </a:cxnLst>
            <a:rect l="l" t="t" r="r" b="b"/>
            <a:pathLst>
              <a:path w="4476860" h="1553952">
                <a:moveTo>
                  <a:pt x="0" y="1553952"/>
                </a:moveTo>
                <a:lnTo>
                  <a:pt x="745263" y="1553952"/>
                </a:lnTo>
                <a:lnTo>
                  <a:pt x="3255898" y="0"/>
                </a:lnTo>
                <a:lnTo>
                  <a:pt x="4476860" y="0"/>
                </a:lnTo>
              </a:path>
            </a:pathLst>
          </a:custGeom>
          <a:noFill/>
          <a:ln w="19050" cap="flat" cmpd="sng" algn="ctr">
            <a:solidFill>
              <a:srgbClr val="000066"/>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cxnSp>
        <p:nvCxnSpPr>
          <p:cNvPr id="44" name="直接连接符 43"/>
          <p:cNvCxnSpPr/>
          <p:nvPr/>
        </p:nvCxnSpPr>
        <p:spPr bwMode="auto">
          <a:xfrm>
            <a:off x="6345081" y="622328"/>
            <a:ext cx="0" cy="2398202"/>
          </a:xfrm>
          <a:prstGeom prst="line">
            <a:avLst/>
          </a:prstGeom>
          <a:noFill/>
          <a:ln w="12700" cap="flat" cmpd="sng" algn="ctr">
            <a:solidFill>
              <a:schemeClr val="tx1"/>
            </a:solidFill>
            <a:prstDash val="lgDashDot"/>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5" name="直接连接符 44"/>
          <p:cNvCxnSpPr/>
          <p:nvPr/>
        </p:nvCxnSpPr>
        <p:spPr bwMode="auto">
          <a:xfrm>
            <a:off x="5659759" y="2660136"/>
            <a:ext cx="0" cy="111512"/>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6" name="直接连接符 45"/>
          <p:cNvCxnSpPr/>
          <p:nvPr/>
        </p:nvCxnSpPr>
        <p:spPr bwMode="auto">
          <a:xfrm>
            <a:off x="6517822" y="2134227"/>
            <a:ext cx="0" cy="738544"/>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7" name="直接连接符 46"/>
          <p:cNvCxnSpPr/>
          <p:nvPr/>
        </p:nvCxnSpPr>
        <p:spPr bwMode="auto">
          <a:xfrm>
            <a:off x="6798821" y="1959425"/>
            <a:ext cx="0" cy="873789"/>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8" name="直接连接符 47"/>
          <p:cNvCxnSpPr/>
          <p:nvPr/>
        </p:nvCxnSpPr>
        <p:spPr bwMode="auto">
          <a:xfrm>
            <a:off x="7079819" y="1778594"/>
            <a:ext cx="0" cy="974832"/>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9" name="直接连接符 48"/>
          <p:cNvCxnSpPr/>
          <p:nvPr/>
        </p:nvCxnSpPr>
        <p:spPr bwMode="auto">
          <a:xfrm>
            <a:off x="7360817" y="1612834"/>
            <a:ext cx="0" cy="1018234"/>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0" name="直接连接符 49"/>
          <p:cNvCxnSpPr/>
          <p:nvPr/>
        </p:nvCxnSpPr>
        <p:spPr bwMode="auto">
          <a:xfrm>
            <a:off x="7641816" y="1438031"/>
            <a:ext cx="0" cy="1025473"/>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1" name="直接连接符 50"/>
          <p:cNvCxnSpPr>
            <a:stCxn id="43" idx="2"/>
          </p:cNvCxnSpPr>
          <p:nvPr/>
        </p:nvCxnSpPr>
        <p:spPr bwMode="auto">
          <a:xfrm>
            <a:off x="7921753" y="1264709"/>
            <a:ext cx="1061" cy="952877"/>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2" name="直接连接符 51"/>
          <p:cNvCxnSpPr/>
          <p:nvPr/>
        </p:nvCxnSpPr>
        <p:spPr bwMode="auto">
          <a:xfrm>
            <a:off x="8203812" y="1257201"/>
            <a:ext cx="0" cy="615018"/>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3" name="直接箭头连接符 52"/>
          <p:cNvCxnSpPr/>
          <p:nvPr/>
        </p:nvCxnSpPr>
        <p:spPr bwMode="auto">
          <a:xfrm>
            <a:off x="6341482" y="628209"/>
            <a:ext cx="2114656" cy="639415"/>
          </a:xfrm>
          <a:prstGeom prst="straightConnector1">
            <a:avLst/>
          </a:prstGeom>
          <a:noFill/>
          <a:ln w="12700" cap="flat" cmpd="sng" algn="ctr">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4" name="直接箭头连接符 53"/>
          <p:cNvCxnSpPr>
            <a:endCxn id="75" idx="0"/>
          </p:cNvCxnSpPr>
          <p:nvPr/>
        </p:nvCxnSpPr>
        <p:spPr bwMode="auto">
          <a:xfrm flipH="1">
            <a:off x="5360846" y="625195"/>
            <a:ext cx="980636" cy="2045268"/>
          </a:xfrm>
          <a:prstGeom prst="straightConnector1">
            <a:avLst/>
          </a:prstGeom>
          <a:noFill/>
          <a:ln w="12700" cap="flat" cmpd="sng" algn="ctr">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56" name="Group 12"/>
          <p:cNvGrpSpPr>
            <a:grpSpLocks/>
          </p:cNvGrpSpPr>
          <p:nvPr/>
        </p:nvGrpSpPr>
        <p:grpSpPr bwMode="auto">
          <a:xfrm>
            <a:off x="8571945" y="1270342"/>
            <a:ext cx="410560" cy="57195"/>
            <a:chOff x="2274" y="1204"/>
            <a:chExt cx="270" cy="44"/>
          </a:xfrm>
        </p:grpSpPr>
        <p:sp>
          <p:nvSpPr>
            <p:cNvPr id="57" name="Line 13"/>
            <p:cNvSpPr>
              <a:spLocks noChangeShapeType="1"/>
            </p:cNvSpPr>
            <p:nvPr/>
          </p:nvSpPr>
          <p:spPr bwMode="auto">
            <a:xfrm flipH="1">
              <a:off x="2274" y="1210"/>
              <a:ext cx="28" cy="34"/>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 name="Line 14"/>
            <p:cNvSpPr>
              <a:spLocks noChangeShapeType="1"/>
            </p:cNvSpPr>
            <p:nvPr/>
          </p:nvSpPr>
          <p:spPr bwMode="auto">
            <a:xfrm flipH="1">
              <a:off x="2304" y="1214"/>
              <a:ext cx="34" cy="34"/>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 name="Line 15"/>
            <p:cNvSpPr>
              <a:spLocks noChangeShapeType="1"/>
            </p:cNvSpPr>
            <p:nvPr/>
          </p:nvSpPr>
          <p:spPr bwMode="auto">
            <a:xfrm flipH="1">
              <a:off x="2346" y="1206"/>
              <a:ext cx="36" cy="42"/>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0" name="Line 16"/>
            <p:cNvSpPr>
              <a:spLocks noChangeShapeType="1"/>
            </p:cNvSpPr>
            <p:nvPr/>
          </p:nvSpPr>
          <p:spPr bwMode="auto">
            <a:xfrm>
              <a:off x="2376" y="1206"/>
              <a:ext cx="40" cy="38"/>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2" name="Line 17"/>
            <p:cNvSpPr>
              <a:spLocks noChangeShapeType="1"/>
            </p:cNvSpPr>
            <p:nvPr/>
          </p:nvSpPr>
          <p:spPr bwMode="auto">
            <a:xfrm>
              <a:off x="2420" y="1210"/>
              <a:ext cx="40" cy="34"/>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3" name="Line 18"/>
            <p:cNvSpPr>
              <a:spLocks noChangeShapeType="1"/>
            </p:cNvSpPr>
            <p:nvPr/>
          </p:nvSpPr>
          <p:spPr bwMode="auto">
            <a:xfrm flipV="1">
              <a:off x="2460" y="1204"/>
              <a:ext cx="46" cy="42"/>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 name="Line 19"/>
            <p:cNvSpPr>
              <a:spLocks noChangeShapeType="1"/>
            </p:cNvSpPr>
            <p:nvPr/>
          </p:nvSpPr>
          <p:spPr bwMode="auto">
            <a:xfrm flipV="1">
              <a:off x="2512" y="1208"/>
              <a:ext cx="32" cy="36"/>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69" name="Text Box 135"/>
          <p:cNvSpPr txBox="1">
            <a:spLocks noChangeArrowheads="1"/>
          </p:cNvSpPr>
          <p:nvPr/>
        </p:nvSpPr>
        <p:spPr bwMode="auto">
          <a:xfrm>
            <a:off x="6512707" y="2390425"/>
            <a:ext cx="322580" cy="3480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1800" b="1" dirty="0">
                <a:solidFill>
                  <a:srgbClr val="C00000"/>
                </a:solidFill>
                <a:latin typeface="Times New Roman" panose="02020603050405020304" pitchFamily="18" charset="0"/>
              </a:rPr>
              <a:t>1</a:t>
            </a:r>
          </a:p>
        </p:txBody>
      </p:sp>
      <p:sp>
        <p:nvSpPr>
          <p:cNvPr id="70" name="Text Box 135"/>
          <p:cNvSpPr txBox="1">
            <a:spLocks noChangeArrowheads="1"/>
          </p:cNvSpPr>
          <p:nvPr/>
        </p:nvSpPr>
        <p:spPr bwMode="auto">
          <a:xfrm>
            <a:off x="6779432" y="2327531"/>
            <a:ext cx="322580" cy="3480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1800" b="1" dirty="0">
                <a:solidFill>
                  <a:srgbClr val="C00000"/>
                </a:solidFill>
                <a:latin typeface="Times New Roman" panose="02020603050405020304" pitchFamily="18" charset="0"/>
              </a:rPr>
              <a:t>2</a:t>
            </a:r>
          </a:p>
        </p:txBody>
      </p:sp>
      <p:sp>
        <p:nvSpPr>
          <p:cNvPr id="71" name="Text Box 135"/>
          <p:cNvSpPr txBox="1">
            <a:spLocks noChangeArrowheads="1"/>
          </p:cNvSpPr>
          <p:nvPr/>
        </p:nvSpPr>
        <p:spPr bwMode="auto">
          <a:xfrm>
            <a:off x="7374935" y="2038272"/>
            <a:ext cx="284426" cy="3480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1800" b="1" i="1" dirty="0">
                <a:solidFill>
                  <a:srgbClr val="C00000"/>
                </a:solidFill>
                <a:latin typeface="Times New Roman" panose="02020603050405020304" pitchFamily="18" charset="0"/>
              </a:rPr>
              <a:t>i</a:t>
            </a:r>
          </a:p>
        </p:txBody>
      </p:sp>
      <p:sp>
        <p:nvSpPr>
          <p:cNvPr id="72" name="Text Box 135"/>
          <p:cNvSpPr txBox="1">
            <a:spLocks noChangeArrowheads="1"/>
          </p:cNvSpPr>
          <p:nvPr/>
        </p:nvSpPr>
        <p:spPr bwMode="auto">
          <a:xfrm>
            <a:off x="5930104" y="2487386"/>
            <a:ext cx="452181" cy="410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1800" b="1" dirty="0" smtClean="0">
                <a:solidFill>
                  <a:srgbClr val="C00000"/>
                </a:solidFill>
                <a:latin typeface="Times New Roman" panose="02020603050405020304" pitchFamily="18" charset="0"/>
              </a:rPr>
              <a:t>-1</a:t>
            </a:r>
            <a:endParaRPr kumimoji="1" lang="en-US" altLang="zh-CN" sz="1800" b="1" dirty="0">
              <a:solidFill>
                <a:srgbClr val="C00000"/>
              </a:solidFill>
              <a:latin typeface="Times New Roman" panose="02020603050405020304" pitchFamily="18" charset="0"/>
            </a:endParaRPr>
          </a:p>
        </p:txBody>
      </p:sp>
      <p:sp>
        <p:nvSpPr>
          <p:cNvPr id="73" name="Text Box 135"/>
          <p:cNvSpPr txBox="1">
            <a:spLocks noChangeArrowheads="1"/>
          </p:cNvSpPr>
          <p:nvPr/>
        </p:nvSpPr>
        <p:spPr bwMode="auto">
          <a:xfrm>
            <a:off x="5639485" y="2514640"/>
            <a:ext cx="452181" cy="410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1800" b="1" dirty="0" smtClean="0">
                <a:solidFill>
                  <a:srgbClr val="C00000"/>
                </a:solidFill>
                <a:latin typeface="Times New Roman" panose="02020603050405020304" pitchFamily="18" charset="0"/>
              </a:rPr>
              <a:t>-2</a:t>
            </a:r>
            <a:endParaRPr kumimoji="1" lang="en-US" altLang="zh-CN" sz="1800" b="1" dirty="0">
              <a:solidFill>
                <a:srgbClr val="C00000"/>
              </a:solidFill>
              <a:latin typeface="Times New Roman" panose="02020603050405020304" pitchFamily="18" charset="0"/>
            </a:endParaRPr>
          </a:p>
        </p:txBody>
      </p:sp>
      <p:cxnSp>
        <p:nvCxnSpPr>
          <p:cNvPr id="74" name="直接连接符 73"/>
          <p:cNvCxnSpPr>
            <a:endCxn id="75" idx="8"/>
          </p:cNvCxnSpPr>
          <p:nvPr/>
        </p:nvCxnSpPr>
        <p:spPr bwMode="auto">
          <a:xfrm>
            <a:off x="6341482" y="627040"/>
            <a:ext cx="1188856" cy="1909769"/>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5" name="任意多边形 74"/>
          <p:cNvSpPr/>
          <p:nvPr/>
        </p:nvSpPr>
        <p:spPr bwMode="auto">
          <a:xfrm>
            <a:off x="5360846" y="1262322"/>
            <a:ext cx="3128937" cy="1616062"/>
          </a:xfrm>
          <a:custGeom>
            <a:avLst/>
            <a:gdLst>
              <a:gd name="connsiteX0" fmla="*/ 0 w 3464678"/>
              <a:gd name="connsiteY0" fmla="*/ 1559237 h 1789468"/>
              <a:gd name="connsiteX1" fmla="*/ 224636 w 3464678"/>
              <a:gd name="connsiteY1" fmla="*/ 1646449 h 1789468"/>
              <a:gd name="connsiteX2" fmla="*/ 502127 w 3464678"/>
              <a:gd name="connsiteY2" fmla="*/ 1731018 h 1789468"/>
              <a:gd name="connsiteX3" fmla="*/ 824546 w 3464678"/>
              <a:gd name="connsiteY3" fmla="*/ 1778588 h 1789468"/>
              <a:gd name="connsiteX4" fmla="*/ 1218319 w 3464678"/>
              <a:gd name="connsiteY4" fmla="*/ 1786516 h 1789468"/>
              <a:gd name="connsiteX5" fmla="*/ 1585665 w 3464678"/>
              <a:gd name="connsiteY5" fmla="*/ 1738946 h 1789468"/>
              <a:gd name="connsiteX6" fmla="*/ 1910726 w 3464678"/>
              <a:gd name="connsiteY6" fmla="*/ 1646449 h 1789468"/>
              <a:gd name="connsiteX7" fmla="*/ 2145933 w 3464678"/>
              <a:gd name="connsiteY7" fmla="*/ 1548666 h 1789468"/>
              <a:gd name="connsiteX8" fmla="*/ 2402282 w 3464678"/>
              <a:gd name="connsiteY8" fmla="*/ 1411242 h 1789468"/>
              <a:gd name="connsiteX9" fmla="*/ 2648060 w 3464678"/>
              <a:gd name="connsiteY9" fmla="*/ 1228891 h 1789468"/>
              <a:gd name="connsiteX10" fmla="*/ 2880625 w 3464678"/>
              <a:gd name="connsiteY10" fmla="*/ 1001612 h 1789468"/>
              <a:gd name="connsiteX11" fmla="*/ 3121117 w 3464678"/>
              <a:gd name="connsiteY11" fmla="*/ 713549 h 1789468"/>
              <a:gd name="connsiteX12" fmla="*/ 3282326 w 3464678"/>
              <a:gd name="connsiteY12" fmla="*/ 443986 h 1789468"/>
              <a:gd name="connsiteX13" fmla="*/ 3409180 w 3464678"/>
              <a:gd name="connsiteY13" fmla="*/ 177066 h 1789468"/>
              <a:gd name="connsiteX14" fmla="*/ 3464678 w 3464678"/>
              <a:gd name="connsiteY14" fmla="*/ 0 h 1789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464678" h="1789468">
                <a:moveTo>
                  <a:pt x="0" y="1559237"/>
                </a:moveTo>
                <a:cubicBezTo>
                  <a:pt x="70474" y="1588528"/>
                  <a:pt x="140948" y="1617819"/>
                  <a:pt x="224636" y="1646449"/>
                </a:cubicBezTo>
                <a:cubicBezTo>
                  <a:pt x="308324" y="1675079"/>
                  <a:pt x="402142" y="1708995"/>
                  <a:pt x="502127" y="1731018"/>
                </a:cubicBezTo>
                <a:cubicBezTo>
                  <a:pt x="602112" y="1753041"/>
                  <a:pt x="705181" y="1769338"/>
                  <a:pt x="824546" y="1778588"/>
                </a:cubicBezTo>
                <a:cubicBezTo>
                  <a:pt x="943911" y="1787838"/>
                  <a:pt x="1091466" y="1793123"/>
                  <a:pt x="1218319" y="1786516"/>
                </a:cubicBezTo>
                <a:cubicBezTo>
                  <a:pt x="1345172" y="1779909"/>
                  <a:pt x="1470264" y="1762290"/>
                  <a:pt x="1585665" y="1738946"/>
                </a:cubicBezTo>
                <a:cubicBezTo>
                  <a:pt x="1701066" y="1715602"/>
                  <a:pt x="1817348" y="1678162"/>
                  <a:pt x="1910726" y="1646449"/>
                </a:cubicBezTo>
                <a:cubicBezTo>
                  <a:pt x="2004104" y="1614736"/>
                  <a:pt x="2064007" y="1587867"/>
                  <a:pt x="2145933" y="1548666"/>
                </a:cubicBezTo>
                <a:cubicBezTo>
                  <a:pt x="2227859" y="1509465"/>
                  <a:pt x="2318594" y="1464538"/>
                  <a:pt x="2402282" y="1411242"/>
                </a:cubicBezTo>
                <a:cubicBezTo>
                  <a:pt x="2485970" y="1357946"/>
                  <a:pt x="2568336" y="1297163"/>
                  <a:pt x="2648060" y="1228891"/>
                </a:cubicBezTo>
                <a:cubicBezTo>
                  <a:pt x="2727784" y="1160619"/>
                  <a:pt x="2801782" y="1087502"/>
                  <a:pt x="2880625" y="1001612"/>
                </a:cubicBezTo>
                <a:cubicBezTo>
                  <a:pt x="2959468" y="915722"/>
                  <a:pt x="3054167" y="806487"/>
                  <a:pt x="3121117" y="713549"/>
                </a:cubicBezTo>
                <a:cubicBezTo>
                  <a:pt x="3188067" y="620611"/>
                  <a:pt x="3234316" y="533400"/>
                  <a:pt x="3282326" y="443986"/>
                </a:cubicBezTo>
                <a:cubicBezTo>
                  <a:pt x="3330336" y="354572"/>
                  <a:pt x="3378788" y="251064"/>
                  <a:pt x="3409180" y="177066"/>
                </a:cubicBezTo>
                <a:cubicBezTo>
                  <a:pt x="3439572" y="103068"/>
                  <a:pt x="3452125" y="51534"/>
                  <a:pt x="3464678" y="0"/>
                </a:cubicBezTo>
              </a:path>
            </a:pathLst>
          </a:custGeom>
          <a:noFill/>
          <a:ln w="19050" cap="flat" cmpd="sng" algn="ctr">
            <a:solidFill>
              <a:srgbClr val="C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76" name="Arc 52"/>
          <p:cNvSpPr>
            <a:spLocks/>
          </p:cNvSpPr>
          <p:nvPr/>
        </p:nvSpPr>
        <p:spPr bwMode="auto">
          <a:xfrm rot="6458630">
            <a:off x="6370860" y="876877"/>
            <a:ext cx="123066" cy="151653"/>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9525">
            <a:solidFill>
              <a:schemeClr val="tx1"/>
            </a:solidFill>
            <a:round/>
            <a:headEnd type="triangle" w="med" len="me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7" name="Text Box 2450"/>
          <p:cNvSpPr txBox="1">
            <a:spLocks noChangeArrowheads="1"/>
          </p:cNvSpPr>
          <p:nvPr/>
        </p:nvSpPr>
        <p:spPr bwMode="auto">
          <a:xfrm>
            <a:off x="6883818" y="746216"/>
            <a:ext cx="317328" cy="3480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800" b="1" i="1" dirty="0"/>
              <a:t>R</a:t>
            </a:r>
          </a:p>
        </p:txBody>
      </p:sp>
      <p:sp>
        <p:nvSpPr>
          <p:cNvPr id="79" name="Text Box 135"/>
          <p:cNvSpPr txBox="1">
            <a:spLocks noChangeArrowheads="1"/>
          </p:cNvSpPr>
          <p:nvPr/>
        </p:nvSpPr>
        <p:spPr bwMode="auto">
          <a:xfrm>
            <a:off x="7025565" y="2124611"/>
            <a:ext cx="322580" cy="3480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1800" b="1" dirty="0" smtClean="0">
                <a:solidFill>
                  <a:srgbClr val="C00000"/>
                </a:solidFill>
                <a:latin typeface="Times New Roman" panose="02020603050405020304" pitchFamily="18" charset="0"/>
              </a:rPr>
              <a:t>…</a:t>
            </a:r>
            <a:endParaRPr kumimoji="1" lang="en-US" altLang="zh-CN" sz="1800" b="1" dirty="0">
              <a:solidFill>
                <a:srgbClr val="C00000"/>
              </a:solidFill>
              <a:latin typeface="Times New Roman" panose="02020603050405020304" pitchFamily="18" charset="0"/>
            </a:endParaRPr>
          </a:p>
        </p:txBody>
      </p:sp>
      <p:sp>
        <p:nvSpPr>
          <p:cNvPr id="80" name="Text Box 135"/>
          <p:cNvSpPr txBox="1">
            <a:spLocks noChangeArrowheads="1"/>
          </p:cNvSpPr>
          <p:nvPr/>
        </p:nvSpPr>
        <p:spPr bwMode="auto">
          <a:xfrm>
            <a:off x="7618287" y="1783045"/>
            <a:ext cx="322580" cy="3480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1800" b="1" dirty="0" smtClean="0">
                <a:solidFill>
                  <a:srgbClr val="C00000"/>
                </a:solidFill>
                <a:latin typeface="Times New Roman" panose="02020603050405020304" pitchFamily="18" charset="0"/>
              </a:rPr>
              <a:t>…</a:t>
            </a:r>
            <a:endParaRPr kumimoji="1" lang="en-US" altLang="zh-CN" sz="1800" b="1" dirty="0">
              <a:solidFill>
                <a:srgbClr val="C00000"/>
              </a:solidFill>
              <a:latin typeface="Times New Roman" panose="02020603050405020304" pitchFamily="18" charset="0"/>
            </a:endParaRPr>
          </a:p>
        </p:txBody>
      </p:sp>
      <p:sp>
        <p:nvSpPr>
          <p:cNvPr id="81" name="Text Box 135"/>
          <p:cNvSpPr txBox="1">
            <a:spLocks noChangeArrowheads="1"/>
          </p:cNvSpPr>
          <p:nvPr/>
        </p:nvSpPr>
        <p:spPr bwMode="auto">
          <a:xfrm>
            <a:off x="7918667" y="1540934"/>
            <a:ext cx="322580" cy="3710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1800" b="1" dirty="0">
                <a:solidFill>
                  <a:srgbClr val="C00000"/>
                </a:solidFill>
                <a:latin typeface="Times New Roman" panose="02020603050405020304" pitchFamily="18" charset="0"/>
              </a:rPr>
              <a:t>7</a:t>
            </a:r>
          </a:p>
        </p:txBody>
      </p:sp>
      <p:sp>
        <p:nvSpPr>
          <p:cNvPr id="82" name="Text Box 135"/>
          <p:cNvSpPr txBox="1">
            <a:spLocks noChangeArrowheads="1"/>
          </p:cNvSpPr>
          <p:nvPr/>
        </p:nvSpPr>
        <p:spPr bwMode="auto">
          <a:xfrm>
            <a:off x="8176856" y="1202388"/>
            <a:ext cx="322580" cy="3710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1800" b="1" dirty="0" smtClean="0">
                <a:solidFill>
                  <a:srgbClr val="C00000"/>
                </a:solidFill>
                <a:latin typeface="Times New Roman" panose="02020603050405020304" pitchFamily="18" charset="0"/>
              </a:rPr>
              <a:t>8</a:t>
            </a:r>
            <a:endParaRPr kumimoji="1" lang="en-US" altLang="zh-CN" sz="1800" b="1" dirty="0">
              <a:solidFill>
                <a:srgbClr val="C00000"/>
              </a:solidFill>
              <a:latin typeface="Times New Roman" panose="02020603050405020304" pitchFamily="18" charset="0"/>
            </a:endParaRPr>
          </a:p>
        </p:txBody>
      </p:sp>
      <p:sp>
        <p:nvSpPr>
          <p:cNvPr id="83" name="Text Box 7"/>
          <p:cNvSpPr txBox="1">
            <a:spLocks noChangeArrowheads="1"/>
          </p:cNvSpPr>
          <p:nvPr/>
        </p:nvSpPr>
        <p:spPr bwMode="auto">
          <a:xfrm>
            <a:off x="0" y="0"/>
            <a:ext cx="5420412"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1800" b="1" kern="900" spc="130" dirty="0" smtClean="0">
                <a:solidFill>
                  <a:srgbClr val="000066"/>
                </a:solidFill>
                <a:ea typeface="黑体" panose="02010609060101010101" pitchFamily="49" charset="-122"/>
                <a:cs typeface="Times New Roman" panose="02020603050405020304" pitchFamily="18" charset="0"/>
              </a:rPr>
              <a:t>§7.3  </a:t>
            </a:r>
            <a:r>
              <a:rPr lang="zh-CN" altLang="en-US" sz="1800" b="1" kern="900" spc="130" dirty="0" smtClean="0">
                <a:solidFill>
                  <a:srgbClr val="000066"/>
                </a:solidFill>
                <a:ea typeface="黑体" panose="02010609060101010101" pitchFamily="49" charset="-122"/>
                <a:cs typeface="Times New Roman" panose="02020603050405020304" pitchFamily="18" charset="0"/>
              </a:rPr>
              <a:t>黏性</a:t>
            </a:r>
            <a:r>
              <a:rPr lang="zh-CN" altLang="en-US" sz="1800" b="1" kern="900" spc="130" dirty="0">
                <a:solidFill>
                  <a:srgbClr val="000066"/>
                </a:solidFill>
                <a:ea typeface="黑体" panose="02010609060101010101" pitchFamily="49" charset="-122"/>
                <a:cs typeface="Times New Roman" panose="02020603050405020304" pitchFamily="18" charset="0"/>
              </a:rPr>
              <a:t>土坡的稳定</a:t>
            </a:r>
            <a:r>
              <a:rPr lang="zh-CN" altLang="en-US" sz="1800" b="1" kern="900" spc="130" dirty="0" smtClean="0">
                <a:solidFill>
                  <a:srgbClr val="000066"/>
                </a:solidFill>
                <a:ea typeface="黑体" panose="02010609060101010101" pitchFamily="49" charset="-122"/>
                <a:cs typeface="Times New Roman" panose="02020603050405020304" pitchFamily="18" charset="0"/>
              </a:rPr>
              <a:t>分析 </a:t>
            </a:r>
            <a:r>
              <a:rPr lang="en-US" altLang="zh-CN" sz="1800" b="1" kern="900" spc="130" dirty="0" smtClean="0">
                <a:solidFill>
                  <a:srgbClr val="000066"/>
                </a:solidFill>
                <a:ea typeface="黑体" panose="02010609060101010101" pitchFamily="49" charset="-122"/>
                <a:cs typeface="Times New Roman" panose="02020603050405020304" pitchFamily="18" charset="0"/>
              </a:rPr>
              <a:t>- </a:t>
            </a:r>
            <a:r>
              <a:rPr lang="zh-CN" altLang="en-US" sz="1800" b="1" kern="900" spc="130" dirty="0" smtClean="0">
                <a:solidFill>
                  <a:srgbClr val="000066"/>
                </a:solidFill>
                <a:ea typeface="黑体" panose="02010609060101010101" pitchFamily="49" charset="-122"/>
                <a:cs typeface="Times New Roman" panose="02020603050405020304" pitchFamily="18" charset="0"/>
              </a:rPr>
              <a:t>简化</a:t>
            </a:r>
            <a:r>
              <a:rPr lang="zh-CN" altLang="en-US" sz="1800" b="1" kern="900" spc="130" dirty="0">
                <a:solidFill>
                  <a:srgbClr val="000066"/>
                </a:solidFill>
                <a:ea typeface="黑体" panose="02010609060101010101" pitchFamily="49" charset="-122"/>
                <a:cs typeface="Times New Roman" panose="02020603050405020304" pitchFamily="18" charset="0"/>
              </a:rPr>
              <a:t>毕肖甫</a:t>
            </a:r>
            <a:r>
              <a:rPr lang="zh-CN" altLang="en-US" sz="1800" b="1" kern="900" spc="130" dirty="0" smtClean="0">
                <a:solidFill>
                  <a:srgbClr val="000066"/>
                </a:solidFill>
                <a:ea typeface="黑体" panose="02010609060101010101" pitchFamily="49" charset="-122"/>
                <a:cs typeface="Times New Roman" panose="02020603050405020304" pitchFamily="18" charset="0"/>
              </a:rPr>
              <a:t>法</a:t>
            </a:r>
            <a:endParaRPr lang="zh-CN" altLang="en-US" sz="1800" b="1" kern="900" spc="130" dirty="0">
              <a:solidFill>
                <a:srgbClr val="000066"/>
              </a:solidFill>
              <a:ea typeface="黑体" panose="02010609060101010101" pitchFamily="49" charset="-122"/>
              <a:cs typeface="Times New Roman" panose="02020603050405020304" pitchFamily="18" charset="0"/>
            </a:endParaRPr>
          </a:p>
        </p:txBody>
      </p:sp>
      <p:sp>
        <p:nvSpPr>
          <p:cNvPr id="89" name="Text Box 2"/>
          <p:cNvSpPr txBox="1">
            <a:spLocks noChangeArrowheads="1"/>
          </p:cNvSpPr>
          <p:nvPr/>
        </p:nvSpPr>
        <p:spPr bwMode="auto">
          <a:xfrm>
            <a:off x="2083325" y="5682288"/>
            <a:ext cx="580691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gn="ctr" eaLnBrk="1" hangingPunct="1">
              <a:lnSpc>
                <a:spcPct val="100000"/>
              </a:lnSpc>
              <a:spcBef>
                <a:spcPct val="0"/>
              </a:spcBef>
              <a:spcAft>
                <a:spcPct val="0"/>
              </a:spcAft>
            </a:pPr>
            <a:r>
              <a:rPr kumimoji="1" lang="zh-CN" altLang="en-US" sz="4000" b="1" dirty="0">
                <a:solidFill>
                  <a:srgbClr val="000066"/>
                </a:solidFill>
                <a:latin typeface="黑体" pitchFamily="2" charset="-122"/>
                <a:ea typeface="黑体" pitchFamily="2" charset="-122"/>
              </a:rPr>
              <a:t>简化毕肖甫法</a:t>
            </a:r>
          </a:p>
        </p:txBody>
      </p:sp>
      <p:sp>
        <p:nvSpPr>
          <p:cNvPr id="88" name="Text Box 4"/>
          <p:cNvSpPr txBox="1">
            <a:spLocks noChangeArrowheads="1"/>
          </p:cNvSpPr>
          <p:nvPr/>
        </p:nvSpPr>
        <p:spPr bwMode="auto">
          <a:xfrm>
            <a:off x="356695" y="573753"/>
            <a:ext cx="2223543" cy="535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358775" indent="-358775" eaLnBrk="1" hangingPunct="1">
              <a:lnSpc>
                <a:spcPct val="120000"/>
              </a:lnSpc>
              <a:spcBef>
                <a:spcPts val="600"/>
              </a:spcBef>
              <a:spcAft>
                <a:spcPts val="0"/>
              </a:spcAft>
              <a:buClr>
                <a:srgbClr val="A50021"/>
              </a:buClr>
              <a:buSzPct val="100000"/>
              <a:buFont typeface="Wingdings" panose="05000000000000000000" pitchFamily="2" charset="2"/>
              <a:buChar char="n"/>
            </a:pPr>
            <a:r>
              <a:rPr lang="zh-CN" altLang="en-US" sz="2400" b="1" dirty="0" smtClean="0">
                <a:solidFill>
                  <a:srgbClr val="A50021"/>
                </a:solidFill>
                <a:latin typeface="微软雅黑" panose="020B0503020204020204" pitchFamily="34" charset="-122"/>
                <a:ea typeface="微软雅黑" panose="020B0503020204020204" pitchFamily="34" charset="-122"/>
              </a:rPr>
              <a:t>计算流程图</a:t>
            </a:r>
            <a:endParaRPr lang="zh-CN" altLang="en-US" sz="2400" b="1" dirty="0">
              <a:solidFill>
                <a:srgbClr val="000066"/>
              </a:solidFill>
              <a:ea typeface="幼圆" pitchFamily="49" charset="-122"/>
            </a:endParaRPr>
          </a:p>
        </p:txBody>
      </p:sp>
      <p:grpSp>
        <p:nvGrpSpPr>
          <p:cNvPr id="2" name="组合 1"/>
          <p:cNvGrpSpPr/>
          <p:nvPr/>
        </p:nvGrpSpPr>
        <p:grpSpPr>
          <a:xfrm>
            <a:off x="850781" y="955032"/>
            <a:ext cx="4023361" cy="4646885"/>
            <a:chOff x="850781" y="955032"/>
            <a:chExt cx="4023361" cy="4646885"/>
          </a:xfrm>
        </p:grpSpPr>
        <p:sp>
          <p:nvSpPr>
            <p:cNvPr id="4" name="任意多边形 3"/>
            <p:cNvSpPr/>
            <p:nvPr/>
          </p:nvSpPr>
          <p:spPr bwMode="auto">
            <a:xfrm>
              <a:off x="1494837" y="2568270"/>
              <a:ext cx="636104" cy="1168842"/>
            </a:xfrm>
            <a:custGeom>
              <a:avLst/>
              <a:gdLst>
                <a:gd name="connsiteX0" fmla="*/ 508883 w 636104"/>
                <a:gd name="connsiteY0" fmla="*/ 1168842 h 1168842"/>
                <a:gd name="connsiteX1" fmla="*/ 0 w 636104"/>
                <a:gd name="connsiteY1" fmla="*/ 1168842 h 1168842"/>
                <a:gd name="connsiteX2" fmla="*/ 0 w 636104"/>
                <a:gd name="connsiteY2" fmla="*/ 0 h 1168842"/>
                <a:gd name="connsiteX3" fmla="*/ 636104 w 636104"/>
                <a:gd name="connsiteY3" fmla="*/ 0 h 1168842"/>
              </a:gdLst>
              <a:ahLst/>
              <a:cxnLst>
                <a:cxn ang="0">
                  <a:pos x="connsiteX0" y="connsiteY0"/>
                </a:cxn>
                <a:cxn ang="0">
                  <a:pos x="connsiteX1" y="connsiteY1"/>
                </a:cxn>
                <a:cxn ang="0">
                  <a:pos x="connsiteX2" y="connsiteY2"/>
                </a:cxn>
                <a:cxn ang="0">
                  <a:pos x="connsiteX3" y="connsiteY3"/>
                </a:cxn>
              </a:cxnLst>
              <a:rect l="l" t="t" r="r" b="b"/>
              <a:pathLst>
                <a:path w="636104" h="1168842">
                  <a:moveTo>
                    <a:pt x="508883" y="1168842"/>
                  </a:moveTo>
                  <a:lnTo>
                    <a:pt x="0" y="1168842"/>
                  </a:lnTo>
                  <a:lnTo>
                    <a:pt x="0" y="0"/>
                  </a:lnTo>
                  <a:lnTo>
                    <a:pt x="636104" y="0"/>
                  </a:lnTo>
                </a:path>
              </a:pathLst>
            </a:custGeom>
            <a:noFill/>
            <a:ln w="12700" cap="flat" cmpd="sng" algn="ctr">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cxnSp>
          <p:nvCxnSpPr>
            <p:cNvPr id="129" name="直接箭头连接符 128"/>
            <p:cNvCxnSpPr/>
            <p:nvPr/>
          </p:nvCxnSpPr>
          <p:spPr bwMode="auto">
            <a:xfrm>
              <a:off x="3156871" y="5036687"/>
              <a:ext cx="0" cy="212756"/>
            </a:xfrm>
            <a:prstGeom prst="straightConnector1">
              <a:avLst/>
            </a:prstGeom>
            <a:noFill/>
            <a:ln w="19050" cap="flat" cmpd="sng" algn="ctr">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4" name="直接箭头连接符 83"/>
            <p:cNvCxnSpPr/>
            <p:nvPr/>
          </p:nvCxnSpPr>
          <p:spPr bwMode="auto">
            <a:xfrm>
              <a:off x="3164038" y="1508107"/>
              <a:ext cx="0" cy="212756"/>
            </a:xfrm>
            <a:prstGeom prst="straightConnector1">
              <a:avLst/>
            </a:prstGeom>
            <a:noFill/>
            <a:ln w="19050" cap="flat" cmpd="sng" algn="ctr">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2" name="Rectangle 4"/>
            <p:cNvSpPr>
              <a:spLocks noChangeArrowheads="1"/>
            </p:cNvSpPr>
            <p:nvPr/>
          </p:nvSpPr>
          <p:spPr bwMode="auto">
            <a:xfrm>
              <a:off x="2128885" y="1723502"/>
              <a:ext cx="2059396" cy="360000"/>
            </a:xfrm>
            <a:prstGeom prst="rect">
              <a:avLst/>
            </a:prstGeom>
            <a:solidFill>
              <a:schemeClr val="bg1"/>
            </a:solidFill>
            <a:ln w="12700">
              <a:solidFill>
                <a:srgbClr val="000066"/>
              </a:solidFill>
              <a:miter lim="800000"/>
              <a:headEnd/>
              <a:tailEnd/>
            </a:ln>
            <a:effectLst/>
            <a:extLst/>
          </p:spPr>
          <p:txBody>
            <a:bodyPr lIns="0" rIns="0" anchor="ctr"/>
            <a:lstStyle/>
            <a:p>
              <a:pPr algn="ctr">
                <a:spcBef>
                  <a:spcPct val="0"/>
                </a:spcBef>
              </a:pPr>
              <a:r>
                <a:rPr lang="zh-CN" altLang="en-US" sz="2000" b="1" dirty="0">
                  <a:solidFill>
                    <a:srgbClr val="000066"/>
                  </a:solidFill>
                  <a:ea typeface="幼圆" panose="02010509060101010101" pitchFamily="49" charset="-122"/>
                  <a:cs typeface="Times New Roman" panose="02020603050405020304" pitchFamily="18" charset="0"/>
                </a:rPr>
                <a:t>设 </a:t>
              </a:r>
              <a:r>
                <a:rPr lang="en-US" altLang="zh-CN" sz="2000" b="1" i="1" dirty="0">
                  <a:solidFill>
                    <a:srgbClr val="000066"/>
                  </a:solidFill>
                  <a:ea typeface="幼圆" panose="02010509060101010101" pitchFamily="49" charset="-122"/>
                  <a:cs typeface="Times New Roman" panose="02020603050405020304" pitchFamily="18" charset="0"/>
                </a:rPr>
                <a:t>F</a:t>
              </a:r>
              <a:r>
                <a:rPr lang="en-US" altLang="zh-CN" sz="2000" b="1" baseline="-25000" dirty="0">
                  <a:solidFill>
                    <a:srgbClr val="000066"/>
                  </a:solidFill>
                  <a:ea typeface="幼圆" panose="02010509060101010101" pitchFamily="49" charset="-122"/>
                  <a:cs typeface="Times New Roman" panose="02020603050405020304" pitchFamily="18" charset="0"/>
                </a:rPr>
                <a:t>s</a:t>
              </a:r>
              <a:r>
                <a:rPr lang="en-US" altLang="zh-CN" sz="2000" b="1" dirty="0">
                  <a:solidFill>
                    <a:srgbClr val="000066"/>
                  </a:solidFill>
                  <a:ea typeface="幼圆" panose="02010509060101010101" pitchFamily="49" charset="-122"/>
                  <a:cs typeface="Times New Roman" panose="02020603050405020304" pitchFamily="18" charset="0"/>
                </a:rPr>
                <a:t>=1.0</a:t>
              </a:r>
            </a:p>
          </p:txBody>
        </p:sp>
        <p:sp>
          <p:nvSpPr>
            <p:cNvPr id="96" name="Rectangle 5"/>
            <p:cNvSpPr>
              <a:spLocks noChangeArrowheads="1"/>
            </p:cNvSpPr>
            <p:nvPr/>
          </p:nvSpPr>
          <p:spPr bwMode="auto">
            <a:xfrm>
              <a:off x="2146840" y="2325195"/>
              <a:ext cx="2027583" cy="360000"/>
            </a:xfrm>
            <a:prstGeom prst="rect">
              <a:avLst/>
            </a:prstGeom>
            <a:solidFill>
              <a:schemeClr val="bg1"/>
            </a:solidFill>
            <a:ln w="12700">
              <a:solidFill>
                <a:srgbClr val="000066"/>
              </a:solidFill>
              <a:miter lim="800000"/>
              <a:headEnd/>
              <a:tailEnd/>
            </a:ln>
            <a:effectLst/>
            <a:extLst/>
          </p:spPr>
          <p:txBody>
            <a:bodyPr anchor="ctr"/>
            <a:lstStyle/>
            <a:p>
              <a:pPr algn="ctr">
                <a:lnSpc>
                  <a:spcPct val="85000"/>
                </a:lnSpc>
                <a:spcBef>
                  <a:spcPct val="0"/>
                </a:spcBef>
              </a:pPr>
              <a:r>
                <a:rPr lang="zh-CN" altLang="en-US" sz="2000" b="1" dirty="0">
                  <a:solidFill>
                    <a:srgbClr val="000066"/>
                  </a:solidFill>
                  <a:ea typeface="幼圆" panose="02010509060101010101" pitchFamily="49" charset="-122"/>
                  <a:cs typeface="Times New Roman" panose="02020603050405020304" pitchFamily="18" charset="0"/>
                </a:rPr>
                <a:t>计算 </a:t>
              </a:r>
              <a:r>
                <a:rPr lang="en-US" altLang="zh-CN" sz="2000" b="1" i="1" dirty="0" err="1" smtClean="0">
                  <a:solidFill>
                    <a:srgbClr val="000066"/>
                  </a:solidFill>
                  <a:ea typeface="幼圆" panose="02010509060101010101" pitchFamily="49" charset="-122"/>
                  <a:cs typeface="Times New Roman" panose="02020603050405020304" pitchFamily="18" charset="0"/>
                </a:rPr>
                <a:t>m</a:t>
              </a:r>
              <a:r>
                <a:rPr lang="en-US" altLang="zh-CN" sz="2000" b="1" baseline="-25000" dirty="0" err="1" smtClean="0">
                  <a:solidFill>
                    <a:srgbClr val="000066"/>
                  </a:solidFill>
                  <a:ea typeface="幼圆" panose="02010509060101010101" pitchFamily="49" charset="-122"/>
                  <a:cs typeface="Times New Roman" panose="02020603050405020304" pitchFamily="18" charset="0"/>
                  <a:sym typeface="Symbol"/>
                </a:rPr>
                <a:t></a:t>
              </a:r>
              <a:r>
                <a:rPr lang="en-US" altLang="zh-CN" sz="2000" b="1" baseline="-25000" dirty="0" err="1" smtClean="0">
                  <a:solidFill>
                    <a:srgbClr val="000066"/>
                  </a:solidFill>
                  <a:ea typeface="幼圆" panose="02010509060101010101" pitchFamily="49" charset="-122"/>
                  <a:cs typeface="Times New Roman" panose="02020603050405020304" pitchFamily="18" charset="0"/>
                </a:rPr>
                <a:t>i</a:t>
              </a:r>
              <a:endParaRPr lang="en-US" altLang="zh-CN" sz="2000" b="1" baseline="-25000" dirty="0">
                <a:solidFill>
                  <a:srgbClr val="000066"/>
                </a:solidFill>
                <a:ea typeface="幼圆" panose="02010509060101010101" pitchFamily="49" charset="-122"/>
                <a:cs typeface="Times New Roman" panose="02020603050405020304" pitchFamily="18" charset="0"/>
              </a:endParaRPr>
            </a:p>
          </p:txBody>
        </p:sp>
        <p:sp>
          <p:nvSpPr>
            <p:cNvPr id="104" name="Rectangle 7"/>
            <p:cNvSpPr>
              <a:spLocks noChangeArrowheads="1"/>
            </p:cNvSpPr>
            <p:nvPr/>
          </p:nvSpPr>
          <p:spPr bwMode="auto">
            <a:xfrm>
              <a:off x="1563080" y="4118889"/>
              <a:ext cx="3311062" cy="360000"/>
            </a:xfrm>
            <a:prstGeom prst="rect">
              <a:avLst/>
            </a:prstGeom>
            <a:solidFill>
              <a:schemeClr val="bg1"/>
            </a:solidFill>
            <a:ln w="12700">
              <a:solidFill>
                <a:srgbClr val="000066"/>
              </a:solidFill>
              <a:miter lim="800000"/>
              <a:headEnd/>
              <a:tailEnd/>
            </a:ln>
            <a:effectLst/>
            <a:extLst/>
          </p:spPr>
          <p:txBody>
            <a:bodyPr anchor="ctr"/>
            <a:lstStyle/>
            <a:p>
              <a:pPr algn="ctr">
                <a:spcBef>
                  <a:spcPct val="0"/>
                </a:spcBef>
              </a:pPr>
              <a:r>
                <a:rPr lang="zh-CN" altLang="en-US" sz="2000" b="1" dirty="0">
                  <a:solidFill>
                    <a:srgbClr val="000066"/>
                  </a:solidFill>
                  <a:ea typeface="幼圆" panose="02010509060101010101" pitchFamily="49" charset="-122"/>
                  <a:cs typeface="Times New Roman" panose="02020603050405020304" pitchFamily="18" charset="0"/>
                </a:rPr>
                <a:t>变化圆心</a:t>
              </a:r>
              <a:r>
                <a:rPr lang="en-US" altLang="zh-CN" sz="2000" b="1" dirty="0">
                  <a:solidFill>
                    <a:srgbClr val="000066"/>
                  </a:solidFill>
                  <a:ea typeface="幼圆" panose="02010509060101010101" pitchFamily="49" charset="-122"/>
                  <a:cs typeface="Times New Roman" panose="02020603050405020304" pitchFamily="18" charset="0"/>
                </a:rPr>
                <a:t>O</a:t>
              </a:r>
              <a:r>
                <a:rPr lang="zh-CN" altLang="en-US" sz="2000" b="1" dirty="0">
                  <a:solidFill>
                    <a:srgbClr val="000066"/>
                  </a:solidFill>
                  <a:ea typeface="幼圆" panose="02010509060101010101" pitchFamily="49" charset="-122"/>
                  <a:cs typeface="Times New Roman" panose="02020603050405020304" pitchFamily="18" charset="0"/>
                </a:rPr>
                <a:t>和半径</a:t>
              </a:r>
              <a:r>
                <a:rPr lang="en-US" altLang="zh-CN" sz="2000" b="1" i="1" dirty="0">
                  <a:solidFill>
                    <a:srgbClr val="000066"/>
                  </a:solidFill>
                  <a:ea typeface="幼圆" panose="02010509060101010101" pitchFamily="49" charset="-122"/>
                  <a:cs typeface="Times New Roman" panose="02020603050405020304" pitchFamily="18" charset="0"/>
                </a:rPr>
                <a:t>R</a:t>
              </a:r>
            </a:p>
          </p:txBody>
        </p:sp>
        <p:sp>
          <p:nvSpPr>
            <p:cNvPr id="106" name="Rectangle 9"/>
            <p:cNvSpPr>
              <a:spLocks noChangeArrowheads="1"/>
            </p:cNvSpPr>
            <p:nvPr/>
          </p:nvSpPr>
          <p:spPr bwMode="auto">
            <a:xfrm>
              <a:off x="2199015" y="4697421"/>
              <a:ext cx="1935675" cy="340169"/>
            </a:xfrm>
            <a:prstGeom prst="rect">
              <a:avLst/>
            </a:prstGeom>
            <a:solidFill>
              <a:schemeClr val="bg1"/>
            </a:solidFill>
            <a:ln w="12700">
              <a:solidFill>
                <a:srgbClr val="000066"/>
              </a:solidFill>
              <a:miter lim="800000"/>
              <a:headEnd/>
              <a:tailEnd/>
            </a:ln>
            <a:effectLst/>
            <a:extLst/>
          </p:spPr>
          <p:txBody>
            <a:bodyPr anchor="ctr"/>
            <a:lstStyle/>
            <a:p>
              <a:pPr algn="ctr">
                <a:spcBef>
                  <a:spcPct val="0"/>
                </a:spcBef>
              </a:pPr>
              <a:r>
                <a:rPr lang="zh-CN" altLang="en-US" sz="2000" b="1" dirty="0" smtClean="0">
                  <a:solidFill>
                    <a:srgbClr val="000066"/>
                  </a:solidFill>
                  <a:ea typeface="幼圆" panose="02010509060101010101" pitchFamily="49" charset="-122"/>
                  <a:cs typeface="Times New Roman" panose="02020603050405020304" pitchFamily="18" charset="0"/>
                </a:rPr>
                <a:t>求最小</a:t>
              </a:r>
              <a:r>
                <a:rPr lang="en-US" altLang="zh-CN" sz="2000" b="1" i="1" dirty="0" smtClean="0">
                  <a:solidFill>
                    <a:srgbClr val="000066"/>
                  </a:solidFill>
                  <a:ea typeface="幼圆" panose="02010509060101010101" pitchFamily="49" charset="-122"/>
                  <a:cs typeface="Times New Roman" panose="02020603050405020304" pitchFamily="18" charset="0"/>
                </a:rPr>
                <a:t>F</a:t>
              </a:r>
              <a:r>
                <a:rPr lang="en-US" altLang="zh-CN" sz="2000" b="1" baseline="-25000" dirty="0" smtClean="0">
                  <a:solidFill>
                    <a:srgbClr val="000066"/>
                  </a:solidFill>
                  <a:ea typeface="幼圆" panose="02010509060101010101" pitchFamily="49" charset="-122"/>
                  <a:cs typeface="Times New Roman" panose="02020603050405020304" pitchFamily="18" charset="0"/>
                </a:rPr>
                <a:t>s</a:t>
              </a:r>
              <a:endParaRPr lang="zh-CN" altLang="en-US" sz="2000" b="1" baseline="-25000" dirty="0">
                <a:solidFill>
                  <a:srgbClr val="000066"/>
                </a:solidFill>
                <a:ea typeface="幼圆" panose="02010509060101010101" pitchFamily="49" charset="-122"/>
                <a:cs typeface="Times New Roman" panose="02020603050405020304" pitchFamily="18" charset="0"/>
              </a:endParaRPr>
            </a:p>
          </p:txBody>
        </p:sp>
        <p:sp>
          <p:nvSpPr>
            <p:cNvPr id="118" name="Rectangle 10"/>
            <p:cNvSpPr>
              <a:spLocks noChangeArrowheads="1"/>
            </p:cNvSpPr>
            <p:nvPr/>
          </p:nvSpPr>
          <p:spPr bwMode="auto">
            <a:xfrm>
              <a:off x="2370773" y="5257729"/>
              <a:ext cx="1561382" cy="344188"/>
            </a:xfrm>
            <a:prstGeom prst="rect">
              <a:avLst/>
            </a:prstGeom>
            <a:solidFill>
              <a:schemeClr val="bg1"/>
            </a:solidFill>
            <a:ln w="12700">
              <a:solidFill>
                <a:srgbClr val="000066"/>
              </a:solidFill>
              <a:miter lim="800000"/>
              <a:headEnd/>
              <a:tailEnd/>
            </a:ln>
            <a:effectLst/>
            <a:extLst/>
          </p:spPr>
          <p:txBody>
            <a:bodyPr anchor="ctr"/>
            <a:lstStyle/>
            <a:p>
              <a:pPr algn="ctr">
                <a:spcBef>
                  <a:spcPct val="0"/>
                </a:spcBef>
              </a:pPr>
              <a:r>
                <a:rPr lang="zh-CN" altLang="en-US" sz="2000" b="1" dirty="0" smtClean="0">
                  <a:solidFill>
                    <a:srgbClr val="000066"/>
                  </a:solidFill>
                  <a:ea typeface="幼圆" panose="02010509060101010101" pitchFamily="49" charset="-122"/>
                  <a:cs typeface="Times New Roman" panose="02020603050405020304" pitchFamily="18" charset="0"/>
                </a:rPr>
                <a:t>结束</a:t>
              </a:r>
              <a:endParaRPr lang="en-US" altLang="zh-CN" sz="2000" b="1" dirty="0">
                <a:solidFill>
                  <a:srgbClr val="000066"/>
                </a:solidFill>
                <a:ea typeface="幼圆" panose="02010509060101010101" pitchFamily="49" charset="-122"/>
                <a:cs typeface="Times New Roman" panose="02020603050405020304" pitchFamily="18" charset="0"/>
              </a:endParaRPr>
            </a:p>
          </p:txBody>
        </p:sp>
        <p:sp>
          <p:nvSpPr>
            <p:cNvPr id="119" name="任意多边形 118"/>
            <p:cNvSpPr/>
            <p:nvPr/>
          </p:nvSpPr>
          <p:spPr>
            <a:xfrm>
              <a:off x="850781" y="1902319"/>
              <a:ext cx="1287157" cy="2415240"/>
            </a:xfrm>
            <a:custGeom>
              <a:avLst/>
              <a:gdLst>
                <a:gd name="connsiteX0" fmla="*/ 609600 w 1114425"/>
                <a:gd name="connsiteY0" fmla="*/ 3724275 h 3724275"/>
                <a:gd name="connsiteX1" fmla="*/ 0 w 1114425"/>
                <a:gd name="connsiteY1" fmla="*/ 3724275 h 3724275"/>
                <a:gd name="connsiteX2" fmla="*/ 9525 w 1114425"/>
                <a:gd name="connsiteY2" fmla="*/ 0 h 3724275"/>
                <a:gd name="connsiteX3" fmla="*/ 1114425 w 1114425"/>
                <a:gd name="connsiteY3" fmla="*/ 0 h 3724275"/>
              </a:gdLst>
              <a:ahLst/>
              <a:cxnLst>
                <a:cxn ang="0">
                  <a:pos x="connsiteX0" y="connsiteY0"/>
                </a:cxn>
                <a:cxn ang="0">
                  <a:pos x="connsiteX1" y="connsiteY1"/>
                </a:cxn>
                <a:cxn ang="0">
                  <a:pos x="connsiteX2" y="connsiteY2"/>
                </a:cxn>
                <a:cxn ang="0">
                  <a:pos x="connsiteX3" y="connsiteY3"/>
                </a:cxn>
              </a:cxnLst>
              <a:rect l="l" t="t" r="r" b="b"/>
              <a:pathLst>
                <a:path w="1114425" h="3724275">
                  <a:moveTo>
                    <a:pt x="609600" y="3724275"/>
                  </a:moveTo>
                  <a:lnTo>
                    <a:pt x="0" y="3724275"/>
                  </a:lnTo>
                  <a:lnTo>
                    <a:pt x="9525" y="0"/>
                  </a:lnTo>
                  <a:lnTo>
                    <a:pt x="1114425" y="0"/>
                  </a:lnTo>
                </a:path>
              </a:pathLst>
            </a:custGeom>
            <a:noFill/>
            <a:ln w="19050">
              <a:solidFill>
                <a:schemeClr val="tx1"/>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b="1">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p:txBody>
        </p:sp>
        <p:cxnSp>
          <p:nvCxnSpPr>
            <p:cNvPr id="120" name="直接箭头连接符 119"/>
            <p:cNvCxnSpPr/>
            <p:nvPr/>
          </p:nvCxnSpPr>
          <p:spPr bwMode="auto">
            <a:xfrm>
              <a:off x="3159511" y="955032"/>
              <a:ext cx="0" cy="212756"/>
            </a:xfrm>
            <a:prstGeom prst="straightConnector1">
              <a:avLst/>
            </a:prstGeom>
            <a:noFill/>
            <a:ln w="19050" cap="flat" cmpd="sng" algn="ctr">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1" name="直接箭头连接符 120"/>
            <p:cNvCxnSpPr/>
            <p:nvPr/>
          </p:nvCxnSpPr>
          <p:spPr bwMode="auto">
            <a:xfrm>
              <a:off x="3160454" y="2108653"/>
              <a:ext cx="0" cy="212756"/>
            </a:xfrm>
            <a:prstGeom prst="straightConnector1">
              <a:avLst/>
            </a:prstGeom>
            <a:noFill/>
            <a:ln w="19050" cap="flat" cmpd="sng" algn="ctr">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5" name="直接箭头连接符 124"/>
            <p:cNvCxnSpPr>
              <a:stCxn id="96" idx="2"/>
            </p:cNvCxnSpPr>
            <p:nvPr/>
          </p:nvCxnSpPr>
          <p:spPr bwMode="auto">
            <a:xfrm>
              <a:off x="3160632" y="2685195"/>
              <a:ext cx="3406" cy="241287"/>
            </a:xfrm>
            <a:prstGeom prst="straightConnector1">
              <a:avLst/>
            </a:prstGeom>
            <a:noFill/>
            <a:ln w="19050" cap="flat" cmpd="sng" algn="ctr">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6" name="直接箭头连接符 125"/>
            <p:cNvCxnSpPr/>
            <p:nvPr/>
          </p:nvCxnSpPr>
          <p:spPr bwMode="auto">
            <a:xfrm>
              <a:off x="3163879" y="3279278"/>
              <a:ext cx="0" cy="212756"/>
            </a:xfrm>
            <a:prstGeom prst="straightConnector1">
              <a:avLst/>
            </a:prstGeom>
            <a:noFill/>
            <a:ln w="19050" cap="flat" cmpd="sng" algn="ctr">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7" name="直接箭头连接符 126"/>
            <p:cNvCxnSpPr/>
            <p:nvPr/>
          </p:nvCxnSpPr>
          <p:spPr bwMode="auto">
            <a:xfrm>
              <a:off x="3164038" y="3923806"/>
              <a:ext cx="0" cy="212756"/>
            </a:xfrm>
            <a:prstGeom prst="straightConnector1">
              <a:avLst/>
            </a:prstGeom>
            <a:noFill/>
            <a:ln w="19050" cap="flat" cmpd="sng" algn="ctr">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8" name="直接箭头连接符 127"/>
            <p:cNvCxnSpPr/>
            <p:nvPr/>
          </p:nvCxnSpPr>
          <p:spPr bwMode="auto">
            <a:xfrm>
              <a:off x="3151401" y="4477983"/>
              <a:ext cx="0" cy="212756"/>
            </a:xfrm>
            <a:prstGeom prst="straightConnector1">
              <a:avLst/>
            </a:prstGeom>
            <a:noFill/>
            <a:ln w="19050" cap="flat" cmpd="sng" algn="ctr">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131" name="Group 141"/>
            <p:cNvGrpSpPr>
              <a:grpSpLocks/>
            </p:cNvGrpSpPr>
            <p:nvPr/>
          </p:nvGrpSpPr>
          <p:grpSpPr bwMode="auto">
            <a:xfrm>
              <a:off x="2008169" y="3490633"/>
              <a:ext cx="2339975" cy="439738"/>
              <a:chOff x="1861" y="2304"/>
              <a:chExt cx="1474" cy="277"/>
            </a:xfrm>
          </p:grpSpPr>
          <p:graphicFrame>
            <p:nvGraphicFramePr>
              <p:cNvPr id="134" name="Object 1"/>
              <p:cNvGraphicFramePr>
                <a:graphicFrameLocks noChangeAspect="1"/>
              </p:cNvGraphicFramePr>
              <p:nvPr>
                <p:extLst>
                  <p:ext uri="{D42A27DB-BD31-4B8C-83A1-F6EECF244321}">
                    <p14:modId xmlns:p14="http://schemas.microsoft.com/office/powerpoint/2010/main" val="3129450397"/>
                  </p:ext>
                </p:extLst>
              </p:nvPr>
            </p:nvGraphicFramePr>
            <p:xfrm>
              <a:off x="1934" y="2309"/>
              <a:ext cx="1342" cy="272"/>
            </p:xfrm>
            <a:graphic>
              <a:graphicData uri="http://schemas.openxmlformats.org/presentationml/2006/ole">
                <mc:AlternateContent xmlns:mc="http://schemas.openxmlformats.org/markup-compatibility/2006">
                  <mc:Choice xmlns:v="urn:schemas-microsoft-com:vml" Requires="v">
                    <p:oleObj spid="_x0000_s1775856" name="Equation" r:id="rId4" imgW="1130040" imgH="228600" progId="Equation.DSMT4">
                      <p:embed/>
                    </p:oleObj>
                  </mc:Choice>
                  <mc:Fallback>
                    <p:oleObj name="Equation" r:id="rId4" imgW="1130040" imgH="228600" progId="Equation.DSMT4">
                      <p:embed/>
                      <p:pic>
                        <p:nvPicPr>
                          <p:cNvPr id="0" name=""/>
                          <p:cNvPicPr>
                            <a:picLocks noChangeAspect="1" noChangeArrowheads="1"/>
                          </p:cNvPicPr>
                          <p:nvPr/>
                        </p:nvPicPr>
                        <p:blipFill>
                          <a:blip r:embed="rId5"/>
                          <a:srcRect/>
                          <a:stretch>
                            <a:fillRect/>
                          </a:stretch>
                        </p:blipFill>
                        <p:spPr bwMode="auto">
                          <a:xfrm>
                            <a:off x="1934" y="2309"/>
                            <a:ext cx="1342" cy="2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35" name="Rectangle 127"/>
              <p:cNvSpPr>
                <a:spLocks noChangeArrowheads="1"/>
              </p:cNvSpPr>
              <p:nvPr/>
            </p:nvSpPr>
            <p:spPr bwMode="auto">
              <a:xfrm>
                <a:off x="1861" y="2304"/>
                <a:ext cx="1474" cy="272"/>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endParaRPr lang="zh-CN" altLang="zh-CN" sz="2000">
                  <a:solidFill>
                    <a:schemeClr val="tx2"/>
                  </a:solidFill>
                </a:endParaRPr>
              </a:p>
            </p:txBody>
          </p:sp>
        </p:grpSp>
        <p:sp>
          <p:nvSpPr>
            <p:cNvPr id="136" name="Rectangle 5"/>
            <p:cNvSpPr>
              <a:spLocks noChangeArrowheads="1"/>
            </p:cNvSpPr>
            <p:nvPr/>
          </p:nvSpPr>
          <p:spPr bwMode="auto">
            <a:xfrm>
              <a:off x="2156116" y="2906965"/>
              <a:ext cx="2027583" cy="360000"/>
            </a:xfrm>
            <a:prstGeom prst="rect">
              <a:avLst/>
            </a:prstGeom>
            <a:solidFill>
              <a:schemeClr val="bg1"/>
            </a:solidFill>
            <a:ln w="12700">
              <a:solidFill>
                <a:srgbClr val="000066"/>
              </a:solidFill>
              <a:miter lim="800000"/>
              <a:headEnd/>
              <a:tailEnd/>
            </a:ln>
            <a:effectLst/>
            <a:extLst/>
          </p:spPr>
          <p:txBody>
            <a:bodyPr anchor="ctr"/>
            <a:lstStyle/>
            <a:p>
              <a:pPr algn="ctr">
                <a:lnSpc>
                  <a:spcPct val="85000"/>
                </a:lnSpc>
                <a:spcBef>
                  <a:spcPct val="0"/>
                </a:spcBef>
              </a:pPr>
              <a:r>
                <a:rPr lang="zh-CN" altLang="en-US" sz="2000" b="1" dirty="0">
                  <a:solidFill>
                    <a:srgbClr val="000066"/>
                  </a:solidFill>
                  <a:ea typeface="幼圆" panose="02010509060101010101" pitchFamily="49" charset="-122"/>
                  <a:cs typeface="Times New Roman" panose="02020603050405020304" pitchFamily="18" charset="0"/>
                </a:rPr>
                <a:t>计算 </a:t>
              </a:r>
              <a:r>
                <a:rPr lang="en-US" altLang="zh-CN" sz="2000" b="1" i="1" dirty="0">
                  <a:solidFill>
                    <a:srgbClr val="000066"/>
                  </a:solidFill>
                  <a:ea typeface="幼圆" panose="02010509060101010101" pitchFamily="49" charset="-122"/>
                  <a:cs typeface="Times New Roman" panose="02020603050405020304" pitchFamily="18" charset="0"/>
                </a:rPr>
                <a:t>F</a:t>
              </a:r>
              <a:r>
                <a:rPr lang="en-US" altLang="zh-CN" sz="2000" b="1" i="1" dirty="0">
                  <a:solidFill>
                    <a:srgbClr val="000066"/>
                  </a:solidFill>
                  <a:ea typeface="幼圆" panose="02010509060101010101" pitchFamily="49" charset="-122"/>
                  <a:cs typeface="Times New Roman" panose="02020603050405020304" pitchFamily="18" charset="0"/>
                  <a:sym typeface="Symbol"/>
                </a:rPr>
                <a:t></a:t>
              </a:r>
              <a:r>
                <a:rPr lang="en-US" altLang="zh-CN" sz="2000" b="1" baseline="-25000" dirty="0">
                  <a:solidFill>
                    <a:srgbClr val="000066"/>
                  </a:solidFill>
                  <a:ea typeface="幼圆" panose="02010509060101010101" pitchFamily="49" charset="-122"/>
                  <a:cs typeface="Times New Roman" panose="02020603050405020304" pitchFamily="18" charset="0"/>
                </a:rPr>
                <a:t>s</a:t>
              </a:r>
            </a:p>
          </p:txBody>
        </p:sp>
        <p:sp>
          <p:nvSpPr>
            <p:cNvPr id="91" name="Rectangle 3"/>
            <p:cNvSpPr>
              <a:spLocks noChangeArrowheads="1"/>
            </p:cNvSpPr>
            <p:nvPr/>
          </p:nvSpPr>
          <p:spPr bwMode="auto">
            <a:xfrm>
              <a:off x="1478124" y="1180283"/>
              <a:ext cx="3382733" cy="360000"/>
            </a:xfrm>
            <a:prstGeom prst="rect">
              <a:avLst/>
            </a:prstGeom>
            <a:solidFill>
              <a:schemeClr val="bg1"/>
            </a:solidFill>
            <a:ln w="12700">
              <a:solidFill>
                <a:srgbClr val="000066"/>
              </a:solidFill>
              <a:miter lim="800000"/>
              <a:headEnd/>
              <a:tailEnd/>
            </a:ln>
            <a:effectLst/>
            <a:extLst/>
          </p:spPr>
          <p:txBody>
            <a:bodyPr anchor="ctr"/>
            <a:lstStyle/>
            <a:p>
              <a:pPr algn="ctr">
                <a:spcBef>
                  <a:spcPct val="0"/>
                </a:spcBef>
              </a:pPr>
              <a:r>
                <a:rPr lang="zh-CN" altLang="en-US" sz="2000" b="1" dirty="0">
                  <a:solidFill>
                    <a:srgbClr val="000066"/>
                  </a:solidFill>
                  <a:ea typeface="幼圆" panose="02010509060101010101" pitchFamily="49" charset="-122"/>
                  <a:cs typeface="Times New Roman" panose="02020603050405020304" pitchFamily="18" charset="0"/>
                </a:rPr>
                <a:t>取初始</a:t>
              </a:r>
              <a:r>
                <a:rPr lang="zh-CN" altLang="en-US" sz="2000" b="1" dirty="0" smtClean="0">
                  <a:solidFill>
                    <a:srgbClr val="000066"/>
                  </a:solidFill>
                  <a:ea typeface="幼圆" panose="02010509060101010101" pitchFamily="49" charset="-122"/>
                  <a:cs typeface="Times New Roman" panose="02020603050405020304" pitchFamily="18" charset="0"/>
                </a:rPr>
                <a:t>圆心</a:t>
              </a:r>
              <a:r>
                <a:rPr lang="en-US" altLang="zh-CN" sz="2000" b="1" dirty="0">
                  <a:solidFill>
                    <a:srgbClr val="000066"/>
                  </a:solidFill>
                  <a:ea typeface="幼圆" panose="02010509060101010101" pitchFamily="49" charset="-122"/>
                  <a:cs typeface="Times New Roman" panose="02020603050405020304" pitchFamily="18" charset="0"/>
                </a:rPr>
                <a:t>O</a:t>
              </a:r>
              <a:r>
                <a:rPr lang="zh-CN" altLang="en-US" sz="2000" b="1" dirty="0">
                  <a:solidFill>
                    <a:srgbClr val="000066"/>
                  </a:solidFill>
                  <a:ea typeface="幼圆" panose="02010509060101010101" pitchFamily="49" charset="-122"/>
                  <a:cs typeface="Times New Roman" panose="02020603050405020304" pitchFamily="18" charset="0"/>
                </a:rPr>
                <a:t>，半径</a:t>
              </a:r>
              <a:r>
                <a:rPr lang="en-US" altLang="zh-CN" sz="2000" b="1" i="1" dirty="0" smtClean="0">
                  <a:solidFill>
                    <a:srgbClr val="000066"/>
                  </a:solidFill>
                  <a:ea typeface="幼圆" panose="02010509060101010101" pitchFamily="49" charset="-122"/>
                  <a:cs typeface="Times New Roman" panose="02020603050405020304" pitchFamily="18" charset="0"/>
                </a:rPr>
                <a:t>R</a:t>
              </a:r>
              <a:endParaRPr lang="en-US" altLang="zh-CN" sz="2000" b="1" dirty="0">
                <a:solidFill>
                  <a:srgbClr val="000066"/>
                </a:solidFill>
                <a:ea typeface="幼圆" panose="02010509060101010101" pitchFamily="49" charset="-122"/>
                <a:cs typeface="Times New Roman" panose="02020603050405020304" pitchFamily="18" charset="0"/>
              </a:endParaRPr>
            </a:p>
          </p:txBody>
        </p:sp>
        <p:sp>
          <p:nvSpPr>
            <p:cNvPr id="137" name="Rectangle 5"/>
            <p:cNvSpPr>
              <a:spLocks noChangeArrowheads="1"/>
            </p:cNvSpPr>
            <p:nvPr/>
          </p:nvSpPr>
          <p:spPr bwMode="auto">
            <a:xfrm>
              <a:off x="1009808" y="2955999"/>
              <a:ext cx="938254" cy="360000"/>
            </a:xfrm>
            <a:prstGeom prst="rect">
              <a:avLst/>
            </a:prstGeom>
            <a:solidFill>
              <a:schemeClr val="bg1"/>
            </a:solidFill>
            <a:ln w="12700">
              <a:solidFill>
                <a:srgbClr val="000066"/>
              </a:solidFill>
              <a:miter lim="800000"/>
              <a:headEnd/>
              <a:tailEnd/>
            </a:ln>
            <a:effectLst/>
            <a:extLst/>
          </p:spPr>
          <p:txBody>
            <a:bodyPr anchor="ctr"/>
            <a:lstStyle/>
            <a:p>
              <a:pPr algn="ctr">
                <a:lnSpc>
                  <a:spcPct val="85000"/>
                </a:lnSpc>
                <a:spcBef>
                  <a:spcPct val="0"/>
                </a:spcBef>
              </a:pPr>
              <a:r>
                <a:rPr lang="en-US" altLang="zh-CN" sz="2000" b="1" i="1" dirty="0" smtClean="0">
                  <a:solidFill>
                    <a:srgbClr val="000066"/>
                  </a:solidFill>
                  <a:ea typeface="幼圆" panose="02010509060101010101" pitchFamily="49" charset="-122"/>
                  <a:cs typeface="Times New Roman" panose="02020603050405020304" pitchFamily="18" charset="0"/>
                </a:rPr>
                <a:t>F</a:t>
              </a:r>
              <a:r>
                <a:rPr lang="en-US" altLang="zh-CN" sz="2000" b="1" baseline="-25000" dirty="0" smtClean="0">
                  <a:solidFill>
                    <a:srgbClr val="000066"/>
                  </a:solidFill>
                  <a:ea typeface="幼圆" panose="02010509060101010101" pitchFamily="49" charset="-122"/>
                  <a:cs typeface="Times New Roman" panose="02020603050405020304" pitchFamily="18" charset="0"/>
                </a:rPr>
                <a:t>s</a:t>
              </a:r>
              <a:r>
                <a:rPr lang="en-US" altLang="zh-CN" sz="2000" b="1" dirty="0" smtClean="0">
                  <a:solidFill>
                    <a:srgbClr val="000066"/>
                  </a:solidFill>
                  <a:ea typeface="幼圆" panose="02010509060101010101" pitchFamily="49" charset="-122"/>
                  <a:cs typeface="Times New Roman" panose="02020603050405020304" pitchFamily="18" charset="0"/>
                </a:rPr>
                <a:t>=</a:t>
              </a:r>
              <a:r>
                <a:rPr lang="zh-CN" altLang="en-US" sz="2000" b="1" dirty="0" smtClean="0">
                  <a:solidFill>
                    <a:srgbClr val="000066"/>
                  </a:solidFill>
                  <a:ea typeface="幼圆" panose="02010509060101010101" pitchFamily="49" charset="-122"/>
                  <a:cs typeface="Times New Roman" panose="02020603050405020304" pitchFamily="18" charset="0"/>
                </a:rPr>
                <a:t> </a:t>
              </a:r>
              <a:r>
                <a:rPr lang="en-US" altLang="zh-CN" sz="2000" b="1" i="1" dirty="0">
                  <a:solidFill>
                    <a:srgbClr val="000066"/>
                  </a:solidFill>
                  <a:ea typeface="幼圆" panose="02010509060101010101" pitchFamily="49" charset="-122"/>
                  <a:cs typeface="Times New Roman" panose="02020603050405020304" pitchFamily="18" charset="0"/>
                </a:rPr>
                <a:t>F</a:t>
              </a:r>
              <a:r>
                <a:rPr lang="en-US" altLang="zh-CN" sz="2000" b="1" dirty="0">
                  <a:solidFill>
                    <a:srgbClr val="000066"/>
                  </a:solidFill>
                  <a:ea typeface="幼圆" panose="02010509060101010101" pitchFamily="49" charset="-122"/>
                  <a:cs typeface="Times New Roman" panose="02020603050405020304" pitchFamily="18" charset="0"/>
                  <a:sym typeface="Symbol"/>
                </a:rPr>
                <a:t></a:t>
              </a:r>
              <a:r>
                <a:rPr lang="en-US" altLang="zh-CN" sz="2000" b="1" baseline="-25000" dirty="0">
                  <a:solidFill>
                    <a:srgbClr val="000066"/>
                  </a:solidFill>
                  <a:ea typeface="幼圆" panose="02010509060101010101" pitchFamily="49" charset="-122"/>
                  <a:cs typeface="Times New Roman" panose="02020603050405020304" pitchFamily="18" charset="0"/>
                </a:rPr>
                <a:t>s</a:t>
              </a:r>
            </a:p>
          </p:txBody>
        </p:sp>
        <p:sp>
          <p:nvSpPr>
            <p:cNvPr id="138" name="Text Box 133"/>
            <p:cNvSpPr txBox="1">
              <a:spLocks noChangeArrowheads="1"/>
            </p:cNvSpPr>
            <p:nvPr/>
          </p:nvSpPr>
          <p:spPr bwMode="auto">
            <a:xfrm>
              <a:off x="1362311" y="3380424"/>
              <a:ext cx="774700" cy="417871"/>
            </a:xfrm>
            <a:prstGeom prst="rect">
              <a:avLst/>
            </a:prstGeom>
            <a:noFill/>
            <a:ln>
              <a:noFill/>
            </a:ln>
            <a:extLst/>
          </p:spPr>
          <p:txBody>
            <a:bodyPr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000" b="1" dirty="0">
                  <a:solidFill>
                    <a:srgbClr val="C00000"/>
                  </a:solidFill>
                  <a:latin typeface="Times New Roman" panose="02020603050405020304" pitchFamily="18" charset="0"/>
                </a:rPr>
                <a:t>No</a:t>
              </a:r>
            </a:p>
          </p:txBody>
        </p:sp>
      </p:grpSp>
      <p:grpSp>
        <p:nvGrpSpPr>
          <p:cNvPr id="95" name="组合 94"/>
          <p:cNvGrpSpPr/>
          <p:nvPr/>
        </p:nvGrpSpPr>
        <p:grpSpPr>
          <a:xfrm>
            <a:off x="6133822" y="3451228"/>
            <a:ext cx="2166200" cy="2491403"/>
            <a:chOff x="6657227" y="3596429"/>
            <a:chExt cx="2166200" cy="2491403"/>
          </a:xfrm>
        </p:grpSpPr>
        <p:sp>
          <p:nvSpPr>
            <p:cNvPr id="100" name="Freeform 8"/>
            <p:cNvSpPr>
              <a:spLocks/>
            </p:cNvSpPr>
            <p:nvPr/>
          </p:nvSpPr>
          <p:spPr bwMode="auto">
            <a:xfrm>
              <a:off x="7271929" y="3596429"/>
              <a:ext cx="629123" cy="1975352"/>
            </a:xfrm>
            <a:custGeom>
              <a:avLst/>
              <a:gdLst>
                <a:gd name="T0" fmla="*/ 0 w 327"/>
                <a:gd name="T1" fmla="*/ 300423 h 991"/>
                <a:gd name="T2" fmla="*/ 0 w 327"/>
                <a:gd name="T3" fmla="*/ 1636251 h 991"/>
                <a:gd name="T4" fmla="*/ 516939 w 327"/>
                <a:gd name="T5" fmla="*/ 1327711 h 991"/>
                <a:gd name="T6" fmla="*/ 516939 w 327"/>
                <a:gd name="T7" fmla="*/ 0 h 991"/>
                <a:gd name="T8" fmla="*/ 0 w 327"/>
                <a:gd name="T9" fmla="*/ 300423 h 99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7" h="991">
                  <a:moveTo>
                    <a:pt x="0" y="182"/>
                  </a:moveTo>
                  <a:lnTo>
                    <a:pt x="0" y="991"/>
                  </a:lnTo>
                  <a:lnTo>
                    <a:pt x="327" y="804"/>
                  </a:lnTo>
                  <a:lnTo>
                    <a:pt x="327" y="0"/>
                  </a:lnTo>
                  <a:lnTo>
                    <a:pt x="0" y="182"/>
                  </a:lnTo>
                  <a:close/>
                </a:path>
              </a:pathLst>
            </a:custGeom>
            <a:solidFill>
              <a:srgbClr val="CCECFF">
                <a:alpha val="50195"/>
              </a:srgbClr>
            </a:solidFill>
            <a:ln w="28575" cap="flat" cmpd="sng">
              <a:solidFill>
                <a:srgbClr val="000066"/>
              </a:solidFill>
              <a:prstDash val="solid"/>
              <a:round/>
              <a:headEnd/>
              <a:tailEnd/>
            </a:ln>
            <a:effectLst/>
            <a:extLst/>
          </p:spPr>
          <p:txBody>
            <a:bodyPr/>
            <a:lstStyle/>
            <a:p>
              <a:endParaRPr lang="zh-CN" altLang="en-US" sz="1800">
                <a:cs typeface="Times New Roman" panose="02020603050405020304" pitchFamily="18" charset="0"/>
              </a:endParaRPr>
            </a:p>
          </p:txBody>
        </p:sp>
        <p:cxnSp>
          <p:nvCxnSpPr>
            <p:cNvPr id="101" name="直接连接符 100"/>
            <p:cNvCxnSpPr/>
            <p:nvPr/>
          </p:nvCxnSpPr>
          <p:spPr bwMode="auto">
            <a:xfrm flipV="1">
              <a:off x="7593642" y="3723728"/>
              <a:ext cx="0" cy="2196294"/>
            </a:xfrm>
            <a:prstGeom prst="line">
              <a:avLst/>
            </a:prstGeom>
            <a:noFill/>
            <a:ln w="9525" cap="flat" cmpd="sng" algn="ctr">
              <a:solidFill>
                <a:schemeClr val="tx1"/>
              </a:solidFill>
              <a:prstDash val="lgDashDot"/>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5" name="Line 9"/>
            <p:cNvSpPr>
              <a:spLocks noChangeShapeType="1"/>
            </p:cNvSpPr>
            <p:nvPr/>
          </p:nvSpPr>
          <p:spPr bwMode="auto">
            <a:xfrm>
              <a:off x="7586608" y="4449564"/>
              <a:ext cx="0" cy="496098"/>
            </a:xfrm>
            <a:prstGeom prst="line">
              <a:avLst/>
            </a:prstGeom>
            <a:noFill/>
            <a:ln w="28575">
              <a:solidFill>
                <a:srgbClr val="C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00">
                <a:cs typeface="Times New Roman" panose="02020603050405020304" pitchFamily="18" charset="0"/>
              </a:endParaRPr>
            </a:p>
          </p:txBody>
        </p:sp>
        <p:sp>
          <p:nvSpPr>
            <p:cNvPr id="130" name="Text Box 10"/>
            <p:cNvSpPr txBox="1">
              <a:spLocks noChangeArrowheads="1"/>
            </p:cNvSpPr>
            <p:nvPr/>
          </p:nvSpPr>
          <p:spPr bwMode="auto">
            <a:xfrm>
              <a:off x="7517558" y="4241157"/>
              <a:ext cx="454706" cy="385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800">
                  <a:solidFill>
                    <a:schemeClr val="tx1"/>
                  </a:solidFill>
                  <a:latin typeface="Times New Roman" pitchFamily="18" charset="0"/>
                  <a:ea typeface="宋体" charset="-122"/>
                </a:defRPr>
              </a:lvl1pPr>
              <a:lvl2pPr marL="742950" indent="-285750" eaLnBrk="0" hangingPunct="0">
                <a:defRPr kumimoji="1" sz="2800">
                  <a:solidFill>
                    <a:schemeClr val="tx1"/>
                  </a:solidFill>
                  <a:latin typeface="Times New Roman" pitchFamily="18" charset="0"/>
                  <a:ea typeface="宋体" charset="-122"/>
                </a:defRPr>
              </a:lvl2pPr>
              <a:lvl3pPr marL="1143000" indent="-228600" eaLnBrk="0" hangingPunct="0">
                <a:defRPr kumimoji="1" sz="2800">
                  <a:solidFill>
                    <a:schemeClr val="tx1"/>
                  </a:solidFill>
                  <a:latin typeface="Times New Roman" pitchFamily="18" charset="0"/>
                  <a:ea typeface="宋体" charset="-122"/>
                </a:defRPr>
              </a:lvl3pPr>
              <a:lvl4pPr marL="1600200" indent="-228600" eaLnBrk="0" hangingPunct="0">
                <a:defRPr kumimoji="1" sz="2800">
                  <a:solidFill>
                    <a:schemeClr val="tx1"/>
                  </a:solidFill>
                  <a:latin typeface="Times New Roman" pitchFamily="18" charset="0"/>
                  <a:ea typeface="宋体" charset="-122"/>
                </a:defRPr>
              </a:lvl4pPr>
              <a:lvl5pPr marL="2057400" indent="-228600" eaLnBrk="0" hangingPunct="0">
                <a:defRPr kumimoji="1" sz="2800">
                  <a:solidFill>
                    <a:schemeClr val="tx1"/>
                  </a:solidFill>
                  <a:latin typeface="Times New Roman" pitchFamily="18" charset="0"/>
                  <a:ea typeface="宋体" charset="-122"/>
                </a:defRPr>
              </a:lvl5pPr>
              <a:lvl6pPr marL="2514600" indent="-228600" eaLnBrk="0" fontAlgn="base" hangingPunct="0">
                <a:spcBef>
                  <a:spcPct val="50000"/>
                </a:spcBef>
                <a:spcAft>
                  <a:spcPct val="0"/>
                </a:spcAft>
                <a:defRPr kumimoji="1" sz="2800">
                  <a:solidFill>
                    <a:schemeClr val="tx1"/>
                  </a:solidFill>
                  <a:latin typeface="Times New Roman" pitchFamily="18" charset="0"/>
                  <a:ea typeface="宋体" charset="-122"/>
                </a:defRPr>
              </a:lvl6pPr>
              <a:lvl7pPr marL="2971800" indent="-228600" eaLnBrk="0" fontAlgn="base" hangingPunct="0">
                <a:spcBef>
                  <a:spcPct val="50000"/>
                </a:spcBef>
                <a:spcAft>
                  <a:spcPct val="0"/>
                </a:spcAft>
                <a:defRPr kumimoji="1" sz="2800">
                  <a:solidFill>
                    <a:schemeClr val="tx1"/>
                  </a:solidFill>
                  <a:latin typeface="Times New Roman" pitchFamily="18" charset="0"/>
                  <a:ea typeface="宋体" charset="-122"/>
                </a:defRPr>
              </a:lvl7pPr>
              <a:lvl8pPr marL="3429000" indent="-228600" eaLnBrk="0" fontAlgn="base" hangingPunct="0">
                <a:spcBef>
                  <a:spcPct val="50000"/>
                </a:spcBef>
                <a:spcAft>
                  <a:spcPct val="0"/>
                </a:spcAft>
                <a:defRPr kumimoji="1" sz="2800">
                  <a:solidFill>
                    <a:schemeClr val="tx1"/>
                  </a:solidFill>
                  <a:latin typeface="Times New Roman" pitchFamily="18" charset="0"/>
                  <a:ea typeface="宋体" charset="-122"/>
                </a:defRPr>
              </a:lvl8pPr>
              <a:lvl9pPr marL="3886200" indent="-228600" eaLnBrk="0" fontAlgn="base" hangingPunct="0">
                <a:spcBef>
                  <a:spcPct val="50000"/>
                </a:spcBef>
                <a:spcAft>
                  <a:spcPct val="0"/>
                </a:spcAft>
                <a:defRPr kumimoji="1" sz="2800">
                  <a:solidFill>
                    <a:schemeClr val="tx1"/>
                  </a:solidFill>
                  <a:latin typeface="Times New Roman" pitchFamily="18" charset="0"/>
                  <a:ea typeface="宋体" charset="-122"/>
                </a:defRPr>
              </a:lvl9pPr>
            </a:lstStyle>
            <a:p>
              <a:pPr eaLnBrk="1" hangingPunct="1"/>
              <a:r>
                <a:rPr lang="en-US" altLang="zh-CN" sz="1800" b="1" i="1" dirty="0">
                  <a:solidFill>
                    <a:srgbClr val="C00000"/>
                  </a:solidFill>
                  <a:cs typeface="Times New Roman" panose="02020603050405020304" pitchFamily="18" charset="0"/>
                </a:rPr>
                <a:t>W</a:t>
              </a:r>
              <a:r>
                <a:rPr lang="en-US" altLang="zh-CN" sz="1800" b="1" baseline="-25000" dirty="0">
                  <a:solidFill>
                    <a:srgbClr val="C00000"/>
                  </a:solidFill>
                  <a:cs typeface="Times New Roman" panose="02020603050405020304" pitchFamily="18" charset="0"/>
                </a:rPr>
                <a:t>i</a:t>
              </a:r>
            </a:p>
          </p:txBody>
        </p:sp>
        <p:sp>
          <p:nvSpPr>
            <p:cNvPr id="132" name="Line 22"/>
            <p:cNvSpPr>
              <a:spLocks noChangeShapeType="1"/>
            </p:cNvSpPr>
            <p:nvPr/>
          </p:nvSpPr>
          <p:spPr bwMode="auto">
            <a:xfrm flipV="1">
              <a:off x="7340325" y="5320594"/>
              <a:ext cx="554512" cy="338252"/>
            </a:xfrm>
            <a:prstGeom prst="line">
              <a:avLst/>
            </a:prstGeom>
            <a:noFill/>
            <a:ln w="28575">
              <a:solidFill>
                <a:srgbClr val="C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00">
                <a:cs typeface="Times New Roman" panose="02020603050405020304" pitchFamily="18" charset="0"/>
              </a:endParaRPr>
            </a:p>
          </p:txBody>
        </p:sp>
        <p:sp>
          <p:nvSpPr>
            <p:cNvPr id="133" name="Line 23"/>
            <p:cNvSpPr>
              <a:spLocks noChangeShapeType="1"/>
            </p:cNvSpPr>
            <p:nvPr/>
          </p:nvSpPr>
          <p:spPr bwMode="auto">
            <a:xfrm flipH="1" flipV="1">
              <a:off x="7590456" y="5374299"/>
              <a:ext cx="314335" cy="541364"/>
            </a:xfrm>
            <a:prstGeom prst="line">
              <a:avLst/>
            </a:prstGeom>
            <a:noFill/>
            <a:ln w="28575">
              <a:solidFill>
                <a:srgbClr val="C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00">
                <a:cs typeface="Times New Roman" panose="02020603050405020304" pitchFamily="18" charset="0"/>
              </a:endParaRPr>
            </a:p>
          </p:txBody>
        </p:sp>
        <p:sp>
          <p:nvSpPr>
            <p:cNvPr id="139" name="Text Box 24"/>
            <p:cNvSpPr txBox="1">
              <a:spLocks noChangeArrowheads="1"/>
            </p:cNvSpPr>
            <p:nvPr/>
          </p:nvSpPr>
          <p:spPr bwMode="auto">
            <a:xfrm>
              <a:off x="7864298" y="5650555"/>
              <a:ext cx="551749" cy="385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a:solidFill>
                    <a:schemeClr val="tx1"/>
                  </a:solidFill>
                  <a:latin typeface="Times New Roman" pitchFamily="18" charset="0"/>
                  <a:ea typeface="宋体" charset="-122"/>
                </a:defRPr>
              </a:lvl1pPr>
              <a:lvl2pPr marL="742950" indent="-285750" eaLnBrk="0" hangingPunct="0">
                <a:defRPr kumimoji="1" sz="2800">
                  <a:solidFill>
                    <a:schemeClr val="tx1"/>
                  </a:solidFill>
                  <a:latin typeface="Times New Roman" pitchFamily="18" charset="0"/>
                  <a:ea typeface="宋体" charset="-122"/>
                </a:defRPr>
              </a:lvl2pPr>
              <a:lvl3pPr marL="1143000" indent="-228600" eaLnBrk="0" hangingPunct="0">
                <a:defRPr kumimoji="1" sz="2800">
                  <a:solidFill>
                    <a:schemeClr val="tx1"/>
                  </a:solidFill>
                  <a:latin typeface="Times New Roman" pitchFamily="18" charset="0"/>
                  <a:ea typeface="宋体" charset="-122"/>
                </a:defRPr>
              </a:lvl3pPr>
              <a:lvl4pPr marL="1600200" indent="-228600" eaLnBrk="0" hangingPunct="0">
                <a:defRPr kumimoji="1" sz="2800">
                  <a:solidFill>
                    <a:schemeClr val="tx1"/>
                  </a:solidFill>
                  <a:latin typeface="Times New Roman" pitchFamily="18" charset="0"/>
                  <a:ea typeface="宋体" charset="-122"/>
                </a:defRPr>
              </a:lvl4pPr>
              <a:lvl5pPr marL="2057400" indent="-228600" eaLnBrk="0" hangingPunct="0">
                <a:defRPr kumimoji="1" sz="2800">
                  <a:solidFill>
                    <a:schemeClr val="tx1"/>
                  </a:solidFill>
                  <a:latin typeface="Times New Roman" pitchFamily="18" charset="0"/>
                  <a:ea typeface="宋体" charset="-122"/>
                </a:defRPr>
              </a:lvl5pPr>
              <a:lvl6pPr marL="2514600" indent="-228600" eaLnBrk="0" fontAlgn="base" hangingPunct="0">
                <a:spcBef>
                  <a:spcPct val="50000"/>
                </a:spcBef>
                <a:spcAft>
                  <a:spcPct val="0"/>
                </a:spcAft>
                <a:defRPr kumimoji="1" sz="2800">
                  <a:solidFill>
                    <a:schemeClr val="tx1"/>
                  </a:solidFill>
                  <a:latin typeface="Times New Roman" pitchFamily="18" charset="0"/>
                  <a:ea typeface="宋体" charset="-122"/>
                </a:defRPr>
              </a:lvl6pPr>
              <a:lvl7pPr marL="2971800" indent="-228600" eaLnBrk="0" fontAlgn="base" hangingPunct="0">
                <a:spcBef>
                  <a:spcPct val="50000"/>
                </a:spcBef>
                <a:spcAft>
                  <a:spcPct val="0"/>
                </a:spcAft>
                <a:defRPr kumimoji="1" sz="2800">
                  <a:solidFill>
                    <a:schemeClr val="tx1"/>
                  </a:solidFill>
                  <a:latin typeface="Times New Roman" pitchFamily="18" charset="0"/>
                  <a:ea typeface="宋体" charset="-122"/>
                </a:defRPr>
              </a:lvl7pPr>
              <a:lvl8pPr marL="3429000" indent="-228600" eaLnBrk="0" fontAlgn="base" hangingPunct="0">
                <a:spcBef>
                  <a:spcPct val="50000"/>
                </a:spcBef>
                <a:spcAft>
                  <a:spcPct val="0"/>
                </a:spcAft>
                <a:defRPr kumimoji="1" sz="2800">
                  <a:solidFill>
                    <a:schemeClr val="tx1"/>
                  </a:solidFill>
                  <a:latin typeface="Times New Roman" pitchFamily="18" charset="0"/>
                  <a:ea typeface="宋体" charset="-122"/>
                </a:defRPr>
              </a:lvl8pPr>
              <a:lvl9pPr marL="3886200" indent="-228600" eaLnBrk="0" fontAlgn="base" hangingPunct="0">
                <a:spcBef>
                  <a:spcPct val="50000"/>
                </a:spcBef>
                <a:spcAft>
                  <a:spcPct val="0"/>
                </a:spcAft>
                <a:defRPr kumimoji="1" sz="2800">
                  <a:solidFill>
                    <a:schemeClr val="tx1"/>
                  </a:solidFill>
                  <a:latin typeface="Times New Roman" pitchFamily="18" charset="0"/>
                  <a:ea typeface="宋体" charset="-122"/>
                </a:defRPr>
              </a:lvl9pPr>
            </a:lstStyle>
            <a:p>
              <a:pPr eaLnBrk="1" hangingPunct="1"/>
              <a:r>
                <a:rPr lang="en-US" altLang="zh-CN" sz="1800" b="1" i="1" dirty="0">
                  <a:solidFill>
                    <a:srgbClr val="C00000"/>
                  </a:solidFill>
                  <a:cs typeface="Times New Roman" panose="02020603050405020304" pitchFamily="18" charset="0"/>
                </a:rPr>
                <a:t>N</a:t>
              </a:r>
              <a:r>
                <a:rPr lang="en-US" altLang="zh-CN" sz="1800" b="1" baseline="-25000" dirty="0">
                  <a:solidFill>
                    <a:srgbClr val="C00000"/>
                  </a:solidFill>
                  <a:cs typeface="Times New Roman" panose="02020603050405020304" pitchFamily="18" charset="0"/>
                </a:rPr>
                <a:t>i</a:t>
              </a:r>
            </a:p>
          </p:txBody>
        </p:sp>
        <p:sp>
          <p:nvSpPr>
            <p:cNvPr id="140" name="Text Box 25"/>
            <p:cNvSpPr txBox="1">
              <a:spLocks noChangeArrowheads="1"/>
            </p:cNvSpPr>
            <p:nvPr/>
          </p:nvSpPr>
          <p:spPr bwMode="auto">
            <a:xfrm>
              <a:off x="7849773" y="5259460"/>
              <a:ext cx="416177" cy="2930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tIns="0" bIns="0">
              <a:spAutoFit/>
            </a:bodyPr>
            <a:lstStyle>
              <a:lvl1pPr eaLnBrk="0" hangingPunct="0">
                <a:defRPr kumimoji="1" sz="2800">
                  <a:solidFill>
                    <a:schemeClr val="tx1"/>
                  </a:solidFill>
                  <a:latin typeface="Times New Roman" pitchFamily="18" charset="0"/>
                  <a:ea typeface="宋体" charset="-122"/>
                </a:defRPr>
              </a:lvl1pPr>
              <a:lvl2pPr marL="742950" indent="-285750" eaLnBrk="0" hangingPunct="0">
                <a:defRPr kumimoji="1" sz="2800">
                  <a:solidFill>
                    <a:schemeClr val="tx1"/>
                  </a:solidFill>
                  <a:latin typeface="Times New Roman" pitchFamily="18" charset="0"/>
                  <a:ea typeface="宋体" charset="-122"/>
                </a:defRPr>
              </a:lvl2pPr>
              <a:lvl3pPr marL="1143000" indent="-228600" eaLnBrk="0" hangingPunct="0">
                <a:defRPr kumimoji="1" sz="2800">
                  <a:solidFill>
                    <a:schemeClr val="tx1"/>
                  </a:solidFill>
                  <a:latin typeface="Times New Roman" pitchFamily="18" charset="0"/>
                  <a:ea typeface="宋体" charset="-122"/>
                </a:defRPr>
              </a:lvl3pPr>
              <a:lvl4pPr marL="1600200" indent="-228600" eaLnBrk="0" hangingPunct="0">
                <a:defRPr kumimoji="1" sz="2800">
                  <a:solidFill>
                    <a:schemeClr val="tx1"/>
                  </a:solidFill>
                  <a:latin typeface="Times New Roman" pitchFamily="18" charset="0"/>
                  <a:ea typeface="宋体" charset="-122"/>
                </a:defRPr>
              </a:lvl4pPr>
              <a:lvl5pPr marL="2057400" indent="-228600" eaLnBrk="0" hangingPunct="0">
                <a:defRPr kumimoji="1" sz="2800">
                  <a:solidFill>
                    <a:schemeClr val="tx1"/>
                  </a:solidFill>
                  <a:latin typeface="Times New Roman" pitchFamily="18" charset="0"/>
                  <a:ea typeface="宋体" charset="-122"/>
                </a:defRPr>
              </a:lvl5pPr>
              <a:lvl6pPr marL="2514600" indent="-228600" eaLnBrk="0" fontAlgn="base" hangingPunct="0">
                <a:spcBef>
                  <a:spcPct val="50000"/>
                </a:spcBef>
                <a:spcAft>
                  <a:spcPct val="0"/>
                </a:spcAft>
                <a:defRPr kumimoji="1" sz="2800">
                  <a:solidFill>
                    <a:schemeClr val="tx1"/>
                  </a:solidFill>
                  <a:latin typeface="Times New Roman" pitchFamily="18" charset="0"/>
                  <a:ea typeface="宋体" charset="-122"/>
                </a:defRPr>
              </a:lvl6pPr>
              <a:lvl7pPr marL="2971800" indent="-228600" eaLnBrk="0" fontAlgn="base" hangingPunct="0">
                <a:spcBef>
                  <a:spcPct val="50000"/>
                </a:spcBef>
                <a:spcAft>
                  <a:spcPct val="0"/>
                </a:spcAft>
                <a:defRPr kumimoji="1" sz="2800">
                  <a:solidFill>
                    <a:schemeClr val="tx1"/>
                  </a:solidFill>
                  <a:latin typeface="Times New Roman" pitchFamily="18" charset="0"/>
                  <a:ea typeface="宋体" charset="-122"/>
                </a:defRPr>
              </a:lvl7pPr>
              <a:lvl8pPr marL="3429000" indent="-228600" eaLnBrk="0" fontAlgn="base" hangingPunct="0">
                <a:spcBef>
                  <a:spcPct val="50000"/>
                </a:spcBef>
                <a:spcAft>
                  <a:spcPct val="0"/>
                </a:spcAft>
                <a:defRPr kumimoji="1" sz="2800">
                  <a:solidFill>
                    <a:schemeClr val="tx1"/>
                  </a:solidFill>
                  <a:latin typeface="Times New Roman" pitchFamily="18" charset="0"/>
                  <a:ea typeface="宋体" charset="-122"/>
                </a:defRPr>
              </a:lvl8pPr>
              <a:lvl9pPr marL="3886200" indent="-228600" eaLnBrk="0" fontAlgn="base" hangingPunct="0">
                <a:spcBef>
                  <a:spcPct val="50000"/>
                </a:spcBef>
                <a:spcAft>
                  <a:spcPct val="0"/>
                </a:spcAft>
                <a:defRPr kumimoji="1" sz="2800">
                  <a:solidFill>
                    <a:schemeClr val="tx1"/>
                  </a:solidFill>
                  <a:latin typeface="Times New Roman" pitchFamily="18" charset="0"/>
                  <a:ea typeface="宋体" charset="-122"/>
                </a:defRPr>
              </a:lvl9pPr>
            </a:lstStyle>
            <a:p>
              <a:pPr eaLnBrk="1" hangingPunct="1"/>
              <a:r>
                <a:rPr lang="en-US" altLang="zh-CN" sz="1800" b="1" i="1" dirty="0">
                  <a:solidFill>
                    <a:srgbClr val="C00000"/>
                  </a:solidFill>
                  <a:cs typeface="Times New Roman" panose="02020603050405020304" pitchFamily="18" charset="0"/>
                </a:rPr>
                <a:t>T</a:t>
              </a:r>
              <a:r>
                <a:rPr lang="en-US" altLang="zh-CN" sz="1800" b="1" baseline="-25000" dirty="0">
                  <a:solidFill>
                    <a:srgbClr val="C00000"/>
                  </a:solidFill>
                  <a:cs typeface="Times New Roman" panose="02020603050405020304" pitchFamily="18" charset="0"/>
                </a:rPr>
                <a:t>i</a:t>
              </a:r>
            </a:p>
          </p:txBody>
        </p:sp>
        <p:sp>
          <p:nvSpPr>
            <p:cNvPr id="141" name="Text Box 136"/>
            <p:cNvSpPr txBox="1">
              <a:spLocks noChangeArrowheads="1"/>
            </p:cNvSpPr>
            <p:nvPr/>
          </p:nvSpPr>
          <p:spPr bwMode="auto">
            <a:xfrm>
              <a:off x="7489325" y="5703303"/>
              <a:ext cx="478166" cy="3845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1800" b="1" dirty="0">
                  <a:solidFill>
                    <a:srgbClr val="C00000"/>
                  </a:solidFill>
                  <a:latin typeface="Times New Roman" panose="02020603050405020304" pitchFamily="18" charset="0"/>
                  <a:sym typeface="Symbol" panose="05050102010706020507" pitchFamily="18" charset="2"/>
                </a:rPr>
                <a:t> </a:t>
              </a:r>
              <a:r>
                <a:rPr kumimoji="1" lang="en-US" altLang="zh-CN" sz="1800" b="1" i="1" dirty="0">
                  <a:solidFill>
                    <a:srgbClr val="C00000"/>
                  </a:solidFill>
                  <a:latin typeface="Times New Roman" panose="02020603050405020304" pitchFamily="18" charset="0"/>
                  <a:sym typeface="Symbol" panose="05050102010706020507" pitchFamily="18" charset="2"/>
                </a:rPr>
                <a:t></a:t>
              </a:r>
              <a:r>
                <a:rPr kumimoji="1" lang="en-US" altLang="zh-CN" sz="1800" b="1" baseline="-25000" dirty="0" err="1">
                  <a:solidFill>
                    <a:srgbClr val="C00000"/>
                  </a:solidFill>
                  <a:latin typeface="Times New Roman" panose="02020603050405020304" pitchFamily="18" charset="0"/>
                  <a:sym typeface="Symbol" panose="05050102010706020507" pitchFamily="18" charset="2"/>
                </a:rPr>
                <a:t>i</a:t>
              </a:r>
              <a:endParaRPr kumimoji="1" lang="en-US" altLang="zh-CN" sz="1800" b="1" baseline="-25000" dirty="0">
                <a:solidFill>
                  <a:srgbClr val="C00000"/>
                </a:solidFill>
                <a:latin typeface="Times New Roman" panose="02020603050405020304" pitchFamily="18" charset="0"/>
              </a:endParaRPr>
            </a:p>
          </p:txBody>
        </p:sp>
        <p:sp>
          <p:nvSpPr>
            <p:cNvPr id="142" name="Arc 52"/>
            <p:cNvSpPr>
              <a:spLocks/>
            </p:cNvSpPr>
            <p:nvPr/>
          </p:nvSpPr>
          <p:spPr bwMode="auto">
            <a:xfrm rot="6458630">
              <a:off x="7618140" y="5645634"/>
              <a:ext cx="123066" cy="151653"/>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9525">
              <a:solidFill>
                <a:schemeClr val="tx1"/>
              </a:solidFill>
              <a:round/>
              <a:headEnd type="triangle" w="med" len="me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43" name="Text Box 24"/>
            <p:cNvSpPr txBox="1">
              <a:spLocks noChangeArrowheads="1"/>
            </p:cNvSpPr>
            <p:nvPr/>
          </p:nvSpPr>
          <p:spPr bwMode="auto">
            <a:xfrm>
              <a:off x="7350819" y="5041881"/>
              <a:ext cx="362718" cy="385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800">
                  <a:solidFill>
                    <a:schemeClr val="tx1"/>
                  </a:solidFill>
                  <a:latin typeface="Times New Roman" pitchFamily="18" charset="0"/>
                  <a:ea typeface="宋体" charset="-122"/>
                </a:defRPr>
              </a:lvl1pPr>
              <a:lvl2pPr marL="742950" indent="-285750" eaLnBrk="0" hangingPunct="0">
                <a:defRPr kumimoji="1" sz="2800">
                  <a:solidFill>
                    <a:schemeClr val="tx1"/>
                  </a:solidFill>
                  <a:latin typeface="Times New Roman" pitchFamily="18" charset="0"/>
                  <a:ea typeface="宋体" charset="-122"/>
                </a:defRPr>
              </a:lvl2pPr>
              <a:lvl3pPr marL="1143000" indent="-228600" eaLnBrk="0" hangingPunct="0">
                <a:defRPr kumimoji="1" sz="2800">
                  <a:solidFill>
                    <a:schemeClr val="tx1"/>
                  </a:solidFill>
                  <a:latin typeface="Times New Roman" pitchFamily="18" charset="0"/>
                  <a:ea typeface="宋体" charset="-122"/>
                </a:defRPr>
              </a:lvl3pPr>
              <a:lvl4pPr marL="1600200" indent="-228600" eaLnBrk="0" hangingPunct="0">
                <a:defRPr kumimoji="1" sz="2800">
                  <a:solidFill>
                    <a:schemeClr val="tx1"/>
                  </a:solidFill>
                  <a:latin typeface="Times New Roman" pitchFamily="18" charset="0"/>
                  <a:ea typeface="宋体" charset="-122"/>
                </a:defRPr>
              </a:lvl4pPr>
              <a:lvl5pPr marL="2057400" indent="-228600" eaLnBrk="0" hangingPunct="0">
                <a:defRPr kumimoji="1" sz="2800">
                  <a:solidFill>
                    <a:schemeClr val="tx1"/>
                  </a:solidFill>
                  <a:latin typeface="Times New Roman" pitchFamily="18" charset="0"/>
                  <a:ea typeface="宋体" charset="-122"/>
                </a:defRPr>
              </a:lvl5pPr>
              <a:lvl6pPr marL="2514600" indent="-228600" eaLnBrk="0" fontAlgn="base" hangingPunct="0">
                <a:spcBef>
                  <a:spcPct val="50000"/>
                </a:spcBef>
                <a:spcAft>
                  <a:spcPct val="0"/>
                </a:spcAft>
                <a:defRPr kumimoji="1" sz="2800">
                  <a:solidFill>
                    <a:schemeClr val="tx1"/>
                  </a:solidFill>
                  <a:latin typeface="Times New Roman" pitchFamily="18" charset="0"/>
                  <a:ea typeface="宋体" charset="-122"/>
                </a:defRPr>
              </a:lvl6pPr>
              <a:lvl7pPr marL="2971800" indent="-228600" eaLnBrk="0" fontAlgn="base" hangingPunct="0">
                <a:spcBef>
                  <a:spcPct val="50000"/>
                </a:spcBef>
                <a:spcAft>
                  <a:spcPct val="0"/>
                </a:spcAft>
                <a:defRPr kumimoji="1" sz="2800">
                  <a:solidFill>
                    <a:schemeClr val="tx1"/>
                  </a:solidFill>
                  <a:latin typeface="Times New Roman" pitchFamily="18" charset="0"/>
                  <a:ea typeface="宋体" charset="-122"/>
                </a:defRPr>
              </a:lvl7pPr>
              <a:lvl8pPr marL="3429000" indent="-228600" eaLnBrk="0" fontAlgn="base" hangingPunct="0">
                <a:spcBef>
                  <a:spcPct val="50000"/>
                </a:spcBef>
                <a:spcAft>
                  <a:spcPct val="0"/>
                </a:spcAft>
                <a:defRPr kumimoji="1" sz="2800">
                  <a:solidFill>
                    <a:schemeClr val="tx1"/>
                  </a:solidFill>
                  <a:latin typeface="Times New Roman" pitchFamily="18" charset="0"/>
                  <a:ea typeface="宋体" charset="-122"/>
                </a:defRPr>
              </a:lvl8pPr>
              <a:lvl9pPr marL="3886200" indent="-228600" eaLnBrk="0" fontAlgn="base" hangingPunct="0">
                <a:spcBef>
                  <a:spcPct val="50000"/>
                </a:spcBef>
                <a:spcAft>
                  <a:spcPct val="0"/>
                </a:spcAft>
                <a:defRPr kumimoji="1" sz="2800">
                  <a:solidFill>
                    <a:schemeClr val="tx1"/>
                  </a:solidFill>
                  <a:latin typeface="Times New Roman" pitchFamily="18" charset="0"/>
                  <a:ea typeface="宋体" charset="-122"/>
                </a:defRPr>
              </a:lvl9pPr>
            </a:lstStyle>
            <a:p>
              <a:pPr eaLnBrk="1" hangingPunct="1"/>
              <a:r>
                <a:rPr lang="en-US" altLang="zh-CN" sz="1800" b="1" i="1" dirty="0" smtClean="0">
                  <a:solidFill>
                    <a:srgbClr val="C00000"/>
                  </a:solidFill>
                  <a:cs typeface="Times New Roman" panose="02020603050405020304" pitchFamily="18" charset="0"/>
                </a:rPr>
                <a:t>l</a:t>
              </a:r>
              <a:r>
                <a:rPr lang="en-US" altLang="zh-CN" sz="1800" b="1" baseline="-25000" dirty="0" smtClean="0">
                  <a:solidFill>
                    <a:srgbClr val="C00000"/>
                  </a:solidFill>
                  <a:cs typeface="Times New Roman" panose="02020603050405020304" pitchFamily="18" charset="0"/>
                </a:rPr>
                <a:t>i</a:t>
              </a:r>
              <a:endParaRPr lang="en-US" altLang="zh-CN" sz="1800" b="1" baseline="-25000" dirty="0">
                <a:solidFill>
                  <a:srgbClr val="C00000"/>
                </a:solidFill>
                <a:cs typeface="Times New Roman" panose="02020603050405020304" pitchFamily="18" charset="0"/>
              </a:endParaRPr>
            </a:p>
          </p:txBody>
        </p:sp>
        <p:sp>
          <p:nvSpPr>
            <p:cNvPr id="144" name="Text Box 6"/>
            <p:cNvSpPr txBox="1">
              <a:spLocks noChangeArrowheads="1"/>
            </p:cNvSpPr>
            <p:nvPr/>
          </p:nvSpPr>
          <p:spPr bwMode="auto">
            <a:xfrm>
              <a:off x="8138107" y="4156173"/>
              <a:ext cx="581950" cy="410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800">
                  <a:solidFill>
                    <a:schemeClr val="tx1"/>
                  </a:solidFill>
                  <a:latin typeface="Times New Roman" pitchFamily="18" charset="0"/>
                  <a:ea typeface="宋体" charset="-122"/>
                </a:defRPr>
              </a:lvl1pPr>
              <a:lvl2pPr marL="742950" indent="-285750" eaLnBrk="0" hangingPunct="0">
                <a:defRPr kumimoji="1" sz="2800">
                  <a:solidFill>
                    <a:schemeClr val="tx1"/>
                  </a:solidFill>
                  <a:latin typeface="Times New Roman" pitchFamily="18" charset="0"/>
                  <a:ea typeface="宋体" charset="-122"/>
                </a:defRPr>
              </a:lvl2pPr>
              <a:lvl3pPr marL="1143000" indent="-228600" eaLnBrk="0" hangingPunct="0">
                <a:defRPr kumimoji="1" sz="2800">
                  <a:solidFill>
                    <a:schemeClr val="tx1"/>
                  </a:solidFill>
                  <a:latin typeface="Times New Roman" pitchFamily="18" charset="0"/>
                  <a:ea typeface="宋体" charset="-122"/>
                </a:defRPr>
              </a:lvl3pPr>
              <a:lvl4pPr marL="1600200" indent="-228600" eaLnBrk="0" hangingPunct="0">
                <a:defRPr kumimoji="1" sz="2800">
                  <a:solidFill>
                    <a:schemeClr val="tx1"/>
                  </a:solidFill>
                  <a:latin typeface="Times New Roman" pitchFamily="18" charset="0"/>
                  <a:ea typeface="宋体" charset="-122"/>
                </a:defRPr>
              </a:lvl4pPr>
              <a:lvl5pPr marL="2057400" indent="-228600" eaLnBrk="0" hangingPunct="0">
                <a:defRPr kumimoji="1" sz="2800">
                  <a:solidFill>
                    <a:schemeClr val="tx1"/>
                  </a:solidFill>
                  <a:latin typeface="Times New Roman" pitchFamily="18" charset="0"/>
                  <a:ea typeface="宋体" charset="-122"/>
                </a:defRPr>
              </a:lvl5pPr>
              <a:lvl6pPr marL="2514600" indent="-228600" eaLnBrk="0" fontAlgn="base" hangingPunct="0">
                <a:spcBef>
                  <a:spcPct val="50000"/>
                </a:spcBef>
                <a:spcAft>
                  <a:spcPct val="0"/>
                </a:spcAft>
                <a:defRPr kumimoji="1" sz="2800">
                  <a:solidFill>
                    <a:schemeClr val="tx1"/>
                  </a:solidFill>
                  <a:latin typeface="Times New Roman" pitchFamily="18" charset="0"/>
                  <a:ea typeface="宋体" charset="-122"/>
                </a:defRPr>
              </a:lvl6pPr>
              <a:lvl7pPr marL="2971800" indent="-228600" eaLnBrk="0" fontAlgn="base" hangingPunct="0">
                <a:spcBef>
                  <a:spcPct val="50000"/>
                </a:spcBef>
                <a:spcAft>
                  <a:spcPct val="0"/>
                </a:spcAft>
                <a:defRPr kumimoji="1" sz="2800">
                  <a:solidFill>
                    <a:schemeClr val="tx1"/>
                  </a:solidFill>
                  <a:latin typeface="Times New Roman" pitchFamily="18" charset="0"/>
                  <a:ea typeface="宋体" charset="-122"/>
                </a:defRPr>
              </a:lvl7pPr>
              <a:lvl8pPr marL="3429000" indent="-228600" eaLnBrk="0" fontAlgn="base" hangingPunct="0">
                <a:spcBef>
                  <a:spcPct val="50000"/>
                </a:spcBef>
                <a:spcAft>
                  <a:spcPct val="0"/>
                </a:spcAft>
                <a:defRPr kumimoji="1" sz="2800">
                  <a:solidFill>
                    <a:schemeClr val="tx1"/>
                  </a:solidFill>
                  <a:latin typeface="Times New Roman" pitchFamily="18" charset="0"/>
                  <a:ea typeface="宋体" charset="-122"/>
                </a:defRPr>
              </a:lvl8pPr>
              <a:lvl9pPr marL="3886200" indent="-228600" eaLnBrk="0" fontAlgn="base" hangingPunct="0">
                <a:spcBef>
                  <a:spcPct val="50000"/>
                </a:spcBef>
                <a:spcAft>
                  <a:spcPct val="0"/>
                </a:spcAft>
                <a:defRPr kumimoji="1" sz="2800">
                  <a:solidFill>
                    <a:schemeClr val="tx1"/>
                  </a:solidFill>
                  <a:latin typeface="Times New Roman" pitchFamily="18" charset="0"/>
                  <a:ea typeface="宋体" charset="-122"/>
                </a:defRPr>
              </a:lvl9pPr>
            </a:lstStyle>
            <a:p>
              <a:pPr eaLnBrk="1" hangingPunct="1"/>
              <a:r>
                <a:rPr lang="en-US" altLang="zh-CN" sz="1800" b="1" i="1" dirty="0" smtClean="0">
                  <a:solidFill>
                    <a:srgbClr val="C00000"/>
                  </a:solidFill>
                  <a:cs typeface="Times New Roman" panose="02020603050405020304" pitchFamily="18" charset="0"/>
                </a:rPr>
                <a:t>P</a:t>
              </a:r>
              <a:r>
                <a:rPr lang="en-US" altLang="zh-CN" sz="1800" b="1" baseline="-25000" dirty="0" smtClean="0">
                  <a:solidFill>
                    <a:srgbClr val="C00000"/>
                  </a:solidFill>
                  <a:cs typeface="Times New Roman" panose="02020603050405020304" pitchFamily="18" charset="0"/>
                </a:rPr>
                <a:t>i+1</a:t>
              </a:r>
              <a:endParaRPr lang="en-US" altLang="zh-CN" sz="1800" b="1" i="1" baseline="-25000" dirty="0">
                <a:solidFill>
                  <a:srgbClr val="C00000"/>
                </a:solidFill>
                <a:cs typeface="Times New Roman" panose="02020603050405020304" pitchFamily="18" charset="0"/>
              </a:endParaRPr>
            </a:p>
          </p:txBody>
        </p:sp>
        <p:sp>
          <p:nvSpPr>
            <p:cNvPr id="145" name="Line 11"/>
            <p:cNvSpPr>
              <a:spLocks noChangeShapeType="1"/>
            </p:cNvSpPr>
            <p:nvPr/>
          </p:nvSpPr>
          <p:spPr bwMode="auto">
            <a:xfrm>
              <a:off x="6785545" y="4733265"/>
              <a:ext cx="416345" cy="0"/>
            </a:xfrm>
            <a:prstGeom prst="line">
              <a:avLst/>
            </a:prstGeom>
            <a:noFill/>
            <a:ln w="28575">
              <a:solidFill>
                <a:srgbClr val="C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00">
                <a:cs typeface="Times New Roman" panose="02020603050405020304" pitchFamily="18" charset="0"/>
              </a:endParaRPr>
            </a:p>
          </p:txBody>
        </p:sp>
        <p:sp>
          <p:nvSpPr>
            <p:cNvPr id="146" name="Text Box 16"/>
            <p:cNvSpPr txBox="1">
              <a:spLocks noChangeArrowheads="1"/>
            </p:cNvSpPr>
            <p:nvPr/>
          </p:nvSpPr>
          <p:spPr bwMode="auto">
            <a:xfrm>
              <a:off x="6727065" y="4314242"/>
              <a:ext cx="551304" cy="385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800">
                  <a:solidFill>
                    <a:schemeClr val="tx1"/>
                  </a:solidFill>
                  <a:latin typeface="Times New Roman" pitchFamily="18" charset="0"/>
                  <a:ea typeface="宋体" charset="-122"/>
                </a:defRPr>
              </a:lvl1pPr>
              <a:lvl2pPr marL="742950" indent="-285750" eaLnBrk="0" hangingPunct="0">
                <a:defRPr kumimoji="1" sz="2800">
                  <a:solidFill>
                    <a:schemeClr val="tx1"/>
                  </a:solidFill>
                  <a:latin typeface="Times New Roman" pitchFamily="18" charset="0"/>
                  <a:ea typeface="宋体" charset="-122"/>
                </a:defRPr>
              </a:lvl2pPr>
              <a:lvl3pPr marL="1143000" indent="-228600" eaLnBrk="0" hangingPunct="0">
                <a:defRPr kumimoji="1" sz="2800">
                  <a:solidFill>
                    <a:schemeClr val="tx1"/>
                  </a:solidFill>
                  <a:latin typeface="Times New Roman" pitchFamily="18" charset="0"/>
                  <a:ea typeface="宋体" charset="-122"/>
                </a:defRPr>
              </a:lvl3pPr>
              <a:lvl4pPr marL="1600200" indent="-228600" eaLnBrk="0" hangingPunct="0">
                <a:defRPr kumimoji="1" sz="2800">
                  <a:solidFill>
                    <a:schemeClr val="tx1"/>
                  </a:solidFill>
                  <a:latin typeface="Times New Roman" pitchFamily="18" charset="0"/>
                  <a:ea typeface="宋体" charset="-122"/>
                </a:defRPr>
              </a:lvl4pPr>
              <a:lvl5pPr marL="2057400" indent="-228600" eaLnBrk="0" hangingPunct="0">
                <a:defRPr kumimoji="1" sz="2800">
                  <a:solidFill>
                    <a:schemeClr val="tx1"/>
                  </a:solidFill>
                  <a:latin typeface="Times New Roman" pitchFamily="18" charset="0"/>
                  <a:ea typeface="宋体" charset="-122"/>
                </a:defRPr>
              </a:lvl5pPr>
              <a:lvl6pPr marL="2514600" indent="-228600" eaLnBrk="0" fontAlgn="base" hangingPunct="0">
                <a:spcBef>
                  <a:spcPct val="50000"/>
                </a:spcBef>
                <a:spcAft>
                  <a:spcPct val="0"/>
                </a:spcAft>
                <a:defRPr kumimoji="1" sz="2800">
                  <a:solidFill>
                    <a:schemeClr val="tx1"/>
                  </a:solidFill>
                  <a:latin typeface="Times New Roman" pitchFamily="18" charset="0"/>
                  <a:ea typeface="宋体" charset="-122"/>
                </a:defRPr>
              </a:lvl6pPr>
              <a:lvl7pPr marL="2971800" indent="-228600" eaLnBrk="0" fontAlgn="base" hangingPunct="0">
                <a:spcBef>
                  <a:spcPct val="50000"/>
                </a:spcBef>
                <a:spcAft>
                  <a:spcPct val="0"/>
                </a:spcAft>
                <a:defRPr kumimoji="1" sz="2800">
                  <a:solidFill>
                    <a:schemeClr val="tx1"/>
                  </a:solidFill>
                  <a:latin typeface="Times New Roman" pitchFamily="18" charset="0"/>
                  <a:ea typeface="宋体" charset="-122"/>
                </a:defRPr>
              </a:lvl7pPr>
              <a:lvl8pPr marL="3429000" indent="-228600" eaLnBrk="0" fontAlgn="base" hangingPunct="0">
                <a:spcBef>
                  <a:spcPct val="50000"/>
                </a:spcBef>
                <a:spcAft>
                  <a:spcPct val="0"/>
                </a:spcAft>
                <a:defRPr kumimoji="1" sz="2800">
                  <a:solidFill>
                    <a:schemeClr val="tx1"/>
                  </a:solidFill>
                  <a:latin typeface="Times New Roman" pitchFamily="18" charset="0"/>
                  <a:ea typeface="宋体" charset="-122"/>
                </a:defRPr>
              </a:lvl8pPr>
              <a:lvl9pPr marL="3886200" indent="-228600" eaLnBrk="0" fontAlgn="base" hangingPunct="0">
                <a:spcBef>
                  <a:spcPct val="50000"/>
                </a:spcBef>
                <a:spcAft>
                  <a:spcPct val="0"/>
                </a:spcAft>
                <a:defRPr kumimoji="1" sz="2800">
                  <a:solidFill>
                    <a:schemeClr val="tx1"/>
                  </a:solidFill>
                  <a:latin typeface="Times New Roman" pitchFamily="18" charset="0"/>
                  <a:ea typeface="宋体" charset="-122"/>
                </a:defRPr>
              </a:lvl9pPr>
            </a:lstStyle>
            <a:p>
              <a:pPr eaLnBrk="1" hangingPunct="1"/>
              <a:r>
                <a:rPr lang="en-US" altLang="zh-CN" sz="1800" b="1" i="1" dirty="0" smtClean="0">
                  <a:solidFill>
                    <a:srgbClr val="C00000"/>
                  </a:solidFill>
                  <a:cs typeface="Times New Roman" panose="02020603050405020304" pitchFamily="18" charset="0"/>
                </a:rPr>
                <a:t>P</a:t>
              </a:r>
              <a:r>
                <a:rPr lang="en-US" altLang="zh-CN" sz="1800" b="1" baseline="-25000" dirty="0" smtClean="0">
                  <a:solidFill>
                    <a:srgbClr val="C00000"/>
                  </a:solidFill>
                  <a:cs typeface="Times New Roman" panose="02020603050405020304" pitchFamily="18" charset="0"/>
                </a:rPr>
                <a:t>i</a:t>
              </a:r>
              <a:endParaRPr lang="en-US" altLang="zh-CN" sz="1800" b="1" baseline="-25000" dirty="0">
                <a:solidFill>
                  <a:srgbClr val="C00000"/>
                </a:solidFill>
                <a:cs typeface="Times New Roman" panose="02020603050405020304" pitchFamily="18" charset="0"/>
              </a:endParaRPr>
            </a:p>
          </p:txBody>
        </p:sp>
        <p:sp>
          <p:nvSpPr>
            <p:cNvPr id="147" name="Line 19"/>
            <p:cNvSpPr>
              <a:spLocks noChangeShapeType="1"/>
            </p:cNvSpPr>
            <p:nvPr/>
          </p:nvSpPr>
          <p:spPr bwMode="auto">
            <a:xfrm flipH="1">
              <a:off x="7920318" y="4536464"/>
              <a:ext cx="452268" cy="0"/>
            </a:xfrm>
            <a:prstGeom prst="line">
              <a:avLst/>
            </a:prstGeom>
            <a:noFill/>
            <a:ln w="28575">
              <a:solidFill>
                <a:srgbClr val="C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00">
                <a:cs typeface="Times New Roman" panose="02020603050405020304" pitchFamily="18" charset="0"/>
              </a:endParaRPr>
            </a:p>
          </p:txBody>
        </p:sp>
        <p:sp>
          <p:nvSpPr>
            <p:cNvPr id="148" name="Text Box 7"/>
            <p:cNvSpPr txBox="1">
              <a:spLocks noChangeArrowheads="1"/>
            </p:cNvSpPr>
            <p:nvPr/>
          </p:nvSpPr>
          <p:spPr bwMode="auto">
            <a:xfrm>
              <a:off x="8246957" y="4658684"/>
              <a:ext cx="576470" cy="410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800">
                  <a:solidFill>
                    <a:schemeClr val="tx1"/>
                  </a:solidFill>
                  <a:latin typeface="Times New Roman" pitchFamily="18" charset="0"/>
                  <a:ea typeface="宋体" charset="-122"/>
                </a:defRPr>
              </a:lvl1pPr>
              <a:lvl2pPr marL="742950" indent="-285750" eaLnBrk="0" hangingPunct="0">
                <a:defRPr kumimoji="1" sz="2800">
                  <a:solidFill>
                    <a:schemeClr val="tx1"/>
                  </a:solidFill>
                  <a:latin typeface="Times New Roman" pitchFamily="18" charset="0"/>
                  <a:ea typeface="宋体" charset="-122"/>
                </a:defRPr>
              </a:lvl2pPr>
              <a:lvl3pPr marL="1143000" indent="-228600" eaLnBrk="0" hangingPunct="0">
                <a:defRPr kumimoji="1" sz="2800">
                  <a:solidFill>
                    <a:schemeClr val="tx1"/>
                  </a:solidFill>
                  <a:latin typeface="Times New Roman" pitchFamily="18" charset="0"/>
                  <a:ea typeface="宋体" charset="-122"/>
                </a:defRPr>
              </a:lvl3pPr>
              <a:lvl4pPr marL="1600200" indent="-228600" eaLnBrk="0" hangingPunct="0">
                <a:defRPr kumimoji="1" sz="2800">
                  <a:solidFill>
                    <a:schemeClr val="tx1"/>
                  </a:solidFill>
                  <a:latin typeface="Times New Roman" pitchFamily="18" charset="0"/>
                  <a:ea typeface="宋体" charset="-122"/>
                </a:defRPr>
              </a:lvl4pPr>
              <a:lvl5pPr marL="2057400" indent="-228600" eaLnBrk="0" hangingPunct="0">
                <a:defRPr kumimoji="1" sz="2800">
                  <a:solidFill>
                    <a:schemeClr val="tx1"/>
                  </a:solidFill>
                  <a:latin typeface="Times New Roman" pitchFamily="18" charset="0"/>
                  <a:ea typeface="宋体" charset="-122"/>
                </a:defRPr>
              </a:lvl5pPr>
              <a:lvl6pPr marL="2514600" indent="-228600" eaLnBrk="0" fontAlgn="base" hangingPunct="0">
                <a:spcBef>
                  <a:spcPct val="50000"/>
                </a:spcBef>
                <a:spcAft>
                  <a:spcPct val="0"/>
                </a:spcAft>
                <a:defRPr kumimoji="1" sz="2800">
                  <a:solidFill>
                    <a:schemeClr val="tx1"/>
                  </a:solidFill>
                  <a:latin typeface="Times New Roman" pitchFamily="18" charset="0"/>
                  <a:ea typeface="宋体" charset="-122"/>
                </a:defRPr>
              </a:lvl6pPr>
              <a:lvl7pPr marL="2971800" indent="-228600" eaLnBrk="0" fontAlgn="base" hangingPunct="0">
                <a:spcBef>
                  <a:spcPct val="50000"/>
                </a:spcBef>
                <a:spcAft>
                  <a:spcPct val="0"/>
                </a:spcAft>
                <a:defRPr kumimoji="1" sz="2800">
                  <a:solidFill>
                    <a:schemeClr val="tx1"/>
                  </a:solidFill>
                  <a:latin typeface="Times New Roman" pitchFamily="18" charset="0"/>
                  <a:ea typeface="宋体" charset="-122"/>
                </a:defRPr>
              </a:lvl7pPr>
              <a:lvl8pPr marL="3429000" indent="-228600" eaLnBrk="0" fontAlgn="base" hangingPunct="0">
                <a:spcBef>
                  <a:spcPct val="50000"/>
                </a:spcBef>
                <a:spcAft>
                  <a:spcPct val="0"/>
                </a:spcAft>
                <a:defRPr kumimoji="1" sz="2800">
                  <a:solidFill>
                    <a:schemeClr val="tx1"/>
                  </a:solidFill>
                  <a:latin typeface="Times New Roman" pitchFamily="18" charset="0"/>
                  <a:ea typeface="宋体" charset="-122"/>
                </a:defRPr>
              </a:lvl8pPr>
              <a:lvl9pPr marL="3886200" indent="-228600" eaLnBrk="0" fontAlgn="base" hangingPunct="0">
                <a:spcBef>
                  <a:spcPct val="50000"/>
                </a:spcBef>
                <a:spcAft>
                  <a:spcPct val="0"/>
                </a:spcAft>
                <a:defRPr kumimoji="1" sz="2800">
                  <a:solidFill>
                    <a:schemeClr val="tx1"/>
                  </a:solidFill>
                  <a:latin typeface="Times New Roman" pitchFamily="18" charset="0"/>
                  <a:ea typeface="宋体" charset="-122"/>
                </a:defRPr>
              </a:lvl9pPr>
            </a:lstStyle>
            <a:p>
              <a:pPr eaLnBrk="1" hangingPunct="1"/>
              <a:r>
                <a:rPr lang="en-US" altLang="zh-CN" sz="1800" b="1" i="1" dirty="0">
                  <a:cs typeface="Times New Roman" panose="02020603050405020304" pitchFamily="18" charset="0"/>
                </a:rPr>
                <a:t>h</a:t>
              </a:r>
              <a:r>
                <a:rPr lang="en-US" altLang="zh-CN" sz="1800" b="1" baseline="-25000" dirty="0" smtClean="0">
                  <a:cs typeface="Times New Roman" panose="02020603050405020304" pitchFamily="18" charset="0"/>
                </a:rPr>
                <a:t>i+1</a:t>
              </a:r>
              <a:endParaRPr lang="en-US" altLang="zh-CN" sz="1800" b="1" i="1" baseline="-25000" dirty="0">
                <a:cs typeface="Times New Roman" panose="02020603050405020304" pitchFamily="18" charset="0"/>
              </a:endParaRPr>
            </a:p>
          </p:txBody>
        </p:sp>
        <p:sp>
          <p:nvSpPr>
            <p:cNvPr id="149" name="Line 17"/>
            <p:cNvSpPr>
              <a:spLocks noChangeShapeType="1"/>
            </p:cNvSpPr>
            <p:nvPr/>
          </p:nvSpPr>
          <p:spPr bwMode="auto">
            <a:xfrm flipH="1">
              <a:off x="7935940" y="5195516"/>
              <a:ext cx="49095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00">
                <a:cs typeface="Times New Roman" panose="02020603050405020304" pitchFamily="18" charset="0"/>
              </a:endParaRPr>
            </a:p>
          </p:txBody>
        </p:sp>
        <p:sp>
          <p:nvSpPr>
            <p:cNvPr id="150" name="Line 18"/>
            <p:cNvSpPr>
              <a:spLocks noChangeShapeType="1"/>
            </p:cNvSpPr>
            <p:nvPr/>
          </p:nvSpPr>
          <p:spPr bwMode="auto">
            <a:xfrm>
              <a:off x="8257409" y="4543716"/>
              <a:ext cx="0" cy="659401"/>
            </a:xfrm>
            <a:prstGeom prst="line">
              <a:avLst/>
            </a:prstGeom>
            <a:noFill/>
            <a:ln w="1270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00">
                <a:cs typeface="Times New Roman" panose="02020603050405020304" pitchFamily="18" charset="0"/>
              </a:endParaRPr>
            </a:p>
          </p:txBody>
        </p:sp>
        <p:sp>
          <p:nvSpPr>
            <p:cNvPr id="151" name="Line 13"/>
            <p:cNvSpPr>
              <a:spLocks noChangeShapeType="1"/>
            </p:cNvSpPr>
            <p:nvPr/>
          </p:nvSpPr>
          <p:spPr bwMode="auto">
            <a:xfrm flipH="1">
              <a:off x="6767810" y="5571923"/>
              <a:ext cx="489113"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00">
                <a:cs typeface="Times New Roman" panose="02020603050405020304" pitchFamily="18" charset="0"/>
              </a:endParaRPr>
            </a:p>
          </p:txBody>
        </p:sp>
        <p:sp>
          <p:nvSpPr>
            <p:cNvPr id="152" name="Line 14"/>
            <p:cNvSpPr>
              <a:spLocks noChangeShapeType="1"/>
            </p:cNvSpPr>
            <p:nvPr/>
          </p:nvSpPr>
          <p:spPr bwMode="auto">
            <a:xfrm>
              <a:off x="6959695" y="4745296"/>
              <a:ext cx="0" cy="831377"/>
            </a:xfrm>
            <a:prstGeom prst="line">
              <a:avLst/>
            </a:prstGeom>
            <a:noFill/>
            <a:ln w="1270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00">
                <a:cs typeface="Times New Roman" panose="02020603050405020304" pitchFamily="18" charset="0"/>
              </a:endParaRPr>
            </a:p>
          </p:txBody>
        </p:sp>
        <p:sp>
          <p:nvSpPr>
            <p:cNvPr id="153" name="Text Box 15"/>
            <p:cNvSpPr txBox="1">
              <a:spLocks noChangeArrowheads="1"/>
            </p:cNvSpPr>
            <p:nvPr/>
          </p:nvSpPr>
          <p:spPr bwMode="auto">
            <a:xfrm>
              <a:off x="6657227" y="4923089"/>
              <a:ext cx="301620" cy="385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a:spAutoFit/>
            </a:bodyPr>
            <a:lstStyle>
              <a:lvl1pPr eaLnBrk="0" hangingPunct="0">
                <a:defRPr kumimoji="1" sz="2800">
                  <a:solidFill>
                    <a:schemeClr val="tx1"/>
                  </a:solidFill>
                  <a:latin typeface="Times New Roman" pitchFamily="18" charset="0"/>
                  <a:ea typeface="宋体" charset="-122"/>
                </a:defRPr>
              </a:lvl1pPr>
              <a:lvl2pPr marL="742950" indent="-285750" eaLnBrk="0" hangingPunct="0">
                <a:defRPr kumimoji="1" sz="2800">
                  <a:solidFill>
                    <a:schemeClr val="tx1"/>
                  </a:solidFill>
                  <a:latin typeface="Times New Roman" pitchFamily="18" charset="0"/>
                  <a:ea typeface="宋体" charset="-122"/>
                </a:defRPr>
              </a:lvl2pPr>
              <a:lvl3pPr marL="1143000" indent="-228600" eaLnBrk="0" hangingPunct="0">
                <a:defRPr kumimoji="1" sz="2800">
                  <a:solidFill>
                    <a:schemeClr val="tx1"/>
                  </a:solidFill>
                  <a:latin typeface="Times New Roman" pitchFamily="18" charset="0"/>
                  <a:ea typeface="宋体" charset="-122"/>
                </a:defRPr>
              </a:lvl3pPr>
              <a:lvl4pPr marL="1600200" indent="-228600" eaLnBrk="0" hangingPunct="0">
                <a:defRPr kumimoji="1" sz="2800">
                  <a:solidFill>
                    <a:schemeClr val="tx1"/>
                  </a:solidFill>
                  <a:latin typeface="Times New Roman" pitchFamily="18" charset="0"/>
                  <a:ea typeface="宋体" charset="-122"/>
                </a:defRPr>
              </a:lvl4pPr>
              <a:lvl5pPr marL="2057400" indent="-228600" eaLnBrk="0" hangingPunct="0">
                <a:defRPr kumimoji="1" sz="2800">
                  <a:solidFill>
                    <a:schemeClr val="tx1"/>
                  </a:solidFill>
                  <a:latin typeface="Times New Roman" pitchFamily="18" charset="0"/>
                  <a:ea typeface="宋体" charset="-122"/>
                </a:defRPr>
              </a:lvl5pPr>
              <a:lvl6pPr marL="2514600" indent="-228600" eaLnBrk="0" fontAlgn="base" hangingPunct="0">
                <a:spcBef>
                  <a:spcPct val="50000"/>
                </a:spcBef>
                <a:spcAft>
                  <a:spcPct val="0"/>
                </a:spcAft>
                <a:defRPr kumimoji="1" sz="2800">
                  <a:solidFill>
                    <a:schemeClr val="tx1"/>
                  </a:solidFill>
                  <a:latin typeface="Times New Roman" pitchFamily="18" charset="0"/>
                  <a:ea typeface="宋体" charset="-122"/>
                </a:defRPr>
              </a:lvl6pPr>
              <a:lvl7pPr marL="2971800" indent="-228600" eaLnBrk="0" fontAlgn="base" hangingPunct="0">
                <a:spcBef>
                  <a:spcPct val="50000"/>
                </a:spcBef>
                <a:spcAft>
                  <a:spcPct val="0"/>
                </a:spcAft>
                <a:defRPr kumimoji="1" sz="2800">
                  <a:solidFill>
                    <a:schemeClr val="tx1"/>
                  </a:solidFill>
                  <a:latin typeface="Times New Roman" pitchFamily="18" charset="0"/>
                  <a:ea typeface="宋体" charset="-122"/>
                </a:defRPr>
              </a:lvl7pPr>
              <a:lvl8pPr marL="3429000" indent="-228600" eaLnBrk="0" fontAlgn="base" hangingPunct="0">
                <a:spcBef>
                  <a:spcPct val="50000"/>
                </a:spcBef>
                <a:spcAft>
                  <a:spcPct val="0"/>
                </a:spcAft>
                <a:defRPr kumimoji="1" sz="2800">
                  <a:solidFill>
                    <a:schemeClr val="tx1"/>
                  </a:solidFill>
                  <a:latin typeface="Times New Roman" pitchFamily="18" charset="0"/>
                  <a:ea typeface="宋体" charset="-122"/>
                </a:defRPr>
              </a:lvl8pPr>
              <a:lvl9pPr marL="3886200" indent="-228600" eaLnBrk="0" fontAlgn="base" hangingPunct="0">
                <a:spcBef>
                  <a:spcPct val="50000"/>
                </a:spcBef>
                <a:spcAft>
                  <a:spcPct val="0"/>
                </a:spcAft>
                <a:defRPr kumimoji="1" sz="2800">
                  <a:solidFill>
                    <a:schemeClr val="tx1"/>
                  </a:solidFill>
                  <a:latin typeface="Times New Roman" pitchFamily="18" charset="0"/>
                  <a:ea typeface="宋体" charset="-122"/>
                </a:defRPr>
              </a:lvl9pPr>
            </a:lstStyle>
            <a:p>
              <a:pPr eaLnBrk="1" hangingPunct="1"/>
              <a:r>
                <a:rPr lang="en-US" altLang="zh-CN" sz="1800" b="1" i="1" dirty="0" smtClean="0">
                  <a:cs typeface="Times New Roman" panose="02020603050405020304" pitchFamily="18" charset="0"/>
                </a:rPr>
                <a:t>h</a:t>
              </a:r>
              <a:r>
                <a:rPr lang="en-US" altLang="zh-CN" sz="1800" b="1" baseline="-25000" dirty="0" smtClean="0">
                  <a:cs typeface="Times New Roman" panose="02020603050405020304" pitchFamily="18" charset="0"/>
                </a:rPr>
                <a:t>i</a:t>
              </a:r>
              <a:endParaRPr lang="en-US" altLang="zh-CN" sz="1800" b="1" baseline="-25000" dirty="0">
                <a:cs typeface="Times New Roman" panose="02020603050405020304" pitchFamily="18" charset="0"/>
              </a:endParaRPr>
            </a:p>
          </p:txBody>
        </p:sp>
      </p:grpSp>
    </p:spTree>
    <p:extLst>
      <p:ext uri="{BB962C8B-B14F-4D97-AF65-F5344CB8AC3E}">
        <p14:creationId xmlns:p14="http://schemas.microsoft.com/office/powerpoint/2010/main" val="2349354899"/>
      </p:ext>
    </p:extLst>
  </p:cSld>
  <p:clrMapOvr>
    <a:masterClrMapping/>
  </p:clrMapOvr>
  <p:transition spd="med">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 name="Text Box 4"/>
          <p:cNvSpPr txBox="1">
            <a:spLocks noChangeArrowheads="1"/>
          </p:cNvSpPr>
          <p:nvPr/>
        </p:nvSpPr>
        <p:spPr bwMode="auto">
          <a:xfrm>
            <a:off x="716392" y="1265660"/>
            <a:ext cx="6370432" cy="222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361950" indent="-361950" eaLnBrk="1" hangingPunct="1">
              <a:lnSpc>
                <a:spcPct val="120000"/>
              </a:lnSpc>
              <a:spcBef>
                <a:spcPts val="200"/>
              </a:spcBef>
              <a:spcAft>
                <a:spcPts val="200"/>
              </a:spcAft>
              <a:buClr>
                <a:srgbClr val="A50021"/>
              </a:buClr>
              <a:buSzPct val="100000"/>
              <a:buFont typeface="+mj-lt"/>
              <a:buAutoNum type="arabicPeriod"/>
            </a:pPr>
            <a:r>
              <a:rPr lang="zh-CN" altLang="en-US" sz="2200" b="1" dirty="0">
                <a:solidFill>
                  <a:srgbClr val="000066"/>
                </a:solidFill>
                <a:ea typeface="幼圆" pitchFamily="49" charset="-122"/>
              </a:rPr>
              <a:t>假设圆弧</a:t>
            </a:r>
            <a:r>
              <a:rPr lang="zh-CN" altLang="en-US" sz="2200" b="1" dirty="0" smtClean="0">
                <a:solidFill>
                  <a:srgbClr val="000066"/>
                </a:solidFill>
                <a:ea typeface="幼圆" pitchFamily="49" charset="-122"/>
              </a:rPr>
              <a:t>滑动面</a:t>
            </a:r>
            <a:endParaRPr lang="en-US" altLang="zh-CN" sz="2200" b="1" dirty="0" smtClean="0">
              <a:solidFill>
                <a:srgbClr val="000066"/>
              </a:solidFill>
              <a:ea typeface="幼圆" pitchFamily="49" charset="-122"/>
            </a:endParaRPr>
          </a:p>
          <a:p>
            <a:pPr marL="361950" indent="-361950" eaLnBrk="1" hangingPunct="1">
              <a:lnSpc>
                <a:spcPct val="120000"/>
              </a:lnSpc>
              <a:spcBef>
                <a:spcPts val="200"/>
              </a:spcBef>
              <a:spcAft>
                <a:spcPts val="200"/>
              </a:spcAft>
              <a:buClr>
                <a:srgbClr val="A50021"/>
              </a:buClr>
              <a:buSzPct val="100000"/>
              <a:buFont typeface="+mj-lt"/>
              <a:buAutoNum type="arabicPeriod"/>
            </a:pPr>
            <a:r>
              <a:rPr lang="zh-CN" altLang="en-US" sz="2200" b="1" dirty="0">
                <a:solidFill>
                  <a:srgbClr val="000066"/>
                </a:solidFill>
                <a:ea typeface="幼圆" pitchFamily="49" charset="-122"/>
              </a:rPr>
              <a:t>忽略土条间切向力</a:t>
            </a:r>
            <a:r>
              <a:rPr lang="zh-CN" altLang="en-US" sz="2200" b="1" dirty="0" smtClean="0">
                <a:solidFill>
                  <a:srgbClr val="000066"/>
                </a:solidFill>
                <a:ea typeface="幼圆" pitchFamily="49" charset="-122"/>
              </a:rPr>
              <a:t>，隐含考虑了土条间水平力作用，得到的安全系数</a:t>
            </a:r>
            <a:r>
              <a:rPr lang="zh-CN" altLang="en-US" sz="2200" b="1" dirty="0">
                <a:solidFill>
                  <a:srgbClr val="000066"/>
                </a:solidFill>
                <a:ea typeface="幼圆" pitchFamily="49" charset="-122"/>
              </a:rPr>
              <a:t>比瑞典条分</a:t>
            </a:r>
            <a:r>
              <a:rPr lang="zh-CN" altLang="en-US" sz="2200" b="1" dirty="0" smtClean="0">
                <a:solidFill>
                  <a:srgbClr val="000066"/>
                </a:solidFill>
                <a:ea typeface="幼圆" pitchFamily="49" charset="-122"/>
              </a:rPr>
              <a:t>法大</a:t>
            </a:r>
            <a:endParaRPr lang="en-US" altLang="zh-CN" sz="2200" b="1" dirty="0" smtClean="0">
              <a:solidFill>
                <a:srgbClr val="000066"/>
              </a:solidFill>
              <a:ea typeface="幼圆" pitchFamily="49" charset="-122"/>
            </a:endParaRPr>
          </a:p>
          <a:p>
            <a:pPr marL="361950" indent="-361950" eaLnBrk="1" hangingPunct="1">
              <a:lnSpc>
                <a:spcPct val="120000"/>
              </a:lnSpc>
              <a:spcBef>
                <a:spcPts val="200"/>
              </a:spcBef>
              <a:spcAft>
                <a:spcPts val="200"/>
              </a:spcAft>
              <a:buClr>
                <a:srgbClr val="A50021"/>
              </a:buClr>
              <a:buSzPct val="100000"/>
              <a:buFont typeface="+mj-lt"/>
              <a:buAutoNum type="arabicPeriod"/>
            </a:pPr>
            <a:r>
              <a:rPr lang="zh-CN" altLang="en-US" sz="2200" b="1" dirty="0" smtClean="0">
                <a:solidFill>
                  <a:srgbClr val="000066"/>
                </a:solidFill>
                <a:ea typeface="幼圆" pitchFamily="49" charset="-122"/>
              </a:rPr>
              <a:t>工程计算表明，毕肖甫法与严格的极限平衡分析法，计算结果甚为接近</a:t>
            </a:r>
            <a:endParaRPr lang="zh-CN" altLang="en-US" sz="2200" b="1" dirty="0">
              <a:solidFill>
                <a:srgbClr val="000066"/>
              </a:solidFill>
              <a:ea typeface="幼圆" pitchFamily="49" charset="-122"/>
            </a:endParaRPr>
          </a:p>
        </p:txBody>
      </p:sp>
      <p:sp>
        <p:nvSpPr>
          <p:cNvPr id="6"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56</a:t>
            </a:fld>
            <a:endParaRPr lang="zh-CN" altLang="en-US" dirty="0">
              <a:solidFill>
                <a:srgbClr val="C00000"/>
              </a:solidFill>
            </a:endParaRPr>
          </a:p>
        </p:txBody>
      </p:sp>
      <p:sp>
        <p:nvSpPr>
          <p:cNvPr id="61" name="Text Box 2"/>
          <p:cNvSpPr txBox="1">
            <a:spLocks noChangeArrowheads="1"/>
          </p:cNvSpPr>
          <p:nvPr/>
        </p:nvSpPr>
        <p:spPr bwMode="auto">
          <a:xfrm>
            <a:off x="2074272" y="5727555"/>
            <a:ext cx="580691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gn="ctr" eaLnBrk="1" hangingPunct="1">
              <a:lnSpc>
                <a:spcPct val="100000"/>
              </a:lnSpc>
              <a:spcBef>
                <a:spcPct val="0"/>
              </a:spcBef>
              <a:spcAft>
                <a:spcPct val="0"/>
              </a:spcAft>
            </a:pPr>
            <a:r>
              <a:rPr kumimoji="1" lang="zh-CN" altLang="en-US" sz="4000" b="1" dirty="0">
                <a:solidFill>
                  <a:srgbClr val="000066"/>
                </a:solidFill>
                <a:latin typeface="黑体" pitchFamily="2" charset="-122"/>
                <a:ea typeface="黑体" pitchFamily="2" charset="-122"/>
              </a:rPr>
              <a:t>简化毕肖甫法</a:t>
            </a:r>
          </a:p>
        </p:txBody>
      </p:sp>
      <p:sp>
        <p:nvSpPr>
          <p:cNvPr id="55" name="Text Box 7"/>
          <p:cNvSpPr txBox="1">
            <a:spLocks noChangeArrowheads="1"/>
          </p:cNvSpPr>
          <p:nvPr/>
        </p:nvSpPr>
        <p:spPr bwMode="auto">
          <a:xfrm>
            <a:off x="0" y="0"/>
            <a:ext cx="5420412"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1800" b="1" kern="900" spc="130" dirty="0" smtClean="0">
                <a:solidFill>
                  <a:srgbClr val="000066"/>
                </a:solidFill>
                <a:ea typeface="黑体" panose="02010609060101010101" pitchFamily="49" charset="-122"/>
                <a:cs typeface="Times New Roman" panose="02020603050405020304" pitchFamily="18" charset="0"/>
              </a:rPr>
              <a:t>§7.3  </a:t>
            </a:r>
            <a:r>
              <a:rPr lang="zh-CN" altLang="en-US" sz="1800" b="1" kern="900" spc="130" dirty="0" smtClean="0">
                <a:solidFill>
                  <a:srgbClr val="000066"/>
                </a:solidFill>
                <a:ea typeface="黑体" panose="02010609060101010101" pitchFamily="49" charset="-122"/>
                <a:cs typeface="Times New Roman" panose="02020603050405020304" pitchFamily="18" charset="0"/>
              </a:rPr>
              <a:t>黏性</a:t>
            </a:r>
            <a:r>
              <a:rPr lang="zh-CN" altLang="en-US" sz="1800" b="1" kern="900" spc="130" dirty="0">
                <a:solidFill>
                  <a:srgbClr val="000066"/>
                </a:solidFill>
                <a:ea typeface="黑体" panose="02010609060101010101" pitchFamily="49" charset="-122"/>
                <a:cs typeface="Times New Roman" panose="02020603050405020304" pitchFamily="18" charset="0"/>
              </a:rPr>
              <a:t>土坡的稳定</a:t>
            </a:r>
            <a:r>
              <a:rPr lang="zh-CN" altLang="en-US" sz="1800" b="1" kern="900" spc="130" dirty="0" smtClean="0">
                <a:solidFill>
                  <a:srgbClr val="000066"/>
                </a:solidFill>
                <a:ea typeface="黑体" panose="02010609060101010101" pitchFamily="49" charset="-122"/>
                <a:cs typeface="Times New Roman" panose="02020603050405020304" pitchFamily="18" charset="0"/>
              </a:rPr>
              <a:t>分析 </a:t>
            </a:r>
            <a:r>
              <a:rPr lang="en-US" altLang="zh-CN" sz="1800" b="1" kern="900" spc="130" dirty="0" smtClean="0">
                <a:solidFill>
                  <a:srgbClr val="000066"/>
                </a:solidFill>
                <a:ea typeface="黑体" panose="02010609060101010101" pitchFamily="49" charset="-122"/>
                <a:cs typeface="Times New Roman" panose="02020603050405020304" pitchFamily="18" charset="0"/>
              </a:rPr>
              <a:t>- </a:t>
            </a:r>
            <a:r>
              <a:rPr lang="zh-CN" altLang="en-US" sz="1800" b="1" kern="900" spc="130" dirty="0" smtClean="0">
                <a:solidFill>
                  <a:srgbClr val="000066"/>
                </a:solidFill>
                <a:ea typeface="黑体" panose="02010609060101010101" pitchFamily="49" charset="-122"/>
                <a:cs typeface="Times New Roman" panose="02020603050405020304" pitchFamily="18" charset="0"/>
              </a:rPr>
              <a:t>简化</a:t>
            </a:r>
            <a:r>
              <a:rPr lang="zh-CN" altLang="en-US" sz="1800" b="1" kern="900" spc="130" dirty="0">
                <a:solidFill>
                  <a:srgbClr val="000066"/>
                </a:solidFill>
                <a:ea typeface="黑体" panose="02010609060101010101" pitchFamily="49" charset="-122"/>
                <a:cs typeface="Times New Roman" panose="02020603050405020304" pitchFamily="18" charset="0"/>
              </a:rPr>
              <a:t>毕肖甫法</a:t>
            </a:r>
          </a:p>
        </p:txBody>
      </p:sp>
      <p:sp>
        <p:nvSpPr>
          <p:cNvPr id="219" name="Text Box 4"/>
          <p:cNvSpPr txBox="1">
            <a:spLocks noChangeArrowheads="1"/>
          </p:cNvSpPr>
          <p:nvPr/>
        </p:nvSpPr>
        <p:spPr bwMode="auto">
          <a:xfrm>
            <a:off x="356695" y="645800"/>
            <a:ext cx="3952755" cy="535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358775" indent="-358775" eaLnBrk="1" hangingPunct="1">
              <a:lnSpc>
                <a:spcPct val="120000"/>
              </a:lnSpc>
              <a:spcBef>
                <a:spcPts val="600"/>
              </a:spcBef>
              <a:spcAft>
                <a:spcPts val="0"/>
              </a:spcAft>
              <a:buClr>
                <a:srgbClr val="A50021"/>
              </a:buClr>
              <a:buSzPct val="100000"/>
              <a:buFont typeface="Wingdings" panose="05000000000000000000" pitchFamily="2" charset="2"/>
              <a:buChar char="n"/>
            </a:pPr>
            <a:r>
              <a:rPr lang="zh-CN" altLang="en-US" sz="2400" b="1" dirty="0">
                <a:solidFill>
                  <a:srgbClr val="A50021"/>
                </a:solidFill>
                <a:latin typeface="微软雅黑" panose="020B0503020204020204" pitchFamily="34" charset="-122"/>
                <a:ea typeface="微软雅黑" panose="020B0503020204020204" pitchFamily="34" charset="-122"/>
              </a:rPr>
              <a:t>简化毕肖甫法的讨论</a:t>
            </a:r>
            <a:endParaRPr lang="zh-CN" altLang="en-US" sz="2400" b="1" dirty="0">
              <a:solidFill>
                <a:srgbClr val="000066"/>
              </a:solidFill>
              <a:ea typeface="幼圆" pitchFamily="49" charset="-122"/>
            </a:endParaRPr>
          </a:p>
        </p:txBody>
      </p:sp>
      <p:sp>
        <p:nvSpPr>
          <p:cNvPr id="20" name="Rectangle 69"/>
          <p:cNvSpPr>
            <a:spLocks noChangeArrowheads="1"/>
          </p:cNvSpPr>
          <p:nvPr/>
        </p:nvSpPr>
        <p:spPr bwMode="auto">
          <a:xfrm>
            <a:off x="1861270" y="4302485"/>
            <a:ext cx="3468379" cy="938719"/>
          </a:xfrm>
          <a:prstGeom prst="rect">
            <a:avLst/>
          </a:prstGeom>
          <a:noFill/>
          <a:ln w="9525">
            <a:noFill/>
            <a:miter lim="800000"/>
            <a:headEnd/>
            <a:tailEnd/>
          </a:ln>
        </p:spPr>
        <p:txBody>
          <a:bodyPr wrap="square"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lnSpc>
                <a:spcPct val="125000"/>
              </a:lnSpc>
              <a:spcBef>
                <a:spcPct val="20000"/>
              </a:spcBef>
              <a:buSzPct val="130000"/>
            </a:pPr>
            <a:r>
              <a:rPr kumimoji="1" lang="zh-CN" altLang="en-US" sz="2200" b="1" dirty="0" smtClean="0">
                <a:solidFill>
                  <a:srgbClr val="A50021"/>
                </a:solidFill>
                <a:latin typeface="黑体" panose="02010609060101010101" pitchFamily="49" charset="-122"/>
                <a:ea typeface="黑体" panose="02010609060101010101" pitchFamily="49" charset="-122"/>
                <a:cs typeface="Times New Roman" panose="02020603050405020304" pitchFamily="18" charset="0"/>
              </a:rPr>
              <a:t>思考：</a:t>
            </a:r>
            <a:r>
              <a:rPr kumimoji="1" lang="zh-CN" altLang="en-US" sz="22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瑞典条分法和毕肖</a:t>
            </a:r>
            <a:r>
              <a:rPr kumimoji="1" lang="zh-CN" altLang="en-US" sz="22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甫</a:t>
            </a:r>
            <a:r>
              <a:rPr kumimoji="1" lang="zh-CN" altLang="en-US" sz="22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法分析过程的差别？</a:t>
            </a:r>
            <a:endParaRPr kumimoji="1" lang="zh-CN" altLang="en-US" sz="22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p:txBody>
      </p:sp>
      <p:grpSp>
        <p:nvGrpSpPr>
          <p:cNvPr id="2" name="组合 1"/>
          <p:cNvGrpSpPr/>
          <p:nvPr/>
        </p:nvGrpSpPr>
        <p:grpSpPr>
          <a:xfrm>
            <a:off x="4714060" y="3296429"/>
            <a:ext cx="3161379" cy="2812876"/>
            <a:chOff x="4714060" y="3296429"/>
            <a:chExt cx="3161379" cy="2812876"/>
          </a:xfrm>
        </p:grpSpPr>
        <p:cxnSp>
          <p:nvCxnSpPr>
            <p:cNvPr id="3" name="直接连接符 2"/>
            <p:cNvCxnSpPr/>
            <p:nvPr/>
          </p:nvCxnSpPr>
          <p:spPr bwMode="auto">
            <a:xfrm>
              <a:off x="6505212" y="3709280"/>
              <a:ext cx="1370227" cy="2400025"/>
            </a:xfrm>
            <a:prstGeom prst="line">
              <a:avLst/>
            </a:prstGeom>
            <a:noFill/>
            <a:ln w="57150" cap="flat" cmpd="sng" algn="ctr">
              <a:solidFill>
                <a:srgbClr val="0000FF"/>
              </a:solidFill>
              <a:prstDash val="sys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4" name="Rectangle 69"/>
            <p:cNvSpPr>
              <a:spLocks noChangeArrowheads="1"/>
            </p:cNvSpPr>
            <p:nvPr/>
          </p:nvSpPr>
          <p:spPr bwMode="auto">
            <a:xfrm>
              <a:off x="4714060" y="3296429"/>
              <a:ext cx="1631082" cy="755015"/>
            </a:xfrm>
            <a:prstGeom prst="rect">
              <a:avLst/>
            </a:prstGeom>
            <a:noFill/>
            <a:ln w="9525">
              <a:noFill/>
              <a:miter lim="800000"/>
              <a:headEnd/>
              <a:tailEnd/>
            </a:ln>
          </p:spPr>
          <p:txBody>
            <a:bodyPr wrap="square"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spcBef>
                  <a:spcPts val="0"/>
                </a:spcBef>
                <a:spcAft>
                  <a:spcPts val="0"/>
                </a:spcAft>
                <a:buSzPct val="130000"/>
              </a:pPr>
              <a:r>
                <a:rPr kumimoji="1" lang="zh-CN" altLang="en-US" sz="2000" b="1" dirty="0" smtClean="0">
                  <a:solidFill>
                    <a:srgbClr val="C00000"/>
                  </a:solidFill>
                  <a:latin typeface="黑体" panose="02010609060101010101" pitchFamily="49" charset="-122"/>
                  <a:ea typeface="黑体" panose="02010609060101010101" pitchFamily="49" charset="-122"/>
                  <a:cs typeface="Times New Roman" panose="02020603050405020304" pitchFamily="18" charset="0"/>
                </a:rPr>
                <a:t>瑞典条分法</a:t>
              </a:r>
              <a:endParaRPr kumimoji="1" lang="en-US" altLang="zh-CN" sz="2000" b="1" dirty="0" smtClean="0">
                <a:solidFill>
                  <a:srgbClr val="C00000"/>
                </a:solidFill>
                <a:latin typeface="黑体" panose="02010609060101010101" pitchFamily="49" charset="-122"/>
                <a:ea typeface="黑体" panose="02010609060101010101" pitchFamily="49" charset="-122"/>
                <a:cs typeface="Times New Roman" panose="02020603050405020304" pitchFamily="18" charset="0"/>
              </a:endParaRPr>
            </a:p>
            <a:p>
              <a:pPr eaLnBrk="1" hangingPunct="1">
                <a:spcBef>
                  <a:spcPts val="0"/>
                </a:spcBef>
                <a:spcAft>
                  <a:spcPts val="0"/>
                </a:spcAft>
                <a:buSzPct val="130000"/>
              </a:pPr>
              <a:r>
                <a:rPr kumimoji="1" lang="zh-CN" altLang="en-US" sz="2000" b="1" dirty="0" smtClean="0">
                  <a:solidFill>
                    <a:srgbClr val="C00000"/>
                  </a:solidFill>
                  <a:latin typeface="黑体" panose="02010609060101010101" pitchFamily="49" charset="-122"/>
                  <a:ea typeface="黑体" panose="02010609060101010101" pitchFamily="49" charset="-122"/>
                  <a:cs typeface="Times New Roman" panose="02020603050405020304" pitchFamily="18" charset="0"/>
                </a:rPr>
                <a:t>力平衡方向</a:t>
              </a:r>
              <a:endParaRPr kumimoji="1" lang="zh-CN" altLang="en-US" sz="2000" b="1" dirty="0">
                <a:solidFill>
                  <a:srgbClr val="C00000"/>
                </a:solidFill>
                <a:latin typeface="黑体" panose="02010609060101010101" pitchFamily="49" charset="-122"/>
                <a:ea typeface="黑体" panose="02010609060101010101" pitchFamily="49" charset="-122"/>
                <a:cs typeface="Times New Roman" panose="02020603050405020304" pitchFamily="18" charset="0"/>
              </a:endParaRPr>
            </a:p>
          </p:txBody>
        </p:sp>
        <p:cxnSp>
          <p:nvCxnSpPr>
            <p:cNvPr id="56" name="直接连接符 55"/>
            <p:cNvCxnSpPr/>
            <p:nvPr/>
          </p:nvCxnSpPr>
          <p:spPr bwMode="auto">
            <a:xfrm>
              <a:off x="6122504" y="3737113"/>
              <a:ext cx="375037" cy="144449"/>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4" name="组合 3"/>
          <p:cNvGrpSpPr/>
          <p:nvPr/>
        </p:nvGrpSpPr>
        <p:grpSpPr>
          <a:xfrm>
            <a:off x="7350973" y="2343601"/>
            <a:ext cx="1705566" cy="3456872"/>
            <a:chOff x="7350973" y="2343601"/>
            <a:chExt cx="1705566" cy="3456872"/>
          </a:xfrm>
        </p:grpSpPr>
        <p:cxnSp>
          <p:nvCxnSpPr>
            <p:cNvPr id="5" name="直接连接符 4"/>
            <p:cNvCxnSpPr/>
            <p:nvPr/>
          </p:nvCxnSpPr>
          <p:spPr bwMode="auto">
            <a:xfrm>
              <a:off x="7350973" y="3267983"/>
              <a:ext cx="0" cy="2532490"/>
            </a:xfrm>
            <a:prstGeom prst="line">
              <a:avLst/>
            </a:prstGeom>
            <a:noFill/>
            <a:ln w="57150" cap="flat" cmpd="sng" algn="ctr">
              <a:solidFill>
                <a:srgbClr val="006600"/>
              </a:solidFill>
              <a:prstDash val="sys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 name="直接连接符 11"/>
            <p:cNvCxnSpPr/>
            <p:nvPr/>
          </p:nvCxnSpPr>
          <p:spPr bwMode="auto">
            <a:xfrm flipV="1">
              <a:off x="7442421" y="3101009"/>
              <a:ext cx="262393" cy="246490"/>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7" name="Rectangle 69"/>
            <p:cNvSpPr>
              <a:spLocks noChangeArrowheads="1"/>
            </p:cNvSpPr>
            <p:nvPr/>
          </p:nvSpPr>
          <p:spPr bwMode="auto">
            <a:xfrm>
              <a:off x="7425457" y="2343601"/>
              <a:ext cx="1631082" cy="755015"/>
            </a:xfrm>
            <a:prstGeom prst="rect">
              <a:avLst/>
            </a:prstGeom>
            <a:noFill/>
            <a:ln w="9525">
              <a:noFill/>
              <a:miter lim="800000"/>
              <a:headEnd/>
              <a:tailEnd/>
            </a:ln>
          </p:spPr>
          <p:txBody>
            <a:bodyPr wrap="square"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ts val="0"/>
                </a:spcBef>
                <a:spcAft>
                  <a:spcPts val="0"/>
                </a:spcAft>
                <a:buSzPct val="130000"/>
              </a:pPr>
              <a:r>
                <a:rPr kumimoji="1" lang="zh-CN" altLang="en-US" sz="2000" b="1" dirty="0">
                  <a:solidFill>
                    <a:srgbClr val="C00000"/>
                  </a:solidFill>
                  <a:latin typeface="黑体" panose="02010609060101010101" pitchFamily="49" charset="-122"/>
                  <a:ea typeface="黑体" panose="02010609060101010101" pitchFamily="49" charset="-122"/>
                  <a:cs typeface="Times New Roman" panose="02020603050405020304" pitchFamily="18" charset="0"/>
                </a:rPr>
                <a:t>毕肖甫法</a:t>
              </a:r>
            </a:p>
            <a:p>
              <a:pPr algn="ctr" eaLnBrk="1" hangingPunct="1">
                <a:spcBef>
                  <a:spcPts val="0"/>
                </a:spcBef>
                <a:spcAft>
                  <a:spcPts val="0"/>
                </a:spcAft>
                <a:buSzPct val="130000"/>
              </a:pPr>
              <a:r>
                <a:rPr kumimoji="1" lang="zh-CN" altLang="en-US" sz="2000" b="1" dirty="0" smtClean="0">
                  <a:solidFill>
                    <a:srgbClr val="C00000"/>
                  </a:solidFill>
                  <a:latin typeface="黑体" panose="02010609060101010101" pitchFamily="49" charset="-122"/>
                  <a:ea typeface="黑体" panose="02010609060101010101" pitchFamily="49" charset="-122"/>
                  <a:cs typeface="Times New Roman" panose="02020603050405020304" pitchFamily="18" charset="0"/>
                </a:rPr>
                <a:t>力平衡方向</a:t>
              </a:r>
              <a:endParaRPr kumimoji="1" lang="zh-CN" altLang="en-US" sz="2000" b="1" dirty="0">
                <a:solidFill>
                  <a:srgbClr val="C00000"/>
                </a:solidFill>
                <a:latin typeface="黑体" panose="02010609060101010101" pitchFamily="49" charset="-122"/>
                <a:ea typeface="黑体" panose="02010609060101010101" pitchFamily="49" charset="-122"/>
                <a:cs typeface="Times New Roman" panose="02020603050405020304" pitchFamily="18" charset="0"/>
              </a:endParaRPr>
            </a:p>
          </p:txBody>
        </p:sp>
      </p:grpSp>
      <p:grpSp>
        <p:nvGrpSpPr>
          <p:cNvPr id="7" name="组合 6"/>
          <p:cNvGrpSpPr/>
          <p:nvPr/>
        </p:nvGrpSpPr>
        <p:grpSpPr>
          <a:xfrm>
            <a:off x="6481485" y="3451889"/>
            <a:ext cx="2029802" cy="2491403"/>
            <a:chOff x="6481485" y="3451889"/>
            <a:chExt cx="2029802" cy="2491403"/>
          </a:xfrm>
        </p:grpSpPr>
        <p:sp>
          <p:nvSpPr>
            <p:cNvPr id="21" name="Freeform 8"/>
            <p:cNvSpPr>
              <a:spLocks/>
            </p:cNvSpPr>
            <p:nvPr/>
          </p:nvSpPr>
          <p:spPr bwMode="auto">
            <a:xfrm>
              <a:off x="7026349" y="3451889"/>
              <a:ext cx="629123" cy="1975352"/>
            </a:xfrm>
            <a:custGeom>
              <a:avLst/>
              <a:gdLst>
                <a:gd name="T0" fmla="*/ 0 w 327"/>
                <a:gd name="T1" fmla="*/ 300423 h 991"/>
                <a:gd name="T2" fmla="*/ 0 w 327"/>
                <a:gd name="T3" fmla="*/ 1636251 h 991"/>
                <a:gd name="T4" fmla="*/ 516939 w 327"/>
                <a:gd name="T5" fmla="*/ 1327711 h 991"/>
                <a:gd name="T6" fmla="*/ 516939 w 327"/>
                <a:gd name="T7" fmla="*/ 0 h 991"/>
                <a:gd name="T8" fmla="*/ 0 w 327"/>
                <a:gd name="T9" fmla="*/ 300423 h 99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7" h="991">
                  <a:moveTo>
                    <a:pt x="0" y="182"/>
                  </a:moveTo>
                  <a:lnTo>
                    <a:pt x="0" y="991"/>
                  </a:lnTo>
                  <a:lnTo>
                    <a:pt x="327" y="804"/>
                  </a:lnTo>
                  <a:lnTo>
                    <a:pt x="327" y="0"/>
                  </a:lnTo>
                  <a:lnTo>
                    <a:pt x="0" y="182"/>
                  </a:lnTo>
                  <a:close/>
                </a:path>
              </a:pathLst>
            </a:custGeom>
            <a:solidFill>
              <a:srgbClr val="CCECFF">
                <a:alpha val="50195"/>
              </a:srgbClr>
            </a:solidFill>
            <a:ln w="28575" cap="flat" cmpd="sng">
              <a:solidFill>
                <a:srgbClr val="000066"/>
              </a:solidFill>
              <a:prstDash val="solid"/>
              <a:round/>
              <a:headEnd/>
              <a:tailEnd/>
            </a:ln>
            <a:effectLst/>
            <a:extLst/>
          </p:spPr>
          <p:txBody>
            <a:bodyPr/>
            <a:lstStyle/>
            <a:p>
              <a:endParaRPr lang="zh-CN" altLang="en-US" sz="1800">
                <a:cs typeface="Times New Roman" panose="02020603050405020304" pitchFamily="18" charset="0"/>
              </a:endParaRPr>
            </a:p>
          </p:txBody>
        </p:sp>
        <p:cxnSp>
          <p:nvCxnSpPr>
            <p:cNvPr id="22" name="直接连接符 21"/>
            <p:cNvCxnSpPr/>
            <p:nvPr/>
          </p:nvCxnSpPr>
          <p:spPr bwMode="auto">
            <a:xfrm flipV="1">
              <a:off x="7348062" y="3579188"/>
              <a:ext cx="0" cy="2196294"/>
            </a:xfrm>
            <a:prstGeom prst="line">
              <a:avLst/>
            </a:prstGeom>
            <a:noFill/>
            <a:ln w="9525" cap="flat" cmpd="sng" algn="ctr">
              <a:solidFill>
                <a:schemeClr val="tx1"/>
              </a:solidFill>
              <a:prstDash val="lgDashDot"/>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3" name="Line 9"/>
            <p:cNvSpPr>
              <a:spLocks noChangeShapeType="1"/>
            </p:cNvSpPr>
            <p:nvPr/>
          </p:nvSpPr>
          <p:spPr bwMode="auto">
            <a:xfrm>
              <a:off x="7341028" y="4305024"/>
              <a:ext cx="0" cy="496098"/>
            </a:xfrm>
            <a:prstGeom prst="line">
              <a:avLst/>
            </a:prstGeom>
            <a:noFill/>
            <a:ln w="28575">
              <a:solidFill>
                <a:srgbClr val="C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00">
                <a:cs typeface="Times New Roman" panose="02020603050405020304" pitchFamily="18" charset="0"/>
              </a:endParaRPr>
            </a:p>
          </p:txBody>
        </p:sp>
        <p:sp>
          <p:nvSpPr>
            <p:cNvPr id="29" name="Text Box 10"/>
            <p:cNvSpPr txBox="1">
              <a:spLocks noChangeArrowheads="1"/>
            </p:cNvSpPr>
            <p:nvPr/>
          </p:nvSpPr>
          <p:spPr bwMode="auto">
            <a:xfrm>
              <a:off x="7271978" y="4096617"/>
              <a:ext cx="454706" cy="385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800">
                  <a:solidFill>
                    <a:schemeClr val="tx1"/>
                  </a:solidFill>
                  <a:latin typeface="Times New Roman" pitchFamily="18" charset="0"/>
                  <a:ea typeface="宋体" charset="-122"/>
                </a:defRPr>
              </a:lvl1pPr>
              <a:lvl2pPr marL="742950" indent="-285750" eaLnBrk="0" hangingPunct="0">
                <a:defRPr kumimoji="1" sz="2800">
                  <a:solidFill>
                    <a:schemeClr val="tx1"/>
                  </a:solidFill>
                  <a:latin typeface="Times New Roman" pitchFamily="18" charset="0"/>
                  <a:ea typeface="宋体" charset="-122"/>
                </a:defRPr>
              </a:lvl2pPr>
              <a:lvl3pPr marL="1143000" indent="-228600" eaLnBrk="0" hangingPunct="0">
                <a:defRPr kumimoji="1" sz="2800">
                  <a:solidFill>
                    <a:schemeClr val="tx1"/>
                  </a:solidFill>
                  <a:latin typeface="Times New Roman" pitchFamily="18" charset="0"/>
                  <a:ea typeface="宋体" charset="-122"/>
                </a:defRPr>
              </a:lvl3pPr>
              <a:lvl4pPr marL="1600200" indent="-228600" eaLnBrk="0" hangingPunct="0">
                <a:defRPr kumimoji="1" sz="2800">
                  <a:solidFill>
                    <a:schemeClr val="tx1"/>
                  </a:solidFill>
                  <a:latin typeface="Times New Roman" pitchFamily="18" charset="0"/>
                  <a:ea typeface="宋体" charset="-122"/>
                </a:defRPr>
              </a:lvl4pPr>
              <a:lvl5pPr marL="2057400" indent="-228600" eaLnBrk="0" hangingPunct="0">
                <a:defRPr kumimoji="1" sz="2800">
                  <a:solidFill>
                    <a:schemeClr val="tx1"/>
                  </a:solidFill>
                  <a:latin typeface="Times New Roman" pitchFamily="18" charset="0"/>
                  <a:ea typeface="宋体" charset="-122"/>
                </a:defRPr>
              </a:lvl5pPr>
              <a:lvl6pPr marL="2514600" indent="-228600" eaLnBrk="0" fontAlgn="base" hangingPunct="0">
                <a:spcBef>
                  <a:spcPct val="50000"/>
                </a:spcBef>
                <a:spcAft>
                  <a:spcPct val="0"/>
                </a:spcAft>
                <a:defRPr kumimoji="1" sz="2800">
                  <a:solidFill>
                    <a:schemeClr val="tx1"/>
                  </a:solidFill>
                  <a:latin typeface="Times New Roman" pitchFamily="18" charset="0"/>
                  <a:ea typeface="宋体" charset="-122"/>
                </a:defRPr>
              </a:lvl6pPr>
              <a:lvl7pPr marL="2971800" indent="-228600" eaLnBrk="0" fontAlgn="base" hangingPunct="0">
                <a:spcBef>
                  <a:spcPct val="50000"/>
                </a:spcBef>
                <a:spcAft>
                  <a:spcPct val="0"/>
                </a:spcAft>
                <a:defRPr kumimoji="1" sz="2800">
                  <a:solidFill>
                    <a:schemeClr val="tx1"/>
                  </a:solidFill>
                  <a:latin typeface="Times New Roman" pitchFamily="18" charset="0"/>
                  <a:ea typeface="宋体" charset="-122"/>
                </a:defRPr>
              </a:lvl7pPr>
              <a:lvl8pPr marL="3429000" indent="-228600" eaLnBrk="0" fontAlgn="base" hangingPunct="0">
                <a:spcBef>
                  <a:spcPct val="50000"/>
                </a:spcBef>
                <a:spcAft>
                  <a:spcPct val="0"/>
                </a:spcAft>
                <a:defRPr kumimoji="1" sz="2800">
                  <a:solidFill>
                    <a:schemeClr val="tx1"/>
                  </a:solidFill>
                  <a:latin typeface="Times New Roman" pitchFamily="18" charset="0"/>
                  <a:ea typeface="宋体" charset="-122"/>
                </a:defRPr>
              </a:lvl8pPr>
              <a:lvl9pPr marL="3886200" indent="-228600" eaLnBrk="0" fontAlgn="base" hangingPunct="0">
                <a:spcBef>
                  <a:spcPct val="50000"/>
                </a:spcBef>
                <a:spcAft>
                  <a:spcPct val="0"/>
                </a:spcAft>
                <a:defRPr kumimoji="1" sz="2800">
                  <a:solidFill>
                    <a:schemeClr val="tx1"/>
                  </a:solidFill>
                  <a:latin typeface="Times New Roman" pitchFamily="18" charset="0"/>
                  <a:ea typeface="宋体" charset="-122"/>
                </a:defRPr>
              </a:lvl9pPr>
            </a:lstStyle>
            <a:p>
              <a:pPr eaLnBrk="1" hangingPunct="1"/>
              <a:r>
                <a:rPr lang="en-US" altLang="zh-CN" sz="1800" b="1" i="1" dirty="0">
                  <a:solidFill>
                    <a:srgbClr val="C00000"/>
                  </a:solidFill>
                  <a:cs typeface="Times New Roman" panose="02020603050405020304" pitchFamily="18" charset="0"/>
                </a:rPr>
                <a:t>W</a:t>
              </a:r>
              <a:r>
                <a:rPr lang="en-US" altLang="zh-CN" sz="1800" b="1" baseline="-25000" dirty="0">
                  <a:solidFill>
                    <a:srgbClr val="C00000"/>
                  </a:solidFill>
                  <a:cs typeface="Times New Roman" panose="02020603050405020304" pitchFamily="18" charset="0"/>
                </a:rPr>
                <a:t>i</a:t>
              </a:r>
            </a:p>
          </p:txBody>
        </p:sp>
        <p:sp>
          <p:nvSpPr>
            <p:cNvPr id="36" name="Line 22"/>
            <p:cNvSpPr>
              <a:spLocks noChangeShapeType="1"/>
            </p:cNvSpPr>
            <p:nvPr/>
          </p:nvSpPr>
          <p:spPr bwMode="auto">
            <a:xfrm flipV="1">
              <a:off x="7094745" y="5176054"/>
              <a:ext cx="554512" cy="338252"/>
            </a:xfrm>
            <a:prstGeom prst="line">
              <a:avLst/>
            </a:prstGeom>
            <a:noFill/>
            <a:ln w="28575">
              <a:solidFill>
                <a:srgbClr val="C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00">
                <a:cs typeface="Times New Roman" panose="02020603050405020304" pitchFamily="18" charset="0"/>
              </a:endParaRPr>
            </a:p>
          </p:txBody>
        </p:sp>
        <p:sp>
          <p:nvSpPr>
            <p:cNvPr id="37" name="Line 23"/>
            <p:cNvSpPr>
              <a:spLocks noChangeShapeType="1"/>
            </p:cNvSpPr>
            <p:nvPr/>
          </p:nvSpPr>
          <p:spPr bwMode="auto">
            <a:xfrm flipH="1" flipV="1">
              <a:off x="7344876" y="5229759"/>
              <a:ext cx="314335" cy="541364"/>
            </a:xfrm>
            <a:prstGeom prst="line">
              <a:avLst/>
            </a:prstGeom>
            <a:noFill/>
            <a:ln w="28575">
              <a:solidFill>
                <a:srgbClr val="C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00">
                <a:cs typeface="Times New Roman" panose="02020603050405020304" pitchFamily="18" charset="0"/>
              </a:endParaRPr>
            </a:p>
          </p:txBody>
        </p:sp>
        <p:sp>
          <p:nvSpPr>
            <p:cNvPr id="38" name="Text Box 24"/>
            <p:cNvSpPr txBox="1">
              <a:spLocks noChangeArrowheads="1"/>
            </p:cNvSpPr>
            <p:nvPr/>
          </p:nvSpPr>
          <p:spPr bwMode="auto">
            <a:xfrm>
              <a:off x="7618718" y="5506015"/>
              <a:ext cx="551749" cy="385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a:solidFill>
                    <a:schemeClr val="tx1"/>
                  </a:solidFill>
                  <a:latin typeface="Times New Roman" pitchFamily="18" charset="0"/>
                  <a:ea typeface="宋体" charset="-122"/>
                </a:defRPr>
              </a:lvl1pPr>
              <a:lvl2pPr marL="742950" indent="-285750" eaLnBrk="0" hangingPunct="0">
                <a:defRPr kumimoji="1" sz="2800">
                  <a:solidFill>
                    <a:schemeClr val="tx1"/>
                  </a:solidFill>
                  <a:latin typeface="Times New Roman" pitchFamily="18" charset="0"/>
                  <a:ea typeface="宋体" charset="-122"/>
                </a:defRPr>
              </a:lvl2pPr>
              <a:lvl3pPr marL="1143000" indent="-228600" eaLnBrk="0" hangingPunct="0">
                <a:defRPr kumimoji="1" sz="2800">
                  <a:solidFill>
                    <a:schemeClr val="tx1"/>
                  </a:solidFill>
                  <a:latin typeface="Times New Roman" pitchFamily="18" charset="0"/>
                  <a:ea typeface="宋体" charset="-122"/>
                </a:defRPr>
              </a:lvl3pPr>
              <a:lvl4pPr marL="1600200" indent="-228600" eaLnBrk="0" hangingPunct="0">
                <a:defRPr kumimoji="1" sz="2800">
                  <a:solidFill>
                    <a:schemeClr val="tx1"/>
                  </a:solidFill>
                  <a:latin typeface="Times New Roman" pitchFamily="18" charset="0"/>
                  <a:ea typeface="宋体" charset="-122"/>
                </a:defRPr>
              </a:lvl4pPr>
              <a:lvl5pPr marL="2057400" indent="-228600" eaLnBrk="0" hangingPunct="0">
                <a:defRPr kumimoji="1" sz="2800">
                  <a:solidFill>
                    <a:schemeClr val="tx1"/>
                  </a:solidFill>
                  <a:latin typeface="Times New Roman" pitchFamily="18" charset="0"/>
                  <a:ea typeface="宋体" charset="-122"/>
                </a:defRPr>
              </a:lvl5pPr>
              <a:lvl6pPr marL="2514600" indent="-228600" eaLnBrk="0" fontAlgn="base" hangingPunct="0">
                <a:spcBef>
                  <a:spcPct val="50000"/>
                </a:spcBef>
                <a:spcAft>
                  <a:spcPct val="0"/>
                </a:spcAft>
                <a:defRPr kumimoji="1" sz="2800">
                  <a:solidFill>
                    <a:schemeClr val="tx1"/>
                  </a:solidFill>
                  <a:latin typeface="Times New Roman" pitchFamily="18" charset="0"/>
                  <a:ea typeface="宋体" charset="-122"/>
                </a:defRPr>
              </a:lvl6pPr>
              <a:lvl7pPr marL="2971800" indent="-228600" eaLnBrk="0" fontAlgn="base" hangingPunct="0">
                <a:spcBef>
                  <a:spcPct val="50000"/>
                </a:spcBef>
                <a:spcAft>
                  <a:spcPct val="0"/>
                </a:spcAft>
                <a:defRPr kumimoji="1" sz="2800">
                  <a:solidFill>
                    <a:schemeClr val="tx1"/>
                  </a:solidFill>
                  <a:latin typeface="Times New Roman" pitchFamily="18" charset="0"/>
                  <a:ea typeface="宋体" charset="-122"/>
                </a:defRPr>
              </a:lvl7pPr>
              <a:lvl8pPr marL="3429000" indent="-228600" eaLnBrk="0" fontAlgn="base" hangingPunct="0">
                <a:spcBef>
                  <a:spcPct val="50000"/>
                </a:spcBef>
                <a:spcAft>
                  <a:spcPct val="0"/>
                </a:spcAft>
                <a:defRPr kumimoji="1" sz="2800">
                  <a:solidFill>
                    <a:schemeClr val="tx1"/>
                  </a:solidFill>
                  <a:latin typeface="Times New Roman" pitchFamily="18" charset="0"/>
                  <a:ea typeface="宋体" charset="-122"/>
                </a:defRPr>
              </a:lvl8pPr>
              <a:lvl9pPr marL="3886200" indent="-228600" eaLnBrk="0" fontAlgn="base" hangingPunct="0">
                <a:spcBef>
                  <a:spcPct val="50000"/>
                </a:spcBef>
                <a:spcAft>
                  <a:spcPct val="0"/>
                </a:spcAft>
                <a:defRPr kumimoji="1" sz="2800">
                  <a:solidFill>
                    <a:schemeClr val="tx1"/>
                  </a:solidFill>
                  <a:latin typeface="Times New Roman" pitchFamily="18" charset="0"/>
                  <a:ea typeface="宋体" charset="-122"/>
                </a:defRPr>
              </a:lvl9pPr>
            </a:lstStyle>
            <a:p>
              <a:pPr eaLnBrk="1" hangingPunct="1"/>
              <a:r>
                <a:rPr lang="en-US" altLang="zh-CN" sz="1800" b="1" i="1" dirty="0">
                  <a:solidFill>
                    <a:srgbClr val="C00000"/>
                  </a:solidFill>
                  <a:cs typeface="Times New Roman" panose="02020603050405020304" pitchFamily="18" charset="0"/>
                </a:rPr>
                <a:t>N</a:t>
              </a:r>
              <a:r>
                <a:rPr lang="en-US" altLang="zh-CN" sz="1800" b="1" baseline="-25000" dirty="0">
                  <a:solidFill>
                    <a:srgbClr val="C00000"/>
                  </a:solidFill>
                  <a:cs typeface="Times New Roman" panose="02020603050405020304" pitchFamily="18" charset="0"/>
                </a:rPr>
                <a:t>i</a:t>
              </a:r>
            </a:p>
          </p:txBody>
        </p:sp>
        <p:sp>
          <p:nvSpPr>
            <p:cNvPr id="39" name="Text Box 25"/>
            <p:cNvSpPr txBox="1">
              <a:spLocks noChangeArrowheads="1"/>
            </p:cNvSpPr>
            <p:nvPr/>
          </p:nvSpPr>
          <p:spPr bwMode="auto">
            <a:xfrm>
              <a:off x="7604193" y="5114920"/>
              <a:ext cx="416177" cy="2930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tIns="0" bIns="0">
              <a:spAutoFit/>
            </a:bodyPr>
            <a:lstStyle>
              <a:lvl1pPr eaLnBrk="0" hangingPunct="0">
                <a:defRPr kumimoji="1" sz="2800">
                  <a:solidFill>
                    <a:schemeClr val="tx1"/>
                  </a:solidFill>
                  <a:latin typeface="Times New Roman" pitchFamily="18" charset="0"/>
                  <a:ea typeface="宋体" charset="-122"/>
                </a:defRPr>
              </a:lvl1pPr>
              <a:lvl2pPr marL="742950" indent="-285750" eaLnBrk="0" hangingPunct="0">
                <a:defRPr kumimoji="1" sz="2800">
                  <a:solidFill>
                    <a:schemeClr val="tx1"/>
                  </a:solidFill>
                  <a:latin typeface="Times New Roman" pitchFamily="18" charset="0"/>
                  <a:ea typeface="宋体" charset="-122"/>
                </a:defRPr>
              </a:lvl2pPr>
              <a:lvl3pPr marL="1143000" indent="-228600" eaLnBrk="0" hangingPunct="0">
                <a:defRPr kumimoji="1" sz="2800">
                  <a:solidFill>
                    <a:schemeClr val="tx1"/>
                  </a:solidFill>
                  <a:latin typeface="Times New Roman" pitchFamily="18" charset="0"/>
                  <a:ea typeface="宋体" charset="-122"/>
                </a:defRPr>
              </a:lvl3pPr>
              <a:lvl4pPr marL="1600200" indent="-228600" eaLnBrk="0" hangingPunct="0">
                <a:defRPr kumimoji="1" sz="2800">
                  <a:solidFill>
                    <a:schemeClr val="tx1"/>
                  </a:solidFill>
                  <a:latin typeface="Times New Roman" pitchFamily="18" charset="0"/>
                  <a:ea typeface="宋体" charset="-122"/>
                </a:defRPr>
              </a:lvl4pPr>
              <a:lvl5pPr marL="2057400" indent="-228600" eaLnBrk="0" hangingPunct="0">
                <a:defRPr kumimoji="1" sz="2800">
                  <a:solidFill>
                    <a:schemeClr val="tx1"/>
                  </a:solidFill>
                  <a:latin typeface="Times New Roman" pitchFamily="18" charset="0"/>
                  <a:ea typeface="宋体" charset="-122"/>
                </a:defRPr>
              </a:lvl5pPr>
              <a:lvl6pPr marL="2514600" indent="-228600" eaLnBrk="0" fontAlgn="base" hangingPunct="0">
                <a:spcBef>
                  <a:spcPct val="50000"/>
                </a:spcBef>
                <a:spcAft>
                  <a:spcPct val="0"/>
                </a:spcAft>
                <a:defRPr kumimoji="1" sz="2800">
                  <a:solidFill>
                    <a:schemeClr val="tx1"/>
                  </a:solidFill>
                  <a:latin typeface="Times New Roman" pitchFamily="18" charset="0"/>
                  <a:ea typeface="宋体" charset="-122"/>
                </a:defRPr>
              </a:lvl6pPr>
              <a:lvl7pPr marL="2971800" indent="-228600" eaLnBrk="0" fontAlgn="base" hangingPunct="0">
                <a:spcBef>
                  <a:spcPct val="50000"/>
                </a:spcBef>
                <a:spcAft>
                  <a:spcPct val="0"/>
                </a:spcAft>
                <a:defRPr kumimoji="1" sz="2800">
                  <a:solidFill>
                    <a:schemeClr val="tx1"/>
                  </a:solidFill>
                  <a:latin typeface="Times New Roman" pitchFamily="18" charset="0"/>
                  <a:ea typeface="宋体" charset="-122"/>
                </a:defRPr>
              </a:lvl7pPr>
              <a:lvl8pPr marL="3429000" indent="-228600" eaLnBrk="0" fontAlgn="base" hangingPunct="0">
                <a:spcBef>
                  <a:spcPct val="50000"/>
                </a:spcBef>
                <a:spcAft>
                  <a:spcPct val="0"/>
                </a:spcAft>
                <a:defRPr kumimoji="1" sz="2800">
                  <a:solidFill>
                    <a:schemeClr val="tx1"/>
                  </a:solidFill>
                  <a:latin typeface="Times New Roman" pitchFamily="18" charset="0"/>
                  <a:ea typeface="宋体" charset="-122"/>
                </a:defRPr>
              </a:lvl8pPr>
              <a:lvl9pPr marL="3886200" indent="-228600" eaLnBrk="0" fontAlgn="base" hangingPunct="0">
                <a:spcBef>
                  <a:spcPct val="50000"/>
                </a:spcBef>
                <a:spcAft>
                  <a:spcPct val="0"/>
                </a:spcAft>
                <a:defRPr kumimoji="1" sz="2800">
                  <a:solidFill>
                    <a:schemeClr val="tx1"/>
                  </a:solidFill>
                  <a:latin typeface="Times New Roman" pitchFamily="18" charset="0"/>
                  <a:ea typeface="宋体" charset="-122"/>
                </a:defRPr>
              </a:lvl9pPr>
            </a:lstStyle>
            <a:p>
              <a:pPr eaLnBrk="1" hangingPunct="1"/>
              <a:r>
                <a:rPr lang="en-US" altLang="zh-CN" sz="1800" b="1" i="1" dirty="0">
                  <a:solidFill>
                    <a:srgbClr val="C00000"/>
                  </a:solidFill>
                  <a:cs typeface="Times New Roman" panose="02020603050405020304" pitchFamily="18" charset="0"/>
                </a:rPr>
                <a:t>T</a:t>
              </a:r>
              <a:r>
                <a:rPr lang="en-US" altLang="zh-CN" sz="1800" b="1" baseline="-25000" dirty="0">
                  <a:solidFill>
                    <a:srgbClr val="C00000"/>
                  </a:solidFill>
                  <a:cs typeface="Times New Roman" panose="02020603050405020304" pitchFamily="18" charset="0"/>
                </a:rPr>
                <a:t>i</a:t>
              </a:r>
            </a:p>
          </p:txBody>
        </p:sp>
        <p:sp>
          <p:nvSpPr>
            <p:cNvPr id="40" name="Text Box 136"/>
            <p:cNvSpPr txBox="1">
              <a:spLocks noChangeArrowheads="1"/>
            </p:cNvSpPr>
            <p:nvPr/>
          </p:nvSpPr>
          <p:spPr bwMode="auto">
            <a:xfrm>
              <a:off x="7254378" y="5558763"/>
              <a:ext cx="478166" cy="3845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1800" b="1" dirty="0">
                  <a:solidFill>
                    <a:srgbClr val="C00000"/>
                  </a:solidFill>
                  <a:latin typeface="Times New Roman" panose="02020603050405020304" pitchFamily="18" charset="0"/>
                  <a:sym typeface="Symbol" panose="05050102010706020507" pitchFamily="18" charset="2"/>
                </a:rPr>
                <a:t> </a:t>
              </a:r>
              <a:r>
                <a:rPr kumimoji="1" lang="en-US" altLang="zh-CN" sz="1800" b="1" i="1" dirty="0">
                  <a:solidFill>
                    <a:srgbClr val="C00000"/>
                  </a:solidFill>
                  <a:latin typeface="Times New Roman" panose="02020603050405020304" pitchFamily="18" charset="0"/>
                  <a:sym typeface="Symbol" panose="05050102010706020507" pitchFamily="18" charset="2"/>
                </a:rPr>
                <a:t></a:t>
              </a:r>
              <a:r>
                <a:rPr kumimoji="1" lang="en-US" altLang="zh-CN" sz="1800" b="1" baseline="-25000" dirty="0" err="1">
                  <a:solidFill>
                    <a:srgbClr val="C00000"/>
                  </a:solidFill>
                  <a:latin typeface="Times New Roman" panose="02020603050405020304" pitchFamily="18" charset="0"/>
                  <a:sym typeface="Symbol" panose="05050102010706020507" pitchFamily="18" charset="2"/>
                </a:rPr>
                <a:t>i</a:t>
              </a:r>
              <a:endParaRPr kumimoji="1" lang="en-US" altLang="zh-CN" sz="1800" b="1" baseline="-25000" dirty="0">
                <a:solidFill>
                  <a:srgbClr val="C00000"/>
                </a:solidFill>
                <a:latin typeface="Times New Roman" panose="02020603050405020304" pitchFamily="18" charset="0"/>
              </a:endParaRPr>
            </a:p>
          </p:txBody>
        </p:sp>
        <p:sp>
          <p:nvSpPr>
            <p:cNvPr id="41" name="Arc 52"/>
            <p:cNvSpPr>
              <a:spLocks/>
            </p:cNvSpPr>
            <p:nvPr/>
          </p:nvSpPr>
          <p:spPr bwMode="auto">
            <a:xfrm rot="6458630">
              <a:off x="7372560" y="5501094"/>
              <a:ext cx="123066" cy="151653"/>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9525">
              <a:solidFill>
                <a:schemeClr val="tx1"/>
              </a:solidFill>
              <a:round/>
              <a:headEnd type="triangle" w="med" len="me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43" name="Text Box 6"/>
            <p:cNvSpPr txBox="1">
              <a:spLocks noChangeArrowheads="1"/>
            </p:cNvSpPr>
            <p:nvPr/>
          </p:nvSpPr>
          <p:spPr bwMode="auto">
            <a:xfrm>
              <a:off x="7892527" y="4011633"/>
              <a:ext cx="618760" cy="410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800">
                  <a:solidFill>
                    <a:schemeClr val="tx1"/>
                  </a:solidFill>
                  <a:latin typeface="Times New Roman" pitchFamily="18" charset="0"/>
                  <a:ea typeface="宋体" charset="-122"/>
                </a:defRPr>
              </a:lvl1pPr>
              <a:lvl2pPr marL="742950" indent="-285750" eaLnBrk="0" hangingPunct="0">
                <a:defRPr kumimoji="1" sz="2800">
                  <a:solidFill>
                    <a:schemeClr val="tx1"/>
                  </a:solidFill>
                  <a:latin typeface="Times New Roman" pitchFamily="18" charset="0"/>
                  <a:ea typeface="宋体" charset="-122"/>
                </a:defRPr>
              </a:lvl2pPr>
              <a:lvl3pPr marL="1143000" indent="-228600" eaLnBrk="0" hangingPunct="0">
                <a:defRPr kumimoji="1" sz="2800">
                  <a:solidFill>
                    <a:schemeClr val="tx1"/>
                  </a:solidFill>
                  <a:latin typeface="Times New Roman" pitchFamily="18" charset="0"/>
                  <a:ea typeface="宋体" charset="-122"/>
                </a:defRPr>
              </a:lvl3pPr>
              <a:lvl4pPr marL="1600200" indent="-228600" eaLnBrk="0" hangingPunct="0">
                <a:defRPr kumimoji="1" sz="2800">
                  <a:solidFill>
                    <a:schemeClr val="tx1"/>
                  </a:solidFill>
                  <a:latin typeface="Times New Roman" pitchFamily="18" charset="0"/>
                  <a:ea typeface="宋体" charset="-122"/>
                </a:defRPr>
              </a:lvl4pPr>
              <a:lvl5pPr marL="2057400" indent="-228600" eaLnBrk="0" hangingPunct="0">
                <a:defRPr kumimoji="1" sz="2800">
                  <a:solidFill>
                    <a:schemeClr val="tx1"/>
                  </a:solidFill>
                  <a:latin typeface="Times New Roman" pitchFamily="18" charset="0"/>
                  <a:ea typeface="宋体" charset="-122"/>
                </a:defRPr>
              </a:lvl5pPr>
              <a:lvl6pPr marL="2514600" indent="-228600" eaLnBrk="0" fontAlgn="base" hangingPunct="0">
                <a:spcBef>
                  <a:spcPct val="50000"/>
                </a:spcBef>
                <a:spcAft>
                  <a:spcPct val="0"/>
                </a:spcAft>
                <a:defRPr kumimoji="1" sz="2800">
                  <a:solidFill>
                    <a:schemeClr val="tx1"/>
                  </a:solidFill>
                  <a:latin typeface="Times New Roman" pitchFamily="18" charset="0"/>
                  <a:ea typeface="宋体" charset="-122"/>
                </a:defRPr>
              </a:lvl6pPr>
              <a:lvl7pPr marL="2971800" indent="-228600" eaLnBrk="0" fontAlgn="base" hangingPunct="0">
                <a:spcBef>
                  <a:spcPct val="50000"/>
                </a:spcBef>
                <a:spcAft>
                  <a:spcPct val="0"/>
                </a:spcAft>
                <a:defRPr kumimoji="1" sz="2800">
                  <a:solidFill>
                    <a:schemeClr val="tx1"/>
                  </a:solidFill>
                  <a:latin typeface="Times New Roman" pitchFamily="18" charset="0"/>
                  <a:ea typeface="宋体" charset="-122"/>
                </a:defRPr>
              </a:lvl7pPr>
              <a:lvl8pPr marL="3429000" indent="-228600" eaLnBrk="0" fontAlgn="base" hangingPunct="0">
                <a:spcBef>
                  <a:spcPct val="50000"/>
                </a:spcBef>
                <a:spcAft>
                  <a:spcPct val="0"/>
                </a:spcAft>
                <a:defRPr kumimoji="1" sz="2800">
                  <a:solidFill>
                    <a:schemeClr val="tx1"/>
                  </a:solidFill>
                  <a:latin typeface="Times New Roman" pitchFamily="18" charset="0"/>
                  <a:ea typeface="宋体" charset="-122"/>
                </a:defRPr>
              </a:lvl8pPr>
              <a:lvl9pPr marL="3886200" indent="-228600" eaLnBrk="0" fontAlgn="base" hangingPunct="0">
                <a:spcBef>
                  <a:spcPct val="50000"/>
                </a:spcBef>
                <a:spcAft>
                  <a:spcPct val="0"/>
                </a:spcAft>
                <a:defRPr kumimoji="1" sz="2800">
                  <a:solidFill>
                    <a:schemeClr val="tx1"/>
                  </a:solidFill>
                  <a:latin typeface="Times New Roman" pitchFamily="18" charset="0"/>
                  <a:ea typeface="宋体" charset="-122"/>
                </a:defRPr>
              </a:lvl9pPr>
            </a:lstStyle>
            <a:p>
              <a:pPr eaLnBrk="1" hangingPunct="1"/>
              <a:r>
                <a:rPr lang="en-US" altLang="zh-CN" sz="1800" b="1" i="1" dirty="0" smtClean="0">
                  <a:solidFill>
                    <a:srgbClr val="C00000"/>
                  </a:solidFill>
                  <a:cs typeface="Times New Roman" panose="02020603050405020304" pitchFamily="18" charset="0"/>
                </a:rPr>
                <a:t>P</a:t>
              </a:r>
              <a:r>
                <a:rPr lang="en-US" altLang="zh-CN" sz="1800" b="1" baseline="-25000" dirty="0" smtClean="0">
                  <a:solidFill>
                    <a:srgbClr val="C00000"/>
                  </a:solidFill>
                  <a:cs typeface="Times New Roman" panose="02020603050405020304" pitchFamily="18" charset="0"/>
                </a:rPr>
                <a:t>i+1</a:t>
              </a:r>
              <a:endParaRPr lang="en-US" altLang="zh-CN" sz="1800" b="1" i="1" baseline="-25000" dirty="0">
                <a:solidFill>
                  <a:srgbClr val="C00000"/>
                </a:solidFill>
                <a:cs typeface="Times New Roman" panose="02020603050405020304" pitchFamily="18" charset="0"/>
              </a:endParaRPr>
            </a:p>
          </p:txBody>
        </p:sp>
        <p:sp>
          <p:nvSpPr>
            <p:cNvPr id="44" name="Line 11"/>
            <p:cNvSpPr>
              <a:spLocks noChangeShapeType="1"/>
            </p:cNvSpPr>
            <p:nvPr/>
          </p:nvSpPr>
          <p:spPr bwMode="auto">
            <a:xfrm>
              <a:off x="6539965" y="4588725"/>
              <a:ext cx="416345" cy="0"/>
            </a:xfrm>
            <a:prstGeom prst="line">
              <a:avLst/>
            </a:prstGeom>
            <a:noFill/>
            <a:ln w="28575">
              <a:solidFill>
                <a:srgbClr val="C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00">
                <a:cs typeface="Times New Roman" panose="02020603050405020304" pitchFamily="18" charset="0"/>
              </a:endParaRPr>
            </a:p>
          </p:txBody>
        </p:sp>
        <p:sp>
          <p:nvSpPr>
            <p:cNvPr id="45" name="Text Box 16"/>
            <p:cNvSpPr txBox="1">
              <a:spLocks noChangeArrowheads="1"/>
            </p:cNvSpPr>
            <p:nvPr/>
          </p:nvSpPr>
          <p:spPr bwMode="auto">
            <a:xfrm>
              <a:off x="6481485" y="4169702"/>
              <a:ext cx="551304" cy="385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800">
                  <a:solidFill>
                    <a:schemeClr val="tx1"/>
                  </a:solidFill>
                  <a:latin typeface="Times New Roman" pitchFamily="18" charset="0"/>
                  <a:ea typeface="宋体" charset="-122"/>
                </a:defRPr>
              </a:lvl1pPr>
              <a:lvl2pPr marL="742950" indent="-285750" eaLnBrk="0" hangingPunct="0">
                <a:defRPr kumimoji="1" sz="2800">
                  <a:solidFill>
                    <a:schemeClr val="tx1"/>
                  </a:solidFill>
                  <a:latin typeface="Times New Roman" pitchFamily="18" charset="0"/>
                  <a:ea typeface="宋体" charset="-122"/>
                </a:defRPr>
              </a:lvl2pPr>
              <a:lvl3pPr marL="1143000" indent="-228600" eaLnBrk="0" hangingPunct="0">
                <a:defRPr kumimoji="1" sz="2800">
                  <a:solidFill>
                    <a:schemeClr val="tx1"/>
                  </a:solidFill>
                  <a:latin typeface="Times New Roman" pitchFamily="18" charset="0"/>
                  <a:ea typeface="宋体" charset="-122"/>
                </a:defRPr>
              </a:lvl3pPr>
              <a:lvl4pPr marL="1600200" indent="-228600" eaLnBrk="0" hangingPunct="0">
                <a:defRPr kumimoji="1" sz="2800">
                  <a:solidFill>
                    <a:schemeClr val="tx1"/>
                  </a:solidFill>
                  <a:latin typeface="Times New Roman" pitchFamily="18" charset="0"/>
                  <a:ea typeface="宋体" charset="-122"/>
                </a:defRPr>
              </a:lvl4pPr>
              <a:lvl5pPr marL="2057400" indent="-228600" eaLnBrk="0" hangingPunct="0">
                <a:defRPr kumimoji="1" sz="2800">
                  <a:solidFill>
                    <a:schemeClr val="tx1"/>
                  </a:solidFill>
                  <a:latin typeface="Times New Roman" pitchFamily="18" charset="0"/>
                  <a:ea typeface="宋体" charset="-122"/>
                </a:defRPr>
              </a:lvl5pPr>
              <a:lvl6pPr marL="2514600" indent="-228600" eaLnBrk="0" fontAlgn="base" hangingPunct="0">
                <a:spcBef>
                  <a:spcPct val="50000"/>
                </a:spcBef>
                <a:spcAft>
                  <a:spcPct val="0"/>
                </a:spcAft>
                <a:defRPr kumimoji="1" sz="2800">
                  <a:solidFill>
                    <a:schemeClr val="tx1"/>
                  </a:solidFill>
                  <a:latin typeface="Times New Roman" pitchFamily="18" charset="0"/>
                  <a:ea typeface="宋体" charset="-122"/>
                </a:defRPr>
              </a:lvl6pPr>
              <a:lvl7pPr marL="2971800" indent="-228600" eaLnBrk="0" fontAlgn="base" hangingPunct="0">
                <a:spcBef>
                  <a:spcPct val="50000"/>
                </a:spcBef>
                <a:spcAft>
                  <a:spcPct val="0"/>
                </a:spcAft>
                <a:defRPr kumimoji="1" sz="2800">
                  <a:solidFill>
                    <a:schemeClr val="tx1"/>
                  </a:solidFill>
                  <a:latin typeface="Times New Roman" pitchFamily="18" charset="0"/>
                  <a:ea typeface="宋体" charset="-122"/>
                </a:defRPr>
              </a:lvl7pPr>
              <a:lvl8pPr marL="3429000" indent="-228600" eaLnBrk="0" fontAlgn="base" hangingPunct="0">
                <a:spcBef>
                  <a:spcPct val="50000"/>
                </a:spcBef>
                <a:spcAft>
                  <a:spcPct val="0"/>
                </a:spcAft>
                <a:defRPr kumimoji="1" sz="2800">
                  <a:solidFill>
                    <a:schemeClr val="tx1"/>
                  </a:solidFill>
                  <a:latin typeface="Times New Roman" pitchFamily="18" charset="0"/>
                  <a:ea typeface="宋体" charset="-122"/>
                </a:defRPr>
              </a:lvl8pPr>
              <a:lvl9pPr marL="3886200" indent="-228600" eaLnBrk="0" fontAlgn="base" hangingPunct="0">
                <a:spcBef>
                  <a:spcPct val="50000"/>
                </a:spcBef>
                <a:spcAft>
                  <a:spcPct val="0"/>
                </a:spcAft>
                <a:defRPr kumimoji="1" sz="2800">
                  <a:solidFill>
                    <a:schemeClr val="tx1"/>
                  </a:solidFill>
                  <a:latin typeface="Times New Roman" pitchFamily="18" charset="0"/>
                  <a:ea typeface="宋体" charset="-122"/>
                </a:defRPr>
              </a:lvl9pPr>
            </a:lstStyle>
            <a:p>
              <a:pPr eaLnBrk="1" hangingPunct="1"/>
              <a:r>
                <a:rPr lang="en-US" altLang="zh-CN" sz="1800" b="1" i="1" dirty="0" smtClean="0">
                  <a:solidFill>
                    <a:srgbClr val="C00000"/>
                  </a:solidFill>
                  <a:cs typeface="Times New Roman" panose="02020603050405020304" pitchFamily="18" charset="0"/>
                </a:rPr>
                <a:t>P</a:t>
              </a:r>
              <a:r>
                <a:rPr lang="en-US" altLang="zh-CN" sz="1800" b="1" baseline="-25000" dirty="0" smtClean="0">
                  <a:solidFill>
                    <a:srgbClr val="C00000"/>
                  </a:solidFill>
                  <a:cs typeface="Times New Roman" panose="02020603050405020304" pitchFamily="18" charset="0"/>
                </a:rPr>
                <a:t>i</a:t>
              </a:r>
              <a:endParaRPr lang="en-US" altLang="zh-CN" sz="1800" b="1" baseline="-25000" dirty="0">
                <a:solidFill>
                  <a:srgbClr val="C00000"/>
                </a:solidFill>
                <a:cs typeface="Times New Roman" panose="02020603050405020304" pitchFamily="18" charset="0"/>
              </a:endParaRPr>
            </a:p>
          </p:txBody>
        </p:sp>
        <p:sp>
          <p:nvSpPr>
            <p:cNvPr id="46" name="Line 19"/>
            <p:cNvSpPr>
              <a:spLocks noChangeShapeType="1"/>
            </p:cNvSpPr>
            <p:nvPr/>
          </p:nvSpPr>
          <p:spPr bwMode="auto">
            <a:xfrm flipH="1">
              <a:off x="7674738" y="4391924"/>
              <a:ext cx="452268" cy="0"/>
            </a:xfrm>
            <a:prstGeom prst="line">
              <a:avLst/>
            </a:prstGeom>
            <a:noFill/>
            <a:ln w="28575">
              <a:solidFill>
                <a:srgbClr val="C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00">
                <a:cs typeface="Times New Roman" panose="02020603050405020304" pitchFamily="18" charset="0"/>
              </a:endParaRPr>
            </a:p>
          </p:txBody>
        </p:sp>
        <p:sp>
          <p:nvSpPr>
            <p:cNvPr id="34" name="Line 12"/>
            <p:cNvSpPr>
              <a:spLocks noChangeShapeType="1"/>
            </p:cNvSpPr>
            <p:nvPr/>
          </p:nvSpPr>
          <p:spPr bwMode="auto">
            <a:xfrm flipV="1">
              <a:off x="6948300" y="4675335"/>
              <a:ext cx="0" cy="444668"/>
            </a:xfrm>
            <a:prstGeom prst="line">
              <a:avLst/>
            </a:prstGeom>
            <a:noFill/>
            <a:ln w="28575">
              <a:solidFill>
                <a:srgbClr val="C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00">
                <a:cs typeface="Times New Roman" panose="02020603050405020304" pitchFamily="18" charset="0"/>
              </a:endParaRPr>
            </a:p>
          </p:txBody>
        </p:sp>
        <p:sp>
          <p:nvSpPr>
            <p:cNvPr id="35" name="Line 20"/>
            <p:cNvSpPr>
              <a:spLocks noChangeShapeType="1"/>
            </p:cNvSpPr>
            <p:nvPr/>
          </p:nvSpPr>
          <p:spPr bwMode="auto">
            <a:xfrm>
              <a:off x="7730663" y="3810279"/>
              <a:ext cx="2763" cy="471272"/>
            </a:xfrm>
            <a:prstGeom prst="line">
              <a:avLst/>
            </a:prstGeom>
            <a:noFill/>
            <a:ln w="28575">
              <a:solidFill>
                <a:srgbClr val="C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00">
                <a:cs typeface="Times New Roman" panose="02020603050405020304" pitchFamily="18" charset="0"/>
              </a:endParaRPr>
            </a:p>
          </p:txBody>
        </p:sp>
        <p:sp>
          <p:nvSpPr>
            <p:cNvPr id="42" name="Text Box 21"/>
            <p:cNvSpPr txBox="1">
              <a:spLocks noChangeArrowheads="1"/>
            </p:cNvSpPr>
            <p:nvPr/>
          </p:nvSpPr>
          <p:spPr bwMode="auto">
            <a:xfrm>
              <a:off x="7716788" y="3551886"/>
              <a:ext cx="569149" cy="410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800">
                  <a:solidFill>
                    <a:schemeClr val="tx1"/>
                  </a:solidFill>
                  <a:latin typeface="Times New Roman" pitchFamily="18" charset="0"/>
                  <a:ea typeface="宋体" charset="-122"/>
                </a:defRPr>
              </a:lvl1pPr>
              <a:lvl2pPr marL="742950" indent="-285750" eaLnBrk="0" hangingPunct="0">
                <a:defRPr kumimoji="1" sz="2800">
                  <a:solidFill>
                    <a:schemeClr val="tx1"/>
                  </a:solidFill>
                  <a:latin typeface="Times New Roman" pitchFamily="18" charset="0"/>
                  <a:ea typeface="宋体" charset="-122"/>
                </a:defRPr>
              </a:lvl2pPr>
              <a:lvl3pPr marL="1143000" indent="-228600" eaLnBrk="0" hangingPunct="0">
                <a:defRPr kumimoji="1" sz="2800">
                  <a:solidFill>
                    <a:schemeClr val="tx1"/>
                  </a:solidFill>
                  <a:latin typeface="Times New Roman" pitchFamily="18" charset="0"/>
                  <a:ea typeface="宋体" charset="-122"/>
                </a:defRPr>
              </a:lvl3pPr>
              <a:lvl4pPr marL="1600200" indent="-228600" eaLnBrk="0" hangingPunct="0">
                <a:defRPr kumimoji="1" sz="2800">
                  <a:solidFill>
                    <a:schemeClr val="tx1"/>
                  </a:solidFill>
                  <a:latin typeface="Times New Roman" pitchFamily="18" charset="0"/>
                  <a:ea typeface="宋体" charset="-122"/>
                </a:defRPr>
              </a:lvl4pPr>
              <a:lvl5pPr marL="2057400" indent="-228600" eaLnBrk="0" hangingPunct="0">
                <a:defRPr kumimoji="1" sz="2800">
                  <a:solidFill>
                    <a:schemeClr val="tx1"/>
                  </a:solidFill>
                  <a:latin typeface="Times New Roman" pitchFamily="18" charset="0"/>
                  <a:ea typeface="宋体" charset="-122"/>
                </a:defRPr>
              </a:lvl5pPr>
              <a:lvl6pPr marL="2514600" indent="-228600" eaLnBrk="0" fontAlgn="base" hangingPunct="0">
                <a:spcBef>
                  <a:spcPct val="50000"/>
                </a:spcBef>
                <a:spcAft>
                  <a:spcPct val="0"/>
                </a:spcAft>
                <a:defRPr kumimoji="1" sz="2800">
                  <a:solidFill>
                    <a:schemeClr val="tx1"/>
                  </a:solidFill>
                  <a:latin typeface="Times New Roman" pitchFamily="18" charset="0"/>
                  <a:ea typeface="宋体" charset="-122"/>
                </a:defRPr>
              </a:lvl6pPr>
              <a:lvl7pPr marL="2971800" indent="-228600" eaLnBrk="0" fontAlgn="base" hangingPunct="0">
                <a:spcBef>
                  <a:spcPct val="50000"/>
                </a:spcBef>
                <a:spcAft>
                  <a:spcPct val="0"/>
                </a:spcAft>
                <a:defRPr kumimoji="1" sz="2800">
                  <a:solidFill>
                    <a:schemeClr val="tx1"/>
                  </a:solidFill>
                  <a:latin typeface="Times New Roman" pitchFamily="18" charset="0"/>
                  <a:ea typeface="宋体" charset="-122"/>
                </a:defRPr>
              </a:lvl7pPr>
              <a:lvl8pPr marL="3429000" indent="-228600" eaLnBrk="0" fontAlgn="base" hangingPunct="0">
                <a:spcBef>
                  <a:spcPct val="50000"/>
                </a:spcBef>
                <a:spcAft>
                  <a:spcPct val="0"/>
                </a:spcAft>
                <a:defRPr kumimoji="1" sz="2800">
                  <a:solidFill>
                    <a:schemeClr val="tx1"/>
                  </a:solidFill>
                  <a:latin typeface="Times New Roman" pitchFamily="18" charset="0"/>
                  <a:ea typeface="宋体" charset="-122"/>
                </a:defRPr>
              </a:lvl8pPr>
              <a:lvl9pPr marL="3886200" indent="-228600" eaLnBrk="0" fontAlgn="base" hangingPunct="0">
                <a:spcBef>
                  <a:spcPct val="50000"/>
                </a:spcBef>
                <a:spcAft>
                  <a:spcPct val="0"/>
                </a:spcAft>
                <a:defRPr kumimoji="1" sz="2800">
                  <a:solidFill>
                    <a:schemeClr val="tx1"/>
                  </a:solidFill>
                  <a:latin typeface="Times New Roman" pitchFamily="18" charset="0"/>
                  <a:ea typeface="宋体" charset="-122"/>
                </a:defRPr>
              </a:lvl9pPr>
            </a:lstStyle>
            <a:p>
              <a:pPr eaLnBrk="1" hangingPunct="1"/>
              <a:r>
                <a:rPr lang="en-US" altLang="zh-CN" sz="1800" b="1" i="1" dirty="0" smtClean="0">
                  <a:solidFill>
                    <a:srgbClr val="C00000"/>
                  </a:solidFill>
                  <a:cs typeface="Times New Roman" panose="02020603050405020304" pitchFamily="18" charset="0"/>
                </a:rPr>
                <a:t>H</a:t>
              </a:r>
              <a:r>
                <a:rPr lang="en-US" altLang="zh-CN" sz="1800" b="1" baseline="-25000" dirty="0" smtClean="0">
                  <a:solidFill>
                    <a:srgbClr val="C00000"/>
                  </a:solidFill>
                  <a:cs typeface="Times New Roman" panose="02020603050405020304" pitchFamily="18" charset="0"/>
                </a:rPr>
                <a:t>i+1</a:t>
              </a:r>
              <a:endParaRPr lang="en-US" altLang="zh-CN" sz="1800" b="1" i="1" baseline="-25000" dirty="0">
                <a:solidFill>
                  <a:srgbClr val="C00000"/>
                </a:solidFill>
                <a:cs typeface="Times New Roman" panose="02020603050405020304" pitchFamily="18" charset="0"/>
              </a:endParaRPr>
            </a:p>
          </p:txBody>
        </p:sp>
        <p:sp>
          <p:nvSpPr>
            <p:cNvPr id="53" name="Text Box 26"/>
            <p:cNvSpPr txBox="1">
              <a:spLocks noChangeArrowheads="1"/>
            </p:cNvSpPr>
            <p:nvPr/>
          </p:nvSpPr>
          <p:spPr bwMode="auto">
            <a:xfrm>
              <a:off x="6579754" y="4895744"/>
              <a:ext cx="380088" cy="385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36000">
              <a:spAutoFit/>
            </a:bodyPr>
            <a:lstStyle>
              <a:lvl1pPr eaLnBrk="0" hangingPunct="0">
                <a:defRPr kumimoji="1" sz="2800">
                  <a:solidFill>
                    <a:schemeClr val="tx1"/>
                  </a:solidFill>
                  <a:latin typeface="Times New Roman" pitchFamily="18" charset="0"/>
                  <a:ea typeface="宋体" charset="-122"/>
                </a:defRPr>
              </a:lvl1pPr>
              <a:lvl2pPr marL="742950" indent="-285750" eaLnBrk="0" hangingPunct="0">
                <a:defRPr kumimoji="1" sz="2800">
                  <a:solidFill>
                    <a:schemeClr val="tx1"/>
                  </a:solidFill>
                  <a:latin typeface="Times New Roman" pitchFamily="18" charset="0"/>
                  <a:ea typeface="宋体" charset="-122"/>
                </a:defRPr>
              </a:lvl2pPr>
              <a:lvl3pPr marL="1143000" indent="-228600" eaLnBrk="0" hangingPunct="0">
                <a:defRPr kumimoji="1" sz="2800">
                  <a:solidFill>
                    <a:schemeClr val="tx1"/>
                  </a:solidFill>
                  <a:latin typeface="Times New Roman" pitchFamily="18" charset="0"/>
                  <a:ea typeface="宋体" charset="-122"/>
                </a:defRPr>
              </a:lvl3pPr>
              <a:lvl4pPr marL="1600200" indent="-228600" eaLnBrk="0" hangingPunct="0">
                <a:defRPr kumimoji="1" sz="2800">
                  <a:solidFill>
                    <a:schemeClr val="tx1"/>
                  </a:solidFill>
                  <a:latin typeface="Times New Roman" pitchFamily="18" charset="0"/>
                  <a:ea typeface="宋体" charset="-122"/>
                </a:defRPr>
              </a:lvl4pPr>
              <a:lvl5pPr marL="2057400" indent="-228600" eaLnBrk="0" hangingPunct="0">
                <a:defRPr kumimoji="1" sz="2800">
                  <a:solidFill>
                    <a:schemeClr val="tx1"/>
                  </a:solidFill>
                  <a:latin typeface="Times New Roman" pitchFamily="18" charset="0"/>
                  <a:ea typeface="宋体" charset="-122"/>
                </a:defRPr>
              </a:lvl5pPr>
              <a:lvl6pPr marL="2514600" indent="-228600" eaLnBrk="0" fontAlgn="base" hangingPunct="0">
                <a:spcBef>
                  <a:spcPct val="50000"/>
                </a:spcBef>
                <a:spcAft>
                  <a:spcPct val="0"/>
                </a:spcAft>
                <a:defRPr kumimoji="1" sz="2800">
                  <a:solidFill>
                    <a:schemeClr val="tx1"/>
                  </a:solidFill>
                  <a:latin typeface="Times New Roman" pitchFamily="18" charset="0"/>
                  <a:ea typeface="宋体" charset="-122"/>
                </a:defRPr>
              </a:lvl6pPr>
              <a:lvl7pPr marL="2971800" indent="-228600" eaLnBrk="0" fontAlgn="base" hangingPunct="0">
                <a:spcBef>
                  <a:spcPct val="50000"/>
                </a:spcBef>
                <a:spcAft>
                  <a:spcPct val="0"/>
                </a:spcAft>
                <a:defRPr kumimoji="1" sz="2800">
                  <a:solidFill>
                    <a:schemeClr val="tx1"/>
                  </a:solidFill>
                  <a:latin typeface="Times New Roman" pitchFamily="18" charset="0"/>
                  <a:ea typeface="宋体" charset="-122"/>
                </a:defRPr>
              </a:lvl7pPr>
              <a:lvl8pPr marL="3429000" indent="-228600" eaLnBrk="0" fontAlgn="base" hangingPunct="0">
                <a:spcBef>
                  <a:spcPct val="50000"/>
                </a:spcBef>
                <a:spcAft>
                  <a:spcPct val="0"/>
                </a:spcAft>
                <a:defRPr kumimoji="1" sz="2800">
                  <a:solidFill>
                    <a:schemeClr val="tx1"/>
                  </a:solidFill>
                  <a:latin typeface="Times New Roman" pitchFamily="18" charset="0"/>
                  <a:ea typeface="宋体" charset="-122"/>
                </a:defRPr>
              </a:lvl8pPr>
              <a:lvl9pPr marL="3886200" indent="-228600" eaLnBrk="0" fontAlgn="base" hangingPunct="0">
                <a:spcBef>
                  <a:spcPct val="50000"/>
                </a:spcBef>
                <a:spcAft>
                  <a:spcPct val="0"/>
                </a:spcAft>
                <a:defRPr kumimoji="1" sz="2800">
                  <a:solidFill>
                    <a:schemeClr val="tx1"/>
                  </a:solidFill>
                  <a:latin typeface="Times New Roman" pitchFamily="18" charset="0"/>
                  <a:ea typeface="宋体" charset="-122"/>
                </a:defRPr>
              </a:lvl9pPr>
            </a:lstStyle>
            <a:p>
              <a:pPr eaLnBrk="1" hangingPunct="1"/>
              <a:r>
                <a:rPr lang="en-US" altLang="zh-CN" sz="1800" b="1" i="1" dirty="0" smtClean="0">
                  <a:solidFill>
                    <a:srgbClr val="C00000"/>
                  </a:solidFill>
                  <a:cs typeface="Times New Roman" panose="02020603050405020304" pitchFamily="18" charset="0"/>
                </a:rPr>
                <a:t>H</a:t>
              </a:r>
              <a:r>
                <a:rPr lang="en-US" altLang="zh-CN" sz="1800" b="1" baseline="-25000" dirty="0" smtClean="0">
                  <a:solidFill>
                    <a:srgbClr val="C00000"/>
                  </a:solidFill>
                  <a:cs typeface="Times New Roman" panose="02020603050405020304" pitchFamily="18" charset="0"/>
                </a:rPr>
                <a:t>i</a:t>
              </a:r>
              <a:endParaRPr lang="en-US" altLang="zh-CN" sz="1800" b="1" baseline="-25000" dirty="0">
                <a:solidFill>
                  <a:srgbClr val="C00000"/>
                </a:solidFill>
                <a:cs typeface="Times New Roman" panose="02020603050405020304" pitchFamily="18" charset="0"/>
              </a:endParaRPr>
            </a:p>
          </p:txBody>
        </p:sp>
      </p:grpSp>
      <p:pic>
        <p:nvPicPr>
          <p:cNvPr id="1778690" name="Picture 2" descr="H:\106-1F124102133934.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51465" y="4325927"/>
            <a:ext cx="976480" cy="890850"/>
          </a:xfrm>
          <a:prstGeom prst="rect">
            <a:avLst/>
          </a:prstGeom>
          <a:noFill/>
          <a:extLst>
            <a:ext uri="{909E8E84-426E-40DD-AFC4-6F175D3DCCD1}">
              <a14:hiddenFill xmlns:a14="http://schemas.microsoft.com/office/drawing/2010/main">
                <a:solidFill>
                  <a:srgbClr val="FFFFFF"/>
                </a:solidFill>
              </a14:hiddenFill>
            </a:ext>
          </a:extLst>
        </p:spPr>
      </p:pic>
      <p:sp>
        <p:nvSpPr>
          <p:cNvPr id="33" name="矩形 32"/>
          <p:cNvSpPr/>
          <p:nvPr/>
        </p:nvSpPr>
        <p:spPr bwMode="auto">
          <a:xfrm>
            <a:off x="864281" y="4206240"/>
            <a:ext cx="4352153" cy="1123406"/>
          </a:xfrm>
          <a:prstGeom prst="rect">
            <a:avLst/>
          </a:prstGeom>
          <a:noFill/>
          <a:ln w="12700" cap="flat" cmpd="sng" algn="ctr">
            <a:solidFill>
              <a:srgbClr val="000066"/>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rot="0" spcFirstLastPara="0" vertOverflow="overflow" horzOverflow="overflow" vert="horz" wrap="none" lIns="90000" tIns="46800" rIns="90000" bIns="46800" numCol="1" spcCol="0" rtlCol="0" fromWordArt="0" anchor="t" anchorCtr="0" forceAA="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Tree>
    <p:extLst>
      <p:ext uri="{BB962C8B-B14F-4D97-AF65-F5344CB8AC3E}">
        <p14:creationId xmlns:p14="http://schemas.microsoft.com/office/powerpoint/2010/main" val="545566510"/>
      </p:ext>
    </p:extLst>
  </p:cSld>
  <p:clrMapOvr>
    <a:masterClrMapping/>
  </p:clrMapOvr>
  <p:transition spd="med">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83">
                                            <p:txEl>
                                              <p:pRg st="0" end="0"/>
                                            </p:txEl>
                                          </p:spTgt>
                                        </p:tgtEl>
                                        <p:attrNameLst>
                                          <p:attrName>style.visibility</p:attrName>
                                        </p:attrNameLst>
                                      </p:cBhvr>
                                      <p:to>
                                        <p:strVal val="visible"/>
                                      </p:to>
                                    </p:set>
                                    <p:animEffect transition="in" filter="wipe(left)">
                                      <p:cBhvr>
                                        <p:cTn id="7" dur="1000"/>
                                        <p:tgtEl>
                                          <p:spTgt spid="8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3">
                                            <p:txEl>
                                              <p:pRg st="1" end="1"/>
                                            </p:txEl>
                                          </p:spTgt>
                                        </p:tgtEl>
                                        <p:attrNameLst>
                                          <p:attrName>style.visibility</p:attrName>
                                        </p:attrNameLst>
                                      </p:cBhvr>
                                      <p:to>
                                        <p:strVal val="visible"/>
                                      </p:to>
                                    </p:set>
                                    <p:animEffect transition="in" filter="wipe(left)">
                                      <p:cBhvr>
                                        <p:cTn id="12" dur="1000"/>
                                        <p:tgtEl>
                                          <p:spTgt spid="8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83">
                                            <p:txEl>
                                              <p:pRg st="2" end="2"/>
                                            </p:txEl>
                                          </p:spTgt>
                                        </p:tgtEl>
                                        <p:attrNameLst>
                                          <p:attrName>style.visibility</p:attrName>
                                        </p:attrNameLst>
                                      </p:cBhvr>
                                      <p:to>
                                        <p:strVal val="visible"/>
                                      </p:to>
                                    </p:set>
                                    <p:animEffect transition="in" filter="wipe(left)">
                                      <p:cBhvr>
                                        <p:cTn id="17" dur="1000"/>
                                        <p:tgtEl>
                                          <p:spTgt spid="8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wipe(left)">
                                      <p:cBhvr>
                                        <p:cTn id="22" dur="1000"/>
                                        <p:tgtEl>
                                          <p:spTgt spid="20"/>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33"/>
                                        </p:tgtEl>
                                        <p:attrNameLst>
                                          <p:attrName>style.visibility</p:attrName>
                                        </p:attrNameLst>
                                      </p:cBhvr>
                                      <p:to>
                                        <p:strVal val="visible"/>
                                      </p:to>
                                    </p:set>
                                    <p:animEffect transition="in" filter="wipe(left)">
                                      <p:cBhvr>
                                        <p:cTn id="25" dur="1000"/>
                                        <p:tgtEl>
                                          <p:spTgt spid="33"/>
                                        </p:tgtEl>
                                      </p:cBhvr>
                                    </p:animEffect>
                                  </p:childTnLst>
                                </p:cTn>
                              </p:par>
                              <p:par>
                                <p:cTn id="26" presetID="22" presetClass="entr" presetSubtype="8" repeatCount="4000" fill="hold" nodeType="withEffect">
                                  <p:stCondLst>
                                    <p:cond delay="0"/>
                                  </p:stCondLst>
                                  <p:childTnLst>
                                    <p:set>
                                      <p:cBhvr>
                                        <p:cTn id="27" dur="1" fill="hold">
                                          <p:stCondLst>
                                            <p:cond delay="0"/>
                                          </p:stCondLst>
                                        </p:cTn>
                                        <p:tgtEl>
                                          <p:spTgt spid="1778690"/>
                                        </p:tgtEl>
                                        <p:attrNameLst>
                                          <p:attrName>style.visibility</p:attrName>
                                        </p:attrNameLst>
                                      </p:cBhvr>
                                      <p:to>
                                        <p:strVal val="visible"/>
                                      </p:to>
                                    </p:set>
                                    <p:animEffect transition="in" filter="wipe(left)">
                                      <p:cBhvr>
                                        <p:cTn id="28" dur="1000"/>
                                        <p:tgtEl>
                                          <p:spTgt spid="1778690"/>
                                        </p:tgtEl>
                                      </p:cBhvr>
                                    </p:animEffec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7"/>
                                        </p:tgtEl>
                                        <p:attrNameLst>
                                          <p:attrName>style.visibility</p:attrName>
                                        </p:attrNameLst>
                                      </p:cBhvr>
                                      <p:to>
                                        <p:strVal val="visible"/>
                                      </p:to>
                                    </p:set>
                                  </p:childTnLst>
                                </p:cTn>
                              </p:par>
                            </p:childTnLst>
                          </p:cTn>
                        </p:par>
                        <p:par>
                          <p:cTn id="33" fill="hold">
                            <p:stCondLst>
                              <p:cond delay="0"/>
                            </p:stCondLst>
                            <p:childTnLst>
                              <p:par>
                                <p:cTn id="34" presetID="22" presetClass="entr" presetSubtype="4" fill="hold" nodeType="afterEffect">
                                  <p:stCondLst>
                                    <p:cond delay="0"/>
                                  </p:stCondLst>
                                  <p:childTnLst>
                                    <p:set>
                                      <p:cBhvr>
                                        <p:cTn id="35" dur="1" fill="hold">
                                          <p:stCondLst>
                                            <p:cond delay="0"/>
                                          </p:stCondLst>
                                        </p:cTn>
                                        <p:tgtEl>
                                          <p:spTgt spid="2"/>
                                        </p:tgtEl>
                                        <p:attrNameLst>
                                          <p:attrName>style.visibility</p:attrName>
                                        </p:attrNameLst>
                                      </p:cBhvr>
                                      <p:to>
                                        <p:strVal val="visible"/>
                                      </p:to>
                                    </p:set>
                                    <p:animEffect transition="in" filter="wipe(down)">
                                      <p:cBhvr>
                                        <p:cTn id="36" dur="1000"/>
                                        <p:tgtEl>
                                          <p:spTgt spid="2"/>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4" fill="hold" nodeType="clickEffect">
                                  <p:stCondLst>
                                    <p:cond delay="0"/>
                                  </p:stCondLst>
                                  <p:childTnLst>
                                    <p:set>
                                      <p:cBhvr>
                                        <p:cTn id="40" dur="1" fill="hold">
                                          <p:stCondLst>
                                            <p:cond delay="0"/>
                                          </p:stCondLst>
                                        </p:cTn>
                                        <p:tgtEl>
                                          <p:spTgt spid="4"/>
                                        </p:tgtEl>
                                        <p:attrNameLst>
                                          <p:attrName>style.visibility</p:attrName>
                                        </p:attrNameLst>
                                      </p:cBhvr>
                                      <p:to>
                                        <p:strVal val="visible"/>
                                      </p:to>
                                    </p:set>
                                    <p:animEffect transition="in" filter="wipe(down)">
                                      <p:cBhvr>
                                        <p:cTn id="41"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 grpId="0" build="p"/>
      <p:bldP spid="20" grpId="0"/>
      <p:bldP spid="33"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18"/>
          <p:cNvSpPr/>
          <p:nvPr/>
        </p:nvSpPr>
        <p:spPr bwMode="auto">
          <a:xfrm>
            <a:off x="5452110" y="5364480"/>
            <a:ext cx="2922270" cy="102870"/>
          </a:xfrm>
          <a:prstGeom prst="rect">
            <a:avLst/>
          </a:prstGeom>
          <a:pattFill prst="zigZag">
            <a:fgClr>
              <a:schemeClr val="tx2"/>
            </a:fgClr>
            <a:bgClr>
              <a:schemeClr val="bg1"/>
            </a:bgClr>
          </a:pattFill>
          <a:ln w="12700" cap="flat" cmpd="sng" algn="ctr">
            <a:no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6"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57</a:t>
            </a:fld>
            <a:endParaRPr lang="zh-CN" altLang="en-US" dirty="0">
              <a:solidFill>
                <a:srgbClr val="C00000"/>
              </a:solidFill>
            </a:endParaRPr>
          </a:p>
        </p:txBody>
      </p:sp>
      <p:sp>
        <p:nvSpPr>
          <p:cNvPr id="61" name="Text Box 2"/>
          <p:cNvSpPr txBox="1">
            <a:spLocks noChangeArrowheads="1"/>
          </p:cNvSpPr>
          <p:nvPr/>
        </p:nvSpPr>
        <p:spPr bwMode="auto">
          <a:xfrm>
            <a:off x="2083325" y="5682288"/>
            <a:ext cx="580691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gn="ctr" eaLnBrk="1" hangingPunct="1">
              <a:lnSpc>
                <a:spcPct val="100000"/>
              </a:lnSpc>
              <a:spcBef>
                <a:spcPct val="0"/>
              </a:spcBef>
              <a:spcAft>
                <a:spcPct val="0"/>
              </a:spcAft>
            </a:pPr>
            <a:r>
              <a:rPr kumimoji="1" lang="zh-CN" altLang="en-US" sz="4000" b="1" dirty="0" smtClean="0">
                <a:solidFill>
                  <a:srgbClr val="000066"/>
                </a:solidFill>
                <a:latin typeface="黑体" pitchFamily="2" charset="-122"/>
                <a:ea typeface="黑体" pitchFamily="2" charset="-122"/>
              </a:rPr>
              <a:t>简 布 法</a:t>
            </a:r>
            <a:endParaRPr kumimoji="1" lang="zh-CN" altLang="en-US" sz="4000" b="1" dirty="0">
              <a:solidFill>
                <a:srgbClr val="000066"/>
              </a:solidFill>
              <a:latin typeface="黑体" pitchFamily="2" charset="-122"/>
              <a:ea typeface="黑体" pitchFamily="2" charset="-122"/>
            </a:endParaRPr>
          </a:p>
        </p:txBody>
      </p:sp>
      <p:sp>
        <p:nvSpPr>
          <p:cNvPr id="55" name="Text Box 7"/>
          <p:cNvSpPr txBox="1">
            <a:spLocks noChangeArrowheads="1"/>
          </p:cNvSpPr>
          <p:nvPr/>
        </p:nvSpPr>
        <p:spPr bwMode="auto">
          <a:xfrm>
            <a:off x="0" y="0"/>
            <a:ext cx="5042263"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1800" b="1" kern="900" spc="130" dirty="0" smtClean="0">
                <a:solidFill>
                  <a:srgbClr val="000066"/>
                </a:solidFill>
                <a:ea typeface="黑体" panose="02010609060101010101" pitchFamily="49" charset="-122"/>
                <a:cs typeface="Times New Roman" panose="02020603050405020304" pitchFamily="18" charset="0"/>
              </a:rPr>
              <a:t>§7.3  </a:t>
            </a:r>
            <a:r>
              <a:rPr lang="zh-CN" altLang="en-US" sz="1800" b="1" kern="900" spc="130" dirty="0" smtClean="0">
                <a:solidFill>
                  <a:srgbClr val="000066"/>
                </a:solidFill>
                <a:ea typeface="黑体" panose="02010609060101010101" pitchFamily="49" charset="-122"/>
                <a:cs typeface="Times New Roman" panose="02020603050405020304" pitchFamily="18" charset="0"/>
              </a:rPr>
              <a:t>黏性</a:t>
            </a:r>
            <a:r>
              <a:rPr lang="zh-CN" altLang="en-US" sz="1800" b="1" kern="900" spc="130" dirty="0">
                <a:solidFill>
                  <a:srgbClr val="000066"/>
                </a:solidFill>
                <a:ea typeface="黑体" panose="02010609060101010101" pitchFamily="49" charset="-122"/>
                <a:cs typeface="Times New Roman" panose="02020603050405020304" pitchFamily="18" charset="0"/>
              </a:rPr>
              <a:t>土坡的稳定</a:t>
            </a:r>
            <a:r>
              <a:rPr lang="zh-CN" altLang="en-US" sz="1800" b="1" kern="900" spc="130" dirty="0" smtClean="0">
                <a:solidFill>
                  <a:srgbClr val="000066"/>
                </a:solidFill>
                <a:ea typeface="黑体" panose="02010609060101010101" pitchFamily="49" charset="-122"/>
                <a:cs typeface="Times New Roman" panose="02020603050405020304" pitchFamily="18" charset="0"/>
              </a:rPr>
              <a:t>分析 </a:t>
            </a:r>
            <a:r>
              <a:rPr lang="en-US" altLang="zh-CN" sz="1800" b="1" kern="900" spc="130" dirty="0" smtClean="0">
                <a:solidFill>
                  <a:srgbClr val="000066"/>
                </a:solidFill>
                <a:ea typeface="黑体" panose="02010609060101010101" pitchFamily="49" charset="-122"/>
                <a:cs typeface="Times New Roman" panose="02020603050405020304" pitchFamily="18" charset="0"/>
              </a:rPr>
              <a:t>- </a:t>
            </a:r>
            <a:r>
              <a:rPr lang="zh-CN" altLang="en-US" sz="1800" b="1" kern="900" spc="130" dirty="0" smtClean="0">
                <a:solidFill>
                  <a:srgbClr val="000066"/>
                </a:solidFill>
                <a:ea typeface="黑体" panose="02010609060101010101" pitchFamily="49" charset="-122"/>
                <a:cs typeface="Times New Roman" panose="02020603050405020304" pitchFamily="18" charset="0"/>
              </a:rPr>
              <a:t>简布法</a:t>
            </a:r>
            <a:endParaRPr lang="zh-CN" altLang="en-US" sz="1800" b="1" kern="900" spc="130" dirty="0">
              <a:solidFill>
                <a:srgbClr val="000066"/>
              </a:solidFill>
              <a:ea typeface="黑体" panose="02010609060101010101" pitchFamily="49" charset="-122"/>
              <a:cs typeface="Times New Roman" panose="02020603050405020304" pitchFamily="18" charset="0"/>
            </a:endParaRPr>
          </a:p>
        </p:txBody>
      </p:sp>
      <p:sp>
        <p:nvSpPr>
          <p:cNvPr id="219" name="Text Box 4"/>
          <p:cNvSpPr txBox="1">
            <a:spLocks noChangeArrowheads="1"/>
          </p:cNvSpPr>
          <p:nvPr/>
        </p:nvSpPr>
        <p:spPr bwMode="auto">
          <a:xfrm>
            <a:off x="356695" y="510630"/>
            <a:ext cx="2275187" cy="4977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358775" indent="-358775" eaLnBrk="1" hangingPunct="1">
              <a:lnSpc>
                <a:spcPct val="120000"/>
              </a:lnSpc>
              <a:spcBef>
                <a:spcPts val="600"/>
              </a:spcBef>
              <a:spcAft>
                <a:spcPts val="0"/>
              </a:spcAft>
              <a:buClr>
                <a:srgbClr val="A50021"/>
              </a:buClr>
              <a:buSzPct val="100000"/>
              <a:buFont typeface="Wingdings" panose="05000000000000000000" pitchFamily="2" charset="2"/>
              <a:buChar char="n"/>
            </a:pPr>
            <a:r>
              <a:rPr lang="zh-CN" altLang="en-US" sz="2400" b="1" dirty="0" smtClean="0">
                <a:solidFill>
                  <a:srgbClr val="A50021"/>
                </a:solidFill>
                <a:latin typeface="微软雅黑" panose="020B0503020204020204" pitchFamily="34" charset="-122"/>
                <a:ea typeface="微软雅黑" panose="020B0503020204020204" pitchFamily="34" charset="-122"/>
              </a:rPr>
              <a:t>基本假设：</a:t>
            </a:r>
            <a:endParaRPr lang="zh-CN" altLang="en-US" sz="2400" b="1" dirty="0">
              <a:solidFill>
                <a:srgbClr val="000066"/>
              </a:solidFill>
              <a:ea typeface="幼圆" pitchFamily="49" charset="-122"/>
            </a:endParaRPr>
          </a:p>
        </p:txBody>
      </p:sp>
      <p:sp>
        <p:nvSpPr>
          <p:cNvPr id="99" name="Text Box 4"/>
          <p:cNvSpPr txBox="1">
            <a:spLocks noChangeArrowheads="1"/>
          </p:cNvSpPr>
          <p:nvPr/>
        </p:nvSpPr>
        <p:spPr bwMode="auto">
          <a:xfrm>
            <a:off x="866773" y="961460"/>
            <a:ext cx="5098597" cy="1292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180975" indent="-180975" eaLnBrk="1" hangingPunct="1">
              <a:lnSpc>
                <a:spcPct val="130000"/>
              </a:lnSpc>
              <a:spcBef>
                <a:spcPts val="0"/>
              </a:spcBef>
              <a:spcAft>
                <a:spcPts val="0"/>
              </a:spcAft>
              <a:buClr>
                <a:srgbClr val="A50021"/>
              </a:buClr>
              <a:buSzPct val="130000"/>
              <a:buFont typeface="Arial" panose="020B0604020202020204" pitchFamily="34" charset="0"/>
              <a:buChar char="•"/>
            </a:pPr>
            <a:r>
              <a:rPr lang="zh-CN" altLang="en-US" sz="2000" b="1" dirty="0" smtClean="0">
                <a:solidFill>
                  <a:srgbClr val="000066"/>
                </a:solidFill>
                <a:ea typeface="幼圆" pitchFamily="49" charset="-122"/>
                <a:cs typeface="Times New Roman" panose="02020603050405020304" pitchFamily="18" charset="0"/>
              </a:rPr>
              <a:t>滑动面</a:t>
            </a:r>
            <a:r>
              <a:rPr lang="zh-CN" altLang="en-US" sz="2000" b="1" dirty="0">
                <a:solidFill>
                  <a:srgbClr val="000066"/>
                </a:solidFill>
                <a:ea typeface="幼圆" pitchFamily="49" charset="-122"/>
                <a:cs typeface="Times New Roman" panose="02020603050405020304" pitchFamily="18" charset="0"/>
              </a:rPr>
              <a:t>不必</a:t>
            </a:r>
            <a:r>
              <a:rPr lang="zh-CN" altLang="en-US" sz="2000" b="1" dirty="0" smtClean="0">
                <a:solidFill>
                  <a:srgbClr val="000066"/>
                </a:solidFill>
                <a:ea typeface="幼圆" pitchFamily="49" charset="-122"/>
                <a:cs typeface="Times New Roman" panose="02020603050405020304" pitchFamily="18" charset="0"/>
              </a:rPr>
              <a:t>是圆弧面，是一种普遍</a:t>
            </a:r>
            <a:r>
              <a:rPr lang="zh-CN" altLang="en-US" sz="2000" b="1" dirty="0">
                <a:solidFill>
                  <a:srgbClr val="000066"/>
                </a:solidFill>
                <a:ea typeface="幼圆" pitchFamily="49" charset="-122"/>
                <a:cs typeface="Times New Roman" panose="02020603050405020304" pitchFamily="18" charset="0"/>
              </a:rPr>
              <a:t>条分</a:t>
            </a:r>
            <a:r>
              <a:rPr lang="zh-CN" altLang="en-US" sz="2000" b="1" dirty="0" smtClean="0">
                <a:solidFill>
                  <a:srgbClr val="000066"/>
                </a:solidFill>
                <a:ea typeface="幼圆" pitchFamily="49" charset="-122"/>
                <a:cs typeface="Times New Roman" panose="02020603050405020304" pitchFamily="18" charset="0"/>
              </a:rPr>
              <a:t>法</a:t>
            </a:r>
            <a:endParaRPr lang="en-US" altLang="zh-CN" sz="2000" b="1" dirty="0" smtClean="0">
              <a:solidFill>
                <a:srgbClr val="000066"/>
              </a:solidFill>
              <a:ea typeface="幼圆" pitchFamily="49" charset="-122"/>
              <a:cs typeface="Times New Roman" panose="02020603050405020304" pitchFamily="18" charset="0"/>
            </a:endParaRPr>
          </a:p>
          <a:p>
            <a:pPr marL="180975" indent="-180975" eaLnBrk="1" hangingPunct="1">
              <a:lnSpc>
                <a:spcPct val="130000"/>
              </a:lnSpc>
              <a:spcBef>
                <a:spcPts val="0"/>
              </a:spcBef>
              <a:spcAft>
                <a:spcPts val="0"/>
              </a:spcAft>
              <a:buClr>
                <a:srgbClr val="A50021"/>
              </a:buClr>
              <a:buSzPct val="130000"/>
              <a:buFont typeface="Arial" panose="020B0604020202020204" pitchFamily="34" charset="0"/>
              <a:buChar char="•"/>
            </a:pPr>
            <a:r>
              <a:rPr lang="zh-CN" altLang="en-US" sz="2000" b="1" dirty="0" smtClean="0">
                <a:solidFill>
                  <a:srgbClr val="000066"/>
                </a:solidFill>
                <a:ea typeface="幼圆" pitchFamily="49" charset="-122"/>
                <a:cs typeface="Times New Roman" panose="02020603050405020304" pitchFamily="18" charset="0"/>
              </a:rPr>
              <a:t>假设条块间水平力作用点位置 </a:t>
            </a:r>
            <a:r>
              <a:rPr lang="en-US" altLang="zh-CN" sz="2000" b="1" dirty="0" smtClean="0">
                <a:solidFill>
                  <a:srgbClr val="000066"/>
                </a:solidFill>
                <a:ea typeface="幼圆" pitchFamily="49" charset="-122"/>
                <a:cs typeface="Times New Roman" panose="02020603050405020304" pitchFamily="18" charset="0"/>
              </a:rPr>
              <a:t>– </a:t>
            </a:r>
            <a:r>
              <a:rPr lang="zh-CN" altLang="en-US" sz="2000" b="1" dirty="0" smtClean="0">
                <a:solidFill>
                  <a:srgbClr val="000066"/>
                </a:solidFill>
                <a:ea typeface="幼圆" pitchFamily="49" charset="-122"/>
                <a:cs typeface="Times New Roman" panose="02020603050405020304" pitchFamily="18" charset="0"/>
              </a:rPr>
              <a:t>推力线</a:t>
            </a:r>
            <a:endParaRPr lang="en-US" altLang="zh-CN" sz="2000" b="1" dirty="0" smtClean="0">
              <a:solidFill>
                <a:srgbClr val="000066"/>
              </a:solidFill>
              <a:ea typeface="幼圆" pitchFamily="49" charset="-122"/>
              <a:cs typeface="Times New Roman" panose="02020603050405020304" pitchFamily="18" charset="0"/>
            </a:endParaRPr>
          </a:p>
          <a:p>
            <a:pPr marL="180975" indent="-180975" eaLnBrk="1" hangingPunct="1">
              <a:lnSpc>
                <a:spcPct val="130000"/>
              </a:lnSpc>
              <a:spcBef>
                <a:spcPts val="0"/>
              </a:spcBef>
              <a:spcAft>
                <a:spcPts val="0"/>
              </a:spcAft>
              <a:buClr>
                <a:srgbClr val="A50021"/>
              </a:buClr>
              <a:buSzPct val="130000"/>
              <a:buFont typeface="Arial" panose="020B0604020202020204" pitchFamily="34" charset="0"/>
              <a:buChar char="•"/>
            </a:pPr>
            <a:r>
              <a:rPr lang="en-US" altLang="zh-CN" sz="2000" b="1" i="1" dirty="0" smtClean="0">
                <a:solidFill>
                  <a:srgbClr val="000066"/>
                </a:solidFill>
                <a:ea typeface="幼圆" pitchFamily="49" charset="-122"/>
                <a:cs typeface="Times New Roman" panose="02020603050405020304" pitchFamily="18" charset="0"/>
              </a:rPr>
              <a:t>W</a:t>
            </a:r>
            <a:r>
              <a:rPr lang="en-US" altLang="zh-CN" sz="2000" b="1" i="1" baseline="-25000" dirty="0" smtClean="0">
                <a:solidFill>
                  <a:srgbClr val="000066"/>
                </a:solidFill>
                <a:ea typeface="幼圆" pitchFamily="49" charset="-122"/>
                <a:cs typeface="Times New Roman" panose="02020603050405020304" pitchFamily="18" charset="0"/>
              </a:rPr>
              <a:t>i</a:t>
            </a:r>
            <a:r>
              <a:rPr lang="zh-CN" altLang="en-US" sz="2000" b="1" dirty="0" smtClean="0">
                <a:solidFill>
                  <a:srgbClr val="000066"/>
                </a:solidFill>
                <a:ea typeface="幼圆" pitchFamily="49" charset="-122"/>
                <a:cs typeface="Times New Roman" panose="02020603050405020304" pitchFamily="18" charset="0"/>
              </a:rPr>
              <a:t>和</a:t>
            </a:r>
            <a:r>
              <a:rPr lang="en-US" altLang="zh-CN" sz="2000" b="1" i="1" dirty="0" smtClean="0">
                <a:solidFill>
                  <a:srgbClr val="000066"/>
                </a:solidFill>
                <a:ea typeface="幼圆" pitchFamily="49" charset="-122"/>
                <a:cs typeface="Times New Roman" panose="02020603050405020304" pitchFamily="18" charset="0"/>
              </a:rPr>
              <a:t>N</a:t>
            </a:r>
            <a:r>
              <a:rPr lang="en-US" altLang="zh-CN" sz="2000" b="1" i="1" baseline="-25000" dirty="0" smtClean="0">
                <a:solidFill>
                  <a:srgbClr val="000066"/>
                </a:solidFill>
                <a:ea typeface="幼圆" pitchFamily="49" charset="-122"/>
                <a:cs typeface="Times New Roman" panose="02020603050405020304" pitchFamily="18" charset="0"/>
              </a:rPr>
              <a:t>i</a:t>
            </a:r>
            <a:r>
              <a:rPr lang="zh-CN" altLang="en-US" sz="2000" b="1" dirty="0" smtClean="0">
                <a:solidFill>
                  <a:srgbClr val="000066"/>
                </a:solidFill>
                <a:ea typeface="幼圆" pitchFamily="49" charset="-122"/>
                <a:cs typeface="Times New Roman" panose="02020603050405020304" pitchFamily="18" charset="0"/>
              </a:rPr>
              <a:t>作用在土条中线上</a:t>
            </a:r>
            <a:endParaRPr lang="en-US" altLang="zh-CN" sz="2000" b="1" dirty="0" smtClean="0">
              <a:solidFill>
                <a:srgbClr val="000066"/>
              </a:solidFill>
              <a:ea typeface="幼圆" pitchFamily="49" charset="-122"/>
              <a:cs typeface="Times New Roman" panose="02020603050405020304" pitchFamily="18" charset="0"/>
            </a:endParaRPr>
          </a:p>
        </p:txBody>
      </p:sp>
      <p:sp>
        <p:nvSpPr>
          <p:cNvPr id="34" name="任意多边形 33"/>
          <p:cNvSpPr/>
          <p:nvPr/>
        </p:nvSpPr>
        <p:spPr bwMode="auto">
          <a:xfrm>
            <a:off x="5648181" y="3853285"/>
            <a:ext cx="3116307" cy="1518501"/>
          </a:xfrm>
          <a:custGeom>
            <a:avLst/>
            <a:gdLst>
              <a:gd name="connsiteX0" fmla="*/ 0 w 3450692"/>
              <a:gd name="connsiteY0" fmla="*/ 1561822 h 1785416"/>
              <a:gd name="connsiteX1" fmla="*/ 313700 w 3450692"/>
              <a:gd name="connsiteY1" fmla="*/ 1561822 h 1785416"/>
              <a:gd name="connsiteX2" fmla="*/ 2833305 w 3450692"/>
              <a:gd name="connsiteY2" fmla="*/ 0 h 1785416"/>
              <a:gd name="connsiteX3" fmla="*/ 3450692 w 3450692"/>
              <a:gd name="connsiteY3" fmla="*/ 0 h 1785416"/>
              <a:gd name="connsiteX4" fmla="*/ 3310529 w 3450692"/>
              <a:gd name="connsiteY4" fmla="*/ 367095 h 1785416"/>
              <a:gd name="connsiteX5" fmla="*/ 3080260 w 3450692"/>
              <a:gd name="connsiteY5" fmla="*/ 760888 h 1785416"/>
              <a:gd name="connsiteX6" fmla="*/ 2746538 w 3450692"/>
              <a:gd name="connsiteY6" fmla="*/ 1131320 h 1785416"/>
              <a:gd name="connsiteX7" fmla="*/ 2312698 w 3450692"/>
              <a:gd name="connsiteY7" fmla="*/ 1461706 h 1785416"/>
              <a:gd name="connsiteX8" fmla="*/ 1908894 w 3450692"/>
              <a:gd name="connsiteY8" fmla="*/ 1641916 h 1785416"/>
              <a:gd name="connsiteX9" fmla="*/ 1578508 w 3450692"/>
              <a:gd name="connsiteY9" fmla="*/ 1738695 h 1785416"/>
              <a:gd name="connsiteX10" fmla="*/ 1261472 w 3450692"/>
              <a:gd name="connsiteY10" fmla="*/ 1778742 h 1785416"/>
              <a:gd name="connsiteX11" fmla="*/ 957784 w 3450692"/>
              <a:gd name="connsiteY11" fmla="*/ 1785416 h 1785416"/>
              <a:gd name="connsiteX12" fmla="*/ 660771 w 3450692"/>
              <a:gd name="connsiteY12" fmla="*/ 1755381 h 1785416"/>
              <a:gd name="connsiteX13" fmla="*/ 323711 w 3450692"/>
              <a:gd name="connsiteY13" fmla="*/ 1678625 h 1785416"/>
              <a:gd name="connsiteX14" fmla="*/ 0 w 3450692"/>
              <a:gd name="connsiteY14" fmla="*/ 1561822 h 1785416"/>
              <a:gd name="connsiteX0" fmla="*/ 0 w 3450692"/>
              <a:gd name="connsiteY0" fmla="*/ 1561822 h 1785416"/>
              <a:gd name="connsiteX1" fmla="*/ 313700 w 3450692"/>
              <a:gd name="connsiteY1" fmla="*/ 1561822 h 1785416"/>
              <a:gd name="connsiteX2" fmla="*/ 2833305 w 3450692"/>
              <a:gd name="connsiteY2" fmla="*/ 0 h 1785416"/>
              <a:gd name="connsiteX3" fmla="*/ 3450692 w 3450692"/>
              <a:gd name="connsiteY3" fmla="*/ 0 h 1785416"/>
              <a:gd name="connsiteX4" fmla="*/ 3310529 w 3450692"/>
              <a:gd name="connsiteY4" fmla="*/ 367095 h 1785416"/>
              <a:gd name="connsiteX5" fmla="*/ 3080260 w 3450692"/>
              <a:gd name="connsiteY5" fmla="*/ 760888 h 1785416"/>
              <a:gd name="connsiteX6" fmla="*/ 2746538 w 3450692"/>
              <a:gd name="connsiteY6" fmla="*/ 1131320 h 1785416"/>
              <a:gd name="connsiteX7" fmla="*/ 2312698 w 3450692"/>
              <a:gd name="connsiteY7" fmla="*/ 1461706 h 1785416"/>
              <a:gd name="connsiteX8" fmla="*/ 1908894 w 3450692"/>
              <a:gd name="connsiteY8" fmla="*/ 1641916 h 1785416"/>
              <a:gd name="connsiteX9" fmla="*/ 1578508 w 3450692"/>
              <a:gd name="connsiteY9" fmla="*/ 1738695 h 1785416"/>
              <a:gd name="connsiteX10" fmla="*/ 1261472 w 3450692"/>
              <a:gd name="connsiteY10" fmla="*/ 1778742 h 1785416"/>
              <a:gd name="connsiteX11" fmla="*/ 957784 w 3450692"/>
              <a:gd name="connsiteY11" fmla="*/ 1785416 h 1785416"/>
              <a:gd name="connsiteX12" fmla="*/ 660771 w 3450692"/>
              <a:gd name="connsiteY12" fmla="*/ 1755381 h 1785416"/>
              <a:gd name="connsiteX13" fmla="*/ 489791 w 3450692"/>
              <a:gd name="connsiteY13" fmla="*/ 1727823 h 1785416"/>
              <a:gd name="connsiteX14" fmla="*/ 323711 w 3450692"/>
              <a:gd name="connsiteY14" fmla="*/ 1678625 h 1785416"/>
              <a:gd name="connsiteX15" fmla="*/ 0 w 3450692"/>
              <a:gd name="connsiteY15" fmla="*/ 1561822 h 1785416"/>
              <a:gd name="connsiteX0" fmla="*/ 0 w 3450692"/>
              <a:gd name="connsiteY0" fmla="*/ 1561822 h 1785416"/>
              <a:gd name="connsiteX1" fmla="*/ 313700 w 3450692"/>
              <a:gd name="connsiteY1" fmla="*/ 1561822 h 1785416"/>
              <a:gd name="connsiteX2" fmla="*/ 2833305 w 3450692"/>
              <a:gd name="connsiteY2" fmla="*/ 0 h 1785416"/>
              <a:gd name="connsiteX3" fmla="*/ 3450692 w 3450692"/>
              <a:gd name="connsiteY3" fmla="*/ 0 h 1785416"/>
              <a:gd name="connsiteX4" fmla="*/ 3343186 w 3450692"/>
              <a:gd name="connsiteY4" fmla="*/ 307224 h 1785416"/>
              <a:gd name="connsiteX5" fmla="*/ 3080260 w 3450692"/>
              <a:gd name="connsiteY5" fmla="*/ 760888 h 1785416"/>
              <a:gd name="connsiteX6" fmla="*/ 2746538 w 3450692"/>
              <a:gd name="connsiteY6" fmla="*/ 1131320 h 1785416"/>
              <a:gd name="connsiteX7" fmla="*/ 2312698 w 3450692"/>
              <a:gd name="connsiteY7" fmla="*/ 1461706 h 1785416"/>
              <a:gd name="connsiteX8" fmla="*/ 1908894 w 3450692"/>
              <a:gd name="connsiteY8" fmla="*/ 1641916 h 1785416"/>
              <a:gd name="connsiteX9" fmla="*/ 1578508 w 3450692"/>
              <a:gd name="connsiteY9" fmla="*/ 1738695 h 1785416"/>
              <a:gd name="connsiteX10" fmla="*/ 1261472 w 3450692"/>
              <a:gd name="connsiteY10" fmla="*/ 1778742 h 1785416"/>
              <a:gd name="connsiteX11" fmla="*/ 957784 w 3450692"/>
              <a:gd name="connsiteY11" fmla="*/ 1785416 h 1785416"/>
              <a:gd name="connsiteX12" fmla="*/ 660771 w 3450692"/>
              <a:gd name="connsiteY12" fmla="*/ 1755381 h 1785416"/>
              <a:gd name="connsiteX13" fmla="*/ 489791 w 3450692"/>
              <a:gd name="connsiteY13" fmla="*/ 1727823 h 1785416"/>
              <a:gd name="connsiteX14" fmla="*/ 323711 w 3450692"/>
              <a:gd name="connsiteY14" fmla="*/ 1678625 h 1785416"/>
              <a:gd name="connsiteX15" fmla="*/ 0 w 3450692"/>
              <a:gd name="connsiteY15" fmla="*/ 1561822 h 1785416"/>
              <a:gd name="connsiteX0" fmla="*/ 0 w 3450692"/>
              <a:gd name="connsiteY0" fmla="*/ 1561822 h 1785416"/>
              <a:gd name="connsiteX1" fmla="*/ 313700 w 3450692"/>
              <a:gd name="connsiteY1" fmla="*/ 1561822 h 1785416"/>
              <a:gd name="connsiteX2" fmla="*/ 2833305 w 3450692"/>
              <a:gd name="connsiteY2" fmla="*/ 0 h 1785416"/>
              <a:gd name="connsiteX3" fmla="*/ 3450692 w 3450692"/>
              <a:gd name="connsiteY3" fmla="*/ 0 h 1785416"/>
              <a:gd name="connsiteX4" fmla="*/ 3403534 w 3450692"/>
              <a:gd name="connsiteY4" fmla="*/ 151209 h 1785416"/>
              <a:gd name="connsiteX5" fmla="*/ 3343186 w 3450692"/>
              <a:gd name="connsiteY5" fmla="*/ 307224 h 1785416"/>
              <a:gd name="connsiteX6" fmla="*/ 3080260 w 3450692"/>
              <a:gd name="connsiteY6" fmla="*/ 760888 h 1785416"/>
              <a:gd name="connsiteX7" fmla="*/ 2746538 w 3450692"/>
              <a:gd name="connsiteY7" fmla="*/ 1131320 h 1785416"/>
              <a:gd name="connsiteX8" fmla="*/ 2312698 w 3450692"/>
              <a:gd name="connsiteY8" fmla="*/ 1461706 h 1785416"/>
              <a:gd name="connsiteX9" fmla="*/ 1908894 w 3450692"/>
              <a:gd name="connsiteY9" fmla="*/ 1641916 h 1785416"/>
              <a:gd name="connsiteX10" fmla="*/ 1578508 w 3450692"/>
              <a:gd name="connsiteY10" fmla="*/ 1738695 h 1785416"/>
              <a:gd name="connsiteX11" fmla="*/ 1261472 w 3450692"/>
              <a:gd name="connsiteY11" fmla="*/ 1778742 h 1785416"/>
              <a:gd name="connsiteX12" fmla="*/ 957784 w 3450692"/>
              <a:gd name="connsiteY12" fmla="*/ 1785416 h 1785416"/>
              <a:gd name="connsiteX13" fmla="*/ 660771 w 3450692"/>
              <a:gd name="connsiteY13" fmla="*/ 1755381 h 1785416"/>
              <a:gd name="connsiteX14" fmla="*/ 489791 w 3450692"/>
              <a:gd name="connsiteY14" fmla="*/ 1727823 h 1785416"/>
              <a:gd name="connsiteX15" fmla="*/ 323711 w 3450692"/>
              <a:gd name="connsiteY15" fmla="*/ 1678625 h 1785416"/>
              <a:gd name="connsiteX16" fmla="*/ 0 w 3450692"/>
              <a:gd name="connsiteY16" fmla="*/ 1561822 h 1785416"/>
              <a:gd name="connsiteX0" fmla="*/ 0 w 3450692"/>
              <a:gd name="connsiteY0" fmla="*/ 1561822 h 1785416"/>
              <a:gd name="connsiteX1" fmla="*/ 313700 w 3450692"/>
              <a:gd name="connsiteY1" fmla="*/ 1561822 h 1785416"/>
              <a:gd name="connsiteX2" fmla="*/ 2833305 w 3450692"/>
              <a:gd name="connsiteY2" fmla="*/ 0 h 1785416"/>
              <a:gd name="connsiteX3" fmla="*/ 3450692 w 3450692"/>
              <a:gd name="connsiteY3" fmla="*/ 0 h 1785416"/>
              <a:gd name="connsiteX4" fmla="*/ 3403534 w 3450692"/>
              <a:gd name="connsiteY4" fmla="*/ 151209 h 1785416"/>
              <a:gd name="connsiteX5" fmla="*/ 3343186 w 3450692"/>
              <a:gd name="connsiteY5" fmla="*/ 307224 h 1785416"/>
              <a:gd name="connsiteX6" fmla="*/ 3080260 w 3450692"/>
              <a:gd name="connsiteY6" fmla="*/ 760888 h 1785416"/>
              <a:gd name="connsiteX7" fmla="*/ 2746538 w 3450692"/>
              <a:gd name="connsiteY7" fmla="*/ 1131320 h 1785416"/>
              <a:gd name="connsiteX8" fmla="*/ 2312698 w 3450692"/>
              <a:gd name="connsiteY8" fmla="*/ 1461706 h 1785416"/>
              <a:gd name="connsiteX9" fmla="*/ 1908894 w 3450692"/>
              <a:gd name="connsiteY9" fmla="*/ 1641916 h 1785416"/>
              <a:gd name="connsiteX10" fmla="*/ 1822596 w 3450692"/>
              <a:gd name="connsiteY10" fmla="*/ 1687466 h 1785416"/>
              <a:gd name="connsiteX11" fmla="*/ 1261472 w 3450692"/>
              <a:gd name="connsiteY11" fmla="*/ 1778742 h 1785416"/>
              <a:gd name="connsiteX12" fmla="*/ 957784 w 3450692"/>
              <a:gd name="connsiteY12" fmla="*/ 1785416 h 1785416"/>
              <a:gd name="connsiteX13" fmla="*/ 660771 w 3450692"/>
              <a:gd name="connsiteY13" fmla="*/ 1755381 h 1785416"/>
              <a:gd name="connsiteX14" fmla="*/ 489791 w 3450692"/>
              <a:gd name="connsiteY14" fmla="*/ 1727823 h 1785416"/>
              <a:gd name="connsiteX15" fmla="*/ 323711 w 3450692"/>
              <a:gd name="connsiteY15" fmla="*/ 1678625 h 1785416"/>
              <a:gd name="connsiteX16" fmla="*/ 0 w 3450692"/>
              <a:gd name="connsiteY16" fmla="*/ 1561822 h 1785416"/>
              <a:gd name="connsiteX0" fmla="*/ 0 w 3450692"/>
              <a:gd name="connsiteY0" fmla="*/ 1561822 h 1785416"/>
              <a:gd name="connsiteX1" fmla="*/ 313700 w 3450692"/>
              <a:gd name="connsiteY1" fmla="*/ 1561822 h 1785416"/>
              <a:gd name="connsiteX2" fmla="*/ 2833305 w 3450692"/>
              <a:gd name="connsiteY2" fmla="*/ 0 h 1785416"/>
              <a:gd name="connsiteX3" fmla="*/ 3450692 w 3450692"/>
              <a:gd name="connsiteY3" fmla="*/ 0 h 1785416"/>
              <a:gd name="connsiteX4" fmla="*/ 3403534 w 3450692"/>
              <a:gd name="connsiteY4" fmla="*/ 151209 h 1785416"/>
              <a:gd name="connsiteX5" fmla="*/ 3343186 w 3450692"/>
              <a:gd name="connsiteY5" fmla="*/ 307224 h 1785416"/>
              <a:gd name="connsiteX6" fmla="*/ 3080260 w 3450692"/>
              <a:gd name="connsiteY6" fmla="*/ 760888 h 1785416"/>
              <a:gd name="connsiteX7" fmla="*/ 2746538 w 3450692"/>
              <a:gd name="connsiteY7" fmla="*/ 1131320 h 1785416"/>
              <a:gd name="connsiteX8" fmla="*/ 2312698 w 3450692"/>
              <a:gd name="connsiteY8" fmla="*/ 1461706 h 1785416"/>
              <a:gd name="connsiteX9" fmla="*/ 1908894 w 3450692"/>
              <a:gd name="connsiteY9" fmla="*/ 1641916 h 1785416"/>
              <a:gd name="connsiteX10" fmla="*/ 1822596 w 3450692"/>
              <a:gd name="connsiteY10" fmla="*/ 1687466 h 1785416"/>
              <a:gd name="connsiteX11" fmla="*/ 1261472 w 3450692"/>
              <a:gd name="connsiteY11" fmla="*/ 1778742 h 1785416"/>
              <a:gd name="connsiteX12" fmla="*/ 957784 w 3450692"/>
              <a:gd name="connsiteY12" fmla="*/ 1785416 h 1785416"/>
              <a:gd name="connsiteX13" fmla="*/ 660771 w 3450692"/>
              <a:gd name="connsiteY13" fmla="*/ 1755381 h 1785416"/>
              <a:gd name="connsiteX14" fmla="*/ 323711 w 3450692"/>
              <a:gd name="connsiteY14" fmla="*/ 1678625 h 1785416"/>
              <a:gd name="connsiteX15" fmla="*/ 0 w 3450692"/>
              <a:gd name="connsiteY15" fmla="*/ 1561822 h 1785416"/>
              <a:gd name="connsiteX0" fmla="*/ 0 w 3450692"/>
              <a:gd name="connsiteY0" fmla="*/ 1561822 h 1785416"/>
              <a:gd name="connsiteX1" fmla="*/ 313700 w 3450692"/>
              <a:gd name="connsiteY1" fmla="*/ 1561822 h 1785416"/>
              <a:gd name="connsiteX2" fmla="*/ 2833305 w 3450692"/>
              <a:gd name="connsiteY2" fmla="*/ 0 h 1785416"/>
              <a:gd name="connsiteX3" fmla="*/ 3450692 w 3450692"/>
              <a:gd name="connsiteY3" fmla="*/ 0 h 1785416"/>
              <a:gd name="connsiteX4" fmla="*/ 3403534 w 3450692"/>
              <a:gd name="connsiteY4" fmla="*/ 151209 h 1785416"/>
              <a:gd name="connsiteX5" fmla="*/ 3343186 w 3450692"/>
              <a:gd name="connsiteY5" fmla="*/ 307224 h 1785416"/>
              <a:gd name="connsiteX6" fmla="*/ 3080260 w 3450692"/>
              <a:gd name="connsiteY6" fmla="*/ 760888 h 1785416"/>
              <a:gd name="connsiteX7" fmla="*/ 2746538 w 3450692"/>
              <a:gd name="connsiteY7" fmla="*/ 1131320 h 1785416"/>
              <a:gd name="connsiteX8" fmla="*/ 2312698 w 3450692"/>
              <a:gd name="connsiteY8" fmla="*/ 1461706 h 1785416"/>
              <a:gd name="connsiteX9" fmla="*/ 1908894 w 3450692"/>
              <a:gd name="connsiteY9" fmla="*/ 1641916 h 1785416"/>
              <a:gd name="connsiteX10" fmla="*/ 1822596 w 3450692"/>
              <a:gd name="connsiteY10" fmla="*/ 1687466 h 1785416"/>
              <a:gd name="connsiteX11" fmla="*/ 1261472 w 3450692"/>
              <a:gd name="connsiteY11" fmla="*/ 1778742 h 1785416"/>
              <a:gd name="connsiteX12" fmla="*/ 957784 w 3450692"/>
              <a:gd name="connsiteY12" fmla="*/ 1785416 h 1785416"/>
              <a:gd name="connsiteX13" fmla="*/ 323711 w 3450692"/>
              <a:gd name="connsiteY13" fmla="*/ 1678625 h 1785416"/>
              <a:gd name="connsiteX14" fmla="*/ 0 w 3450692"/>
              <a:gd name="connsiteY14" fmla="*/ 1561822 h 1785416"/>
              <a:gd name="connsiteX0" fmla="*/ 0 w 3450692"/>
              <a:gd name="connsiteY0" fmla="*/ 1561822 h 1778742"/>
              <a:gd name="connsiteX1" fmla="*/ 313700 w 3450692"/>
              <a:gd name="connsiteY1" fmla="*/ 1561822 h 1778742"/>
              <a:gd name="connsiteX2" fmla="*/ 2833305 w 3450692"/>
              <a:gd name="connsiteY2" fmla="*/ 0 h 1778742"/>
              <a:gd name="connsiteX3" fmla="*/ 3450692 w 3450692"/>
              <a:gd name="connsiteY3" fmla="*/ 0 h 1778742"/>
              <a:gd name="connsiteX4" fmla="*/ 3403534 w 3450692"/>
              <a:gd name="connsiteY4" fmla="*/ 151209 h 1778742"/>
              <a:gd name="connsiteX5" fmla="*/ 3343186 w 3450692"/>
              <a:gd name="connsiteY5" fmla="*/ 307224 h 1778742"/>
              <a:gd name="connsiteX6" fmla="*/ 3080260 w 3450692"/>
              <a:gd name="connsiteY6" fmla="*/ 760888 h 1778742"/>
              <a:gd name="connsiteX7" fmla="*/ 2746538 w 3450692"/>
              <a:gd name="connsiteY7" fmla="*/ 1131320 h 1778742"/>
              <a:gd name="connsiteX8" fmla="*/ 2312698 w 3450692"/>
              <a:gd name="connsiteY8" fmla="*/ 1461706 h 1778742"/>
              <a:gd name="connsiteX9" fmla="*/ 1908894 w 3450692"/>
              <a:gd name="connsiteY9" fmla="*/ 1641916 h 1778742"/>
              <a:gd name="connsiteX10" fmla="*/ 1822596 w 3450692"/>
              <a:gd name="connsiteY10" fmla="*/ 1687466 h 1778742"/>
              <a:gd name="connsiteX11" fmla="*/ 1261472 w 3450692"/>
              <a:gd name="connsiteY11" fmla="*/ 1778742 h 1778742"/>
              <a:gd name="connsiteX12" fmla="*/ 323711 w 3450692"/>
              <a:gd name="connsiteY12" fmla="*/ 1678625 h 1778742"/>
              <a:gd name="connsiteX13" fmla="*/ 0 w 3450692"/>
              <a:gd name="connsiteY13" fmla="*/ 1561822 h 1778742"/>
              <a:gd name="connsiteX0" fmla="*/ 0 w 3450692"/>
              <a:gd name="connsiteY0" fmla="*/ 1561822 h 1687466"/>
              <a:gd name="connsiteX1" fmla="*/ 313700 w 3450692"/>
              <a:gd name="connsiteY1" fmla="*/ 1561822 h 1687466"/>
              <a:gd name="connsiteX2" fmla="*/ 2833305 w 3450692"/>
              <a:gd name="connsiteY2" fmla="*/ 0 h 1687466"/>
              <a:gd name="connsiteX3" fmla="*/ 3450692 w 3450692"/>
              <a:gd name="connsiteY3" fmla="*/ 0 h 1687466"/>
              <a:gd name="connsiteX4" fmla="*/ 3403534 w 3450692"/>
              <a:gd name="connsiteY4" fmla="*/ 151209 h 1687466"/>
              <a:gd name="connsiteX5" fmla="*/ 3343186 w 3450692"/>
              <a:gd name="connsiteY5" fmla="*/ 307224 h 1687466"/>
              <a:gd name="connsiteX6" fmla="*/ 3080260 w 3450692"/>
              <a:gd name="connsiteY6" fmla="*/ 760888 h 1687466"/>
              <a:gd name="connsiteX7" fmla="*/ 2746538 w 3450692"/>
              <a:gd name="connsiteY7" fmla="*/ 1131320 h 1687466"/>
              <a:gd name="connsiteX8" fmla="*/ 2312698 w 3450692"/>
              <a:gd name="connsiteY8" fmla="*/ 1461706 h 1687466"/>
              <a:gd name="connsiteX9" fmla="*/ 1908894 w 3450692"/>
              <a:gd name="connsiteY9" fmla="*/ 1641916 h 1687466"/>
              <a:gd name="connsiteX10" fmla="*/ 1822596 w 3450692"/>
              <a:gd name="connsiteY10" fmla="*/ 1687466 h 1687466"/>
              <a:gd name="connsiteX11" fmla="*/ 323711 w 3450692"/>
              <a:gd name="connsiteY11" fmla="*/ 1678625 h 1687466"/>
              <a:gd name="connsiteX12" fmla="*/ 0 w 3450692"/>
              <a:gd name="connsiteY12" fmla="*/ 1561822 h 1687466"/>
              <a:gd name="connsiteX0" fmla="*/ 0 w 3450692"/>
              <a:gd name="connsiteY0" fmla="*/ 1561822 h 1681439"/>
              <a:gd name="connsiteX1" fmla="*/ 313700 w 3450692"/>
              <a:gd name="connsiteY1" fmla="*/ 1561822 h 1681439"/>
              <a:gd name="connsiteX2" fmla="*/ 2833305 w 3450692"/>
              <a:gd name="connsiteY2" fmla="*/ 0 h 1681439"/>
              <a:gd name="connsiteX3" fmla="*/ 3450692 w 3450692"/>
              <a:gd name="connsiteY3" fmla="*/ 0 h 1681439"/>
              <a:gd name="connsiteX4" fmla="*/ 3403534 w 3450692"/>
              <a:gd name="connsiteY4" fmla="*/ 151209 h 1681439"/>
              <a:gd name="connsiteX5" fmla="*/ 3343186 w 3450692"/>
              <a:gd name="connsiteY5" fmla="*/ 307224 h 1681439"/>
              <a:gd name="connsiteX6" fmla="*/ 3080260 w 3450692"/>
              <a:gd name="connsiteY6" fmla="*/ 760888 h 1681439"/>
              <a:gd name="connsiteX7" fmla="*/ 2746538 w 3450692"/>
              <a:gd name="connsiteY7" fmla="*/ 1131320 h 1681439"/>
              <a:gd name="connsiteX8" fmla="*/ 2312698 w 3450692"/>
              <a:gd name="connsiteY8" fmla="*/ 1461706 h 1681439"/>
              <a:gd name="connsiteX9" fmla="*/ 1908894 w 3450692"/>
              <a:gd name="connsiteY9" fmla="*/ 1641916 h 1681439"/>
              <a:gd name="connsiteX10" fmla="*/ 1810542 w 3450692"/>
              <a:gd name="connsiteY10" fmla="*/ 1681439 h 1681439"/>
              <a:gd name="connsiteX11" fmla="*/ 323711 w 3450692"/>
              <a:gd name="connsiteY11" fmla="*/ 1678625 h 1681439"/>
              <a:gd name="connsiteX12" fmla="*/ 0 w 3450692"/>
              <a:gd name="connsiteY12" fmla="*/ 1561822 h 1681439"/>
              <a:gd name="connsiteX0" fmla="*/ 0 w 3450692"/>
              <a:gd name="connsiteY0" fmla="*/ 1561822 h 1681439"/>
              <a:gd name="connsiteX1" fmla="*/ 313700 w 3450692"/>
              <a:gd name="connsiteY1" fmla="*/ 1561822 h 1681439"/>
              <a:gd name="connsiteX2" fmla="*/ 2833305 w 3450692"/>
              <a:gd name="connsiteY2" fmla="*/ 0 h 1681439"/>
              <a:gd name="connsiteX3" fmla="*/ 3450692 w 3450692"/>
              <a:gd name="connsiteY3" fmla="*/ 0 h 1681439"/>
              <a:gd name="connsiteX4" fmla="*/ 3403534 w 3450692"/>
              <a:gd name="connsiteY4" fmla="*/ 151209 h 1681439"/>
              <a:gd name="connsiteX5" fmla="*/ 3343186 w 3450692"/>
              <a:gd name="connsiteY5" fmla="*/ 307224 h 1681439"/>
              <a:gd name="connsiteX6" fmla="*/ 3080260 w 3450692"/>
              <a:gd name="connsiteY6" fmla="*/ 760888 h 1681439"/>
              <a:gd name="connsiteX7" fmla="*/ 2746538 w 3450692"/>
              <a:gd name="connsiteY7" fmla="*/ 1131320 h 1681439"/>
              <a:gd name="connsiteX8" fmla="*/ 2520904 w 3450692"/>
              <a:gd name="connsiteY8" fmla="*/ 1318968 h 1681439"/>
              <a:gd name="connsiteX9" fmla="*/ 2312698 w 3450692"/>
              <a:gd name="connsiteY9" fmla="*/ 1461706 h 1681439"/>
              <a:gd name="connsiteX10" fmla="*/ 1908894 w 3450692"/>
              <a:gd name="connsiteY10" fmla="*/ 1641916 h 1681439"/>
              <a:gd name="connsiteX11" fmla="*/ 1810542 w 3450692"/>
              <a:gd name="connsiteY11" fmla="*/ 1681439 h 1681439"/>
              <a:gd name="connsiteX12" fmla="*/ 323711 w 3450692"/>
              <a:gd name="connsiteY12" fmla="*/ 1678625 h 1681439"/>
              <a:gd name="connsiteX13" fmla="*/ 0 w 3450692"/>
              <a:gd name="connsiteY13" fmla="*/ 1561822 h 1681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450692" h="1681439">
                <a:moveTo>
                  <a:pt x="0" y="1561822"/>
                </a:moveTo>
                <a:lnTo>
                  <a:pt x="313700" y="1561822"/>
                </a:lnTo>
                <a:lnTo>
                  <a:pt x="2833305" y="0"/>
                </a:lnTo>
                <a:lnTo>
                  <a:pt x="3450692" y="0"/>
                </a:lnTo>
                <a:cubicBezTo>
                  <a:pt x="3431949" y="50403"/>
                  <a:pt x="3422277" y="100806"/>
                  <a:pt x="3403534" y="151209"/>
                </a:cubicBezTo>
                <a:lnTo>
                  <a:pt x="3343186" y="307224"/>
                </a:lnTo>
                <a:lnTo>
                  <a:pt x="3080260" y="760888"/>
                </a:lnTo>
                <a:lnTo>
                  <a:pt x="2746538" y="1131320"/>
                </a:lnTo>
                <a:cubicBezTo>
                  <a:pt x="2674139" y="1184025"/>
                  <a:pt x="2593303" y="1266263"/>
                  <a:pt x="2520904" y="1318968"/>
                </a:cubicBezTo>
                <a:lnTo>
                  <a:pt x="2312698" y="1461706"/>
                </a:lnTo>
                <a:lnTo>
                  <a:pt x="1908894" y="1641916"/>
                </a:lnTo>
                <a:lnTo>
                  <a:pt x="1810542" y="1681439"/>
                </a:lnTo>
                <a:lnTo>
                  <a:pt x="323711" y="1678625"/>
                </a:lnTo>
                <a:lnTo>
                  <a:pt x="0" y="1561822"/>
                </a:lnTo>
                <a:close/>
              </a:path>
            </a:pathLst>
          </a:custGeom>
          <a:solidFill>
            <a:srgbClr val="FFC000"/>
          </a:solidFill>
          <a:ln w="12700" cap="flat" cmpd="sng" algn="ctr">
            <a:no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35" name="任意多边形 34"/>
          <p:cNvSpPr/>
          <p:nvPr/>
        </p:nvSpPr>
        <p:spPr bwMode="auto">
          <a:xfrm>
            <a:off x="7633265" y="4031621"/>
            <a:ext cx="290361" cy="1193478"/>
          </a:xfrm>
          <a:custGeom>
            <a:avLst/>
            <a:gdLst>
              <a:gd name="connsiteX0" fmla="*/ 0 w 313699"/>
              <a:gd name="connsiteY0" fmla="*/ 1321541 h 1321541"/>
              <a:gd name="connsiteX1" fmla="*/ 0 w 313699"/>
              <a:gd name="connsiteY1" fmla="*/ 180210 h 1321541"/>
              <a:gd name="connsiteX2" fmla="*/ 313699 w 313699"/>
              <a:gd name="connsiteY2" fmla="*/ 0 h 1321541"/>
              <a:gd name="connsiteX3" fmla="*/ 313699 w 313699"/>
              <a:gd name="connsiteY3" fmla="*/ 1124645 h 1321541"/>
              <a:gd name="connsiteX4" fmla="*/ 170198 w 313699"/>
              <a:gd name="connsiteY4" fmla="*/ 1224762 h 1321541"/>
              <a:gd name="connsiteX5" fmla="*/ 0 w 313699"/>
              <a:gd name="connsiteY5" fmla="*/ 1321541 h 1321541"/>
              <a:gd name="connsiteX0" fmla="*/ 7819 w 321518"/>
              <a:gd name="connsiteY0" fmla="*/ 1321541 h 1321541"/>
              <a:gd name="connsiteX1" fmla="*/ 0 w 321518"/>
              <a:gd name="connsiteY1" fmla="*/ 191939 h 1321541"/>
              <a:gd name="connsiteX2" fmla="*/ 321518 w 321518"/>
              <a:gd name="connsiteY2" fmla="*/ 0 h 1321541"/>
              <a:gd name="connsiteX3" fmla="*/ 321518 w 321518"/>
              <a:gd name="connsiteY3" fmla="*/ 1124645 h 1321541"/>
              <a:gd name="connsiteX4" fmla="*/ 178017 w 321518"/>
              <a:gd name="connsiteY4" fmla="*/ 1224762 h 1321541"/>
              <a:gd name="connsiteX5" fmla="*/ 7819 w 321518"/>
              <a:gd name="connsiteY5" fmla="*/ 1321541 h 1321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1518" h="1321541">
                <a:moveTo>
                  <a:pt x="7819" y="1321541"/>
                </a:moveTo>
                <a:cubicBezTo>
                  <a:pt x="5213" y="945007"/>
                  <a:pt x="2606" y="568473"/>
                  <a:pt x="0" y="191939"/>
                </a:cubicBezTo>
                <a:lnTo>
                  <a:pt x="321518" y="0"/>
                </a:lnTo>
                <a:lnTo>
                  <a:pt x="321518" y="1124645"/>
                </a:lnTo>
                <a:lnTo>
                  <a:pt x="178017" y="1224762"/>
                </a:lnTo>
                <a:lnTo>
                  <a:pt x="7819" y="1321541"/>
                </a:lnTo>
                <a:close/>
              </a:path>
            </a:pathLst>
          </a:custGeom>
          <a:solidFill>
            <a:srgbClr val="CCECFF"/>
          </a:solidFill>
          <a:ln w="12700" cap="flat" cmpd="sng" algn="ctr">
            <a:no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cxnSp>
        <p:nvCxnSpPr>
          <p:cNvPr id="36" name="直接连接符 35"/>
          <p:cNvCxnSpPr/>
          <p:nvPr/>
        </p:nvCxnSpPr>
        <p:spPr bwMode="auto">
          <a:xfrm>
            <a:off x="6513236" y="4893060"/>
            <a:ext cx="0" cy="473597"/>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7" name="直接连接符 36"/>
          <p:cNvCxnSpPr/>
          <p:nvPr/>
        </p:nvCxnSpPr>
        <p:spPr bwMode="auto">
          <a:xfrm>
            <a:off x="6232238" y="5064849"/>
            <a:ext cx="0" cy="307251"/>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5" name="直接连接符 44"/>
          <p:cNvCxnSpPr/>
          <p:nvPr/>
        </p:nvCxnSpPr>
        <p:spPr bwMode="auto">
          <a:xfrm>
            <a:off x="5936171" y="5245844"/>
            <a:ext cx="0" cy="111512"/>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6" name="直接连接符 45"/>
          <p:cNvCxnSpPr/>
          <p:nvPr/>
        </p:nvCxnSpPr>
        <p:spPr bwMode="auto">
          <a:xfrm>
            <a:off x="6794234" y="4724286"/>
            <a:ext cx="0" cy="636928"/>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7" name="直接连接符 46"/>
          <p:cNvCxnSpPr/>
          <p:nvPr/>
        </p:nvCxnSpPr>
        <p:spPr bwMode="auto">
          <a:xfrm>
            <a:off x="7075233" y="4549484"/>
            <a:ext cx="0" cy="811730"/>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8" name="直接连接符 47"/>
          <p:cNvCxnSpPr/>
          <p:nvPr/>
        </p:nvCxnSpPr>
        <p:spPr bwMode="auto">
          <a:xfrm>
            <a:off x="7356231" y="4371374"/>
            <a:ext cx="0" cy="974832"/>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9" name="直接连接符 48"/>
          <p:cNvCxnSpPr/>
          <p:nvPr/>
        </p:nvCxnSpPr>
        <p:spPr bwMode="auto">
          <a:xfrm>
            <a:off x="7637229" y="4202893"/>
            <a:ext cx="0" cy="1018234"/>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1" name="直接连接符 50"/>
          <p:cNvCxnSpPr/>
          <p:nvPr/>
        </p:nvCxnSpPr>
        <p:spPr bwMode="auto">
          <a:xfrm>
            <a:off x="8198165" y="3854768"/>
            <a:ext cx="1061" cy="952877"/>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2" name="直接连接符 51"/>
          <p:cNvCxnSpPr/>
          <p:nvPr/>
        </p:nvCxnSpPr>
        <p:spPr bwMode="auto">
          <a:xfrm>
            <a:off x="8480224" y="3847260"/>
            <a:ext cx="0" cy="615018"/>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5" name="直接连接符 64"/>
          <p:cNvCxnSpPr/>
          <p:nvPr/>
        </p:nvCxnSpPr>
        <p:spPr bwMode="auto">
          <a:xfrm>
            <a:off x="7628489" y="3782812"/>
            <a:ext cx="0" cy="196845"/>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6" name="直接连接符 65"/>
          <p:cNvCxnSpPr/>
          <p:nvPr/>
        </p:nvCxnSpPr>
        <p:spPr bwMode="auto">
          <a:xfrm>
            <a:off x="7911029" y="3784784"/>
            <a:ext cx="0" cy="196845"/>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7" name="直接箭头连接符 66"/>
          <p:cNvCxnSpPr/>
          <p:nvPr/>
        </p:nvCxnSpPr>
        <p:spPr bwMode="auto">
          <a:xfrm>
            <a:off x="7622244" y="3874031"/>
            <a:ext cx="284357" cy="0"/>
          </a:xfrm>
          <a:prstGeom prst="straightConnector1">
            <a:avLst/>
          </a:prstGeom>
          <a:noFill/>
          <a:ln w="12700" cap="flat" cmpd="sng" algn="ctr">
            <a:solidFill>
              <a:schemeClr val="tx1"/>
            </a:solidFill>
            <a:prstDash val="solid"/>
            <a:round/>
            <a:headEnd type="triangl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8" name="Text Box 2450"/>
          <p:cNvSpPr txBox="1">
            <a:spLocks noChangeArrowheads="1"/>
          </p:cNvSpPr>
          <p:nvPr/>
        </p:nvSpPr>
        <p:spPr bwMode="auto">
          <a:xfrm>
            <a:off x="7526339" y="3450984"/>
            <a:ext cx="484428" cy="3845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800" b="1" i="1" dirty="0">
                <a:solidFill>
                  <a:srgbClr val="C00000"/>
                </a:solidFill>
                <a:sym typeface="Symbol" panose="05050102010706020507" pitchFamily="18" charset="2"/>
              </a:rPr>
              <a:t></a:t>
            </a:r>
            <a:r>
              <a:rPr kumimoji="1" lang="en-US" altLang="zh-CN" sz="1800" b="1" i="1" dirty="0" smtClean="0">
                <a:solidFill>
                  <a:srgbClr val="C00000"/>
                </a:solidFill>
              </a:rPr>
              <a:t>x</a:t>
            </a:r>
            <a:r>
              <a:rPr kumimoji="1" lang="en-US" altLang="zh-CN" sz="1800" b="1" baseline="-25000" dirty="0" smtClean="0">
                <a:solidFill>
                  <a:srgbClr val="C00000"/>
                </a:solidFill>
              </a:rPr>
              <a:t>i</a:t>
            </a:r>
            <a:endParaRPr kumimoji="1" lang="en-US" altLang="zh-CN" sz="1800" b="1" baseline="-25000" dirty="0">
              <a:solidFill>
                <a:srgbClr val="C00000"/>
              </a:solidFill>
            </a:endParaRPr>
          </a:p>
        </p:txBody>
      </p:sp>
      <p:sp>
        <p:nvSpPr>
          <p:cNvPr id="71" name="Text Box 135"/>
          <p:cNvSpPr txBox="1">
            <a:spLocks noChangeArrowheads="1"/>
          </p:cNvSpPr>
          <p:nvPr/>
        </p:nvSpPr>
        <p:spPr bwMode="auto">
          <a:xfrm>
            <a:off x="7639917" y="4277811"/>
            <a:ext cx="284426" cy="3480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1800" b="1" i="1" dirty="0">
                <a:solidFill>
                  <a:srgbClr val="C00000"/>
                </a:solidFill>
                <a:latin typeface="Times New Roman" panose="02020603050405020304" pitchFamily="18" charset="0"/>
              </a:rPr>
              <a:t>i</a:t>
            </a:r>
          </a:p>
        </p:txBody>
      </p:sp>
      <p:sp>
        <p:nvSpPr>
          <p:cNvPr id="95" name="Text Box 46"/>
          <p:cNvSpPr txBox="1">
            <a:spLocks noChangeArrowheads="1"/>
          </p:cNvSpPr>
          <p:nvPr/>
        </p:nvSpPr>
        <p:spPr bwMode="auto">
          <a:xfrm>
            <a:off x="596815" y="2229739"/>
            <a:ext cx="1821794" cy="506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442913" indent="-358775" eaLnBrk="1" hangingPunct="1">
              <a:lnSpc>
                <a:spcPct val="125000"/>
              </a:lnSpc>
              <a:spcBef>
                <a:spcPct val="0"/>
              </a:spcBef>
              <a:spcAft>
                <a:spcPct val="0"/>
              </a:spcAft>
              <a:buSzPct val="100000"/>
              <a:buFont typeface="Wingdings" panose="05000000000000000000" pitchFamily="2" charset="2"/>
              <a:buChar char="Ø"/>
            </a:pPr>
            <a:r>
              <a:rPr lang="zh-CN" altLang="en-US" sz="2400" b="1" dirty="0" smtClean="0">
                <a:solidFill>
                  <a:srgbClr val="C00000"/>
                </a:solidFill>
                <a:latin typeface="黑体" panose="02010609060101010101" pitchFamily="49" charset="-122"/>
                <a:ea typeface="黑体" panose="02010609060101010101" pitchFamily="49" charset="-122"/>
              </a:rPr>
              <a:t>未知数</a:t>
            </a:r>
            <a:endParaRPr lang="zh-CN" altLang="en-US" sz="2400" b="1" dirty="0">
              <a:solidFill>
                <a:srgbClr val="C00000"/>
              </a:solidFill>
              <a:ea typeface="幼圆" panose="02010509060101010101" pitchFamily="49" charset="-122"/>
              <a:cs typeface="Times New Roman" panose="02020603050405020304" pitchFamily="18" charset="0"/>
            </a:endParaRPr>
          </a:p>
        </p:txBody>
      </p:sp>
      <p:sp>
        <p:nvSpPr>
          <p:cNvPr id="129" name="Text Box 46"/>
          <p:cNvSpPr txBox="1">
            <a:spLocks noChangeArrowheads="1"/>
          </p:cNvSpPr>
          <p:nvPr/>
        </p:nvSpPr>
        <p:spPr bwMode="auto">
          <a:xfrm>
            <a:off x="586254" y="3924844"/>
            <a:ext cx="2736367"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442913" indent="-358775" eaLnBrk="1" hangingPunct="1">
              <a:lnSpc>
                <a:spcPct val="125000"/>
              </a:lnSpc>
              <a:spcBef>
                <a:spcPct val="0"/>
              </a:spcBef>
              <a:spcAft>
                <a:spcPct val="0"/>
              </a:spcAft>
              <a:buSzPct val="100000"/>
              <a:buFont typeface="Wingdings" panose="05000000000000000000" pitchFamily="2" charset="2"/>
              <a:buChar char="Ø"/>
            </a:pPr>
            <a:r>
              <a:rPr lang="zh-CN" altLang="en-US" sz="2400" b="1" dirty="0" smtClean="0">
                <a:solidFill>
                  <a:srgbClr val="C00000"/>
                </a:solidFill>
                <a:latin typeface="黑体" panose="02010609060101010101" pitchFamily="49" charset="-122"/>
                <a:ea typeface="黑体" panose="02010609060101010101" pitchFamily="49" charset="-122"/>
              </a:rPr>
              <a:t>可利用的方程</a:t>
            </a:r>
            <a:endParaRPr lang="zh-CN" altLang="en-US" sz="2400" b="1" dirty="0">
              <a:solidFill>
                <a:srgbClr val="C00000"/>
              </a:solidFill>
              <a:ea typeface="幼圆" panose="02010509060101010101" pitchFamily="49" charset="-122"/>
              <a:cs typeface="Times New Roman" panose="02020603050405020304" pitchFamily="18" charset="0"/>
            </a:endParaRPr>
          </a:p>
        </p:txBody>
      </p:sp>
      <p:grpSp>
        <p:nvGrpSpPr>
          <p:cNvPr id="9" name="组合 8"/>
          <p:cNvGrpSpPr/>
          <p:nvPr/>
        </p:nvGrpSpPr>
        <p:grpSpPr>
          <a:xfrm>
            <a:off x="957287" y="4470963"/>
            <a:ext cx="4176842" cy="714263"/>
            <a:chOff x="957287" y="4470963"/>
            <a:chExt cx="4176842" cy="714263"/>
          </a:xfrm>
        </p:grpSpPr>
        <p:sp>
          <p:nvSpPr>
            <p:cNvPr id="130" name="Text Box 110"/>
            <p:cNvSpPr txBox="1">
              <a:spLocks noChangeArrowheads="1"/>
            </p:cNvSpPr>
            <p:nvPr/>
          </p:nvSpPr>
          <p:spPr bwMode="auto">
            <a:xfrm>
              <a:off x="958166" y="4470963"/>
              <a:ext cx="3631941" cy="3539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marL="182563" lvl="2" indent="-182563" defTabSz="739775">
                <a:buClr>
                  <a:srgbClr val="C00000"/>
                </a:buClr>
                <a:buSzPct val="130000"/>
                <a:buFont typeface="Arial" panose="020B0604020202020204" pitchFamily="34" charset="0"/>
                <a:buChar char="•"/>
              </a:pPr>
              <a:r>
                <a:rPr lang="zh-CN" altLang="en-US" sz="20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土条力和力矩平衡：      </a:t>
              </a:r>
              <a:r>
                <a:rPr lang="en-US" altLang="zh-CN" sz="20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3n</a:t>
              </a:r>
              <a:r>
                <a:rPr lang="zh-CN" altLang="en-US" sz="20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个 </a:t>
              </a:r>
              <a:endParaRPr lang="en-US" altLang="zh-CN"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p:txBody>
        </p:sp>
        <p:sp>
          <p:nvSpPr>
            <p:cNvPr id="132" name="AutoShape 113"/>
            <p:cNvSpPr>
              <a:spLocks/>
            </p:cNvSpPr>
            <p:nvPr/>
          </p:nvSpPr>
          <p:spPr bwMode="auto">
            <a:xfrm>
              <a:off x="4466074" y="4582447"/>
              <a:ext cx="61719" cy="538196"/>
            </a:xfrm>
            <a:prstGeom prst="rightBrace">
              <a:avLst>
                <a:gd name="adj1" fmla="val 116667"/>
                <a:gd name="adj2" fmla="val 50000"/>
              </a:avLst>
            </a:prstGeom>
            <a:noFill/>
            <a:ln w="34925">
              <a:solidFill>
                <a:srgbClr val="CC33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r">
                <a:spcBef>
                  <a:spcPct val="20000"/>
                </a:spcBef>
              </a:pPr>
              <a:endParaRPr lang="zh-CN" altLang="en-US" sz="2000" b="1">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p:txBody>
        </p:sp>
        <p:sp>
          <p:nvSpPr>
            <p:cNvPr id="133" name="Rectangle 115"/>
            <p:cNvSpPr>
              <a:spLocks noChangeArrowheads="1"/>
            </p:cNvSpPr>
            <p:nvPr/>
          </p:nvSpPr>
          <p:spPr bwMode="auto">
            <a:xfrm>
              <a:off x="4678555" y="4638784"/>
              <a:ext cx="455574" cy="417871"/>
            </a:xfrm>
            <a:prstGeom prst="rect">
              <a:avLst/>
            </a:prstGeom>
            <a:solidFill>
              <a:srgbClr val="0000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spcBef>
                  <a:spcPct val="20000"/>
                </a:spcBef>
              </a:pPr>
              <a:r>
                <a:rPr lang="en-US" altLang="zh-CN" sz="2000" b="1" dirty="0" smtClean="0">
                  <a:solidFill>
                    <a:schemeClr val="bg1"/>
                  </a:solidFill>
                  <a:latin typeface="Times New Roman" panose="02020603050405020304" pitchFamily="18" charset="0"/>
                  <a:ea typeface="幼圆" panose="02010509060101010101" pitchFamily="49" charset="-122"/>
                  <a:cs typeface="Times New Roman" panose="02020603050405020304" pitchFamily="18" charset="0"/>
                </a:rPr>
                <a:t>4n</a:t>
              </a:r>
              <a:endParaRPr lang="en-US" altLang="zh-CN" sz="2000" b="1" dirty="0">
                <a:solidFill>
                  <a:schemeClr val="bg1"/>
                </a:solidFill>
                <a:latin typeface="Times New Roman" panose="02020603050405020304" pitchFamily="18" charset="0"/>
                <a:ea typeface="幼圆" panose="02010509060101010101" pitchFamily="49" charset="-122"/>
                <a:cs typeface="Times New Roman" panose="02020603050405020304" pitchFamily="18" charset="0"/>
              </a:endParaRPr>
            </a:p>
          </p:txBody>
        </p:sp>
        <p:sp>
          <p:nvSpPr>
            <p:cNvPr id="134" name="Text Box 110"/>
            <p:cNvSpPr txBox="1">
              <a:spLocks noChangeArrowheads="1"/>
            </p:cNvSpPr>
            <p:nvPr/>
          </p:nvSpPr>
          <p:spPr bwMode="auto">
            <a:xfrm>
              <a:off x="957287" y="4831283"/>
              <a:ext cx="3542286" cy="3539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marL="182563" indent="-182563" defTabSz="739775" eaLnBrk="1" hangingPunct="1">
                <a:buClr>
                  <a:srgbClr val="C00000"/>
                </a:buClr>
                <a:buSzPct val="130000"/>
                <a:buFont typeface="Arial" panose="020B0604020202020204" pitchFamily="34" charset="0"/>
                <a:buChar char="•"/>
                <a:tabLst>
                  <a:tab pos="3411538" algn="l"/>
                </a:tabLst>
              </a:pPr>
              <a:r>
                <a:rPr lang="zh-CN" altLang="en-US"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滑动面上极限平衡条件  </a:t>
              </a:r>
              <a:r>
                <a:rPr lang="zh-CN" altLang="en-US" sz="20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 </a:t>
              </a:r>
              <a:r>
                <a:rPr lang="en-US" altLang="zh-CN" sz="20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n</a:t>
              </a:r>
              <a:r>
                <a:rPr lang="zh-CN" altLang="en-US" sz="20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个</a:t>
              </a:r>
              <a:endParaRPr lang="en-US" altLang="zh-CN"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p:txBody>
        </p:sp>
      </p:grpSp>
      <p:grpSp>
        <p:nvGrpSpPr>
          <p:cNvPr id="2" name="组合 1"/>
          <p:cNvGrpSpPr/>
          <p:nvPr/>
        </p:nvGrpSpPr>
        <p:grpSpPr>
          <a:xfrm>
            <a:off x="6629074" y="751436"/>
            <a:ext cx="2265854" cy="2491403"/>
            <a:chOff x="6526028" y="3596429"/>
            <a:chExt cx="2265854" cy="2491403"/>
          </a:xfrm>
        </p:grpSpPr>
        <p:sp>
          <p:nvSpPr>
            <p:cNvPr id="104" name="Freeform 8"/>
            <p:cNvSpPr>
              <a:spLocks/>
            </p:cNvSpPr>
            <p:nvPr/>
          </p:nvSpPr>
          <p:spPr bwMode="auto">
            <a:xfrm>
              <a:off x="7271929" y="3596429"/>
              <a:ext cx="629123" cy="1975352"/>
            </a:xfrm>
            <a:custGeom>
              <a:avLst/>
              <a:gdLst>
                <a:gd name="T0" fmla="*/ 0 w 327"/>
                <a:gd name="T1" fmla="*/ 300423 h 991"/>
                <a:gd name="T2" fmla="*/ 0 w 327"/>
                <a:gd name="T3" fmla="*/ 1636251 h 991"/>
                <a:gd name="T4" fmla="*/ 516939 w 327"/>
                <a:gd name="T5" fmla="*/ 1327711 h 991"/>
                <a:gd name="T6" fmla="*/ 516939 w 327"/>
                <a:gd name="T7" fmla="*/ 0 h 991"/>
                <a:gd name="T8" fmla="*/ 0 w 327"/>
                <a:gd name="T9" fmla="*/ 300423 h 99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7" h="991">
                  <a:moveTo>
                    <a:pt x="0" y="182"/>
                  </a:moveTo>
                  <a:lnTo>
                    <a:pt x="0" y="991"/>
                  </a:lnTo>
                  <a:lnTo>
                    <a:pt x="327" y="804"/>
                  </a:lnTo>
                  <a:lnTo>
                    <a:pt x="327" y="0"/>
                  </a:lnTo>
                  <a:lnTo>
                    <a:pt x="0" y="182"/>
                  </a:lnTo>
                  <a:close/>
                </a:path>
              </a:pathLst>
            </a:custGeom>
            <a:solidFill>
              <a:srgbClr val="CCECFF">
                <a:alpha val="50195"/>
              </a:srgbClr>
            </a:solidFill>
            <a:ln w="28575" cap="flat" cmpd="sng">
              <a:solidFill>
                <a:srgbClr val="000066"/>
              </a:solidFill>
              <a:prstDash val="solid"/>
              <a:round/>
              <a:headEnd/>
              <a:tailEnd/>
            </a:ln>
            <a:effectLst/>
            <a:extLst/>
          </p:spPr>
          <p:txBody>
            <a:bodyPr/>
            <a:lstStyle/>
            <a:p>
              <a:endParaRPr lang="zh-CN" altLang="en-US" sz="1800">
                <a:cs typeface="Times New Roman" panose="02020603050405020304" pitchFamily="18" charset="0"/>
              </a:endParaRPr>
            </a:p>
          </p:txBody>
        </p:sp>
        <p:cxnSp>
          <p:nvCxnSpPr>
            <p:cNvPr id="3" name="直接连接符 2"/>
            <p:cNvCxnSpPr/>
            <p:nvPr/>
          </p:nvCxnSpPr>
          <p:spPr bwMode="auto">
            <a:xfrm flipV="1">
              <a:off x="7593642" y="3723728"/>
              <a:ext cx="0" cy="2196294"/>
            </a:xfrm>
            <a:prstGeom prst="line">
              <a:avLst/>
            </a:prstGeom>
            <a:noFill/>
            <a:ln w="9525" cap="flat" cmpd="sng" algn="ctr">
              <a:solidFill>
                <a:schemeClr val="tx1"/>
              </a:solidFill>
              <a:prstDash val="lgDashDot"/>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5" name="Line 9"/>
            <p:cNvSpPr>
              <a:spLocks noChangeShapeType="1"/>
            </p:cNvSpPr>
            <p:nvPr/>
          </p:nvSpPr>
          <p:spPr bwMode="auto">
            <a:xfrm>
              <a:off x="7586608" y="4449564"/>
              <a:ext cx="0" cy="496098"/>
            </a:xfrm>
            <a:prstGeom prst="line">
              <a:avLst/>
            </a:prstGeom>
            <a:noFill/>
            <a:ln w="28575">
              <a:solidFill>
                <a:srgbClr val="C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00">
                <a:cs typeface="Times New Roman" panose="02020603050405020304" pitchFamily="18" charset="0"/>
              </a:endParaRPr>
            </a:p>
          </p:txBody>
        </p:sp>
        <p:sp>
          <p:nvSpPr>
            <p:cNvPr id="106" name="Text Box 10"/>
            <p:cNvSpPr txBox="1">
              <a:spLocks noChangeArrowheads="1"/>
            </p:cNvSpPr>
            <p:nvPr/>
          </p:nvSpPr>
          <p:spPr bwMode="auto">
            <a:xfrm>
              <a:off x="7517558" y="4241157"/>
              <a:ext cx="454706" cy="385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800">
                  <a:solidFill>
                    <a:schemeClr val="tx1"/>
                  </a:solidFill>
                  <a:latin typeface="Times New Roman" pitchFamily="18" charset="0"/>
                  <a:ea typeface="宋体" charset="-122"/>
                </a:defRPr>
              </a:lvl1pPr>
              <a:lvl2pPr marL="742950" indent="-285750" eaLnBrk="0" hangingPunct="0">
                <a:defRPr kumimoji="1" sz="2800">
                  <a:solidFill>
                    <a:schemeClr val="tx1"/>
                  </a:solidFill>
                  <a:latin typeface="Times New Roman" pitchFamily="18" charset="0"/>
                  <a:ea typeface="宋体" charset="-122"/>
                </a:defRPr>
              </a:lvl2pPr>
              <a:lvl3pPr marL="1143000" indent="-228600" eaLnBrk="0" hangingPunct="0">
                <a:defRPr kumimoji="1" sz="2800">
                  <a:solidFill>
                    <a:schemeClr val="tx1"/>
                  </a:solidFill>
                  <a:latin typeface="Times New Roman" pitchFamily="18" charset="0"/>
                  <a:ea typeface="宋体" charset="-122"/>
                </a:defRPr>
              </a:lvl3pPr>
              <a:lvl4pPr marL="1600200" indent="-228600" eaLnBrk="0" hangingPunct="0">
                <a:defRPr kumimoji="1" sz="2800">
                  <a:solidFill>
                    <a:schemeClr val="tx1"/>
                  </a:solidFill>
                  <a:latin typeface="Times New Roman" pitchFamily="18" charset="0"/>
                  <a:ea typeface="宋体" charset="-122"/>
                </a:defRPr>
              </a:lvl4pPr>
              <a:lvl5pPr marL="2057400" indent="-228600" eaLnBrk="0" hangingPunct="0">
                <a:defRPr kumimoji="1" sz="2800">
                  <a:solidFill>
                    <a:schemeClr val="tx1"/>
                  </a:solidFill>
                  <a:latin typeface="Times New Roman" pitchFamily="18" charset="0"/>
                  <a:ea typeface="宋体" charset="-122"/>
                </a:defRPr>
              </a:lvl5pPr>
              <a:lvl6pPr marL="2514600" indent="-228600" eaLnBrk="0" fontAlgn="base" hangingPunct="0">
                <a:spcBef>
                  <a:spcPct val="50000"/>
                </a:spcBef>
                <a:spcAft>
                  <a:spcPct val="0"/>
                </a:spcAft>
                <a:defRPr kumimoji="1" sz="2800">
                  <a:solidFill>
                    <a:schemeClr val="tx1"/>
                  </a:solidFill>
                  <a:latin typeface="Times New Roman" pitchFamily="18" charset="0"/>
                  <a:ea typeface="宋体" charset="-122"/>
                </a:defRPr>
              </a:lvl6pPr>
              <a:lvl7pPr marL="2971800" indent="-228600" eaLnBrk="0" fontAlgn="base" hangingPunct="0">
                <a:spcBef>
                  <a:spcPct val="50000"/>
                </a:spcBef>
                <a:spcAft>
                  <a:spcPct val="0"/>
                </a:spcAft>
                <a:defRPr kumimoji="1" sz="2800">
                  <a:solidFill>
                    <a:schemeClr val="tx1"/>
                  </a:solidFill>
                  <a:latin typeface="Times New Roman" pitchFamily="18" charset="0"/>
                  <a:ea typeface="宋体" charset="-122"/>
                </a:defRPr>
              </a:lvl7pPr>
              <a:lvl8pPr marL="3429000" indent="-228600" eaLnBrk="0" fontAlgn="base" hangingPunct="0">
                <a:spcBef>
                  <a:spcPct val="50000"/>
                </a:spcBef>
                <a:spcAft>
                  <a:spcPct val="0"/>
                </a:spcAft>
                <a:defRPr kumimoji="1" sz="2800">
                  <a:solidFill>
                    <a:schemeClr val="tx1"/>
                  </a:solidFill>
                  <a:latin typeface="Times New Roman" pitchFamily="18" charset="0"/>
                  <a:ea typeface="宋体" charset="-122"/>
                </a:defRPr>
              </a:lvl8pPr>
              <a:lvl9pPr marL="3886200" indent="-228600" eaLnBrk="0" fontAlgn="base" hangingPunct="0">
                <a:spcBef>
                  <a:spcPct val="50000"/>
                </a:spcBef>
                <a:spcAft>
                  <a:spcPct val="0"/>
                </a:spcAft>
                <a:defRPr kumimoji="1" sz="2800">
                  <a:solidFill>
                    <a:schemeClr val="tx1"/>
                  </a:solidFill>
                  <a:latin typeface="Times New Roman" pitchFamily="18" charset="0"/>
                  <a:ea typeface="宋体" charset="-122"/>
                </a:defRPr>
              </a:lvl9pPr>
            </a:lstStyle>
            <a:p>
              <a:pPr eaLnBrk="1" hangingPunct="1"/>
              <a:r>
                <a:rPr lang="en-US" altLang="zh-CN" sz="1800" b="1" i="1" dirty="0">
                  <a:solidFill>
                    <a:srgbClr val="C00000"/>
                  </a:solidFill>
                  <a:cs typeface="Times New Roman" panose="02020603050405020304" pitchFamily="18" charset="0"/>
                </a:rPr>
                <a:t>W</a:t>
              </a:r>
              <a:r>
                <a:rPr lang="en-US" altLang="zh-CN" sz="1800" b="1" baseline="-25000" dirty="0">
                  <a:solidFill>
                    <a:srgbClr val="C00000"/>
                  </a:solidFill>
                  <a:cs typeface="Times New Roman" panose="02020603050405020304" pitchFamily="18" charset="0"/>
                </a:rPr>
                <a:t>i</a:t>
              </a:r>
            </a:p>
          </p:txBody>
        </p:sp>
        <p:sp>
          <p:nvSpPr>
            <p:cNvPr id="118" name="Line 22"/>
            <p:cNvSpPr>
              <a:spLocks noChangeShapeType="1"/>
            </p:cNvSpPr>
            <p:nvPr/>
          </p:nvSpPr>
          <p:spPr bwMode="auto">
            <a:xfrm flipV="1">
              <a:off x="7340325" y="5320594"/>
              <a:ext cx="554512" cy="338252"/>
            </a:xfrm>
            <a:prstGeom prst="line">
              <a:avLst/>
            </a:prstGeom>
            <a:noFill/>
            <a:ln w="28575">
              <a:solidFill>
                <a:srgbClr val="C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00">
                <a:cs typeface="Times New Roman" panose="02020603050405020304" pitchFamily="18" charset="0"/>
              </a:endParaRPr>
            </a:p>
          </p:txBody>
        </p:sp>
        <p:sp>
          <p:nvSpPr>
            <p:cNvPr id="119" name="Line 23"/>
            <p:cNvSpPr>
              <a:spLocks noChangeShapeType="1"/>
            </p:cNvSpPr>
            <p:nvPr/>
          </p:nvSpPr>
          <p:spPr bwMode="auto">
            <a:xfrm flipH="1" flipV="1">
              <a:off x="7590456" y="5374299"/>
              <a:ext cx="314335" cy="541364"/>
            </a:xfrm>
            <a:prstGeom prst="line">
              <a:avLst/>
            </a:prstGeom>
            <a:noFill/>
            <a:ln w="28575">
              <a:solidFill>
                <a:srgbClr val="C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00">
                <a:cs typeface="Times New Roman" panose="02020603050405020304" pitchFamily="18" charset="0"/>
              </a:endParaRPr>
            </a:p>
          </p:txBody>
        </p:sp>
        <p:sp>
          <p:nvSpPr>
            <p:cNvPr id="120" name="Text Box 24"/>
            <p:cNvSpPr txBox="1">
              <a:spLocks noChangeArrowheads="1"/>
            </p:cNvSpPr>
            <p:nvPr/>
          </p:nvSpPr>
          <p:spPr bwMode="auto">
            <a:xfrm>
              <a:off x="7864298" y="5650555"/>
              <a:ext cx="551749" cy="385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a:solidFill>
                    <a:schemeClr val="tx1"/>
                  </a:solidFill>
                  <a:latin typeface="Times New Roman" pitchFamily="18" charset="0"/>
                  <a:ea typeface="宋体" charset="-122"/>
                </a:defRPr>
              </a:lvl1pPr>
              <a:lvl2pPr marL="742950" indent="-285750" eaLnBrk="0" hangingPunct="0">
                <a:defRPr kumimoji="1" sz="2800">
                  <a:solidFill>
                    <a:schemeClr val="tx1"/>
                  </a:solidFill>
                  <a:latin typeface="Times New Roman" pitchFamily="18" charset="0"/>
                  <a:ea typeface="宋体" charset="-122"/>
                </a:defRPr>
              </a:lvl2pPr>
              <a:lvl3pPr marL="1143000" indent="-228600" eaLnBrk="0" hangingPunct="0">
                <a:defRPr kumimoji="1" sz="2800">
                  <a:solidFill>
                    <a:schemeClr val="tx1"/>
                  </a:solidFill>
                  <a:latin typeface="Times New Roman" pitchFamily="18" charset="0"/>
                  <a:ea typeface="宋体" charset="-122"/>
                </a:defRPr>
              </a:lvl3pPr>
              <a:lvl4pPr marL="1600200" indent="-228600" eaLnBrk="0" hangingPunct="0">
                <a:defRPr kumimoji="1" sz="2800">
                  <a:solidFill>
                    <a:schemeClr val="tx1"/>
                  </a:solidFill>
                  <a:latin typeface="Times New Roman" pitchFamily="18" charset="0"/>
                  <a:ea typeface="宋体" charset="-122"/>
                </a:defRPr>
              </a:lvl4pPr>
              <a:lvl5pPr marL="2057400" indent="-228600" eaLnBrk="0" hangingPunct="0">
                <a:defRPr kumimoji="1" sz="2800">
                  <a:solidFill>
                    <a:schemeClr val="tx1"/>
                  </a:solidFill>
                  <a:latin typeface="Times New Roman" pitchFamily="18" charset="0"/>
                  <a:ea typeface="宋体" charset="-122"/>
                </a:defRPr>
              </a:lvl5pPr>
              <a:lvl6pPr marL="2514600" indent="-228600" eaLnBrk="0" fontAlgn="base" hangingPunct="0">
                <a:spcBef>
                  <a:spcPct val="50000"/>
                </a:spcBef>
                <a:spcAft>
                  <a:spcPct val="0"/>
                </a:spcAft>
                <a:defRPr kumimoji="1" sz="2800">
                  <a:solidFill>
                    <a:schemeClr val="tx1"/>
                  </a:solidFill>
                  <a:latin typeface="Times New Roman" pitchFamily="18" charset="0"/>
                  <a:ea typeface="宋体" charset="-122"/>
                </a:defRPr>
              </a:lvl6pPr>
              <a:lvl7pPr marL="2971800" indent="-228600" eaLnBrk="0" fontAlgn="base" hangingPunct="0">
                <a:spcBef>
                  <a:spcPct val="50000"/>
                </a:spcBef>
                <a:spcAft>
                  <a:spcPct val="0"/>
                </a:spcAft>
                <a:defRPr kumimoji="1" sz="2800">
                  <a:solidFill>
                    <a:schemeClr val="tx1"/>
                  </a:solidFill>
                  <a:latin typeface="Times New Roman" pitchFamily="18" charset="0"/>
                  <a:ea typeface="宋体" charset="-122"/>
                </a:defRPr>
              </a:lvl7pPr>
              <a:lvl8pPr marL="3429000" indent="-228600" eaLnBrk="0" fontAlgn="base" hangingPunct="0">
                <a:spcBef>
                  <a:spcPct val="50000"/>
                </a:spcBef>
                <a:spcAft>
                  <a:spcPct val="0"/>
                </a:spcAft>
                <a:defRPr kumimoji="1" sz="2800">
                  <a:solidFill>
                    <a:schemeClr val="tx1"/>
                  </a:solidFill>
                  <a:latin typeface="Times New Roman" pitchFamily="18" charset="0"/>
                  <a:ea typeface="宋体" charset="-122"/>
                </a:defRPr>
              </a:lvl8pPr>
              <a:lvl9pPr marL="3886200" indent="-228600" eaLnBrk="0" fontAlgn="base" hangingPunct="0">
                <a:spcBef>
                  <a:spcPct val="50000"/>
                </a:spcBef>
                <a:spcAft>
                  <a:spcPct val="0"/>
                </a:spcAft>
                <a:defRPr kumimoji="1" sz="2800">
                  <a:solidFill>
                    <a:schemeClr val="tx1"/>
                  </a:solidFill>
                  <a:latin typeface="Times New Roman" pitchFamily="18" charset="0"/>
                  <a:ea typeface="宋体" charset="-122"/>
                </a:defRPr>
              </a:lvl9pPr>
            </a:lstStyle>
            <a:p>
              <a:pPr eaLnBrk="1" hangingPunct="1"/>
              <a:r>
                <a:rPr lang="en-US" altLang="zh-CN" sz="1800" b="1" i="1" dirty="0">
                  <a:solidFill>
                    <a:srgbClr val="C00000"/>
                  </a:solidFill>
                  <a:cs typeface="Times New Roman" panose="02020603050405020304" pitchFamily="18" charset="0"/>
                </a:rPr>
                <a:t>N</a:t>
              </a:r>
              <a:r>
                <a:rPr lang="en-US" altLang="zh-CN" sz="1800" b="1" baseline="-25000" dirty="0">
                  <a:solidFill>
                    <a:srgbClr val="C00000"/>
                  </a:solidFill>
                  <a:cs typeface="Times New Roman" panose="02020603050405020304" pitchFamily="18" charset="0"/>
                </a:rPr>
                <a:t>i</a:t>
              </a:r>
            </a:p>
          </p:txBody>
        </p:sp>
        <p:sp>
          <p:nvSpPr>
            <p:cNvPr id="121" name="Text Box 25"/>
            <p:cNvSpPr txBox="1">
              <a:spLocks noChangeArrowheads="1"/>
            </p:cNvSpPr>
            <p:nvPr/>
          </p:nvSpPr>
          <p:spPr bwMode="auto">
            <a:xfrm>
              <a:off x="7849773" y="5259460"/>
              <a:ext cx="416177" cy="2930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tIns="0" bIns="0">
              <a:spAutoFit/>
            </a:bodyPr>
            <a:lstStyle>
              <a:lvl1pPr eaLnBrk="0" hangingPunct="0">
                <a:defRPr kumimoji="1" sz="2800">
                  <a:solidFill>
                    <a:schemeClr val="tx1"/>
                  </a:solidFill>
                  <a:latin typeface="Times New Roman" pitchFamily="18" charset="0"/>
                  <a:ea typeface="宋体" charset="-122"/>
                </a:defRPr>
              </a:lvl1pPr>
              <a:lvl2pPr marL="742950" indent="-285750" eaLnBrk="0" hangingPunct="0">
                <a:defRPr kumimoji="1" sz="2800">
                  <a:solidFill>
                    <a:schemeClr val="tx1"/>
                  </a:solidFill>
                  <a:latin typeface="Times New Roman" pitchFamily="18" charset="0"/>
                  <a:ea typeface="宋体" charset="-122"/>
                </a:defRPr>
              </a:lvl2pPr>
              <a:lvl3pPr marL="1143000" indent="-228600" eaLnBrk="0" hangingPunct="0">
                <a:defRPr kumimoji="1" sz="2800">
                  <a:solidFill>
                    <a:schemeClr val="tx1"/>
                  </a:solidFill>
                  <a:latin typeface="Times New Roman" pitchFamily="18" charset="0"/>
                  <a:ea typeface="宋体" charset="-122"/>
                </a:defRPr>
              </a:lvl3pPr>
              <a:lvl4pPr marL="1600200" indent="-228600" eaLnBrk="0" hangingPunct="0">
                <a:defRPr kumimoji="1" sz="2800">
                  <a:solidFill>
                    <a:schemeClr val="tx1"/>
                  </a:solidFill>
                  <a:latin typeface="Times New Roman" pitchFamily="18" charset="0"/>
                  <a:ea typeface="宋体" charset="-122"/>
                </a:defRPr>
              </a:lvl4pPr>
              <a:lvl5pPr marL="2057400" indent="-228600" eaLnBrk="0" hangingPunct="0">
                <a:defRPr kumimoji="1" sz="2800">
                  <a:solidFill>
                    <a:schemeClr val="tx1"/>
                  </a:solidFill>
                  <a:latin typeface="Times New Roman" pitchFamily="18" charset="0"/>
                  <a:ea typeface="宋体" charset="-122"/>
                </a:defRPr>
              </a:lvl5pPr>
              <a:lvl6pPr marL="2514600" indent="-228600" eaLnBrk="0" fontAlgn="base" hangingPunct="0">
                <a:spcBef>
                  <a:spcPct val="50000"/>
                </a:spcBef>
                <a:spcAft>
                  <a:spcPct val="0"/>
                </a:spcAft>
                <a:defRPr kumimoji="1" sz="2800">
                  <a:solidFill>
                    <a:schemeClr val="tx1"/>
                  </a:solidFill>
                  <a:latin typeface="Times New Roman" pitchFamily="18" charset="0"/>
                  <a:ea typeface="宋体" charset="-122"/>
                </a:defRPr>
              </a:lvl6pPr>
              <a:lvl7pPr marL="2971800" indent="-228600" eaLnBrk="0" fontAlgn="base" hangingPunct="0">
                <a:spcBef>
                  <a:spcPct val="50000"/>
                </a:spcBef>
                <a:spcAft>
                  <a:spcPct val="0"/>
                </a:spcAft>
                <a:defRPr kumimoji="1" sz="2800">
                  <a:solidFill>
                    <a:schemeClr val="tx1"/>
                  </a:solidFill>
                  <a:latin typeface="Times New Roman" pitchFamily="18" charset="0"/>
                  <a:ea typeface="宋体" charset="-122"/>
                </a:defRPr>
              </a:lvl7pPr>
              <a:lvl8pPr marL="3429000" indent="-228600" eaLnBrk="0" fontAlgn="base" hangingPunct="0">
                <a:spcBef>
                  <a:spcPct val="50000"/>
                </a:spcBef>
                <a:spcAft>
                  <a:spcPct val="0"/>
                </a:spcAft>
                <a:defRPr kumimoji="1" sz="2800">
                  <a:solidFill>
                    <a:schemeClr val="tx1"/>
                  </a:solidFill>
                  <a:latin typeface="Times New Roman" pitchFamily="18" charset="0"/>
                  <a:ea typeface="宋体" charset="-122"/>
                </a:defRPr>
              </a:lvl8pPr>
              <a:lvl9pPr marL="3886200" indent="-228600" eaLnBrk="0" fontAlgn="base" hangingPunct="0">
                <a:spcBef>
                  <a:spcPct val="50000"/>
                </a:spcBef>
                <a:spcAft>
                  <a:spcPct val="0"/>
                </a:spcAft>
                <a:defRPr kumimoji="1" sz="2800">
                  <a:solidFill>
                    <a:schemeClr val="tx1"/>
                  </a:solidFill>
                  <a:latin typeface="Times New Roman" pitchFamily="18" charset="0"/>
                  <a:ea typeface="宋体" charset="-122"/>
                </a:defRPr>
              </a:lvl9pPr>
            </a:lstStyle>
            <a:p>
              <a:pPr eaLnBrk="1" hangingPunct="1"/>
              <a:r>
                <a:rPr lang="en-US" altLang="zh-CN" sz="1800" b="1" i="1" dirty="0">
                  <a:solidFill>
                    <a:srgbClr val="C00000"/>
                  </a:solidFill>
                  <a:cs typeface="Times New Roman" panose="02020603050405020304" pitchFamily="18" charset="0"/>
                </a:rPr>
                <a:t>T</a:t>
              </a:r>
              <a:r>
                <a:rPr lang="en-US" altLang="zh-CN" sz="1800" b="1" baseline="-25000" dirty="0">
                  <a:solidFill>
                    <a:srgbClr val="C00000"/>
                  </a:solidFill>
                  <a:cs typeface="Times New Roman" panose="02020603050405020304" pitchFamily="18" charset="0"/>
                </a:rPr>
                <a:t>i</a:t>
              </a:r>
            </a:p>
          </p:txBody>
        </p:sp>
        <p:sp>
          <p:nvSpPr>
            <p:cNvPr id="85" name="Text Box 136"/>
            <p:cNvSpPr txBox="1">
              <a:spLocks noChangeArrowheads="1"/>
            </p:cNvSpPr>
            <p:nvPr/>
          </p:nvSpPr>
          <p:spPr bwMode="auto">
            <a:xfrm>
              <a:off x="7489325" y="5703303"/>
              <a:ext cx="478166" cy="3845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1800" b="1" dirty="0">
                  <a:solidFill>
                    <a:srgbClr val="C00000"/>
                  </a:solidFill>
                  <a:latin typeface="Times New Roman" panose="02020603050405020304" pitchFamily="18" charset="0"/>
                  <a:sym typeface="Symbol" panose="05050102010706020507" pitchFamily="18" charset="2"/>
                </a:rPr>
                <a:t> </a:t>
              </a:r>
              <a:r>
                <a:rPr kumimoji="1" lang="en-US" altLang="zh-CN" sz="1800" b="1" i="1" dirty="0">
                  <a:solidFill>
                    <a:srgbClr val="C00000"/>
                  </a:solidFill>
                  <a:latin typeface="Times New Roman" panose="02020603050405020304" pitchFamily="18" charset="0"/>
                  <a:sym typeface="Symbol" panose="05050102010706020507" pitchFamily="18" charset="2"/>
                </a:rPr>
                <a:t></a:t>
              </a:r>
              <a:r>
                <a:rPr kumimoji="1" lang="en-US" altLang="zh-CN" sz="1800" b="1" baseline="-25000" dirty="0" err="1">
                  <a:solidFill>
                    <a:srgbClr val="C00000"/>
                  </a:solidFill>
                  <a:latin typeface="Times New Roman" panose="02020603050405020304" pitchFamily="18" charset="0"/>
                  <a:sym typeface="Symbol" panose="05050102010706020507" pitchFamily="18" charset="2"/>
                </a:rPr>
                <a:t>i</a:t>
              </a:r>
              <a:endParaRPr kumimoji="1" lang="en-US" altLang="zh-CN" sz="1800" b="1" baseline="-25000" dirty="0">
                <a:solidFill>
                  <a:srgbClr val="C00000"/>
                </a:solidFill>
                <a:latin typeface="Times New Roman" panose="02020603050405020304" pitchFamily="18" charset="0"/>
              </a:endParaRPr>
            </a:p>
          </p:txBody>
        </p:sp>
        <p:sp>
          <p:nvSpPr>
            <p:cNvPr id="86" name="Arc 52"/>
            <p:cNvSpPr>
              <a:spLocks/>
            </p:cNvSpPr>
            <p:nvPr/>
          </p:nvSpPr>
          <p:spPr bwMode="auto">
            <a:xfrm rot="6458630">
              <a:off x="7618140" y="5645634"/>
              <a:ext cx="123066" cy="151653"/>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9525">
              <a:solidFill>
                <a:schemeClr val="tx1"/>
              </a:solidFill>
              <a:round/>
              <a:headEnd type="triangle" w="med" len="me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23" name="Text Box 6"/>
            <p:cNvSpPr txBox="1">
              <a:spLocks noChangeArrowheads="1"/>
            </p:cNvSpPr>
            <p:nvPr/>
          </p:nvSpPr>
          <p:spPr bwMode="auto">
            <a:xfrm>
              <a:off x="8138107" y="4156173"/>
              <a:ext cx="568477" cy="410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800">
                  <a:solidFill>
                    <a:schemeClr val="tx1"/>
                  </a:solidFill>
                  <a:latin typeface="Times New Roman" pitchFamily="18" charset="0"/>
                  <a:ea typeface="宋体" charset="-122"/>
                </a:defRPr>
              </a:lvl1pPr>
              <a:lvl2pPr marL="742950" indent="-285750" eaLnBrk="0" hangingPunct="0">
                <a:defRPr kumimoji="1" sz="2800">
                  <a:solidFill>
                    <a:schemeClr val="tx1"/>
                  </a:solidFill>
                  <a:latin typeface="Times New Roman" pitchFamily="18" charset="0"/>
                  <a:ea typeface="宋体" charset="-122"/>
                </a:defRPr>
              </a:lvl2pPr>
              <a:lvl3pPr marL="1143000" indent="-228600" eaLnBrk="0" hangingPunct="0">
                <a:defRPr kumimoji="1" sz="2800">
                  <a:solidFill>
                    <a:schemeClr val="tx1"/>
                  </a:solidFill>
                  <a:latin typeface="Times New Roman" pitchFamily="18" charset="0"/>
                  <a:ea typeface="宋体" charset="-122"/>
                </a:defRPr>
              </a:lvl3pPr>
              <a:lvl4pPr marL="1600200" indent="-228600" eaLnBrk="0" hangingPunct="0">
                <a:defRPr kumimoji="1" sz="2800">
                  <a:solidFill>
                    <a:schemeClr val="tx1"/>
                  </a:solidFill>
                  <a:latin typeface="Times New Roman" pitchFamily="18" charset="0"/>
                  <a:ea typeface="宋体" charset="-122"/>
                </a:defRPr>
              </a:lvl4pPr>
              <a:lvl5pPr marL="2057400" indent="-228600" eaLnBrk="0" hangingPunct="0">
                <a:defRPr kumimoji="1" sz="2800">
                  <a:solidFill>
                    <a:schemeClr val="tx1"/>
                  </a:solidFill>
                  <a:latin typeface="Times New Roman" pitchFamily="18" charset="0"/>
                  <a:ea typeface="宋体" charset="-122"/>
                </a:defRPr>
              </a:lvl5pPr>
              <a:lvl6pPr marL="2514600" indent="-228600" eaLnBrk="0" fontAlgn="base" hangingPunct="0">
                <a:spcBef>
                  <a:spcPct val="50000"/>
                </a:spcBef>
                <a:spcAft>
                  <a:spcPct val="0"/>
                </a:spcAft>
                <a:defRPr kumimoji="1" sz="2800">
                  <a:solidFill>
                    <a:schemeClr val="tx1"/>
                  </a:solidFill>
                  <a:latin typeface="Times New Roman" pitchFamily="18" charset="0"/>
                  <a:ea typeface="宋体" charset="-122"/>
                </a:defRPr>
              </a:lvl6pPr>
              <a:lvl7pPr marL="2971800" indent="-228600" eaLnBrk="0" fontAlgn="base" hangingPunct="0">
                <a:spcBef>
                  <a:spcPct val="50000"/>
                </a:spcBef>
                <a:spcAft>
                  <a:spcPct val="0"/>
                </a:spcAft>
                <a:defRPr kumimoji="1" sz="2800">
                  <a:solidFill>
                    <a:schemeClr val="tx1"/>
                  </a:solidFill>
                  <a:latin typeface="Times New Roman" pitchFamily="18" charset="0"/>
                  <a:ea typeface="宋体" charset="-122"/>
                </a:defRPr>
              </a:lvl7pPr>
              <a:lvl8pPr marL="3429000" indent="-228600" eaLnBrk="0" fontAlgn="base" hangingPunct="0">
                <a:spcBef>
                  <a:spcPct val="50000"/>
                </a:spcBef>
                <a:spcAft>
                  <a:spcPct val="0"/>
                </a:spcAft>
                <a:defRPr kumimoji="1" sz="2800">
                  <a:solidFill>
                    <a:schemeClr val="tx1"/>
                  </a:solidFill>
                  <a:latin typeface="Times New Roman" pitchFamily="18" charset="0"/>
                  <a:ea typeface="宋体" charset="-122"/>
                </a:defRPr>
              </a:lvl8pPr>
              <a:lvl9pPr marL="3886200" indent="-228600" eaLnBrk="0" fontAlgn="base" hangingPunct="0">
                <a:spcBef>
                  <a:spcPct val="50000"/>
                </a:spcBef>
                <a:spcAft>
                  <a:spcPct val="0"/>
                </a:spcAft>
                <a:defRPr kumimoji="1" sz="2800">
                  <a:solidFill>
                    <a:schemeClr val="tx1"/>
                  </a:solidFill>
                  <a:latin typeface="Times New Roman" pitchFamily="18" charset="0"/>
                  <a:ea typeface="宋体" charset="-122"/>
                </a:defRPr>
              </a:lvl9pPr>
            </a:lstStyle>
            <a:p>
              <a:pPr eaLnBrk="1" hangingPunct="1"/>
              <a:r>
                <a:rPr lang="en-US" altLang="zh-CN" sz="1800" b="1" i="1" dirty="0" smtClean="0">
                  <a:solidFill>
                    <a:srgbClr val="C00000"/>
                  </a:solidFill>
                  <a:cs typeface="Times New Roman" panose="02020603050405020304" pitchFamily="18" charset="0"/>
                </a:rPr>
                <a:t>P</a:t>
              </a:r>
              <a:r>
                <a:rPr lang="en-US" altLang="zh-CN" sz="1800" b="1" baseline="-25000" dirty="0" smtClean="0">
                  <a:solidFill>
                    <a:srgbClr val="C00000"/>
                  </a:solidFill>
                  <a:cs typeface="Times New Roman" panose="02020603050405020304" pitchFamily="18" charset="0"/>
                </a:rPr>
                <a:t>i+1</a:t>
              </a:r>
              <a:endParaRPr lang="en-US" altLang="zh-CN" sz="1800" b="1" i="1" baseline="-25000" dirty="0">
                <a:solidFill>
                  <a:srgbClr val="C00000"/>
                </a:solidFill>
                <a:cs typeface="Times New Roman" panose="02020603050405020304" pitchFamily="18" charset="0"/>
              </a:endParaRPr>
            </a:p>
          </p:txBody>
        </p:sp>
        <p:sp>
          <p:nvSpPr>
            <p:cNvPr id="124" name="Line 11"/>
            <p:cNvSpPr>
              <a:spLocks noChangeShapeType="1"/>
            </p:cNvSpPr>
            <p:nvPr/>
          </p:nvSpPr>
          <p:spPr bwMode="auto">
            <a:xfrm>
              <a:off x="6785545" y="4733265"/>
              <a:ext cx="416345" cy="0"/>
            </a:xfrm>
            <a:prstGeom prst="line">
              <a:avLst/>
            </a:prstGeom>
            <a:noFill/>
            <a:ln w="28575">
              <a:solidFill>
                <a:srgbClr val="C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00">
                <a:cs typeface="Times New Roman" panose="02020603050405020304" pitchFamily="18" charset="0"/>
              </a:endParaRPr>
            </a:p>
          </p:txBody>
        </p:sp>
        <p:sp>
          <p:nvSpPr>
            <p:cNvPr id="125" name="Text Box 16"/>
            <p:cNvSpPr txBox="1">
              <a:spLocks noChangeArrowheads="1"/>
            </p:cNvSpPr>
            <p:nvPr/>
          </p:nvSpPr>
          <p:spPr bwMode="auto">
            <a:xfrm>
              <a:off x="6727065" y="4314242"/>
              <a:ext cx="375907" cy="385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800">
                  <a:solidFill>
                    <a:schemeClr val="tx1"/>
                  </a:solidFill>
                  <a:latin typeface="Times New Roman" pitchFamily="18" charset="0"/>
                  <a:ea typeface="宋体" charset="-122"/>
                </a:defRPr>
              </a:lvl1pPr>
              <a:lvl2pPr marL="742950" indent="-285750" eaLnBrk="0" hangingPunct="0">
                <a:defRPr kumimoji="1" sz="2800">
                  <a:solidFill>
                    <a:schemeClr val="tx1"/>
                  </a:solidFill>
                  <a:latin typeface="Times New Roman" pitchFamily="18" charset="0"/>
                  <a:ea typeface="宋体" charset="-122"/>
                </a:defRPr>
              </a:lvl2pPr>
              <a:lvl3pPr marL="1143000" indent="-228600" eaLnBrk="0" hangingPunct="0">
                <a:defRPr kumimoji="1" sz="2800">
                  <a:solidFill>
                    <a:schemeClr val="tx1"/>
                  </a:solidFill>
                  <a:latin typeface="Times New Roman" pitchFamily="18" charset="0"/>
                  <a:ea typeface="宋体" charset="-122"/>
                </a:defRPr>
              </a:lvl3pPr>
              <a:lvl4pPr marL="1600200" indent="-228600" eaLnBrk="0" hangingPunct="0">
                <a:defRPr kumimoji="1" sz="2800">
                  <a:solidFill>
                    <a:schemeClr val="tx1"/>
                  </a:solidFill>
                  <a:latin typeface="Times New Roman" pitchFamily="18" charset="0"/>
                  <a:ea typeface="宋体" charset="-122"/>
                </a:defRPr>
              </a:lvl4pPr>
              <a:lvl5pPr marL="2057400" indent="-228600" eaLnBrk="0" hangingPunct="0">
                <a:defRPr kumimoji="1" sz="2800">
                  <a:solidFill>
                    <a:schemeClr val="tx1"/>
                  </a:solidFill>
                  <a:latin typeface="Times New Roman" pitchFamily="18" charset="0"/>
                  <a:ea typeface="宋体" charset="-122"/>
                </a:defRPr>
              </a:lvl5pPr>
              <a:lvl6pPr marL="2514600" indent="-228600" eaLnBrk="0" fontAlgn="base" hangingPunct="0">
                <a:spcBef>
                  <a:spcPct val="50000"/>
                </a:spcBef>
                <a:spcAft>
                  <a:spcPct val="0"/>
                </a:spcAft>
                <a:defRPr kumimoji="1" sz="2800">
                  <a:solidFill>
                    <a:schemeClr val="tx1"/>
                  </a:solidFill>
                  <a:latin typeface="Times New Roman" pitchFamily="18" charset="0"/>
                  <a:ea typeface="宋体" charset="-122"/>
                </a:defRPr>
              </a:lvl6pPr>
              <a:lvl7pPr marL="2971800" indent="-228600" eaLnBrk="0" fontAlgn="base" hangingPunct="0">
                <a:spcBef>
                  <a:spcPct val="50000"/>
                </a:spcBef>
                <a:spcAft>
                  <a:spcPct val="0"/>
                </a:spcAft>
                <a:defRPr kumimoji="1" sz="2800">
                  <a:solidFill>
                    <a:schemeClr val="tx1"/>
                  </a:solidFill>
                  <a:latin typeface="Times New Roman" pitchFamily="18" charset="0"/>
                  <a:ea typeface="宋体" charset="-122"/>
                </a:defRPr>
              </a:lvl7pPr>
              <a:lvl8pPr marL="3429000" indent="-228600" eaLnBrk="0" fontAlgn="base" hangingPunct="0">
                <a:spcBef>
                  <a:spcPct val="50000"/>
                </a:spcBef>
                <a:spcAft>
                  <a:spcPct val="0"/>
                </a:spcAft>
                <a:defRPr kumimoji="1" sz="2800">
                  <a:solidFill>
                    <a:schemeClr val="tx1"/>
                  </a:solidFill>
                  <a:latin typeface="Times New Roman" pitchFamily="18" charset="0"/>
                  <a:ea typeface="宋体" charset="-122"/>
                </a:defRPr>
              </a:lvl8pPr>
              <a:lvl9pPr marL="3886200" indent="-228600" eaLnBrk="0" fontAlgn="base" hangingPunct="0">
                <a:spcBef>
                  <a:spcPct val="50000"/>
                </a:spcBef>
                <a:spcAft>
                  <a:spcPct val="0"/>
                </a:spcAft>
                <a:defRPr kumimoji="1" sz="2800">
                  <a:solidFill>
                    <a:schemeClr val="tx1"/>
                  </a:solidFill>
                  <a:latin typeface="Times New Roman" pitchFamily="18" charset="0"/>
                  <a:ea typeface="宋体" charset="-122"/>
                </a:defRPr>
              </a:lvl9pPr>
            </a:lstStyle>
            <a:p>
              <a:pPr eaLnBrk="1" hangingPunct="1"/>
              <a:r>
                <a:rPr lang="en-US" altLang="zh-CN" sz="1800" b="1" i="1" dirty="0" smtClean="0">
                  <a:solidFill>
                    <a:srgbClr val="C00000"/>
                  </a:solidFill>
                  <a:cs typeface="Times New Roman" panose="02020603050405020304" pitchFamily="18" charset="0"/>
                </a:rPr>
                <a:t>P</a:t>
              </a:r>
              <a:r>
                <a:rPr lang="en-US" altLang="zh-CN" sz="1800" b="1" baseline="-25000" dirty="0" smtClean="0">
                  <a:solidFill>
                    <a:srgbClr val="C00000"/>
                  </a:solidFill>
                  <a:cs typeface="Times New Roman" panose="02020603050405020304" pitchFamily="18" charset="0"/>
                </a:rPr>
                <a:t>i</a:t>
              </a:r>
              <a:endParaRPr lang="en-US" altLang="zh-CN" sz="1800" b="1" baseline="-25000" dirty="0">
                <a:solidFill>
                  <a:srgbClr val="C00000"/>
                </a:solidFill>
                <a:cs typeface="Times New Roman" panose="02020603050405020304" pitchFamily="18" charset="0"/>
              </a:endParaRPr>
            </a:p>
          </p:txBody>
        </p:sp>
        <p:sp>
          <p:nvSpPr>
            <p:cNvPr id="128" name="Line 19"/>
            <p:cNvSpPr>
              <a:spLocks noChangeShapeType="1"/>
            </p:cNvSpPr>
            <p:nvPr/>
          </p:nvSpPr>
          <p:spPr bwMode="auto">
            <a:xfrm flipH="1">
              <a:off x="7920318" y="4536464"/>
              <a:ext cx="452268" cy="0"/>
            </a:xfrm>
            <a:prstGeom prst="line">
              <a:avLst/>
            </a:prstGeom>
            <a:noFill/>
            <a:ln w="28575">
              <a:solidFill>
                <a:srgbClr val="C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00">
                <a:cs typeface="Times New Roman" panose="02020603050405020304" pitchFamily="18" charset="0"/>
              </a:endParaRPr>
            </a:p>
          </p:txBody>
        </p:sp>
        <p:sp>
          <p:nvSpPr>
            <p:cNvPr id="135" name="Text Box 7"/>
            <p:cNvSpPr txBox="1">
              <a:spLocks noChangeArrowheads="1"/>
            </p:cNvSpPr>
            <p:nvPr/>
          </p:nvSpPr>
          <p:spPr bwMode="auto">
            <a:xfrm>
              <a:off x="8265700" y="4658684"/>
              <a:ext cx="526182" cy="410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800">
                  <a:solidFill>
                    <a:schemeClr val="tx1"/>
                  </a:solidFill>
                  <a:latin typeface="Times New Roman" pitchFamily="18" charset="0"/>
                  <a:ea typeface="宋体" charset="-122"/>
                </a:defRPr>
              </a:lvl1pPr>
              <a:lvl2pPr marL="742950" indent="-285750" eaLnBrk="0" hangingPunct="0">
                <a:defRPr kumimoji="1" sz="2800">
                  <a:solidFill>
                    <a:schemeClr val="tx1"/>
                  </a:solidFill>
                  <a:latin typeface="Times New Roman" pitchFamily="18" charset="0"/>
                  <a:ea typeface="宋体" charset="-122"/>
                </a:defRPr>
              </a:lvl2pPr>
              <a:lvl3pPr marL="1143000" indent="-228600" eaLnBrk="0" hangingPunct="0">
                <a:defRPr kumimoji="1" sz="2800">
                  <a:solidFill>
                    <a:schemeClr val="tx1"/>
                  </a:solidFill>
                  <a:latin typeface="Times New Roman" pitchFamily="18" charset="0"/>
                  <a:ea typeface="宋体" charset="-122"/>
                </a:defRPr>
              </a:lvl3pPr>
              <a:lvl4pPr marL="1600200" indent="-228600" eaLnBrk="0" hangingPunct="0">
                <a:defRPr kumimoji="1" sz="2800">
                  <a:solidFill>
                    <a:schemeClr val="tx1"/>
                  </a:solidFill>
                  <a:latin typeface="Times New Roman" pitchFamily="18" charset="0"/>
                  <a:ea typeface="宋体" charset="-122"/>
                </a:defRPr>
              </a:lvl4pPr>
              <a:lvl5pPr marL="2057400" indent="-228600" eaLnBrk="0" hangingPunct="0">
                <a:defRPr kumimoji="1" sz="2800">
                  <a:solidFill>
                    <a:schemeClr val="tx1"/>
                  </a:solidFill>
                  <a:latin typeface="Times New Roman" pitchFamily="18" charset="0"/>
                  <a:ea typeface="宋体" charset="-122"/>
                </a:defRPr>
              </a:lvl5pPr>
              <a:lvl6pPr marL="2514600" indent="-228600" eaLnBrk="0" fontAlgn="base" hangingPunct="0">
                <a:spcBef>
                  <a:spcPct val="50000"/>
                </a:spcBef>
                <a:spcAft>
                  <a:spcPct val="0"/>
                </a:spcAft>
                <a:defRPr kumimoji="1" sz="2800">
                  <a:solidFill>
                    <a:schemeClr val="tx1"/>
                  </a:solidFill>
                  <a:latin typeface="Times New Roman" pitchFamily="18" charset="0"/>
                  <a:ea typeface="宋体" charset="-122"/>
                </a:defRPr>
              </a:lvl6pPr>
              <a:lvl7pPr marL="2971800" indent="-228600" eaLnBrk="0" fontAlgn="base" hangingPunct="0">
                <a:spcBef>
                  <a:spcPct val="50000"/>
                </a:spcBef>
                <a:spcAft>
                  <a:spcPct val="0"/>
                </a:spcAft>
                <a:defRPr kumimoji="1" sz="2800">
                  <a:solidFill>
                    <a:schemeClr val="tx1"/>
                  </a:solidFill>
                  <a:latin typeface="Times New Roman" pitchFamily="18" charset="0"/>
                  <a:ea typeface="宋体" charset="-122"/>
                </a:defRPr>
              </a:lvl7pPr>
              <a:lvl8pPr marL="3429000" indent="-228600" eaLnBrk="0" fontAlgn="base" hangingPunct="0">
                <a:spcBef>
                  <a:spcPct val="50000"/>
                </a:spcBef>
                <a:spcAft>
                  <a:spcPct val="0"/>
                </a:spcAft>
                <a:defRPr kumimoji="1" sz="2800">
                  <a:solidFill>
                    <a:schemeClr val="tx1"/>
                  </a:solidFill>
                  <a:latin typeface="Times New Roman" pitchFamily="18" charset="0"/>
                  <a:ea typeface="宋体" charset="-122"/>
                </a:defRPr>
              </a:lvl8pPr>
              <a:lvl9pPr marL="3886200" indent="-228600" eaLnBrk="0" fontAlgn="base" hangingPunct="0">
                <a:spcBef>
                  <a:spcPct val="50000"/>
                </a:spcBef>
                <a:spcAft>
                  <a:spcPct val="0"/>
                </a:spcAft>
                <a:defRPr kumimoji="1" sz="2800">
                  <a:solidFill>
                    <a:schemeClr val="tx1"/>
                  </a:solidFill>
                  <a:latin typeface="Times New Roman" pitchFamily="18" charset="0"/>
                  <a:ea typeface="宋体" charset="-122"/>
                </a:defRPr>
              </a:lvl9pPr>
            </a:lstStyle>
            <a:p>
              <a:pPr eaLnBrk="1" hangingPunct="1"/>
              <a:r>
                <a:rPr lang="en-US" altLang="zh-CN" sz="1800" b="1" i="1" dirty="0" smtClean="0">
                  <a:cs typeface="Times New Roman" panose="02020603050405020304" pitchFamily="18" charset="0"/>
                </a:rPr>
                <a:t>h</a:t>
              </a:r>
              <a:r>
                <a:rPr lang="en-US" altLang="zh-CN" sz="1800" b="1" baseline="-25000" dirty="0" smtClean="0">
                  <a:cs typeface="Times New Roman" panose="02020603050405020304" pitchFamily="18" charset="0"/>
                </a:rPr>
                <a:t>i+1</a:t>
              </a:r>
              <a:endParaRPr lang="en-US" altLang="zh-CN" sz="1800" b="1" i="1" baseline="-25000" dirty="0">
                <a:cs typeface="Times New Roman" panose="02020603050405020304" pitchFamily="18" charset="0"/>
              </a:endParaRPr>
            </a:p>
          </p:txBody>
        </p:sp>
        <p:sp>
          <p:nvSpPr>
            <p:cNvPr id="136" name="Line 17"/>
            <p:cNvSpPr>
              <a:spLocks noChangeShapeType="1"/>
            </p:cNvSpPr>
            <p:nvPr/>
          </p:nvSpPr>
          <p:spPr bwMode="auto">
            <a:xfrm flipH="1">
              <a:off x="7935940" y="5195516"/>
              <a:ext cx="49095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00">
                <a:cs typeface="Times New Roman" panose="02020603050405020304" pitchFamily="18" charset="0"/>
              </a:endParaRPr>
            </a:p>
          </p:txBody>
        </p:sp>
        <p:sp>
          <p:nvSpPr>
            <p:cNvPr id="137" name="Line 18"/>
            <p:cNvSpPr>
              <a:spLocks noChangeShapeType="1"/>
            </p:cNvSpPr>
            <p:nvPr/>
          </p:nvSpPr>
          <p:spPr bwMode="auto">
            <a:xfrm>
              <a:off x="8257409" y="4543716"/>
              <a:ext cx="0" cy="659401"/>
            </a:xfrm>
            <a:prstGeom prst="line">
              <a:avLst/>
            </a:prstGeom>
            <a:noFill/>
            <a:ln w="1270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00">
                <a:cs typeface="Times New Roman" panose="02020603050405020304" pitchFamily="18" charset="0"/>
              </a:endParaRPr>
            </a:p>
          </p:txBody>
        </p:sp>
        <p:sp>
          <p:nvSpPr>
            <p:cNvPr id="138" name="Line 13"/>
            <p:cNvSpPr>
              <a:spLocks noChangeShapeType="1"/>
            </p:cNvSpPr>
            <p:nvPr/>
          </p:nvSpPr>
          <p:spPr bwMode="auto">
            <a:xfrm flipH="1">
              <a:off x="6767810" y="5571923"/>
              <a:ext cx="489113"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00">
                <a:cs typeface="Times New Roman" panose="02020603050405020304" pitchFamily="18" charset="0"/>
              </a:endParaRPr>
            </a:p>
          </p:txBody>
        </p:sp>
        <p:sp>
          <p:nvSpPr>
            <p:cNvPr id="139" name="Line 14"/>
            <p:cNvSpPr>
              <a:spLocks noChangeShapeType="1"/>
            </p:cNvSpPr>
            <p:nvPr/>
          </p:nvSpPr>
          <p:spPr bwMode="auto">
            <a:xfrm>
              <a:off x="6860543" y="4745296"/>
              <a:ext cx="0" cy="831377"/>
            </a:xfrm>
            <a:prstGeom prst="line">
              <a:avLst/>
            </a:prstGeom>
            <a:noFill/>
            <a:ln w="1270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00">
                <a:cs typeface="Times New Roman" panose="02020603050405020304" pitchFamily="18" charset="0"/>
              </a:endParaRPr>
            </a:p>
          </p:txBody>
        </p:sp>
        <p:sp>
          <p:nvSpPr>
            <p:cNvPr id="140" name="Text Box 15"/>
            <p:cNvSpPr txBox="1">
              <a:spLocks noChangeArrowheads="1"/>
            </p:cNvSpPr>
            <p:nvPr/>
          </p:nvSpPr>
          <p:spPr bwMode="auto">
            <a:xfrm>
              <a:off x="6526028" y="4923089"/>
              <a:ext cx="286930" cy="385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a:spAutoFit/>
            </a:bodyPr>
            <a:lstStyle>
              <a:lvl1pPr eaLnBrk="0" hangingPunct="0">
                <a:defRPr kumimoji="1" sz="2800">
                  <a:solidFill>
                    <a:schemeClr val="tx1"/>
                  </a:solidFill>
                  <a:latin typeface="Times New Roman" pitchFamily="18" charset="0"/>
                  <a:ea typeface="宋体" charset="-122"/>
                </a:defRPr>
              </a:lvl1pPr>
              <a:lvl2pPr marL="742950" indent="-285750" eaLnBrk="0" hangingPunct="0">
                <a:defRPr kumimoji="1" sz="2800">
                  <a:solidFill>
                    <a:schemeClr val="tx1"/>
                  </a:solidFill>
                  <a:latin typeface="Times New Roman" pitchFamily="18" charset="0"/>
                  <a:ea typeface="宋体" charset="-122"/>
                </a:defRPr>
              </a:lvl2pPr>
              <a:lvl3pPr marL="1143000" indent="-228600" eaLnBrk="0" hangingPunct="0">
                <a:defRPr kumimoji="1" sz="2800">
                  <a:solidFill>
                    <a:schemeClr val="tx1"/>
                  </a:solidFill>
                  <a:latin typeface="Times New Roman" pitchFamily="18" charset="0"/>
                  <a:ea typeface="宋体" charset="-122"/>
                </a:defRPr>
              </a:lvl3pPr>
              <a:lvl4pPr marL="1600200" indent="-228600" eaLnBrk="0" hangingPunct="0">
                <a:defRPr kumimoji="1" sz="2800">
                  <a:solidFill>
                    <a:schemeClr val="tx1"/>
                  </a:solidFill>
                  <a:latin typeface="Times New Roman" pitchFamily="18" charset="0"/>
                  <a:ea typeface="宋体" charset="-122"/>
                </a:defRPr>
              </a:lvl4pPr>
              <a:lvl5pPr marL="2057400" indent="-228600" eaLnBrk="0" hangingPunct="0">
                <a:defRPr kumimoji="1" sz="2800">
                  <a:solidFill>
                    <a:schemeClr val="tx1"/>
                  </a:solidFill>
                  <a:latin typeface="Times New Roman" pitchFamily="18" charset="0"/>
                  <a:ea typeface="宋体" charset="-122"/>
                </a:defRPr>
              </a:lvl5pPr>
              <a:lvl6pPr marL="2514600" indent="-228600" eaLnBrk="0" fontAlgn="base" hangingPunct="0">
                <a:spcBef>
                  <a:spcPct val="50000"/>
                </a:spcBef>
                <a:spcAft>
                  <a:spcPct val="0"/>
                </a:spcAft>
                <a:defRPr kumimoji="1" sz="2800">
                  <a:solidFill>
                    <a:schemeClr val="tx1"/>
                  </a:solidFill>
                  <a:latin typeface="Times New Roman" pitchFamily="18" charset="0"/>
                  <a:ea typeface="宋体" charset="-122"/>
                </a:defRPr>
              </a:lvl6pPr>
              <a:lvl7pPr marL="2971800" indent="-228600" eaLnBrk="0" fontAlgn="base" hangingPunct="0">
                <a:spcBef>
                  <a:spcPct val="50000"/>
                </a:spcBef>
                <a:spcAft>
                  <a:spcPct val="0"/>
                </a:spcAft>
                <a:defRPr kumimoji="1" sz="2800">
                  <a:solidFill>
                    <a:schemeClr val="tx1"/>
                  </a:solidFill>
                  <a:latin typeface="Times New Roman" pitchFamily="18" charset="0"/>
                  <a:ea typeface="宋体" charset="-122"/>
                </a:defRPr>
              </a:lvl7pPr>
              <a:lvl8pPr marL="3429000" indent="-228600" eaLnBrk="0" fontAlgn="base" hangingPunct="0">
                <a:spcBef>
                  <a:spcPct val="50000"/>
                </a:spcBef>
                <a:spcAft>
                  <a:spcPct val="0"/>
                </a:spcAft>
                <a:defRPr kumimoji="1" sz="2800">
                  <a:solidFill>
                    <a:schemeClr val="tx1"/>
                  </a:solidFill>
                  <a:latin typeface="Times New Roman" pitchFamily="18" charset="0"/>
                  <a:ea typeface="宋体" charset="-122"/>
                </a:defRPr>
              </a:lvl8pPr>
              <a:lvl9pPr marL="3886200" indent="-228600" eaLnBrk="0" fontAlgn="base" hangingPunct="0">
                <a:spcBef>
                  <a:spcPct val="50000"/>
                </a:spcBef>
                <a:spcAft>
                  <a:spcPct val="0"/>
                </a:spcAft>
                <a:defRPr kumimoji="1" sz="2800">
                  <a:solidFill>
                    <a:schemeClr val="tx1"/>
                  </a:solidFill>
                  <a:latin typeface="Times New Roman" pitchFamily="18" charset="0"/>
                  <a:ea typeface="宋体" charset="-122"/>
                </a:defRPr>
              </a:lvl9pPr>
            </a:lstStyle>
            <a:p>
              <a:pPr eaLnBrk="1" hangingPunct="1"/>
              <a:r>
                <a:rPr lang="en-US" altLang="zh-CN" sz="1800" b="1" i="1" dirty="0" smtClean="0">
                  <a:cs typeface="Times New Roman" panose="02020603050405020304" pitchFamily="18" charset="0"/>
                </a:rPr>
                <a:t>h</a:t>
              </a:r>
              <a:r>
                <a:rPr lang="en-US" altLang="zh-CN" sz="1800" b="1" baseline="-25000" dirty="0" smtClean="0">
                  <a:cs typeface="Times New Roman" panose="02020603050405020304" pitchFamily="18" charset="0"/>
                </a:rPr>
                <a:t>i</a:t>
              </a:r>
              <a:endParaRPr lang="en-US" altLang="zh-CN" sz="1800" b="1" baseline="-25000" dirty="0">
                <a:cs typeface="Times New Roman" panose="02020603050405020304" pitchFamily="18" charset="0"/>
              </a:endParaRPr>
            </a:p>
          </p:txBody>
        </p:sp>
      </p:grpSp>
      <p:grpSp>
        <p:nvGrpSpPr>
          <p:cNvPr id="8" name="组合 7"/>
          <p:cNvGrpSpPr/>
          <p:nvPr/>
        </p:nvGrpSpPr>
        <p:grpSpPr>
          <a:xfrm>
            <a:off x="947327" y="2731622"/>
            <a:ext cx="4754682" cy="1081705"/>
            <a:chOff x="947327" y="2731622"/>
            <a:chExt cx="4754682" cy="1081705"/>
          </a:xfrm>
        </p:grpSpPr>
        <p:sp>
          <p:nvSpPr>
            <p:cNvPr id="97" name="Text Box 110"/>
            <p:cNvSpPr txBox="1">
              <a:spLocks noChangeArrowheads="1"/>
            </p:cNvSpPr>
            <p:nvPr/>
          </p:nvSpPr>
          <p:spPr bwMode="auto">
            <a:xfrm>
              <a:off x="950620" y="2731622"/>
              <a:ext cx="3770252" cy="3539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marL="182563" lvl="2" indent="-182563" defTabSz="739775">
                <a:buClr>
                  <a:srgbClr val="C00000"/>
                </a:buClr>
                <a:buSzPct val="130000"/>
                <a:buFont typeface="Arial" panose="020B0604020202020204" pitchFamily="34" charset="0"/>
                <a:buChar char="•"/>
              </a:pPr>
              <a:r>
                <a:rPr lang="zh-CN" altLang="en-US"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土条底</a:t>
              </a:r>
              <a:r>
                <a:rPr lang="zh-CN" altLang="en-US" sz="20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作用力：</a:t>
              </a:r>
              <a:r>
                <a:rPr lang="en-US" altLang="zh-CN" sz="2000" b="1" i="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 </a:t>
              </a:r>
              <a:r>
                <a:rPr lang="en-US" altLang="zh-CN" sz="2000" b="1" i="1" dirty="0">
                  <a:solidFill>
                    <a:srgbClr val="C00000"/>
                  </a:solidFill>
                  <a:latin typeface="Times New Roman" panose="02020603050405020304" pitchFamily="18" charset="0"/>
                  <a:ea typeface="幼圆" panose="02010509060101010101" pitchFamily="49" charset="-122"/>
                  <a:cs typeface="Times New Roman" panose="02020603050405020304" pitchFamily="18" charset="0"/>
                </a:rPr>
                <a:t>N</a:t>
              </a:r>
              <a:r>
                <a:rPr lang="en-US" altLang="zh-CN" sz="2000" b="1" baseline="-25000" dirty="0">
                  <a:solidFill>
                    <a:srgbClr val="C00000"/>
                  </a:solidFill>
                  <a:latin typeface="Times New Roman" panose="02020603050405020304" pitchFamily="18" charset="0"/>
                  <a:ea typeface="幼圆" panose="02010509060101010101" pitchFamily="49" charset="-122"/>
                  <a:cs typeface="Times New Roman" panose="02020603050405020304" pitchFamily="18" charset="0"/>
                </a:rPr>
                <a:t>i </a:t>
              </a:r>
              <a:r>
                <a:rPr lang="en-US" altLang="zh-CN" sz="2000" b="1" i="1" dirty="0">
                  <a:solidFill>
                    <a:srgbClr val="C00000"/>
                  </a:solidFill>
                  <a:latin typeface="Times New Roman" panose="02020603050405020304" pitchFamily="18" charset="0"/>
                  <a:ea typeface="幼圆" panose="02010509060101010101" pitchFamily="49" charset="-122"/>
                  <a:cs typeface="Times New Roman" panose="02020603050405020304" pitchFamily="18" charset="0"/>
                </a:rPr>
                <a:t> </a:t>
              </a:r>
              <a:r>
                <a:rPr lang="en-US" altLang="zh-CN" sz="2000" b="1" i="1" dirty="0" smtClean="0">
                  <a:solidFill>
                    <a:srgbClr val="C00000"/>
                  </a:solidFill>
                  <a:latin typeface="Times New Roman" panose="02020603050405020304" pitchFamily="18" charset="0"/>
                  <a:ea typeface="幼圆" panose="02010509060101010101" pitchFamily="49" charset="-122"/>
                  <a:cs typeface="Times New Roman" panose="02020603050405020304" pitchFamily="18" charset="0"/>
                </a:rPr>
                <a:t> </a:t>
              </a:r>
              <a:r>
                <a:rPr lang="en-US" altLang="zh-CN" sz="2000" b="1" i="1" dirty="0">
                  <a:solidFill>
                    <a:srgbClr val="C00000"/>
                  </a:solidFill>
                  <a:latin typeface="Times New Roman" panose="02020603050405020304" pitchFamily="18" charset="0"/>
                  <a:ea typeface="幼圆" panose="02010509060101010101" pitchFamily="49" charset="-122"/>
                  <a:cs typeface="Times New Roman" panose="02020603050405020304" pitchFamily="18" charset="0"/>
                </a:rPr>
                <a:t>T</a:t>
              </a:r>
              <a:r>
                <a:rPr lang="en-US" altLang="zh-CN" sz="2000" b="1" baseline="-25000" dirty="0">
                  <a:solidFill>
                    <a:srgbClr val="C00000"/>
                  </a:solidFill>
                  <a:latin typeface="Times New Roman" panose="02020603050405020304" pitchFamily="18" charset="0"/>
                  <a:ea typeface="幼圆" panose="02010509060101010101" pitchFamily="49" charset="-122"/>
                  <a:cs typeface="Times New Roman" panose="02020603050405020304" pitchFamily="18" charset="0"/>
                </a:rPr>
                <a:t>i</a:t>
              </a:r>
              <a:r>
                <a:rPr lang="en-US" altLang="zh-CN" sz="2000" b="1" i="1" baseline="-25000" dirty="0">
                  <a:solidFill>
                    <a:srgbClr val="C00000"/>
                  </a:solidFill>
                  <a:latin typeface="Times New Roman" panose="02020603050405020304" pitchFamily="18" charset="0"/>
                  <a:ea typeface="幼圆" panose="02010509060101010101" pitchFamily="49" charset="-122"/>
                  <a:cs typeface="Times New Roman" panose="02020603050405020304" pitchFamily="18" charset="0"/>
                </a:rPr>
                <a:t> </a:t>
              </a:r>
              <a:r>
                <a:rPr lang="en-US" altLang="zh-CN" sz="2000" b="1" i="1" dirty="0">
                  <a:solidFill>
                    <a:srgbClr val="C00000"/>
                  </a:solidFill>
                  <a:latin typeface="Times New Roman" panose="02020603050405020304" pitchFamily="18" charset="0"/>
                  <a:ea typeface="幼圆" panose="02010509060101010101" pitchFamily="49" charset="-122"/>
                  <a:cs typeface="Times New Roman" panose="02020603050405020304" pitchFamily="18" charset="0"/>
                </a:rPr>
                <a:t>  </a:t>
              </a:r>
              <a:r>
                <a:rPr lang="en-US" altLang="zh-CN" sz="2000" b="1" dirty="0" smtClean="0">
                  <a:solidFill>
                    <a:srgbClr val="C00000"/>
                  </a:solidFill>
                  <a:latin typeface="Times New Roman" panose="02020603050405020304" pitchFamily="18" charset="0"/>
                  <a:ea typeface="幼圆" panose="02010509060101010101" pitchFamily="49" charset="-122"/>
                  <a:cs typeface="Times New Roman" panose="02020603050405020304" pitchFamily="18" charset="0"/>
                </a:rPr>
                <a:t> </a:t>
              </a:r>
              <a:r>
                <a:rPr lang="en-US" altLang="zh-CN" sz="20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2n</a:t>
              </a:r>
              <a:r>
                <a:rPr lang="zh-CN" altLang="en-US" sz="20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个 </a:t>
              </a:r>
              <a:endParaRPr lang="en-US" altLang="zh-CN"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p:txBody>
        </p:sp>
        <p:sp>
          <p:nvSpPr>
            <p:cNvPr id="98" name="Text Box 111"/>
            <p:cNvSpPr txBox="1">
              <a:spLocks noChangeArrowheads="1"/>
            </p:cNvSpPr>
            <p:nvPr/>
          </p:nvSpPr>
          <p:spPr bwMode="auto">
            <a:xfrm>
              <a:off x="949516" y="3459384"/>
              <a:ext cx="3658935" cy="3539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marL="182563" indent="-182563" eaLnBrk="1" hangingPunct="1">
                <a:buClr>
                  <a:srgbClr val="C00000"/>
                </a:buClr>
                <a:buSzPct val="130000"/>
                <a:buFont typeface="Arial" panose="020B0604020202020204" pitchFamily="34" charset="0"/>
                <a:buChar char="•"/>
                <a:tabLst>
                  <a:tab pos="4484688" algn="l"/>
                </a:tabLst>
              </a:pPr>
              <a:r>
                <a:rPr lang="zh-CN" altLang="en-US" sz="20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整体安全系数 </a:t>
              </a:r>
              <a:r>
                <a:rPr lang="en-US" altLang="zh-CN" sz="2000" b="1" i="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F</a:t>
              </a:r>
              <a:r>
                <a:rPr lang="en-US" altLang="zh-CN" sz="2000" b="1" baseline="-25000"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s </a:t>
              </a:r>
              <a:r>
                <a:rPr lang="en-US" altLang="zh-CN" sz="2000" b="1" i="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             </a:t>
              </a:r>
              <a:r>
                <a:rPr lang="en-US" altLang="zh-CN" sz="20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1</a:t>
              </a:r>
              <a:r>
                <a:rPr lang="zh-CN" altLang="en-US" sz="20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个</a:t>
              </a:r>
              <a:endParaRPr lang="en-US" altLang="zh-CN"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p:txBody>
        </p:sp>
        <p:sp>
          <p:nvSpPr>
            <p:cNvPr id="126" name="AutoShape 113"/>
            <p:cNvSpPr>
              <a:spLocks/>
            </p:cNvSpPr>
            <p:nvPr/>
          </p:nvSpPr>
          <p:spPr bwMode="auto">
            <a:xfrm>
              <a:off x="4803675" y="2873833"/>
              <a:ext cx="99251" cy="882726"/>
            </a:xfrm>
            <a:prstGeom prst="rightBrace">
              <a:avLst>
                <a:gd name="adj1" fmla="val 116667"/>
                <a:gd name="adj2" fmla="val 50000"/>
              </a:avLst>
            </a:prstGeom>
            <a:noFill/>
            <a:ln w="34925">
              <a:solidFill>
                <a:srgbClr val="CC33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r">
                <a:spcBef>
                  <a:spcPct val="20000"/>
                </a:spcBef>
              </a:pPr>
              <a:endParaRPr lang="zh-CN" altLang="en-US" sz="2000" b="1">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p:txBody>
        </p:sp>
        <p:sp>
          <p:nvSpPr>
            <p:cNvPr id="127" name="Rectangle 115"/>
            <p:cNvSpPr>
              <a:spLocks noChangeArrowheads="1"/>
            </p:cNvSpPr>
            <p:nvPr/>
          </p:nvSpPr>
          <p:spPr bwMode="auto">
            <a:xfrm>
              <a:off x="5033236" y="3103964"/>
              <a:ext cx="668773" cy="417871"/>
            </a:xfrm>
            <a:prstGeom prst="rect">
              <a:avLst/>
            </a:prstGeom>
            <a:solidFill>
              <a:srgbClr val="0000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spcBef>
                  <a:spcPct val="20000"/>
                </a:spcBef>
              </a:pPr>
              <a:r>
                <a:rPr lang="en-US" altLang="zh-CN" sz="2000" b="1" dirty="0" smtClean="0">
                  <a:solidFill>
                    <a:schemeClr val="bg1"/>
                  </a:solidFill>
                  <a:latin typeface="Times New Roman" panose="02020603050405020304" pitchFamily="18" charset="0"/>
                  <a:ea typeface="幼圆" panose="02010509060101010101" pitchFamily="49" charset="-122"/>
                  <a:cs typeface="Times New Roman" panose="02020603050405020304" pitchFamily="18" charset="0"/>
                </a:rPr>
                <a:t>4n-1</a:t>
              </a:r>
              <a:endParaRPr lang="en-US" altLang="zh-CN" sz="2000" b="1" dirty="0">
                <a:solidFill>
                  <a:schemeClr val="bg1"/>
                </a:solidFill>
                <a:latin typeface="Times New Roman" panose="02020603050405020304" pitchFamily="18" charset="0"/>
                <a:ea typeface="幼圆" panose="02010509060101010101" pitchFamily="49" charset="-122"/>
                <a:cs typeface="Times New Roman" panose="02020603050405020304" pitchFamily="18" charset="0"/>
              </a:endParaRPr>
            </a:p>
          </p:txBody>
        </p:sp>
        <p:sp>
          <p:nvSpPr>
            <p:cNvPr id="141" name="Text Box 110"/>
            <p:cNvSpPr txBox="1">
              <a:spLocks noChangeArrowheads="1"/>
            </p:cNvSpPr>
            <p:nvPr/>
          </p:nvSpPr>
          <p:spPr bwMode="auto">
            <a:xfrm>
              <a:off x="947327" y="3088073"/>
              <a:ext cx="3877222" cy="3539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marL="182563" lvl="2" indent="-182563" defTabSz="739775">
                <a:buClr>
                  <a:srgbClr val="C00000"/>
                </a:buClr>
                <a:buSzPct val="130000"/>
                <a:buFont typeface="Arial" panose="020B0604020202020204" pitchFamily="34" charset="0"/>
                <a:buChar char="•"/>
              </a:pPr>
              <a:r>
                <a:rPr lang="zh-CN" altLang="en-US"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土</a:t>
              </a:r>
              <a:r>
                <a:rPr lang="zh-CN" altLang="en-US" sz="20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条间作用力：</a:t>
              </a:r>
              <a:r>
                <a:rPr lang="en-US" altLang="zh-CN" sz="2000" b="1" i="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 </a:t>
              </a:r>
              <a:r>
                <a:rPr lang="en-US" altLang="zh-CN" sz="2000" b="1" i="1" dirty="0" smtClean="0">
                  <a:solidFill>
                    <a:srgbClr val="006600"/>
                  </a:solidFill>
                  <a:latin typeface="Times New Roman" panose="02020603050405020304" pitchFamily="18" charset="0"/>
                  <a:ea typeface="幼圆" panose="02010509060101010101" pitchFamily="49" charset="-122"/>
                  <a:cs typeface="Times New Roman" panose="02020603050405020304" pitchFamily="18" charset="0"/>
                </a:rPr>
                <a:t>P</a:t>
              </a:r>
              <a:r>
                <a:rPr lang="en-US" altLang="zh-CN" sz="2000" b="1" baseline="-25000" dirty="0" smtClean="0">
                  <a:solidFill>
                    <a:srgbClr val="006600"/>
                  </a:solidFill>
                  <a:latin typeface="Times New Roman" panose="02020603050405020304" pitchFamily="18" charset="0"/>
                  <a:ea typeface="幼圆" panose="02010509060101010101" pitchFamily="49" charset="-122"/>
                  <a:cs typeface="Times New Roman" panose="02020603050405020304" pitchFamily="18" charset="0"/>
                </a:rPr>
                <a:t>i</a:t>
              </a:r>
              <a:r>
                <a:rPr lang="en-US" altLang="zh-CN" sz="2000" b="1" i="1" baseline="-25000" dirty="0" smtClean="0">
                  <a:solidFill>
                    <a:srgbClr val="006600"/>
                  </a:solidFill>
                  <a:latin typeface="Times New Roman" panose="02020603050405020304" pitchFamily="18" charset="0"/>
                  <a:ea typeface="幼圆" panose="02010509060101010101" pitchFamily="49" charset="-122"/>
                  <a:cs typeface="Times New Roman" panose="02020603050405020304" pitchFamily="18" charset="0"/>
                </a:rPr>
                <a:t> </a:t>
              </a:r>
              <a:r>
                <a:rPr lang="en-US" altLang="zh-CN" sz="2000" b="1" i="1" dirty="0" smtClean="0">
                  <a:solidFill>
                    <a:srgbClr val="006600"/>
                  </a:solidFill>
                  <a:latin typeface="Times New Roman" panose="02020603050405020304" pitchFamily="18" charset="0"/>
                  <a:ea typeface="幼圆" panose="02010509060101010101" pitchFamily="49" charset="-122"/>
                  <a:cs typeface="Times New Roman" panose="02020603050405020304" pitchFamily="18" charset="0"/>
                </a:rPr>
                <a:t>  H</a:t>
              </a:r>
              <a:r>
                <a:rPr lang="en-US" altLang="zh-CN" sz="2000" b="1" baseline="-25000" dirty="0" smtClean="0">
                  <a:solidFill>
                    <a:srgbClr val="006600"/>
                  </a:solidFill>
                  <a:latin typeface="Times New Roman" panose="02020603050405020304" pitchFamily="18" charset="0"/>
                  <a:ea typeface="幼圆" panose="02010509060101010101" pitchFamily="49" charset="-122"/>
                  <a:cs typeface="Times New Roman" panose="02020603050405020304" pitchFamily="18" charset="0"/>
                </a:rPr>
                <a:t>i </a:t>
              </a:r>
              <a:r>
                <a:rPr lang="en-US" altLang="zh-CN" sz="2000" b="1" dirty="0" smtClean="0">
                  <a:solidFill>
                    <a:srgbClr val="006600"/>
                  </a:solidFill>
                  <a:latin typeface="Times New Roman" panose="02020603050405020304" pitchFamily="18" charset="0"/>
                  <a:ea typeface="幼圆" panose="02010509060101010101" pitchFamily="49" charset="-122"/>
                  <a:cs typeface="Times New Roman" panose="02020603050405020304" pitchFamily="18" charset="0"/>
                </a:rPr>
                <a:t>   2(n-1</a:t>
              </a:r>
              <a:r>
                <a:rPr lang="en-US" altLang="zh-CN" sz="2000" b="1" dirty="0">
                  <a:solidFill>
                    <a:srgbClr val="006600"/>
                  </a:solidFill>
                  <a:latin typeface="Times New Roman" panose="02020603050405020304" pitchFamily="18" charset="0"/>
                  <a:ea typeface="幼圆" panose="02010509060101010101" pitchFamily="49" charset="-122"/>
                  <a:cs typeface="Times New Roman" panose="02020603050405020304" pitchFamily="18" charset="0"/>
                </a:rPr>
                <a:t>)</a:t>
              </a:r>
              <a:r>
                <a:rPr lang="zh-CN" altLang="en-US" sz="2000" b="1" dirty="0" smtClean="0">
                  <a:solidFill>
                    <a:srgbClr val="006600"/>
                  </a:solidFill>
                  <a:latin typeface="Times New Roman" panose="02020603050405020304" pitchFamily="18" charset="0"/>
                  <a:ea typeface="幼圆" panose="02010509060101010101" pitchFamily="49" charset="-122"/>
                  <a:cs typeface="Times New Roman" panose="02020603050405020304" pitchFamily="18" charset="0"/>
                </a:rPr>
                <a:t>个 </a:t>
              </a:r>
              <a:endParaRPr lang="en-US" altLang="zh-CN" sz="2000" b="1" dirty="0">
                <a:solidFill>
                  <a:srgbClr val="006600"/>
                </a:solidFill>
                <a:latin typeface="Times New Roman" panose="02020603050405020304" pitchFamily="18" charset="0"/>
                <a:ea typeface="幼圆" panose="02010509060101010101" pitchFamily="49" charset="-122"/>
                <a:cs typeface="Times New Roman" panose="02020603050405020304" pitchFamily="18" charset="0"/>
              </a:endParaRPr>
            </a:p>
          </p:txBody>
        </p:sp>
      </p:grpSp>
      <p:sp>
        <p:nvSpPr>
          <p:cNvPr id="5" name="任意多边形 4"/>
          <p:cNvSpPr/>
          <p:nvPr/>
        </p:nvSpPr>
        <p:spPr bwMode="auto">
          <a:xfrm>
            <a:off x="5436552" y="3846362"/>
            <a:ext cx="3647009" cy="1412201"/>
          </a:xfrm>
          <a:custGeom>
            <a:avLst/>
            <a:gdLst>
              <a:gd name="connsiteX0" fmla="*/ 0 w 3647009"/>
              <a:gd name="connsiteY0" fmla="*/ 1412201 h 1412201"/>
              <a:gd name="connsiteX1" fmla="*/ 494271 w 3647009"/>
              <a:gd name="connsiteY1" fmla="*/ 1412201 h 1412201"/>
              <a:gd name="connsiteX2" fmla="*/ 2778505 w 3647009"/>
              <a:gd name="connsiteY2" fmla="*/ 0 h 1412201"/>
              <a:gd name="connsiteX3" fmla="*/ 3647009 w 3647009"/>
              <a:gd name="connsiteY3" fmla="*/ 0 h 1412201"/>
            </a:gdLst>
            <a:ahLst/>
            <a:cxnLst>
              <a:cxn ang="0">
                <a:pos x="connsiteX0" y="connsiteY0"/>
              </a:cxn>
              <a:cxn ang="0">
                <a:pos x="connsiteX1" y="connsiteY1"/>
              </a:cxn>
              <a:cxn ang="0">
                <a:pos x="connsiteX2" y="connsiteY2"/>
              </a:cxn>
              <a:cxn ang="0">
                <a:pos x="connsiteX3" y="connsiteY3"/>
              </a:cxn>
            </a:cxnLst>
            <a:rect l="l" t="t" r="r" b="b"/>
            <a:pathLst>
              <a:path w="3647009" h="1412201">
                <a:moveTo>
                  <a:pt x="0" y="1412201"/>
                </a:moveTo>
                <a:lnTo>
                  <a:pt x="494271" y="1412201"/>
                </a:lnTo>
                <a:lnTo>
                  <a:pt x="2778505" y="0"/>
                </a:lnTo>
                <a:lnTo>
                  <a:pt x="3647009" y="0"/>
                </a:lnTo>
              </a:path>
            </a:pathLst>
          </a:custGeom>
          <a:noFill/>
          <a:ln w="2857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cxnSp>
        <p:nvCxnSpPr>
          <p:cNvPr id="7" name="直接连接符 6"/>
          <p:cNvCxnSpPr/>
          <p:nvPr/>
        </p:nvCxnSpPr>
        <p:spPr bwMode="auto">
          <a:xfrm>
            <a:off x="5448300" y="5367338"/>
            <a:ext cx="2914650" cy="0"/>
          </a:xfrm>
          <a:prstGeom prst="line">
            <a:avLst/>
          </a:prstGeom>
          <a:noFill/>
          <a:ln w="63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3" name="直接连接符 82"/>
          <p:cNvCxnSpPr/>
          <p:nvPr/>
        </p:nvCxnSpPr>
        <p:spPr bwMode="auto">
          <a:xfrm>
            <a:off x="5448300" y="5472113"/>
            <a:ext cx="2933700" cy="0"/>
          </a:xfrm>
          <a:prstGeom prst="line">
            <a:avLst/>
          </a:prstGeom>
          <a:noFill/>
          <a:ln w="63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5" name="任意多边形 74"/>
          <p:cNvSpPr/>
          <p:nvPr/>
        </p:nvSpPr>
        <p:spPr bwMode="auto">
          <a:xfrm>
            <a:off x="5637258" y="3852379"/>
            <a:ext cx="3128937" cy="1511569"/>
          </a:xfrm>
          <a:custGeom>
            <a:avLst/>
            <a:gdLst>
              <a:gd name="connsiteX0" fmla="*/ 0 w 3464678"/>
              <a:gd name="connsiteY0" fmla="*/ 1559237 h 1789468"/>
              <a:gd name="connsiteX1" fmla="*/ 224636 w 3464678"/>
              <a:gd name="connsiteY1" fmla="*/ 1646449 h 1789468"/>
              <a:gd name="connsiteX2" fmla="*/ 502127 w 3464678"/>
              <a:gd name="connsiteY2" fmla="*/ 1731018 h 1789468"/>
              <a:gd name="connsiteX3" fmla="*/ 824546 w 3464678"/>
              <a:gd name="connsiteY3" fmla="*/ 1778588 h 1789468"/>
              <a:gd name="connsiteX4" fmla="*/ 1218319 w 3464678"/>
              <a:gd name="connsiteY4" fmla="*/ 1786516 h 1789468"/>
              <a:gd name="connsiteX5" fmla="*/ 1585665 w 3464678"/>
              <a:gd name="connsiteY5" fmla="*/ 1738946 h 1789468"/>
              <a:gd name="connsiteX6" fmla="*/ 1910726 w 3464678"/>
              <a:gd name="connsiteY6" fmla="*/ 1646449 h 1789468"/>
              <a:gd name="connsiteX7" fmla="*/ 2145933 w 3464678"/>
              <a:gd name="connsiteY7" fmla="*/ 1548666 h 1789468"/>
              <a:gd name="connsiteX8" fmla="*/ 2402282 w 3464678"/>
              <a:gd name="connsiteY8" fmla="*/ 1411242 h 1789468"/>
              <a:gd name="connsiteX9" fmla="*/ 2648060 w 3464678"/>
              <a:gd name="connsiteY9" fmla="*/ 1228891 h 1789468"/>
              <a:gd name="connsiteX10" fmla="*/ 2880625 w 3464678"/>
              <a:gd name="connsiteY10" fmla="*/ 1001612 h 1789468"/>
              <a:gd name="connsiteX11" fmla="*/ 3121117 w 3464678"/>
              <a:gd name="connsiteY11" fmla="*/ 713549 h 1789468"/>
              <a:gd name="connsiteX12" fmla="*/ 3282326 w 3464678"/>
              <a:gd name="connsiteY12" fmla="*/ 443986 h 1789468"/>
              <a:gd name="connsiteX13" fmla="*/ 3409180 w 3464678"/>
              <a:gd name="connsiteY13" fmla="*/ 177066 h 1789468"/>
              <a:gd name="connsiteX14" fmla="*/ 3464678 w 3464678"/>
              <a:gd name="connsiteY14" fmla="*/ 0 h 1789468"/>
              <a:gd name="connsiteX0" fmla="*/ 0 w 3464678"/>
              <a:gd name="connsiteY0" fmla="*/ 1559237 h 1789468"/>
              <a:gd name="connsiteX1" fmla="*/ 224636 w 3464678"/>
              <a:gd name="connsiteY1" fmla="*/ 1646449 h 1789468"/>
              <a:gd name="connsiteX2" fmla="*/ 502127 w 3464678"/>
              <a:gd name="connsiteY2" fmla="*/ 1731018 h 1789468"/>
              <a:gd name="connsiteX3" fmla="*/ 824546 w 3464678"/>
              <a:gd name="connsiteY3" fmla="*/ 1778588 h 1789468"/>
              <a:gd name="connsiteX4" fmla="*/ 1218319 w 3464678"/>
              <a:gd name="connsiteY4" fmla="*/ 1786516 h 1789468"/>
              <a:gd name="connsiteX5" fmla="*/ 1585665 w 3464678"/>
              <a:gd name="connsiteY5" fmla="*/ 1738946 h 1789468"/>
              <a:gd name="connsiteX6" fmla="*/ 1832377 w 3464678"/>
              <a:gd name="connsiteY6" fmla="*/ 1673570 h 1789468"/>
              <a:gd name="connsiteX7" fmla="*/ 2145933 w 3464678"/>
              <a:gd name="connsiteY7" fmla="*/ 1548666 h 1789468"/>
              <a:gd name="connsiteX8" fmla="*/ 2402282 w 3464678"/>
              <a:gd name="connsiteY8" fmla="*/ 1411242 h 1789468"/>
              <a:gd name="connsiteX9" fmla="*/ 2648060 w 3464678"/>
              <a:gd name="connsiteY9" fmla="*/ 1228891 h 1789468"/>
              <a:gd name="connsiteX10" fmla="*/ 2880625 w 3464678"/>
              <a:gd name="connsiteY10" fmla="*/ 1001612 h 1789468"/>
              <a:gd name="connsiteX11" fmla="*/ 3121117 w 3464678"/>
              <a:gd name="connsiteY11" fmla="*/ 713549 h 1789468"/>
              <a:gd name="connsiteX12" fmla="*/ 3282326 w 3464678"/>
              <a:gd name="connsiteY12" fmla="*/ 443986 h 1789468"/>
              <a:gd name="connsiteX13" fmla="*/ 3409180 w 3464678"/>
              <a:gd name="connsiteY13" fmla="*/ 177066 h 1789468"/>
              <a:gd name="connsiteX14" fmla="*/ 3464678 w 3464678"/>
              <a:gd name="connsiteY14" fmla="*/ 0 h 1789468"/>
              <a:gd name="connsiteX0" fmla="*/ 0 w 3464678"/>
              <a:gd name="connsiteY0" fmla="*/ 1559237 h 1792127"/>
              <a:gd name="connsiteX1" fmla="*/ 224636 w 3464678"/>
              <a:gd name="connsiteY1" fmla="*/ 1646449 h 1792127"/>
              <a:gd name="connsiteX2" fmla="*/ 327347 w 3464678"/>
              <a:gd name="connsiteY2" fmla="*/ 1673763 h 1792127"/>
              <a:gd name="connsiteX3" fmla="*/ 824546 w 3464678"/>
              <a:gd name="connsiteY3" fmla="*/ 1778588 h 1792127"/>
              <a:gd name="connsiteX4" fmla="*/ 1218319 w 3464678"/>
              <a:gd name="connsiteY4" fmla="*/ 1786516 h 1792127"/>
              <a:gd name="connsiteX5" fmla="*/ 1585665 w 3464678"/>
              <a:gd name="connsiteY5" fmla="*/ 1738946 h 1792127"/>
              <a:gd name="connsiteX6" fmla="*/ 1832377 w 3464678"/>
              <a:gd name="connsiteY6" fmla="*/ 1673570 h 1792127"/>
              <a:gd name="connsiteX7" fmla="*/ 2145933 w 3464678"/>
              <a:gd name="connsiteY7" fmla="*/ 1548666 h 1792127"/>
              <a:gd name="connsiteX8" fmla="*/ 2402282 w 3464678"/>
              <a:gd name="connsiteY8" fmla="*/ 1411242 h 1792127"/>
              <a:gd name="connsiteX9" fmla="*/ 2648060 w 3464678"/>
              <a:gd name="connsiteY9" fmla="*/ 1228891 h 1792127"/>
              <a:gd name="connsiteX10" fmla="*/ 2880625 w 3464678"/>
              <a:gd name="connsiteY10" fmla="*/ 1001612 h 1792127"/>
              <a:gd name="connsiteX11" fmla="*/ 3121117 w 3464678"/>
              <a:gd name="connsiteY11" fmla="*/ 713549 h 1792127"/>
              <a:gd name="connsiteX12" fmla="*/ 3282326 w 3464678"/>
              <a:gd name="connsiteY12" fmla="*/ 443986 h 1792127"/>
              <a:gd name="connsiteX13" fmla="*/ 3409180 w 3464678"/>
              <a:gd name="connsiteY13" fmla="*/ 177066 h 1792127"/>
              <a:gd name="connsiteX14" fmla="*/ 3464678 w 3464678"/>
              <a:gd name="connsiteY14" fmla="*/ 0 h 1792127"/>
              <a:gd name="connsiteX0" fmla="*/ 0 w 3464678"/>
              <a:gd name="connsiteY0" fmla="*/ 1559237 h 1788370"/>
              <a:gd name="connsiteX1" fmla="*/ 224636 w 3464678"/>
              <a:gd name="connsiteY1" fmla="*/ 1646449 h 1788370"/>
              <a:gd name="connsiteX2" fmla="*/ 327347 w 3464678"/>
              <a:gd name="connsiteY2" fmla="*/ 1673763 h 1788370"/>
              <a:gd name="connsiteX3" fmla="*/ 1218319 w 3464678"/>
              <a:gd name="connsiteY3" fmla="*/ 1786516 h 1788370"/>
              <a:gd name="connsiteX4" fmla="*/ 1585665 w 3464678"/>
              <a:gd name="connsiteY4" fmla="*/ 1738946 h 1788370"/>
              <a:gd name="connsiteX5" fmla="*/ 1832377 w 3464678"/>
              <a:gd name="connsiteY5" fmla="*/ 1673570 h 1788370"/>
              <a:gd name="connsiteX6" fmla="*/ 2145933 w 3464678"/>
              <a:gd name="connsiteY6" fmla="*/ 1548666 h 1788370"/>
              <a:gd name="connsiteX7" fmla="*/ 2402282 w 3464678"/>
              <a:gd name="connsiteY7" fmla="*/ 1411242 h 1788370"/>
              <a:gd name="connsiteX8" fmla="*/ 2648060 w 3464678"/>
              <a:gd name="connsiteY8" fmla="*/ 1228891 h 1788370"/>
              <a:gd name="connsiteX9" fmla="*/ 2880625 w 3464678"/>
              <a:gd name="connsiteY9" fmla="*/ 1001612 h 1788370"/>
              <a:gd name="connsiteX10" fmla="*/ 3121117 w 3464678"/>
              <a:gd name="connsiteY10" fmla="*/ 713549 h 1788370"/>
              <a:gd name="connsiteX11" fmla="*/ 3282326 w 3464678"/>
              <a:gd name="connsiteY11" fmla="*/ 443986 h 1788370"/>
              <a:gd name="connsiteX12" fmla="*/ 3409180 w 3464678"/>
              <a:gd name="connsiteY12" fmla="*/ 177066 h 1788370"/>
              <a:gd name="connsiteX13" fmla="*/ 3464678 w 3464678"/>
              <a:gd name="connsiteY13" fmla="*/ 0 h 1788370"/>
              <a:gd name="connsiteX0" fmla="*/ 0 w 3464678"/>
              <a:gd name="connsiteY0" fmla="*/ 1559237 h 1738946"/>
              <a:gd name="connsiteX1" fmla="*/ 224636 w 3464678"/>
              <a:gd name="connsiteY1" fmla="*/ 1646449 h 1738946"/>
              <a:gd name="connsiteX2" fmla="*/ 327347 w 3464678"/>
              <a:gd name="connsiteY2" fmla="*/ 1673763 h 1738946"/>
              <a:gd name="connsiteX3" fmla="*/ 1585665 w 3464678"/>
              <a:gd name="connsiteY3" fmla="*/ 1738946 h 1738946"/>
              <a:gd name="connsiteX4" fmla="*/ 1832377 w 3464678"/>
              <a:gd name="connsiteY4" fmla="*/ 1673570 h 1738946"/>
              <a:gd name="connsiteX5" fmla="*/ 2145933 w 3464678"/>
              <a:gd name="connsiteY5" fmla="*/ 1548666 h 1738946"/>
              <a:gd name="connsiteX6" fmla="*/ 2402282 w 3464678"/>
              <a:gd name="connsiteY6" fmla="*/ 1411242 h 1738946"/>
              <a:gd name="connsiteX7" fmla="*/ 2648060 w 3464678"/>
              <a:gd name="connsiteY7" fmla="*/ 1228891 h 1738946"/>
              <a:gd name="connsiteX8" fmla="*/ 2880625 w 3464678"/>
              <a:gd name="connsiteY8" fmla="*/ 1001612 h 1738946"/>
              <a:gd name="connsiteX9" fmla="*/ 3121117 w 3464678"/>
              <a:gd name="connsiteY9" fmla="*/ 713549 h 1738946"/>
              <a:gd name="connsiteX10" fmla="*/ 3282326 w 3464678"/>
              <a:gd name="connsiteY10" fmla="*/ 443986 h 1738946"/>
              <a:gd name="connsiteX11" fmla="*/ 3409180 w 3464678"/>
              <a:gd name="connsiteY11" fmla="*/ 177066 h 1738946"/>
              <a:gd name="connsiteX12" fmla="*/ 3464678 w 3464678"/>
              <a:gd name="connsiteY12" fmla="*/ 0 h 1738946"/>
              <a:gd name="connsiteX0" fmla="*/ 0 w 3464678"/>
              <a:gd name="connsiteY0" fmla="*/ 1559237 h 1683985"/>
              <a:gd name="connsiteX1" fmla="*/ 224636 w 3464678"/>
              <a:gd name="connsiteY1" fmla="*/ 1646449 h 1683985"/>
              <a:gd name="connsiteX2" fmla="*/ 327347 w 3464678"/>
              <a:gd name="connsiteY2" fmla="*/ 1673763 h 1683985"/>
              <a:gd name="connsiteX3" fmla="*/ 1832377 w 3464678"/>
              <a:gd name="connsiteY3" fmla="*/ 1673570 h 1683985"/>
              <a:gd name="connsiteX4" fmla="*/ 2145933 w 3464678"/>
              <a:gd name="connsiteY4" fmla="*/ 1548666 h 1683985"/>
              <a:gd name="connsiteX5" fmla="*/ 2402282 w 3464678"/>
              <a:gd name="connsiteY5" fmla="*/ 1411242 h 1683985"/>
              <a:gd name="connsiteX6" fmla="*/ 2648060 w 3464678"/>
              <a:gd name="connsiteY6" fmla="*/ 1228891 h 1683985"/>
              <a:gd name="connsiteX7" fmla="*/ 2880625 w 3464678"/>
              <a:gd name="connsiteY7" fmla="*/ 1001612 h 1683985"/>
              <a:gd name="connsiteX8" fmla="*/ 3121117 w 3464678"/>
              <a:gd name="connsiteY8" fmla="*/ 713549 h 1683985"/>
              <a:gd name="connsiteX9" fmla="*/ 3282326 w 3464678"/>
              <a:gd name="connsiteY9" fmla="*/ 443986 h 1683985"/>
              <a:gd name="connsiteX10" fmla="*/ 3409180 w 3464678"/>
              <a:gd name="connsiteY10" fmla="*/ 177066 h 1683985"/>
              <a:gd name="connsiteX11" fmla="*/ 3464678 w 3464678"/>
              <a:gd name="connsiteY11" fmla="*/ 0 h 1683985"/>
              <a:gd name="connsiteX0" fmla="*/ 0 w 3464678"/>
              <a:gd name="connsiteY0" fmla="*/ 1559237 h 1683985"/>
              <a:gd name="connsiteX1" fmla="*/ 224636 w 3464678"/>
              <a:gd name="connsiteY1" fmla="*/ 1646449 h 1683985"/>
              <a:gd name="connsiteX2" fmla="*/ 327347 w 3464678"/>
              <a:gd name="connsiteY2" fmla="*/ 1673763 h 1683985"/>
              <a:gd name="connsiteX3" fmla="*/ 1832377 w 3464678"/>
              <a:gd name="connsiteY3" fmla="*/ 1673570 h 1683985"/>
              <a:gd name="connsiteX4" fmla="*/ 2145933 w 3464678"/>
              <a:gd name="connsiteY4" fmla="*/ 1548666 h 1683985"/>
              <a:gd name="connsiteX5" fmla="*/ 2402282 w 3464678"/>
              <a:gd name="connsiteY5" fmla="*/ 1411242 h 1683985"/>
              <a:gd name="connsiteX6" fmla="*/ 2648060 w 3464678"/>
              <a:gd name="connsiteY6" fmla="*/ 1228891 h 1683985"/>
              <a:gd name="connsiteX7" fmla="*/ 2880625 w 3464678"/>
              <a:gd name="connsiteY7" fmla="*/ 1001612 h 1683985"/>
              <a:gd name="connsiteX8" fmla="*/ 3121117 w 3464678"/>
              <a:gd name="connsiteY8" fmla="*/ 713549 h 1683985"/>
              <a:gd name="connsiteX9" fmla="*/ 3282326 w 3464678"/>
              <a:gd name="connsiteY9" fmla="*/ 443986 h 1683985"/>
              <a:gd name="connsiteX10" fmla="*/ 3409180 w 3464678"/>
              <a:gd name="connsiteY10" fmla="*/ 177066 h 1683985"/>
              <a:gd name="connsiteX11" fmla="*/ 3464678 w 3464678"/>
              <a:gd name="connsiteY11" fmla="*/ 0 h 1683985"/>
              <a:gd name="connsiteX0" fmla="*/ 0 w 3464678"/>
              <a:gd name="connsiteY0" fmla="*/ 1559237 h 1683102"/>
              <a:gd name="connsiteX1" fmla="*/ 224636 w 3464678"/>
              <a:gd name="connsiteY1" fmla="*/ 1646449 h 1683102"/>
              <a:gd name="connsiteX2" fmla="*/ 327347 w 3464678"/>
              <a:gd name="connsiteY2" fmla="*/ 1673763 h 1683102"/>
              <a:gd name="connsiteX3" fmla="*/ 1832377 w 3464678"/>
              <a:gd name="connsiteY3" fmla="*/ 1673570 h 1683102"/>
              <a:gd name="connsiteX4" fmla="*/ 2127853 w 3464678"/>
              <a:gd name="connsiteY4" fmla="*/ 1560720 h 1683102"/>
              <a:gd name="connsiteX5" fmla="*/ 2402282 w 3464678"/>
              <a:gd name="connsiteY5" fmla="*/ 1411242 h 1683102"/>
              <a:gd name="connsiteX6" fmla="*/ 2648060 w 3464678"/>
              <a:gd name="connsiteY6" fmla="*/ 1228891 h 1683102"/>
              <a:gd name="connsiteX7" fmla="*/ 2880625 w 3464678"/>
              <a:gd name="connsiteY7" fmla="*/ 1001612 h 1683102"/>
              <a:gd name="connsiteX8" fmla="*/ 3121117 w 3464678"/>
              <a:gd name="connsiteY8" fmla="*/ 713549 h 1683102"/>
              <a:gd name="connsiteX9" fmla="*/ 3282326 w 3464678"/>
              <a:gd name="connsiteY9" fmla="*/ 443986 h 1683102"/>
              <a:gd name="connsiteX10" fmla="*/ 3409180 w 3464678"/>
              <a:gd name="connsiteY10" fmla="*/ 177066 h 1683102"/>
              <a:gd name="connsiteX11" fmla="*/ 3464678 w 3464678"/>
              <a:gd name="connsiteY11" fmla="*/ 0 h 1683102"/>
              <a:gd name="connsiteX0" fmla="*/ 0 w 3464678"/>
              <a:gd name="connsiteY0" fmla="*/ 1559237 h 1683102"/>
              <a:gd name="connsiteX1" fmla="*/ 224636 w 3464678"/>
              <a:gd name="connsiteY1" fmla="*/ 1646449 h 1683102"/>
              <a:gd name="connsiteX2" fmla="*/ 327347 w 3464678"/>
              <a:gd name="connsiteY2" fmla="*/ 1673763 h 1683102"/>
              <a:gd name="connsiteX3" fmla="*/ 1832377 w 3464678"/>
              <a:gd name="connsiteY3" fmla="*/ 1673570 h 1683102"/>
              <a:gd name="connsiteX4" fmla="*/ 2127853 w 3464678"/>
              <a:gd name="connsiteY4" fmla="*/ 1560720 h 1683102"/>
              <a:gd name="connsiteX5" fmla="*/ 2402282 w 3464678"/>
              <a:gd name="connsiteY5" fmla="*/ 1411242 h 1683102"/>
              <a:gd name="connsiteX6" fmla="*/ 2648060 w 3464678"/>
              <a:gd name="connsiteY6" fmla="*/ 1228891 h 1683102"/>
              <a:gd name="connsiteX7" fmla="*/ 2880625 w 3464678"/>
              <a:gd name="connsiteY7" fmla="*/ 1001612 h 1683102"/>
              <a:gd name="connsiteX8" fmla="*/ 3121117 w 3464678"/>
              <a:gd name="connsiteY8" fmla="*/ 713549 h 1683102"/>
              <a:gd name="connsiteX9" fmla="*/ 3282326 w 3464678"/>
              <a:gd name="connsiteY9" fmla="*/ 443986 h 1683102"/>
              <a:gd name="connsiteX10" fmla="*/ 3409180 w 3464678"/>
              <a:gd name="connsiteY10" fmla="*/ 177066 h 1683102"/>
              <a:gd name="connsiteX11" fmla="*/ 3464678 w 3464678"/>
              <a:gd name="connsiteY11" fmla="*/ 0 h 1683102"/>
              <a:gd name="connsiteX0" fmla="*/ 0 w 3464678"/>
              <a:gd name="connsiteY0" fmla="*/ 1559237 h 1683102"/>
              <a:gd name="connsiteX1" fmla="*/ 224636 w 3464678"/>
              <a:gd name="connsiteY1" fmla="*/ 1646449 h 1683102"/>
              <a:gd name="connsiteX2" fmla="*/ 327347 w 3464678"/>
              <a:gd name="connsiteY2" fmla="*/ 1673763 h 1683102"/>
              <a:gd name="connsiteX3" fmla="*/ 1832377 w 3464678"/>
              <a:gd name="connsiteY3" fmla="*/ 1673570 h 1683102"/>
              <a:gd name="connsiteX4" fmla="*/ 2127853 w 3464678"/>
              <a:gd name="connsiteY4" fmla="*/ 1560720 h 1683102"/>
              <a:gd name="connsiteX5" fmla="*/ 2402282 w 3464678"/>
              <a:gd name="connsiteY5" fmla="*/ 1411242 h 1683102"/>
              <a:gd name="connsiteX6" fmla="*/ 2648060 w 3464678"/>
              <a:gd name="connsiteY6" fmla="*/ 1228891 h 1683102"/>
              <a:gd name="connsiteX7" fmla="*/ 2880625 w 3464678"/>
              <a:gd name="connsiteY7" fmla="*/ 1001612 h 1683102"/>
              <a:gd name="connsiteX8" fmla="*/ 3121117 w 3464678"/>
              <a:gd name="connsiteY8" fmla="*/ 713549 h 1683102"/>
              <a:gd name="connsiteX9" fmla="*/ 3282326 w 3464678"/>
              <a:gd name="connsiteY9" fmla="*/ 443986 h 1683102"/>
              <a:gd name="connsiteX10" fmla="*/ 3409180 w 3464678"/>
              <a:gd name="connsiteY10" fmla="*/ 177066 h 1683102"/>
              <a:gd name="connsiteX11" fmla="*/ 3464678 w 3464678"/>
              <a:gd name="connsiteY11" fmla="*/ 0 h 1683102"/>
              <a:gd name="connsiteX0" fmla="*/ 0 w 3464678"/>
              <a:gd name="connsiteY0" fmla="*/ 1559237 h 1673763"/>
              <a:gd name="connsiteX1" fmla="*/ 224636 w 3464678"/>
              <a:gd name="connsiteY1" fmla="*/ 1646449 h 1673763"/>
              <a:gd name="connsiteX2" fmla="*/ 327347 w 3464678"/>
              <a:gd name="connsiteY2" fmla="*/ 1673763 h 1673763"/>
              <a:gd name="connsiteX3" fmla="*/ 1832377 w 3464678"/>
              <a:gd name="connsiteY3" fmla="*/ 1673570 h 1673763"/>
              <a:gd name="connsiteX4" fmla="*/ 2127853 w 3464678"/>
              <a:gd name="connsiteY4" fmla="*/ 1560720 h 1673763"/>
              <a:gd name="connsiteX5" fmla="*/ 2402282 w 3464678"/>
              <a:gd name="connsiteY5" fmla="*/ 1411242 h 1673763"/>
              <a:gd name="connsiteX6" fmla="*/ 2648060 w 3464678"/>
              <a:gd name="connsiteY6" fmla="*/ 1228891 h 1673763"/>
              <a:gd name="connsiteX7" fmla="*/ 2880625 w 3464678"/>
              <a:gd name="connsiteY7" fmla="*/ 1001612 h 1673763"/>
              <a:gd name="connsiteX8" fmla="*/ 3121117 w 3464678"/>
              <a:gd name="connsiteY8" fmla="*/ 713549 h 1673763"/>
              <a:gd name="connsiteX9" fmla="*/ 3282326 w 3464678"/>
              <a:gd name="connsiteY9" fmla="*/ 443986 h 1673763"/>
              <a:gd name="connsiteX10" fmla="*/ 3409180 w 3464678"/>
              <a:gd name="connsiteY10" fmla="*/ 177066 h 1673763"/>
              <a:gd name="connsiteX11" fmla="*/ 3464678 w 3464678"/>
              <a:gd name="connsiteY11" fmla="*/ 0 h 16737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464678" h="1673763">
                <a:moveTo>
                  <a:pt x="0" y="1559237"/>
                </a:moveTo>
                <a:cubicBezTo>
                  <a:pt x="70474" y="1588528"/>
                  <a:pt x="170078" y="1627361"/>
                  <a:pt x="224636" y="1646449"/>
                </a:cubicBezTo>
                <a:lnTo>
                  <a:pt x="327347" y="1673763"/>
                </a:lnTo>
                <a:lnTo>
                  <a:pt x="1832377" y="1673570"/>
                </a:lnTo>
                <a:lnTo>
                  <a:pt x="2127853" y="1560720"/>
                </a:lnTo>
                <a:cubicBezTo>
                  <a:pt x="2222837" y="1516999"/>
                  <a:pt x="2315581" y="1466547"/>
                  <a:pt x="2402282" y="1411242"/>
                </a:cubicBezTo>
                <a:cubicBezTo>
                  <a:pt x="2488983" y="1355937"/>
                  <a:pt x="2568336" y="1297163"/>
                  <a:pt x="2648060" y="1228891"/>
                </a:cubicBezTo>
                <a:cubicBezTo>
                  <a:pt x="2727784" y="1160619"/>
                  <a:pt x="2801782" y="1087502"/>
                  <a:pt x="2880625" y="1001612"/>
                </a:cubicBezTo>
                <a:cubicBezTo>
                  <a:pt x="2959468" y="915722"/>
                  <a:pt x="3054167" y="806487"/>
                  <a:pt x="3121117" y="713549"/>
                </a:cubicBezTo>
                <a:cubicBezTo>
                  <a:pt x="3188067" y="620611"/>
                  <a:pt x="3234316" y="533400"/>
                  <a:pt x="3282326" y="443986"/>
                </a:cubicBezTo>
                <a:cubicBezTo>
                  <a:pt x="3330336" y="354572"/>
                  <a:pt x="3378788" y="251064"/>
                  <a:pt x="3409180" y="177066"/>
                </a:cubicBezTo>
                <a:cubicBezTo>
                  <a:pt x="3439572" y="103068"/>
                  <a:pt x="3452125" y="51534"/>
                  <a:pt x="3464678" y="0"/>
                </a:cubicBezTo>
              </a:path>
            </a:pathLst>
          </a:custGeom>
          <a:noFill/>
          <a:ln w="19050" cap="flat" cmpd="sng" algn="ctr">
            <a:solidFill>
              <a:srgbClr val="C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cxnSp>
        <p:nvCxnSpPr>
          <p:cNvPr id="100" name="直接连接符 99"/>
          <p:cNvCxnSpPr/>
          <p:nvPr/>
        </p:nvCxnSpPr>
        <p:spPr bwMode="auto">
          <a:xfrm rot="5400000">
            <a:off x="8020919" y="4943037"/>
            <a:ext cx="0" cy="196845"/>
          </a:xfrm>
          <a:prstGeom prst="line">
            <a:avLst/>
          </a:prstGeom>
          <a:noFill/>
          <a:ln w="63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1" name="直接连接符 100"/>
          <p:cNvCxnSpPr/>
          <p:nvPr/>
        </p:nvCxnSpPr>
        <p:spPr bwMode="auto">
          <a:xfrm rot="5400000">
            <a:off x="8006279" y="4592505"/>
            <a:ext cx="0" cy="196845"/>
          </a:xfrm>
          <a:prstGeom prst="line">
            <a:avLst/>
          </a:prstGeom>
          <a:noFill/>
          <a:ln w="63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2" name="直接箭头连接符 101"/>
          <p:cNvCxnSpPr/>
          <p:nvPr/>
        </p:nvCxnSpPr>
        <p:spPr bwMode="auto">
          <a:xfrm>
            <a:off x="8046363" y="4687884"/>
            <a:ext cx="0" cy="360090"/>
          </a:xfrm>
          <a:prstGeom prst="straightConnector1">
            <a:avLst/>
          </a:prstGeom>
          <a:noFill/>
          <a:ln w="12700" cap="flat" cmpd="sng" algn="ctr">
            <a:solidFill>
              <a:schemeClr val="tx1"/>
            </a:solidFill>
            <a:prstDash val="solid"/>
            <a:round/>
            <a:headEnd type="triangl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3" name="Text Box 2450"/>
          <p:cNvSpPr txBox="1">
            <a:spLocks noChangeArrowheads="1"/>
          </p:cNvSpPr>
          <p:nvPr/>
        </p:nvSpPr>
        <p:spPr bwMode="auto">
          <a:xfrm>
            <a:off x="8051575" y="4722437"/>
            <a:ext cx="356188" cy="385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800" b="1" i="1" dirty="0" smtClean="0">
                <a:solidFill>
                  <a:srgbClr val="C00000"/>
                </a:solidFill>
              </a:rPr>
              <a:t>h</a:t>
            </a:r>
            <a:r>
              <a:rPr kumimoji="1" lang="en-US" altLang="zh-CN" sz="1800" b="1" baseline="-25000" dirty="0" smtClean="0">
                <a:solidFill>
                  <a:srgbClr val="C00000"/>
                </a:solidFill>
              </a:rPr>
              <a:t>i</a:t>
            </a:r>
            <a:endParaRPr kumimoji="1" lang="en-US" altLang="zh-CN" sz="1800" b="1" baseline="-25000" dirty="0">
              <a:solidFill>
                <a:srgbClr val="C00000"/>
              </a:solidFill>
            </a:endParaRPr>
          </a:p>
        </p:txBody>
      </p:sp>
      <p:grpSp>
        <p:nvGrpSpPr>
          <p:cNvPr id="4" name="组合 3"/>
          <p:cNvGrpSpPr/>
          <p:nvPr/>
        </p:nvGrpSpPr>
        <p:grpSpPr>
          <a:xfrm>
            <a:off x="5470477" y="3348013"/>
            <a:ext cx="3483233" cy="1982177"/>
            <a:chOff x="5470477" y="3348013"/>
            <a:chExt cx="3483233" cy="1982177"/>
          </a:xfrm>
        </p:grpSpPr>
        <p:sp>
          <p:nvSpPr>
            <p:cNvPr id="20" name="任意多边形 19"/>
            <p:cNvSpPr/>
            <p:nvPr/>
          </p:nvSpPr>
          <p:spPr bwMode="auto">
            <a:xfrm>
              <a:off x="5657850" y="3870960"/>
              <a:ext cx="3101340" cy="1459230"/>
            </a:xfrm>
            <a:custGeom>
              <a:avLst/>
              <a:gdLst>
                <a:gd name="connsiteX0" fmla="*/ 3101340 w 3101340"/>
                <a:gd name="connsiteY0" fmla="*/ 0 h 1459230"/>
                <a:gd name="connsiteX1" fmla="*/ 2827020 w 3101340"/>
                <a:gd name="connsiteY1" fmla="*/ 312420 h 1459230"/>
                <a:gd name="connsiteX2" fmla="*/ 2548890 w 3101340"/>
                <a:gd name="connsiteY2" fmla="*/ 586740 h 1459230"/>
                <a:gd name="connsiteX3" fmla="*/ 2278380 w 3101340"/>
                <a:gd name="connsiteY3" fmla="*/ 807720 h 1459230"/>
                <a:gd name="connsiteX4" fmla="*/ 1985010 w 3101340"/>
                <a:gd name="connsiteY4" fmla="*/ 979170 h 1459230"/>
                <a:gd name="connsiteX5" fmla="*/ 1706880 w 3101340"/>
                <a:gd name="connsiteY5" fmla="*/ 1112520 h 1459230"/>
                <a:gd name="connsiteX6" fmla="*/ 1417320 w 3101340"/>
                <a:gd name="connsiteY6" fmla="*/ 1238250 h 1459230"/>
                <a:gd name="connsiteX7" fmla="*/ 1143000 w 3101340"/>
                <a:gd name="connsiteY7" fmla="*/ 1291590 h 1459230"/>
                <a:gd name="connsiteX8" fmla="*/ 857250 w 3101340"/>
                <a:gd name="connsiteY8" fmla="*/ 1341120 h 1459230"/>
                <a:gd name="connsiteX9" fmla="*/ 567690 w 3101340"/>
                <a:gd name="connsiteY9" fmla="*/ 1394460 h 1459230"/>
                <a:gd name="connsiteX10" fmla="*/ 274320 w 3101340"/>
                <a:gd name="connsiteY10" fmla="*/ 1459230 h 1459230"/>
                <a:gd name="connsiteX11" fmla="*/ 0 w 3101340"/>
                <a:gd name="connsiteY11" fmla="*/ 1386840 h 1459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01340" h="1459230">
                  <a:moveTo>
                    <a:pt x="3101340" y="0"/>
                  </a:moveTo>
                  <a:lnTo>
                    <a:pt x="2827020" y="312420"/>
                  </a:lnTo>
                  <a:lnTo>
                    <a:pt x="2548890" y="586740"/>
                  </a:lnTo>
                  <a:lnTo>
                    <a:pt x="2278380" y="807720"/>
                  </a:lnTo>
                  <a:lnTo>
                    <a:pt x="1985010" y="979170"/>
                  </a:lnTo>
                  <a:lnTo>
                    <a:pt x="1706880" y="1112520"/>
                  </a:lnTo>
                  <a:lnTo>
                    <a:pt x="1417320" y="1238250"/>
                  </a:lnTo>
                  <a:lnTo>
                    <a:pt x="1143000" y="1291590"/>
                  </a:lnTo>
                  <a:lnTo>
                    <a:pt x="857250" y="1341120"/>
                  </a:lnTo>
                  <a:lnTo>
                    <a:pt x="567690" y="1394460"/>
                  </a:lnTo>
                  <a:lnTo>
                    <a:pt x="274320" y="1459230"/>
                  </a:lnTo>
                  <a:lnTo>
                    <a:pt x="0" y="1386840"/>
                  </a:lnTo>
                </a:path>
              </a:pathLst>
            </a:custGeom>
            <a:noFill/>
            <a:ln w="19050" cap="flat" cmpd="sng" algn="ctr">
              <a:solidFill>
                <a:srgbClr val="006600"/>
              </a:solidFill>
              <a:prstDash val="sys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110" name="Rectangle 62"/>
            <p:cNvSpPr>
              <a:spLocks noChangeArrowheads="1"/>
            </p:cNvSpPr>
            <p:nvPr/>
          </p:nvSpPr>
          <p:spPr bwMode="auto">
            <a:xfrm>
              <a:off x="8572710" y="3348013"/>
              <a:ext cx="381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r>
                <a:rPr kumimoji="1" lang="en-US" altLang="zh-CN" sz="2800" b="1" i="1" dirty="0">
                  <a:solidFill>
                    <a:srgbClr val="CC3300"/>
                  </a:solidFill>
                  <a:latin typeface="Times New Roman" panose="02020603050405020304" pitchFamily="18" charset="0"/>
                  <a:sym typeface="Symbol" panose="05050102010706020507" pitchFamily="18" charset="2"/>
                </a:rPr>
                <a:t>a</a:t>
              </a:r>
              <a:endParaRPr kumimoji="1" lang="en-US" altLang="zh-CN" sz="2800" b="1" i="1" baseline="-25000" dirty="0">
                <a:solidFill>
                  <a:srgbClr val="CC3300"/>
                </a:solidFill>
                <a:latin typeface="Times New Roman" panose="02020603050405020304" pitchFamily="18" charset="0"/>
                <a:sym typeface="Symbol" panose="05050102010706020507" pitchFamily="18" charset="2"/>
              </a:endParaRPr>
            </a:p>
          </p:txBody>
        </p:sp>
        <p:sp>
          <p:nvSpPr>
            <p:cNvPr id="111" name="Rectangle 63"/>
            <p:cNvSpPr>
              <a:spLocks noChangeArrowheads="1"/>
            </p:cNvSpPr>
            <p:nvPr/>
          </p:nvSpPr>
          <p:spPr bwMode="auto">
            <a:xfrm>
              <a:off x="5470477" y="4776869"/>
              <a:ext cx="381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r>
                <a:rPr kumimoji="1" lang="en-US" altLang="zh-CN" sz="2800" b="1" i="1" dirty="0">
                  <a:solidFill>
                    <a:srgbClr val="CC3300"/>
                  </a:solidFill>
                  <a:latin typeface="Times New Roman" panose="02020603050405020304" pitchFamily="18" charset="0"/>
                  <a:sym typeface="Symbol" panose="05050102010706020507" pitchFamily="18" charset="2"/>
                </a:rPr>
                <a:t>b</a:t>
              </a:r>
              <a:endParaRPr kumimoji="1" lang="en-US" altLang="zh-CN" sz="2800" b="1" i="1" baseline="-25000" dirty="0">
                <a:solidFill>
                  <a:srgbClr val="CC3300"/>
                </a:solidFill>
                <a:latin typeface="Times New Roman" panose="02020603050405020304" pitchFamily="18" charset="0"/>
                <a:sym typeface="Symbol" panose="05050102010706020507" pitchFamily="18" charset="2"/>
              </a:endParaRPr>
            </a:p>
          </p:txBody>
        </p:sp>
      </p:grpSp>
      <p:sp>
        <p:nvSpPr>
          <p:cNvPr id="113" name="AutoShape 70"/>
          <p:cNvSpPr>
            <a:spLocks noChangeArrowheads="1"/>
          </p:cNvSpPr>
          <p:nvPr/>
        </p:nvSpPr>
        <p:spPr bwMode="auto">
          <a:xfrm>
            <a:off x="5252683" y="3916117"/>
            <a:ext cx="940982" cy="493752"/>
          </a:xfrm>
          <a:prstGeom prst="wedgeRoundRectCallout">
            <a:avLst>
              <a:gd name="adj1" fmla="val 127052"/>
              <a:gd name="adj2" fmla="val 188344"/>
              <a:gd name="adj3" fmla="val 16667"/>
            </a:avLst>
          </a:prstGeom>
          <a:noFill/>
          <a:ln w="19050" algn="ctr">
            <a:solidFill>
              <a:srgbClr val="3333FF"/>
            </a:solidFill>
            <a:miter lim="800000"/>
            <a:headEnd/>
            <a:tailEnd/>
          </a:ln>
          <a:extLst>
            <a:ext uri="{909E8E84-426E-40DD-AFC4-6F175D3DCCD1}">
              <a14:hiddenFill xmlns:a14="http://schemas.microsoft.com/office/drawing/2010/main">
                <a:solidFill>
                  <a:srgbClr val="FFFFFF"/>
                </a:solidFill>
              </a14:hiddenFill>
            </a:ext>
          </a:extLst>
        </p:spPr>
        <p:txBody>
          <a:bodyPr wrap="square" lIns="0" rIns="0">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r>
              <a:rPr lang="zh-CN" altLang="en-US" sz="2000" b="1" dirty="0">
                <a:solidFill>
                  <a:srgbClr val="990033"/>
                </a:solidFill>
                <a:latin typeface="幼圆" panose="02010509060101010101" pitchFamily="49" charset="-122"/>
                <a:ea typeface="幼圆" panose="02010509060101010101" pitchFamily="49" charset="-122"/>
              </a:rPr>
              <a:t>推力线</a:t>
            </a:r>
          </a:p>
        </p:txBody>
      </p:sp>
      <p:sp>
        <p:nvSpPr>
          <p:cNvPr id="115" name="Rectangle 69"/>
          <p:cNvSpPr>
            <a:spLocks noChangeArrowheads="1"/>
          </p:cNvSpPr>
          <p:nvPr/>
        </p:nvSpPr>
        <p:spPr bwMode="auto">
          <a:xfrm>
            <a:off x="7351029" y="5433000"/>
            <a:ext cx="1631082" cy="446276"/>
          </a:xfrm>
          <a:prstGeom prst="rect">
            <a:avLst/>
          </a:prstGeom>
          <a:noFill/>
          <a:ln w="9525">
            <a:noFill/>
            <a:miter lim="800000"/>
            <a:headEnd/>
            <a:tailEnd/>
          </a:ln>
        </p:spPr>
        <p:txBody>
          <a:bodyPr wrap="square"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spcBef>
                <a:spcPts val="0"/>
              </a:spcBef>
              <a:spcAft>
                <a:spcPts val="0"/>
              </a:spcAft>
              <a:buSzPct val="130000"/>
            </a:pPr>
            <a:r>
              <a:rPr kumimoji="1" lang="zh-CN" altLang="en-US" sz="2000" b="1" dirty="0" smtClean="0">
                <a:solidFill>
                  <a:srgbClr val="002060"/>
                </a:solidFill>
                <a:latin typeface="幼圆" panose="02010509060101010101" pitchFamily="49" charset="-122"/>
                <a:ea typeface="幼圆" panose="02010509060101010101" pitchFamily="49" charset="-122"/>
                <a:cs typeface="Times New Roman" panose="02020603050405020304" pitchFamily="18" charset="0"/>
              </a:rPr>
              <a:t>软弱夹层</a:t>
            </a:r>
            <a:endParaRPr kumimoji="1" lang="zh-CN" altLang="en-US" sz="2000" b="1" dirty="0">
              <a:solidFill>
                <a:srgbClr val="002060"/>
              </a:solidFill>
              <a:latin typeface="幼圆" panose="02010509060101010101" pitchFamily="49" charset="-122"/>
              <a:ea typeface="幼圆" panose="02010509060101010101" pitchFamily="49" charset="-122"/>
              <a:cs typeface="Times New Roman" panose="02020603050405020304" pitchFamily="18" charset="0"/>
            </a:endParaRPr>
          </a:p>
        </p:txBody>
      </p:sp>
      <p:sp>
        <p:nvSpPr>
          <p:cNvPr id="116" name="Line 12"/>
          <p:cNvSpPr>
            <a:spLocks noChangeShapeType="1"/>
          </p:cNvSpPr>
          <p:nvPr/>
        </p:nvSpPr>
        <p:spPr bwMode="auto">
          <a:xfrm flipV="1">
            <a:off x="7274348" y="2045978"/>
            <a:ext cx="0" cy="444668"/>
          </a:xfrm>
          <a:prstGeom prst="line">
            <a:avLst/>
          </a:prstGeom>
          <a:noFill/>
          <a:ln w="28575">
            <a:solidFill>
              <a:srgbClr val="C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00">
              <a:cs typeface="Times New Roman" panose="02020603050405020304" pitchFamily="18" charset="0"/>
            </a:endParaRPr>
          </a:p>
        </p:txBody>
      </p:sp>
      <p:sp>
        <p:nvSpPr>
          <p:cNvPr id="117" name="Line 20"/>
          <p:cNvSpPr>
            <a:spLocks noChangeShapeType="1"/>
          </p:cNvSpPr>
          <p:nvPr/>
        </p:nvSpPr>
        <p:spPr bwMode="auto">
          <a:xfrm>
            <a:off x="8096722" y="1093340"/>
            <a:ext cx="2763" cy="471272"/>
          </a:xfrm>
          <a:prstGeom prst="line">
            <a:avLst/>
          </a:prstGeom>
          <a:noFill/>
          <a:ln w="28575">
            <a:solidFill>
              <a:srgbClr val="C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00">
              <a:cs typeface="Times New Roman" panose="02020603050405020304" pitchFamily="18" charset="0"/>
            </a:endParaRPr>
          </a:p>
        </p:txBody>
      </p:sp>
      <p:sp>
        <p:nvSpPr>
          <p:cNvPr id="122" name="Text Box 21"/>
          <p:cNvSpPr txBox="1">
            <a:spLocks noChangeArrowheads="1"/>
          </p:cNvSpPr>
          <p:nvPr/>
        </p:nvSpPr>
        <p:spPr bwMode="auto">
          <a:xfrm>
            <a:off x="8082847" y="834947"/>
            <a:ext cx="573246" cy="410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800">
                <a:solidFill>
                  <a:schemeClr val="tx1"/>
                </a:solidFill>
                <a:latin typeface="Times New Roman" pitchFamily="18" charset="0"/>
                <a:ea typeface="宋体" charset="-122"/>
              </a:defRPr>
            </a:lvl1pPr>
            <a:lvl2pPr marL="742950" indent="-285750" eaLnBrk="0" hangingPunct="0">
              <a:defRPr kumimoji="1" sz="2800">
                <a:solidFill>
                  <a:schemeClr val="tx1"/>
                </a:solidFill>
                <a:latin typeface="Times New Roman" pitchFamily="18" charset="0"/>
                <a:ea typeface="宋体" charset="-122"/>
              </a:defRPr>
            </a:lvl2pPr>
            <a:lvl3pPr marL="1143000" indent="-228600" eaLnBrk="0" hangingPunct="0">
              <a:defRPr kumimoji="1" sz="2800">
                <a:solidFill>
                  <a:schemeClr val="tx1"/>
                </a:solidFill>
                <a:latin typeface="Times New Roman" pitchFamily="18" charset="0"/>
                <a:ea typeface="宋体" charset="-122"/>
              </a:defRPr>
            </a:lvl3pPr>
            <a:lvl4pPr marL="1600200" indent="-228600" eaLnBrk="0" hangingPunct="0">
              <a:defRPr kumimoji="1" sz="2800">
                <a:solidFill>
                  <a:schemeClr val="tx1"/>
                </a:solidFill>
                <a:latin typeface="Times New Roman" pitchFamily="18" charset="0"/>
                <a:ea typeface="宋体" charset="-122"/>
              </a:defRPr>
            </a:lvl4pPr>
            <a:lvl5pPr marL="2057400" indent="-228600" eaLnBrk="0" hangingPunct="0">
              <a:defRPr kumimoji="1" sz="2800">
                <a:solidFill>
                  <a:schemeClr val="tx1"/>
                </a:solidFill>
                <a:latin typeface="Times New Roman" pitchFamily="18" charset="0"/>
                <a:ea typeface="宋体" charset="-122"/>
              </a:defRPr>
            </a:lvl5pPr>
            <a:lvl6pPr marL="2514600" indent="-228600" eaLnBrk="0" fontAlgn="base" hangingPunct="0">
              <a:spcBef>
                <a:spcPct val="50000"/>
              </a:spcBef>
              <a:spcAft>
                <a:spcPct val="0"/>
              </a:spcAft>
              <a:defRPr kumimoji="1" sz="2800">
                <a:solidFill>
                  <a:schemeClr val="tx1"/>
                </a:solidFill>
                <a:latin typeface="Times New Roman" pitchFamily="18" charset="0"/>
                <a:ea typeface="宋体" charset="-122"/>
              </a:defRPr>
            </a:lvl6pPr>
            <a:lvl7pPr marL="2971800" indent="-228600" eaLnBrk="0" fontAlgn="base" hangingPunct="0">
              <a:spcBef>
                <a:spcPct val="50000"/>
              </a:spcBef>
              <a:spcAft>
                <a:spcPct val="0"/>
              </a:spcAft>
              <a:defRPr kumimoji="1" sz="2800">
                <a:solidFill>
                  <a:schemeClr val="tx1"/>
                </a:solidFill>
                <a:latin typeface="Times New Roman" pitchFamily="18" charset="0"/>
                <a:ea typeface="宋体" charset="-122"/>
              </a:defRPr>
            </a:lvl7pPr>
            <a:lvl8pPr marL="3429000" indent="-228600" eaLnBrk="0" fontAlgn="base" hangingPunct="0">
              <a:spcBef>
                <a:spcPct val="50000"/>
              </a:spcBef>
              <a:spcAft>
                <a:spcPct val="0"/>
              </a:spcAft>
              <a:defRPr kumimoji="1" sz="2800">
                <a:solidFill>
                  <a:schemeClr val="tx1"/>
                </a:solidFill>
                <a:latin typeface="Times New Roman" pitchFamily="18" charset="0"/>
                <a:ea typeface="宋体" charset="-122"/>
              </a:defRPr>
            </a:lvl8pPr>
            <a:lvl9pPr marL="3886200" indent="-228600" eaLnBrk="0" fontAlgn="base" hangingPunct="0">
              <a:spcBef>
                <a:spcPct val="50000"/>
              </a:spcBef>
              <a:spcAft>
                <a:spcPct val="0"/>
              </a:spcAft>
              <a:defRPr kumimoji="1" sz="2800">
                <a:solidFill>
                  <a:schemeClr val="tx1"/>
                </a:solidFill>
                <a:latin typeface="Times New Roman" pitchFamily="18" charset="0"/>
                <a:ea typeface="宋体" charset="-122"/>
              </a:defRPr>
            </a:lvl9pPr>
          </a:lstStyle>
          <a:p>
            <a:pPr eaLnBrk="1" hangingPunct="1"/>
            <a:r>
              <a:rPr lang="en-US" altLang="zh-CN" sz="1800" b="1" i="1" dirty="0" smtClean="0">
                <a:solidFill>
                  <a:srgbClr val="C00000"/>
                </a:solidFill>
                <a:cs typeface="Times New Roman" panose="02020603050405020304" pitchFamily="18" charset="0"/>
              </a:rPr>
              <a:t>H</a:t>
            </a:r>
            <a:r>
              <a:rPr lang="en-US" altLang="zh-CN" sz="1800" b="1" baseline="-25000" dirty="0" smtClean="0">
                <a:solidFill>
                  <a:srgbClr val="C00000"/>
                </a:solidFill>
                <a:cs typeface="Times New Roman" panose="02020603050405020304" pitchFamily="18" charset="0"/>
              </a:rPr>
              <a:t>i+1</a:t>
            </a:r>
            <a:endParaRPr lang="en-US" altLang="zh-CN" sz="1800" b="1" i="1" baseline="-25000" dirty="0">
              <a:solidFill>
                <a:srgbClr val="C00000"/>
              </a:solidFill>
              <a:cs typeface="Times New Roman" panose="02020603050405020304" pitchFamily="18" charset="0"/>
            </a:endParaRPr>
          </a:p>
        </p:txBody>
      </p:sp>
      <p:sp>
        <p:nvSpPr>
          <p:cNvPr id="142" name="Text Box 26"/>
          <p:cNvSpPr txBox="1">
            <a:spLocks noChangeArrowheads="1"/>
          </p:cNvSpPr>
          <p:nvPr/>
        </p:nvSpPr>
        <p:spPr bwMode="auto">
          <a:xfrm>
            <a:off x="6971494" y="2333354"/>
            <a:ext cx="388061" cy="385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36000">
            <a:spAutoFit/>
          </a:bodyPr>
          <a:lstStyle>
            <a:lvl1pPr eaLnBrk="0" hangingPunct="0">
              <a:defRPr kumimoji="1" sz="2800">
                <a:solidFill>
                  <a:schemeClr val="tx1"/>
                </a:solidFill>
                <a:latin typeface="Times New Roman" pitchFamily="18" charset="0"/>
                <a:ea typeface="宋体" charset="-122"/>
              </a:defRPr>
            </a:lvl1pPr>
            <a:lvl2pPr marL="742950" indent="-285750" eaLnBrk="0" hangingPunct="0">
              <a:defRPr kumimoji="1" sz="2800">
                <a:solidFill>
                  <a:schemeClr val="tx1"/>
                </a:solidFill>
                <a:latin typeface="Times New Roman" pitchFamily="18" charset="0"/>
                <a:ea typeface="宋体" charset="-122"/>
              </a:defRPr>
            </a:lvl2pPr>
            <a:lvl3pPr marL="1143000" indent="-228600" eaLnBrk="0" hangingPunct="0">
              <a:defRPr kumimoji="1" sz="2800">
                <a:solidFill>
                  <a:schemeClr val="tx1"/>
                </a:solidFill>
                <a:latin typeface="Times New Roman" pitchFamily="18" charset="0"/>
                <a:ea typeface="宋体" charset="-122"/>
              </a:defRPr>
            </a:lvl3pPr>
            <a:lvl4pPr marL="1600200" indent="-228600" eaLnBrk="0" hangingPunct="0">
              <a:defRPr kumimoji="1" sz="2800">
                <a:solidFill>
                  <a:schemeClr val="tx1"/>
                </a:solidFill>
                <a:latin typeface="Times New Roman" pitchFamily="18" charset="0"/>
                <a:ea typeface="宋体" charset="-122"/>
              </a:defRPr>
            </a:lvl4pPr>
            <a:lvl5pPr marL="2057400" indent="-228600" eaLnBrk="0" hangingPunct="0">
              <a:defRPr kumimoji="1" sz="2800">
                <a:solidFill>
                  <a:schemeClr val="tx1"/>
                </a:solidFill>
                <a:latin typeface="Times New Roman" pitchFamily="18" charset="0"/>
                <a:ea typeface="宋体" charset="-122"/>
              </a:defRPr>
            </a:lvl5pPr>
            <a:lvl6pPr marL="2514600" indent="-228600" eaLnBrk="0" fontAlgn="base" hangingPunct="0">
              <a:spcBef>
                <a:spcPct val="50000"/>
              </a:spcBef>
              <a:spcAft>
                <a:spcPct val="0"/>
              </a:spcAft>
              <a:defRPr kumimoji="1" sz="2800">
                <a:solidFill>
                  <a:schemeClr val="tx1"/>
                </a:solidFill>
                <a:latin typeface="Times New Roman" pitchFamily="18" charset="0"/>
                <a:ea typeface="宋体" charset="-122"/>
              </a:defRPr>
            </a:lvl6pPr>
            <a:lvl7pPr marL="2971800" indent="-228600" eaLnBrk="0" fontAlgn="base" hangingPunct="0">
              <a:spcBef>
                <a:spcPct val="50000"/>
              </a:spcBef>
              <a:spcAft>
                <a:spcPct val="0"/>
              </a:spcAft>
              <a:defRPr kumimoji="1" sz="2800">
                <a:solidFill>
                  <a:schemeClr val="tx1"/>
                </a:solidFill>
                <a:latin typeface="Times New Roman" pitchFamily="18" charset="0"/>
                <a:ea typeface="宋体" charset="-122"/>
              </a:defRPr>
            </a:lvl7pPr>
            <a:lvl8pPr marL="3429000" indent="-228600" eaLnBrk="0" fontAlgn="base" hangingPunct="0">
              <a:spcBef>
                <a:spcPct val="50000"/>
              </a:spcBef>
              <a:spcAft>
                <a:spcPct val="0"/>
              </a:spcAft>
              <a:defRPr kumimoji="1" sz="2800">
                <a:solidFill>
                  <a:schemeClr val="tx1"/>
                </a:solidFill>
                <a:latin typeface="Times New Roman" pitchFamily="18" charset="0"/>
                <a:ea typeface="宋体" charset="-122"/>
              </a:defRPr>
            </a:lvl8pPr>
            <a:lvl9pPr marL="3886200" indent="-228600" eaLnBrk="0" fontAlgn="base" hangingPunct="0">
              <a:spcBef>
                <a:spcPct val="50000"/>
              </a:spcBef>
              <a:spcAft>
                <a:spcPct val="0"/>
              </a:spcAft>
              <a:defRPr kumimoji="1" sz="2800">
                <a:solidFill>
                  <a:schemeClr val="tx1"/>
                </a:solidFill>
                <a:latin typeface="Times New Roman" pitchFamily="18" charset="0"/>
                <a:ea typeface="宋体" charset="-122"/>
              </a:defRPr>
            </a:lvl9pPr>
          </a:lstStyle>
          <a:p>
            <a:pPr eaLnBrk="1" hangingPunct="1"/>
            <a:r>
              <a:rPr lang="en-US" altLang="zh-CN" sz="1800" b="1" i="1" dirty="0" smtClean="0">
                <a:solidFill>
                  <a:srgbClr val="C00000"/>
                </a:solidFill>
                <a:cs typeface="Times New Roman" panose="02020603050405020304" pitchFamily="18" charset="0"/>
              </a:rPr>
              <a:t>H</a:t>
            </a:r>
            <a:r>
              <a:rPr lang="en-US" altLang="zh-CN" sz="1800" b="1" baseline="-25000" dirty="0" smtClean="0">
                <a:solidFill>
                  <a:srgbClr val="C00000"/>
                </a:solidFill>
                <a:cs typeface="Times New Roman" panose="02020603050405020304" pitchFamily="18" charset="0"/>
              </a:rPr>
              <a:t>i</a:t>
            </a:r>
            <a:endParaRPr lang="en-US" altLang="zh-CN" sz="1800" b="1" baseline="-25000" dirty="0">
              <a:solidFill>
                <a:srgbClr val="C00000"/>
              </a:solidFill>
              <a:cs typeface="Times New Roman" panose="02020603050405020304" pitchFamily="18" charset="0"/>
            </a:endParaRPr>
          </a:p>
        </p:txBody>
      </p:sp>
      <p:sp>
        <p:nvSpPr>
          <p:cNvPr id="22" name="任意多边形 21"/>
          <p:cNvSpPr/>
          <p:nvPr/>
        </p:nvSpPr>
        <p:spPr bwMode="auto">
          <a:xfrm>
            <a:off x="6397640" y="3571875"/>
            <a:ext cx="1165210" cy="2066398"/>
          </a:xfrm>
          <a:custGeom>
            <a:avLst/>
            <a:gdLst>
              <a:gd name="connsiteX0" fmla="*/ 0 w 984068"/>
              <a:gd name="connsiteY0" fmla="*/ 592183 h 592183"/>
              <a:gd name="connsiteX1" fmla="*/ 0 w 984068"/>
              <a:gd name="connsiteY1" fmla="*/ 0 h 592183"/>
              <a:gd name="connsiteX2" fmla="*/ 984068 w 984068"/>
              <a:gd name="connsiteY2" fmla="*/ 0 h 592183"/>
            </a:gdLst>
            <a:ahLst/>
            <a:cxnLst>
              <a:cxn ang="0">
                <a:pos x="connsiteX0" y="connsiteY0"/>
              </a:cxn>
              <a:cxn ang="0">
                <a:pos x="connsiteX1" y="connsiteY1"/>
              </a:cxn>
              <a:cxn ang="0">
                <a:pos x="connsiteX2" y="connsiteY2"/>
              </a:cxn>
            </a:cxnLst>
            <a:rect l="l" t="t" r="r" b="b"/>
            <a:pathLst>
              <a:path w="984068" h="592183">
                <a:moveTo>
                  <a:pt x="0" y="592183"/>
                </a:moveTo>
                <a:lnTo>
                  <a:pt x="0" y="0"/>
                </a:lnTo>
                <a:lnTo>
                  <a:pt x="984068" y="0"/>
                </a:lnTo>
              </a:path>
            </a:pathLst>
          </a:custGeom>
          <a:noFill/>
          <a:ln w="19050" cap="flat" cmpd="sng" algn="ctr">
            <a:solidFill>
              <a:srgbClr val="000066"/>
            </a:solidFill>
            <a:prstDash val="solid"/>
            <a:round/>
            <a:headEnd type="triangl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143" name="Text Box 2450"/>
          <p:cNvSpPr txBox="1">
            <a:spLocks noChangeArrowheads="1"/>
          </p:cNvSpPr>
          <p:nvPr/>
        </p:nvSpPr>
        <p:spPr bwMode="auto">
          <a:xfrm>
            <a:off x="7244504" y="3203506"/>
            <a:ext cx="300082" cy="385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800" b="1" i="1" dirty="0" smtClean="0">
                <a:solidFill>
                  <a:srgbClr val="002060"/>
                </a:solidFill>
              </a:rPr>
              <a:t>x</a:t>
            </a:r>
            <a:endParaRPr kumimoji="1" lang="en-US" altLang="zh-CN" sz="1800" b="1" i="1" baseline="-25000" dirty="0">
              <a:solidFill>
                <a:srgbClr val="002060"/>
              </a:solidFill>
            </a:endParaRPr>
          </a:p>
        </p:txBody>
      </p:sp>
      <p:sp>
        <p:nvSpPr>
          <p:cNvPr id="144" name="Text Box 2450"/>
          <p:cNvSpPr txBox="1">
            <a:spLocks noChangeArrowheads="1"/>
          </p:cNvSpPr>
          <p:nvPr/>
        </p:nvSpPr>
        <p:spPr bwMode="auto">
          <a:xfrm>
            <a:off x="6429467" y="5415961"/>
            <a:ext cx="287258" cy="385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800" b="1" dirty="0" smtClean="0">
                <a:solidFill>
                  <a:srgbClr val="002060"/>
                </a:solidFill>
              </a:rPr>
              <a:t>z</a:t>
            </a:r>
            <a:endParaRPr kumimoji="1" lang="en-US" altLang="zh-CN" sz="1800" b="1" baseline="-25000" dirty="0">
              <a:solidFill>
                <a:srgbClr val="002060"/>
              </a:solidFill>
            </a:endParaRPr>
          </a:p>
        </p:txBody>
      </p:sp>
      <p:sp>
        <p:nvSpPr>
          <p:cNvPr id="145" name="Text Box 2450"/>
          <p:cNvSpPr txBox="1">
            <a:spLocks noChangeArrowheads="1"/>
          </p:cNvSpPr>
          <p:nvPr/>
        </p:nvSpPr>
        <p:spPr bwMode="auto">
          <a:xfrm>
            <a:off x="6198890" y="3186558"/>
            <a:ext cx="300082" cy="385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800" b="1" dirty="0">
                <a:solidFill>
                  <a:srgbClr val="002060"/>
                </a:solidFill>
              </a:rPr>
              <a:t>o</a:t>
            </a:r>
            <a:endParaRPr kumimoji="1" lang="en-US" altLang="zh-CN" sz="1800" b="1" baseline="-25000" dirty="0">
              <a:solidFill>
                <a:srgbClr val="002060"/>
              </a:solidFill>
            </a:endParaRPr>
          </a:p>
        </p:txBody>
      </p:sp>
      <p:sp>
        <p:nvSpPr>
          <p:cNvPr id="147" name="Text Box 136"/>
          <p:cNvSpPr txBox="1">
            <a:spLocks noChangeArrowheads="1"/>
          </p:cNvSpPr>
          <p:nvPr/>
        </p:nvSpPr>
        <p:spPr bwMode="auto">
          <a:xfrm>
            <a:off x="6309669" y="3766089"/>
            <a:ext cx="478166" cy="3845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1800" b="1" dirty="0">
                <a:solidFill>
                  <a:srgbClr val="C00000"/>
                </a:solidFill>
                <a:latin typeface="Times New Roman" panose="02020603050405020304" pitchFamily="18" charset="0"/>
                <a:sym typeface="Symbol" panose="05050102010706020507" pitchFamily="18" charset="2"/>
              </a:rPr>
              <a:t> </a:t>
            </a:r>
            <a:r>
              <a:rPr kumimoji="1" lang="en-US" altLang="zh-CN" sz="1800" b="1" i="1" dirty="0">
                <a:solidFill>
                  <a:srgbClr val="C00000"/>
                </a:solidFill>
                <a:latin typeface="Times New Roman" panose="02020603050405020304" pitchFamily="18" charset="0"/>
                <a:sym typeface="Symbol" panose="05050102010706020507" pitchFamily="18" charset="2"/>
              </a:rPr>
              <a:t></a:t>
            </a:r>
            <a:r>
              <a:rPr kumimoji="1" lang="en-US" altLang="zh-CN" sz="1800" b="1" baseline="-25000" dirty="0" err="1">
                <a:solidFill>
                  <a:srgbClr val="C00000"/>
                </a:solidFill>
                <a:latin typeface="Times New Roman" panose="02020603050405020304" pitchFamily="18" charset="0"/>
                <a:sym typeface="Symbol" panose="05050102010706020507" pitchFamily="18" charset="2"/>
              </a:rPr>
              <a:t>i</a:t>
            </a:r>
            <a:endParaRPr kumimoji="1" lang="en-US" altLang="zh-CN" sz="1800" b="1" baseline="-25000" dirty="0">
              <a:solidFill>
                <a:srgbClr val="C00000"/>
              </a:solidFill>
              <a:latin typeface="Times New Roman" panose="02020603050405020304" pitchFamily="18" charset="0"/>
            </a:endParaRPr>
          </a:p>
        </p:txBody>
      </p:sp>
      <p:sp>
        <p:nvSpPr>
          <p:cNvPr id="148" name="Arc 52"/>
          <p:cNvSpPr>
            <a:spLocks/>
          </p:cNvSpPr>
          <p:nvPr/>
        </p:nvSpPr>
        <p:spPr bwMode="auto">
          <a:xfrm rot="6458630">
            <a:off x="6434549" y="3724994"/>
            <a:ext cx="123066" cy="151653"/>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9525">
            <a:solidFill>
              <a:schemeClr val="tx1"/>
            </a:solidFill>
            <a:round/>
            <a:headEnd type="triangle" w="med" len="me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cxnSp>
        <p:nvCxnSpPr>
          <p:cNvPr id="24" name="直接连接符 23"/>
          <p:cNvCxnSpPr>
            <a:stCxn id="22" idx="1"/>
          </p:cNvCxnSpPr>
          <p:nvPr/>
        </p:nvCxnSpPr>
        <p:spPr bwMode="auto">
          <a:xfrm>
            <a:off x="6397640" y="3571875"/>
            <a:ext cx="1418207" cy="1550442"/>
          </a:xfrm>
          <a:prstGeom prst="line">
            <a:avLst/>
          </a:prstGeom>
          <a:noFill/>
          <a:ln w="9525" cap="flat" cmpd="sng" algn="ctr">
            <a:solidFill>
              <a:schemeClr val="tx1"/>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9" name="直接连接符 148"/>
          <p:cNvCxnSpPr/>
          <p:nvPr/>
        </p:nvCxnSpPr>
        <p:spPr bwMode="auto">
          <a:xfrm rot="5400000">
            <a:off x="8031581" y="3936421"/>
            <a:ext cx="0" cy="196845"/>
          </a:xfrm>
          <a:prstGeom prst="line">
            <a:avLst/>
          </a:prstGeom>
          <a:noFill/>
          <a:ln w="63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0" name="直接箭头连接符 149"/>
          <p:cNvCxnSpPr/>
          <p:nvPr/>
        </p:nvCxnSpPr>
        <p:spPr bwMode="auto">
          <a:xfrm>
            <a:off x="8046952" y="4030287"/>
            <a:ext cx="0" cy="660148"/>
          </a:xfrm>
          <a:prstGeom prst="straightConnector1">
            <a:avLst/>
          </a:prstGeom>
          <a:noFill/>
          <a:ln w="12700" cap="flat" cmpd="sng" algn="ctr">
            <a:solidFill>
              <a:schemeClr val="tx1"/>
            </a:solidFill>
            <a:prstDash val="solid"/>
            <a:round/>
            <a:headEnd type="triangl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1" name="Text Box 2450"/>
          <p:cNvSpPr txBox="1">
            <a:spLocks noChangeArrowheads="1"/>
          </p:cNvSpPr>
          <p:nvPr/>
        </p:nvSpPr>
        <p:spPr bwMode="auto">
          <a:xfrm>
            <a:off x="7988615" y="4119309"/>
            <a:ext cx="471604" cy="385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800" b="1" i="1" dirty="0" smtClean="0">
                <a:solidFill>
                  <a:srgbClr val="C00000"/>
                </a:solidFill>
              </a:rPr>
              <a:t>2h</a:t>
            </a:r>
            <a:r>
              <a:rPr kumimoji="1" lang="en-US" altLang="zh-CN" sz="1800" b="1" baseline="-25000" dirty="0" smtClean="0">
                <a:solidFill>
                  <a:srgbClr val="C00000"/>
                </a:solidFill>
              </a:rPr>
              <a:t>i</a:t>
            </a:r>
            <a:endParaRPr kumimoji="1" lang="en-US" altLang="zh-CN" sz="1800" b="1" baseline="-25000" dirty="0">
              <a:solidFill>
                <a:srgbClr val="C00000"/>
              </a:solidFill>
            </a:endParaRPr>
          </a:p>
        </p:txBody>
      </p:sp>
      <p:cxnSp>
        <p:nvCxnSpPr>
          <p:cNvPr id="50" name="直接连接符 49"/>
          <p:cNvCxnSpPr/>
          <p:nvPr/>
        </p:nvCxnSpPr>
        <p:spPr bwMode="auto">
          <a:xfrm>
            <a:off x="7918228" y="4028090"/>
            <a:ext cx="0" cy="1025473"/>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 name="椭圆 9"/>
          <p:cNvSpPr/>
          <p:nvPr/>
        </p:nvSpPr>
        <p:spPr bwMode="auto">
          <a:xfrm>
            <a:off x="6126480" y="3588868"/>
            <a:ext cx="845014" cy="688943"/>
          </a:xfrm>
          <a:prstGeom prst="ellipse">
            <a:avLst/>
          </a:prstGeom>
          <a:noFill/>
          <a:ln w="28575" cap="flat" cmpd="sng" algn="ctr">
            <a:solidFill>
              <a:srgbClr val="C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11" name="文本框 10"/>
          <p:cNvSpPr txBox="1"/>
          <p:nvPr/>
        </p:nvSpPr>
        <p:spPr>
          <a:xfrm>
            <a:off x="6420177" y="5867400"/>
            <a:ext cx="2723823" cy="410882"/>
          </a:xfrm>
          <a:prstGeom prst="rect">
            <a:avLst/>
          </a:prstGeom>
          <a:solidFill>
            <a:srgbClr val="FFC000"/>
          </a:solidFill>
        </p:spPr>
        <p:txBody>
          <a:bodyPr wrap="none" rtlCol="0">
            <a:spAutoFit/>
          </a:bodyPr>
          <a:lstStyle/>
          <a:p>
            <a:r>
              <a:rPr lang="zh-CN" altLang="en-US" sz="1800" b="1" dirty="0" smtClean="0">
                <a:solidFill>
                  <a:srgbClr val="C00000"/>
                </a:solidFill>
                <a:ea typeface="幼圆" panose="02010509060101010101" pitchFamily="49" charset="-122"/>
                <a:cs typeface="Times New Roman" panose="02020603050405020304" pitchFamily="18" charset="0"/>
              </a:rPr>
              <a:t>教材</a:t>
            </a:r>
            <a:r>
              <a:rPr lang="en-US" altLang="zh-CN" sz="1800" b="1" dirty="0" smtClean="0">
                <a:solidFill>
                  <a:srgbClr val="C00000"/>
                </a:solidFill>
                <a:ea typeface="幼圆" panose="02010509060101010101" pitchFamily="49" charset="-122"/>
                <a:cs typeface="Times New Roman" panose="02020603050405020304" pitchFamily="18" charset="0"/>
              </a:rPr>
              <a:t>P266</a:t>
            </a:r>
            <a:r>
              <a:rPr lang="zh-CN" altLang="en-US" sz="1800" b="1" dirty="0" smtClean="0">
                <a:solidFill>
                  <a:srgbClr val="C00000"/>
                </a:solidFill>
                <a:ea typeface="幼圆" panose="02010509060101010101" pitchFamily="49" charset="-122"/>
                <a:cs typeface="Times New Roman" panose="02020603050405020304" pitchFamily="18" charset="0"/>
              </a:rPr>
              <a:t>页图</a:t>
            </a:r>
            <a:r>
              <a:rPr lang="en-US" altLang="zh-CN" sz="1800" b="1" dirty="0" smtClean="0">
                <a:solidFill>
                  <a:srgbClr val="C00000"/>
                </a:solidFill>
                <a:ea typeface="幼圆" panose="02010509060101010101" pitchFamily="49" charset="-122"/>
                <a:cs typeface="Times New Roman" panose="02020603050405020304" pitchFamily="18" charset="0"/>
              </a:rPr>
              <a:t>7-17</a:t>
            </a:r>
            <a:r>
              <a:rPr lang="zh-CN" altLang="en-US" sz="1800" b="1" dirty="0" smtClean="0">
                <a:solidFill>
                  <a:srgbClr val="C00000"/>
                </a:solidFill>
                <a:ea typeface="幼圆" panose="02010509060101010101" pitchFamily="49" charset="-122"/>
                <a:cs typeface="Times New Roman" panose="02020603050405020304" pitchFamily="18" charset="0"/>
              </a:rPr>
              <a:t>有错！</a:t>
            </a:r>
            <a:endParaRPr lang="zh-CN" altLang="en-US" sz="1800" b="1" dirty="0">
              <a:solidFill>
                <a:srgbClr val="C00000"/>
              </a:solidFill>
              <a:ea typeface="幼圆" panose="02010509060101010101" pitchFamily="49" charset="-122"/>
              <a:cs typeface="Times New Roman" panose="02020603050405020304" pitchFamily="18" charset="0"/>
            </a:endParaRPr>
          </a:p>
        </p:txBody>
      </p:sp>
    </p:spTree>
    <p:extLst>
      <p:ext uri="{BB962C8B-B14F-4D97-AF65-F5344CB8AC3E}">
        <p14:creationId xmlns:p14="http://schemas.microsoft.com/office/powerpoint/2010/main" val="2020349109"/>
      </p:ext>
    </p:extLst>
  </p:cSld>
  <p:clrMapOvr>
    <a:masterClrMapping/>
  </p:clrMapOvr>
  <p:transition spd="med">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grpId="0" nodeType="afterEffect">
                                  <p:stCondLst>
                                    <p:cond delay="0"/>
                                  </p:stCondLst>
                                  <p:childTnLst>
                                    <p:set>
                                      <p:cBhvr>
                                        <p:cTn id="6" dur="1" fill="hold">
                                          <p:stCondLst>
                                            <p:cond delay="0"/>
                                          </p:stCondLst>
                                        </p:cTn>
                                        <p:tgtEl>
                                          <p:spTgt spid="219"/>
                                        </p:tgtEl>
                                        <p:attrNameLst>
                                          <p:attrName>style.visibility</p:attrName>
                                        </p:attrNameLst>
                                      </p:cBhvr>
                                      <p:to>
                                        <p:strVal val="visible"/>
                                      </p:to>
                                    </p:set>
                                    <p:anim calcmode="lin" valueType="num">
                                      <p:cBhvr>
                                        <p:cTn id="7" dur="1000" fill="hold"/>
                                        <p:tgtEl>
                                          <p:spTgt spid="219"/>
                                        </p:tgtEl>
                                        <p:attrNameLst>
                                          <p:attrName>ppt_w</p:attrName>
                                        </p:attrNameLst>
                                      </p:cBhvr>
                                      <p:tavLst>
                                        <p:tav tm="0">
                                          <p:val>
                                            <p:fltVal val="0"/>
                                          </p:val>
                                        </p:tav>
                                        <p:tav tm="100000">
                                          <p:val>
                                            <p:strVal val="#ppt_w"/>
                                          </p:val>
                                        </p:tav>
                                      </p:tavLst>
                                    </p:anim>
                                    <p:anim calcmode="lin" valueType="num">
                                      <p:cBhvr>
                                        <p:cTn id="8" dur="1000" fill="hold"/>
                                        <p:tgtEl>
                                          <p:spTgt spid="219"/>
                                        </p:tgtEl>
                                        <p:attrNameLst>
                                          <p:attrName>ppt_h</p:attrName>
                                        </p:attrNameLst>
                                      </p:cBhvr>
                                      <p:tavLst>
                                        <p:tav tm="0">
                                          <p:val>
                                            <p:fltVal val="0"/>
                                          </p:val>
                                        </p:tav>
                                        <p:tav tm="100000">
                                          <p:val>
                                            <p:strVal val="#ppt_h"/>
                                          </p:val>
                                        </p:tav>
                                      </p:tavLst>
                                    </p:anim>
                                    <p:anim calcmode="lin" valueType="num">
                                      <p:cBhvr>
                                        <p:cTn id="9" dur="1000" fill="hold"/>
                                        <p:tgtEl>
                                          <p:spTgt spid="219"/>
                                        </p:tgtEl>
                                        <p:attrNameLst>
                                          <p:attrName>style.rotation</p:attrName>
                                        </p:attrNameLst>
                                      </p:cBhvr>
                                      <p:tavLst>
                                        <p:tav tm="0">
                                          <p:val>
                                            <p:fltVal val="90"/>
                                          </p:val>
                                        </p:tav>
                                        <p:tav tm="100000">
                                          <p:val>
                                            <p:fltVal val="0"/>
                                          </p:val>
                                        </p:tav>
                                      </p:tavLst>
                                    </p:anim>
                                    <p:animEffect transition="in" filter="fade">
                                      <p:cBhvr>
                                        <p:cTn id="10" dur="1000"/>
                                        <p:tgtEl>
                                          <p:spTgt spid="219"/>
                                        </p:tgtEl>
                                      </p:cBhvr>
                                    </p:animEffect>
                                  </p:childTnLst>
                                </p:cTn>
                              </p:par>
                            </p:childTnLst>
                          </p:cTn>
                        </p:par>
                        <p:par>
                          <p:cTn id="11" fill="hold">
                            <p:stCondLst>
                              <p:cond delay="1000"/>
                            </p:stCondLst>
                            <p:childTnLst>
                              <p:par>
                                <p:cTn id="12" presetID="22" presetClass="entr" presetSubtype="8" fill="hold" grpId="0" nodeType="afterEffect">
                                  <p:stCondLst>
                                    <p:cond delay="0"/>
                                  </p:stCondLst>
                                  <p:childTnLst>
                                    <p:set>
                                      <p:cBhvr>
                                        <p:cTn id="13" dur="1" fill="hold">
                                          <p:stCondLst>
                                            <p:cond delay="0"/>
                                          </p:stCondLst>
                                        </p:cTn>
                                        <p:tgtEl>
                                          <p:spTgt spid="99">
                                            <p:txEl>
                                              <p:pRg st="0" end="0"/>
                                            </p:txEl>
                                          </p:spTgt>
                                        </p:tgtEl>
                                        <p:attrNameLst>
                                          <p:attrName>style.visibility</p:attrName>
                                        </p:attrNameLst>
                                      </p:cBhvr>
                                      <p:to>
                                        <p:strVal val="visible"/>
                                      </p:to>
                                    </p:set>
                                    <p:animEffect transition="in" filter="wipe(left)">
                                      <p:cBhvr>
                                        <p:cTn id="14" dur="1000"/>
                                        <p:tgtEl>
                                          <p:spTgt spid="99">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grpId="0" nodeType="clickEffect">
                                  <p:stCondLst>
                                    <p:cond delay="0"/>
                                  </p:stCondLst>
                                  <p:childTnLst>
                                    <p:set>
                                      <p:cBhvr>
                                        <p:cTn id="18" dur="1" fill="hold">
                                          <p:stCondLst>
                                            <p:cond delay="0"/>
                                          </p:stCondLst>
                                        </p:cTn>
                                        <p:tgtEl>
                                          <p:spTgt spid="99">
                                            <p:txEl>
                                              <p:pRg st="1" end="1"/>
                                            </p:txEl>
                                          </p:spTgt>
                                        </p:tgtEl>
                                        <p:attrNameLst>
                                          <p:attrName>style.visibility</p:attrName>
                                        </p:attrNameLst>
                                      </p:cBhvr>
                                      <p:to>
                                        <p:strVal val="visible"/>
                                      </p:to>
                                    </p:set>
                                    <p:animEffect transition="in" filter="wipe(left)">
                                      <p:cBhvr>
                                        <p:cTn id="19" dur="1000"/>
                                        <p:tgtEl>
                                          <p:spTgt spid="99">
                                            <p:txEl>
                                              <p:pRg st="1" end="1"/>
                                            </p:txEl>
                                          </p:spTgt>
                                        </p:tgtEl>
                                      </p:cBhvr>
                                    </p:animEffect>
                                  </p:childTnLst>
                                </p:cTn>
                              </p:par>
                              <p:par>
                                <p:cTn id="20" presetID="1" presetClass="entr" presetSubtype="0" fill="hold" grpId="0" nodeType="withEffect">
                                  <p:stCondLst>
                                    <p:cond delay="0"/>
                                  </p:stCondLst>
                                  <p:iterate type="lt">
                                    <p:tmAbs val="75"/>
                                  </p:iterate>
                                  <p:childTnLst>
                                    <p:set>
                                      <p:cBhvr>
                                        <p:cTn id="21" dur="1" fill="hold">
                                          <p:stCondLst>
                                            <p:cond delay="74"/>
                                          </p:stCondLst>
                                        </p:cTn>
                                        <p:tgtEl>
                                          <p:spTgt spid="113"/>
                                        </p:tgtEl>
                                        <p:attrNameLst>
                                          <p:attrName>style.visibility</p:attrName>
                                        </p:attrNameLst>
                                      </p:cBhvr>
                                      <p:to>
                                        <p:strVal val="visible"/>
                                      </p:to>
                                    </p:set>
                                  </p:childTnLst>
                                </p:cTn>
                              </p:par>
                            </p:childTnLst>
                          </p:cTn>
                        </p:par>
                        <p:par>
                          <p:cTn id="22" fill="hold">
                            <p:stCondLst>
                              <p:cond delay="1000"/>
                            </p:stCondLst>
                            <p:childTnLst>
                              <p:par>
                                <p:cTn id="23" presetID="35" presetClass="emph" presetSubtype="0" repeatCount="4000" fill="hold" nodeType="afterEffect">
                                  <p:stCondLst>
                                    <p:cond delay="0"/>
                                  </p:stCondLst>
                                  <p:childTnLst>
                                    <p:anim calcmode="discrete" valueType="str">
                                      <p:cBhvr>
                                        <p:cTn id="24" dur="1000" fill="hold"/>
                                        <p:tgtEl>
                                          <p:spTgt spid="4"/>
                                        </p:tgtEl>
                                        <p:attrNameLst>
                                          <p:attrName>style.visibility</p:attrName>
                                        </p:attrNameLst>
                                      </p:cBhvr>
                                      <p:tavLst>
                                        <p:tav tm="0">
                                          <p:val>
                                            <p:strVal val="hidden"/>
                                          </p:val>
                                        </p:tav>
                                        <p:tav tm="50000">
                                          <p:val>
                                            <p:strVal val="visible"/>
                                          </p:val>
                                        </p:tav>
                                      </p:tavLst>
                                    </p:anim>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99">
                                            <p:txEl>
                                              <p:pRg st="2" end="2"/>
                                            </p:txEl>
                                          </p:spTgt>
                                        </p:tgtEl>
                                        <p:attrNameLst>
                                          <p:attrName>style.visibility</p:attrName>
                                        </p:attrNameLst>
                                      </p:cBhvr>
                                      <p:to>
                                        <p:strVal val="visible"/>
                                      </p:to>
                                    </p:set>
                                    <p:animEffect transition="in" filter="wipe(left)">
                                      <p:cBhvr>
                                        <p:cTn id="29" dur="1000"/>
                                        <p:tgtEl>
                                          <p:spTgt spid="99">
                                            <p:txEl>
                                              <p:pRg st="2" end="2"/>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31" presetClass="entr" presetSubtype="0" fill="hold" grpId="0" nodeType="clickEffect">
                                  <p:stCondLst>
                                    <p:cond delay="0"/>
                                  </p:stCondLst>
                                  <p:childTnLst>
                                    <p:set>
                                      <p:cBhvr>
                                        <p:cTn id="33" dur="1" fill="hold">
                                          <p:stCondLst>
                                            <p:cond delay="0"/>
                                          </p:stCondLst>
                                        </p:cTn>
                                        <p:tgtEl>
                                          <p:spTgt spid="95"/>
                                        </p:tgtEl>
                                        <p:attrNameLst>
                                          <p:attrName>style.visibility</p:attrName>
                                        </p:attrNameLst>
                                      </p:cBhvr>
                                      <p:to>
                                        <p:strVal val="visible"/>
                                      </p:to>
                                    </p:set>
                                    <p:anim calcmode="lin" valueType="num">
                                      <p:cBhvr>
                                        <p:cTn id="34" dur="1000" fill="hold"/>
                                        <p:tgtEl>
                                          <p:spTgt spid="95"/>
                                        </p:tgtEl>
                                        <p:attrNameLst>
                                          <p:attrName>ppt_w</p:attrName>
                                        </p:attrNameLst>
                                      </p:cBhvr>
                                      <p:tavLst>
                                        <p:tav tm="0">
                                          <p:val>
                                            <p:fltVal val="0"/>
                                          </p:val>
                                        </p:tav>
                                        <p:tav tm="100000">
                                          <p:val>
                                            <p:strVal val="#ppt_w"/>
                                          </p:val>
                                        </p:tav>
                                      </p:tavLst>
                                    </p:anim>
                                    <p:anim calcmode="lin" valueType="num">
                                      <p:cBhvr>
                                        <p:cTn id="35" dur="1000" fill="hold"/>
                                        <p:tgtEl>
                                          <p:spTgt spid="95"/>
                                        </p:tgtEl>
                                        <p:attrNameLst>
                                          <p:attrName>ppt_h</p:attrName>
                                        </p:attrNameLst>
                                      </p:cBhvr>
                                      <p:tavLst>
                                        <p:tav tm="0">
                                          <p:val>
                                            <p:fltVal val="0"/>
                                          </p:val>
                                        </p:tav>
                                        <p:tav tm="100000">
                                          <p:val>
                                            <p:strVal val="#ppt_h"/>
                                          </p:val>
                                        </p:tav>
                                      </p:tavLst>
                                    </p:anim>
                                    <p:anim calcmode="lin" valueType="num">
                                      <p:cBhvr>
                                        <p:cTn id="36" dur="1000" fill="hold"/>
                                        <p:tgtEl>
                                          <p:spTgt spid="95"/>
                                        </p:tgtEl>
                                        <p:attrNameLst>
                                          <p:attrName>style.rotation</p:attrName>
                                        </p:attrNameLst>
                                      </p:cBhvr>
                                      <p:tavLst>
                                        <p:tav tm="0">
                                          <p:val>
                                            <p:fltVal val="90"/>
                                          </p:val>
                                        </p:tav>
                                        <p:tav tm="100000">
                                          <p:val>
                                            <p:fltVal val="0"/>
                                          </p:val>
                                        </p:tav>
                                      </p:tavLst>
                                    </p:anim>
                                    <p:animEffect transition="in" filter="fade">
                                      <p:cBhvr>
                                        <p:cTn id="37" dur="1000"/>
                                        <p:tgtEl>
                                          <p:spTgt spid="95"/>
                                        </p:tgtEl>
                                      </p:cBhvr>
                                    </p:animEffect>
                                  </p:childTnLst>
                                </p:cTn>
                              </p:par>
                            </p:childTnLst>
                          </p:cTn>
                        </p:par>
                        <p:par>
                          <p:cTn id="38" fill="hold">
                            <p:stCondLst>
                              <p:cond delay="1000"/>
                            </p:stCondLst>
                            <p:childTnLst>
                              <p:par>
                                <p:cTn id="39" presetID="22" presetClass="entr" presetSubtype="8" fill="hold" nodeType="afterEffect">
                                  <p:stCondLst>
                                    <p:cond delay="0"/>
                                  </p:stCondLst>
                                  <p:childTnLst>
                                    <p:set>
                                      <p:cBhvr>
                                        <p:cTn id="40" dur="1" fill="hold">
                                          <p:stCondLst>
                                            <p:cond delay="0"/>
                                          </p:stCondLst>
                                        </p:cTn>
                                        <p:tgtEl>
                                          <p:spTgt spid="8"/>
                                        </p:tgtEl>
                                        <p:attrNameLst>
                                          <p:attrName>style.visibility</p:attrName>
                                        </p:attrNameLst>
                                      </p:cBhvr>
                                      <p:to>
                                        <p:strVal val="visible"/>
                                      </p:to>
                                    </p:set>
                                    <p:animEffect transition="in" filter="wipe(left)">
                                      <p:cBhvr>
                                        <p:cTn id="41" dur="1000"/>
                                        <p:tgtEl>
                                          <p:spTgt spid="8"/>
                                        </p:tgtEl>
                                      </p:cBhvr>
                                    </p:animEffect>
                                  </p:childTnLst>
                                </p:cTn>
                              </p:par>
                            </p:childTnLst>
                          </p:cTn>
                        </p:par>
                      </p:childTnLst>
                    </p:cTn>
                  </p:par>
                  <p:par>
                    <p:cTn id="42" fill="hold">
                      <p:stCondLst>
                        <p:cond delay="indefinite"/>
                      </p:stCondLst>
                      <p:childTnLst>
                        <p:par>
                          <p:cTn id="43" fill="hold">
                            <p:stCondLst>
                              <p:cond delay="0"/>
                            </p:stCondLst>
                            <p:childTnLst>
                              <p:par>
                                <p:cTn id="44" presetID="31" presetClass="entr" presetSubtype="0" fill="hold" grpId="0" nodeType="clickEffect">
                                  <p:stCondLst>
                                    <p:cond delay="0"/>
                                  </p:stCondLst>
                                  <p:childTnLst>
                                    <p:set>
                                      <p:cBhvr>
                                        <p:cTn id="45" dur="1" fill="hold">
                                          <p:stCondLst>
                                            <p:cond delay="0"/>
                                          </p:stCondLst>
                                        </p:cTn>
                                        <p:tgtEl>
                                          <p:spTgt spid="129"/>
                                        </p:tgtEl>
                                        <p:attrNameLst>
                                          <p:attrName>style.visibility</p:attrName>
                                        </p:attrNameLst>
                                      </p:cBhvr>
                                      <p:to>
                                        <p:strVal val="visible"/>
                                      </p:to>
                                    </p:set>
                                    <p:anim calcmode="lin" valueType="num">
                                      <p:cBhvr>
                                        <p:cTn id="46" dur="1000" fill="hold"/>
                                        <p:tgtEl>
                                          <p:spTgt spid="129"/>
                                        </p:tgtEl>
                                        <p:attrNameLst>
                                          <p:attrName>ppt_w</p:attrName>
                                        </p:attrNameLst>
                                      </p:cBhvr>
                                      <p:tavLst>
                                        <p:tav tm="0">
                                          <p:val>
                                            <p:fltVal val="0"/>
                                          </p:val>
                                        </p:tav>
                                        <p:tav tm="100000">
                                          <p:val>
                                            <p:strVal val="#ppt_w"/>
                                          </p:val>
                                        </p:tav>
                                      </p:tavLst>
                                    </p:anim>
                                    <p:anim calcmode="lin" valueType="num">
                                      <p:cBhvr>
                                        <p:cTn id="47" dur="1000" fill="hold"/>
                                        <p:tgtEl>
                                          <p:spTgt spid="129"/>
                                        </p:tgtEl>
                                        <p:attrNameLst>
                                          <p:attrName>ppt_h</p:attrName>
                                        </p:attrNameLst>
                                      </p:cBhvr>
                                      <p:tavLst>
                                        <p:tav tm="0">
                                          <p:val>
                                            <p:fltVal val="0"/>
                                          </p:val>
                                        </p:tav>
                                        <p:tav tm="100000">
                                          <p:val>
                                            <p:strVal val="#ppt_h"/>
                                          </p:val>
                                        </p:tav>
                                      </p:tavLst>
                                    </p:anim>
                                    <p:anim calcmode="lin" valueType="num">
                                      <p:cBhvr>
                                        <p:cTn id="48" dur="1000" fill="hold"/>
                                        <p:tgtEl>
                                          <p:spTgt spid="129"/>
                                        </p:tgtEl>
                                        <p:attrNameLst>
                                          <p:attrName>style.rotation</p:attrName>
                                        </p:attrNameLst>
                                      </p:cBhvr>
                                      <p:tavLst>
                                        <p:tav tm="0">
                                          <p:val>
                                            <p:fltVal val="90"/>
                                          </p:val>
                                        </p:tav>
                                        <p:tav tm="100000">
                                          <p:val>
                                            <p:fltVal val="0"/>
                                          </p:val>
                                        </p:tav>
                                      </p:tavLst>
                                    </p:anim>
                                    <p:animEffect transition="in" filter="fade">
                                      <p:cBhvr>
                                        <p:cTn id="49" dur="1000"/>
                                        <p:tgtEl>
                                          <p:spTgt spid="129"/>
                                        </p:tgtEl>
                                      </p:cBhvr>
                                    </p:animEffect>
                                  </p:childTnLst>
                                </p:cTn>
                              </p:par>
                            </p:childTnLst>
                          </p:cTn>
                        </p:par>
                        <p:par>
                          <p:cTn id="50" fill="hold">
                            <p:stCondLst>
                              <p:cond delay="1000"/>
                            </p:stCondLst>
                            <p:childTnLst>
                              <p:par>
                                <p:cTn id="51" presetID="22" presetClass="entr" presetSubtype="8" fill="hold" nodeType="afterEffect">
                                  <p:stCondLst>
                                    <p:cond delay="0"/>
                                  </p:stCondLst>
                                  <p:childTnLst>
                                    <p:set>
                                      <p:cBhvr>
                                        <p:cTn id="52" dur="1" fill="hold">
                                          <p:stCondLst>
                                            <p:cond delay="0"/>
                                          </p:stCondLst>
                                        </p:cTn>
                                        <p:tgtEl>
                                          <p:spTgt spid="9"/>
                                        </p:tgtEl>
                                        <p:attrNameLst>
                                          <p:attrName>style.visibility</p:attrName>
                                        </p:attrNameLst>
                                      </p:cBhvr>
                                      <p:to>
                                        <p:strVal val="visible"/>
                                      </p:to>
                                    </p:set>
                                    <p:animEffect transition="in" filter="wipe(left)">
                                      <p:cBhvr>
                                        <p:cTn id="53" dur="1000"/>
                                        <p:tgtEl>
                                          <p:spTgt spid="9"/>
                                        </p:tgtEl>
                                      </p:cBhvr>
                                    </p:animEffect>
                                  </p:childTnLst>
                                </p:cTn>
                              </p:par>
                            </p:childTnLst>
                          </p:cTn>
                        </p:par>
                      </p:childTnLst>
                    </p:cTn>
                  </p:par>
                  <p:par>
                    <p:cTn id="54" fill="hold">
                      <p:stCondLst>
                        <p:cond delay="indefinite"/>
                      </p:stCondLst>
                      <p:childTnLst>
                        <p:par>
                          <p:cTn id="55" fill="hold">
                            <p:stCondLst>
                              <p:cond delay="0"/>
                            </p:stCondLst>
                            <p:childTnLst>
                              <p:par>
                                <p:cTn id="56" presetID="45" presetClass="entr" presetSubtype="0" fill="hold" grpId="0" nodeType="clickEffect">
                                  <p:stCondLst>
                                    <p:cond delay="0"/>
                                  </p:stCondLst>
                                  <p:childTnLst>
                                    <p:set>
                                      <p:cBhvr>
                                        <p:cTn id="57" dur="1" fill="hold">
                                          <p:stCondLst>
                                            <p:cond delay="0"/>
                                          </p:stCondLst>
                                        </p:cTn>
                                        <p:tgtEl>
                                          <p:spTgt spid="10"/>
                                        </p:tgtEl>
                                        <p:attrNameLst>
                                          <p:attrName>style.visibility</p:attrName>
                                        </p:attrNameLst>
                                      </p:cBhvr>
                                      <p:to>
                                        <p:strVal val="visible"/>
                                      </p:to>
                                    </p:set>
                                    <p:animEffect transition="in" filter="fade">
                                      <p:cBhvr>
                                        <p:cTn id="58" dur="2000"/>
                                        <p:tgtEl>
                                          <p:spTgt spid="10"/>
                                        </p:tgtEl>
                                      </p:cBhvr>
                                    </p:animEffect>
                                    <p:anim calcmode="lin" valueType="num">
                                      <p:cBhvr>
                                        <p:cTn id="59" dur="2000" fill="hold"/>
                                        <p:tgtEl>
                                          <p:spTgt spid="10"/>
                                        </p:tgtEl>
                                        <p:attrNameLst>
                                          <p:attrName>ppt_w</p:attrName>
                                        </p:attrNameLst>
                                      </p:cBhvr>
                                      <p:tavLst>
                                        <p:tav tm="0" fmla="#ppt_w*sin(2.5*pi*$)">
                                          <p:val>
                                            <p:fltVal val="0"/>
                                          </p:val>
                                        </p:tav>
                                        <p:tav tm="100000">
                                          <p:val>
                                            <p:fltVal val="1"/>
                                          </p:val>
                                        </p:tav>
                                      </p:tavLst>
                                    </p:anim>
                                    <p:anim calcmode="lin" valueType="num">
                                      <p:cBhvr>
                                        <p:cTn id="60" dur="2000" fill="hold"/>
                                        <p:tgtEl>
                                          <p:spTgt spid="10"/>
                                        </p:tgtEl>
                                        <p:attrNameLst>
                                          <p:attrName>ppt_h</p:attrName>
                                        </p:attrNameLst>
                                      </p:cBhvr>
                                      <p:tavLst>
                                        <p:tav tm="0">
                                          <p:val>
                                            <p:strVal val="#ppt_h"/>
                                          </p:val>
                                        </p:tav>
                                        <p:tav tm="100000">
                                          <p:val>
                                            <p:strVal val="#ppt_h"/>
                                          </p:val>
                                        </p:tav>
                                      </p:tavLst>
                                    </p:anim>
                                  </p:childTnLst>
                                </p:cTn>
                              </p:par>
                            </p:childTnLst>
                          </p:cTn>
                        </p:par>
                        <p:par>
                          <p:cTn id="61" fill="hold">
                            <p:stCondLst>
                              <p:cond delay="2000"/>
                            </p:stCondLst>
                            <p:childTnLst>
                              <p:par>
                                <p:cTn id="62" presetID="22" presetClass="entr" presetSubtype="8" repeatCount="3000" fill="hold" grpId="0" nodeType="afterEffect">
                                  <p:stCondLst>
                                    <p:cond delay="0"/>
                                  </p:stCondLst>
                                  <p:childTnLst>
                                    <p:set>
                                      <p:cBhvr>
                                        <p:cTn id="63" dur="1" fill="hold">
                                          <p:stCondLst>
                                            <p:cond delay="0"/>
                                          </p:stCondLst>
                                        </p:cTn>
                                        <p:tgtEl>
                                          <p:spTgt spid="11"/>
                                        </p:tgtEl>
                                        <p:attrNameLst>
                                          <p:attrName>style.visibility</p:attrName>
                                        </p:attrNameLst>
                                      </p:cBhvr>
                                      <p:to>
                                        <p:strVal val="visible"/>
                                      </p:to>
                                    </p:set>
                                    <p:animEffect transition="in" filter="wipe(left)">
                                      <p:cBhvr>
                                        <p:cTn id="64" dur="1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9" grpId="0"/>
      <p:bldP spid="99" grpId="0" uiExpand="1" build="p"/>
      <p:bldP spid="95" grpId="0"/>
      <p:bldP spid="129" grpId="0"/>
      <p:bldP spid="113" grpId="0" animBg="1" autoUpdateAnimBg="0"/>
      <p:bldP spid="10" grpId="0" animBg="1"/>
      <p:bldP spid="11"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58</a:t>
            </a:fld>
            <a:endParaRPr lang="zh-CN" altLang="en-US" dirty="0">
              <a:solidFill>
                <a:srgbClr val="C00000"/>
              </a:solidFill>
            </a:endParaRPr>
          </a:p>
        </p:txBody>
      </p:sp>
      <p:sp>
        <p:nvSpPr>
          <p:cNvPr id="219" name="Text Box 4"/>
          <p:cNvSpPr txBox="1">
            <a:spLocks noChangeArrowheads="1"/>
          </p:cNvSpPr>
          <p:nvPr/>
        </p:nvSpPr>
        <p:spPr bwMode="auto">
          <a:xfrm>
            <a:off x="356695" y="710924"/>
            <a:ext cx="3266071" cy="535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358775" indent="-358775" eaLnBrk="1" hangingPunct="1">
              <a:lnSpc>
                <a:spcPct val="120000"/>
              </a:lnSpc>
              <a:spcBef>
                <a:spcPts val="600"/>
              </a:spcBef>
              <a:spcAft>
                <a:spcPts val="0"/>
              </a:spcAft>
              <a:buClr>
                <a:srgbClr val="A50021"/>
              </a:buClr>
              <a:buSzPct val="100000"/>
              <a:buFont typeface="Wingdings" panose="05000000000000000000" pitchFamily="2" charset="2"/>
              <a:buChar char="n"/>
            </a:pPr>
            <a:r>
              <a:rPr lang="zh-CN" altLang="en-US" sz="2400" b="1" dirty="0" smtClean="0">
                <a:solidFill>
                  <a:srgbClr val="A50021"/>
                </a:solidFill>
                <a:latin typeface="微软雅黑" panose="020B0503020204020204" pitchFamily="34" charset="-122"/>
                <a:ea typeface="微软雅黑" panose="020B0503020204020204" pitchFamily="34" charset="-122"/>
              </a:rPr>
              <a:t>抗滑安全系数推导</a:t>
            </a:r>
            <a:endParaRPr lang="zh-CN" altLang="en-US" sz="2400" b="1" dirty="0">
              <a:solidFill>
                <a:srgbClr val="000066"/>
              </a:solidFill>
              <a:ea typeface="幼圆" pitchFamily="49" charset="-122"/>
            </a:endParaRPr>
          </a:p>
        </p:txBody>
      </p:sp>
      <p:sp>
        <p:nvSpPr>
          <p:cNvPr id="95" name="Text Box 46"/>
          <p:cNvSpPr txBox="1">
            <a:spLocks noChangeArrowheads="1"/>
          </p:cNvSpPr>
          <p:nvPr/>
        </p:nvSpPr>
        <p:spPr bwMode="auto">
          <a:xfrm>
            <a:off x="605872" y="1302145"/>
            <a:ext cx="1956255" cy="5155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180975" indent="-180975" eaLnBrk="1" hangingPunct="1">
              <a:lnSpc>
                <a:spcPct val="125000"/>
              </a:lnSpc>
              <a:spcBef>
                <a:spcPct val="0"/>
              </a:spcBef>
              <a:spcAft>
                <a:spcPct val="0"/>
              </a:spcAft>
              <a:buClr>
                <a:srgbClr val="C00000"/>
              </a:buClr>
              <a:buSzPct val="130000"/>
              <a:buFont typeface="Arial" panose="020B0604020202020204" pitchFamily="34" charset="0"/>
              <a:buChar char="•"/>
            </a:pPr>
            <a:r>
              <a:rPr lang="zh-CN" altLang="en-US" sz="2200" b="1" dirty="0" smtClean="0">
                <a:solidFill>
                  <a:srgbClr val="000066"/>
                </a:solidFill>
                <a:ea typeface="幼圆" panose="02010509060101010101" pitchFamily="49" charset="-122"/>
                <a:cs typeface="Times New Roman" panose="02020603050405020304" pitchFamily="18" charset="0"/>
              </a:rPr>
              <a:t>土条力平衡：</a:t>
            </a:r>
            <a:endParaRPr lang="zh-CN" altLang="en-US" sz="2200" b="1" dirty="0">
              <a:solidFill>
                <a:srgbClr val="000066"/>
              </a:solidFill>
              <a:ea typeface="幼圆" panose="02010509060101010101" pitchFamily="49" charset="-122"/>
              <a:cs typeface="Times New Roman" panose="02020603050405020304" pitchFamily="18" charset="0"/>
            </a:endParaRPr>
          </a:p>
        </p:txBody>
      </p:sp>
      <p:sp>
        <p:nvSpPr>
          <p:cNvPr id="84" name="Text Box 46"/>
          <p:cNvSpPr txBox="1">
            <a:spLocks noChangeArrowheads="1"/>
          </p:cNvSpPr>
          <p:nvPr/>
        </p:nvSpPr>
        <p:spPr bwMode="auto">
          <a:xfrm>
            <a:off x="604365" y="2920276"/>
            <a:ext cx="2202210" cy="5155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180975" indent="-180975" eaLnBrk="1" hangingPunct="1">
              <a:lnSpc>
                <a:spcPct val="125000"/>
              </a:lnSpc>
              <a:spcBef>
                <a:spcPct val="0"/>
              </a:spcBef>
              <a:spcAft>
                <a:spcPct val="0"/>
              </a:spcAft>
              <a:buClr>
                <a:srgbClr val="C00000"/>
              </a:buClr>
              <a:buSzPct val="130000"/>
              <a:buFont typeface="Arial" panose="020B0604020202020204" pitchFamily="34" charset="0"/>
              <a:buChar char="•"/>
            </a:pPr>
            <a:r>
              <a:rPr lang="zh-CN" altLang="en-US" sz="2200" b="1" dirty="0">
                <a:solidFill>
                  <a:srgbClr val="000066"/>
                </a:solidFill>
                <a:ea typeface="幼圆" panose="02010509060101010101" pitchFamily="49" charset="-122"/>
                <a:cs typeface="Times New Roman" panose="02020603050405020304" pitchFamily="18" charset="0"/>
              </a:rPr>
              <a:t>极限平衡条件：</a:t>
            </a:r>
          </a:p>
        </p:txBody>
      </p:sp>
      <p:graphicFrame>
        <p:nvGraphicFramePr>
          <p:cNvPr id="126" name="Object 1"/>
          <p:cNvGraphicFramePr>
            <a:graphicFrameLocks noChangeAspect="1"/>
          </p:cNvGraphicFramePr>
          <p:nvPr>
            <p:extLst>
              <p:ext uri="{D42A27DB-BD31-4B8C-83A1-F6EECF244321}">
                <p14:modId xmlns:p14="http://schemas.microsoft.com/office/powerpoint/2010/main" val="983489650"/>
              </p:ext>
            </p:extLst>
          </p:nvPr>
        </p:nvGraphicFramePr>
        <p:xfrm>
          <a:off x="2760663" y="2908300"/>
          <a:ext cx="1971675" cy="711200"/>
        </p:xfrm>
        <a:graphic>
          <a:graphicData uri="http://schemas.openxmlformats.org/presentationml/2006/ole">
            <mc:AlternateContent xmlns:mc="http://schemas.openxmlformats.org/markup-compatibility/2006">
              <mc:Choice xmlns:v="urn:schemas-microsoft-com:vml" Requires="v">
                <p:oleObj spid="_x0000_s1777341" name="Equation" r:id="rId4" imgW="1231560" imgH="444240" progId="Equation.DSMT4">
                  <p:embed/>
                </p:oleObj>
              </mc:Choice>
              <mc:Fallback>
                <p:oleObj name="Equation" r:id="rId4" imgW="1231560" imgH="444240" progId="Equation.DSMT4">
                  <p:embed/>
                  <p:pic>
                    <p:nvPicPr>
                      <p:cNvPr id="126" name="Object 1"/>
                      <p:cNvPicPr>
                        <a:picLocks noChangeAspect="1" noChangeArrowheads="1"/>
                      </p:cNvPicPr>
                      <p:nvPr/>
                    </p:nvPicPr>
                    <p:blipFill>
                      <a:blip r:embed="rId5"/>
                      <a:srcRect/>
                      <a:stretch>
                        <a:fillRect/>
                      </a:stretch>
                    </p:blipFill>
                    <p:spPr bwMode="auto">
                      <a:xfrm>
                        <a:off x="2760663" y="2908300"/>
                        <a:ext cx="1971675" cy="711200"/>
                      </a:xfrm>
                      <a:prstGeom prst="rect">
                        <a:avLst/>
                      </a:prstGeom>
                      <a:noFill/>
                      <a:ln>
                        <a:noFill/>
                      </a:ln>
                      <a:effectLst/>
                      <a:extLst/>
                    </p:spPr>
                  </p:pic>
                </p:oleObj>
              </mc:Fallback>
            </mc:AlternateContent>
          </a:graphicData>
        </a:graphic>
      </p:graphicFrame>
      <p:sp>
        <p:nvSpPr>
          <p:cNvPr id="85" name="Text Box 2"/>
          <p:cNvSpPr txBox="1">
            <a:spLocks noChangeArrowheads="1"/>
          </p:cNvSpPr>
          <p:nvPr/>
        </p:nvSpPr>
        <p:spPr bwMode="auto">
          <a:xfrm>
            <a:off x="2083325" y="5682288"/>
            <a:ext cx="580691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gn="ctr" eaLnBrk="1" hangingPunct="1">
              <a:lnSpc>
                <a:spcPct val="100000"/>
              </a:lnSpc>
              <a:spcBef>
                <a:spcPct val="0"/>
              </a:spcBef>
              <a:spcAft>
                <a:spcPct val="0"/>
              </a:spcAft>
            </a:pPr>
            <a:r>
              <a:rPr kumimoji="1" lang="zh-CN" altLang="en-US" sz="4000" b="1" dirty="0" smtClean="0">
                <a:solidFill>
                  <a:srgbClr val="000066"/>
                </a:solidFill>
                <a:latin typeface="黑体" pitchFamily="2" charset="-122"/>
                <a:ea typeface="黑体" pitchFamily="2" charset="-122"/>
              </a:rPr>
              <a:t>简 布 法</a:t>
            </a:r>
            <a:endParaRPr kumimoji="1" lang="zh-CN" altLang="en-US" sz="4000" b="1" dirty="0">
              <a:solidFill>
                <a:srgbClr val="000066"/>
              </a:solidFill>
              <a:latin typeface="黑体" pitchFamily="2" charset="-122"/>
              <a:ea typeface="黑体" pitchFamily="2" charset="-122"/>
            </a:endParaRPr>
          </a:p>
        </p:txBody>
      </p:sp>
      <p:sp>
        <p:nvSpPr>
          <p:cNvPr id="86" name="Text Box 7"/>
          <p:cNvSpPr txBox="1">
            <a:spLocks noChangeArrowheads="1"/>
          </p:cNvSpPr>
          <p:nvPr/>
        </p:nvSpPr>
        <p:spPr bwMode="auto">
          <a:xfrm>
            <a:off x="0" y="0"/>
            <a:ext cx="5042263"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1800" b="1" kern="900" spc="130" dirty="0" smtClean="0">
                <a:solidFill>
                  <a:srgbClr val="000066"/>
                </a:solidFill>
                <a:ea typeface="黑体" panose="02010609060101010101" pitchFamily="49" charset="-122"/>
                <a:cs typeface="Times New Roman" panose="02020603050405020304" pitchFamily="18" charset="0"/>
              </a:rPr>
              <a:t>§7.3  </a:t>
            </a:r>
            <a:r>
              <a:rPr lang="zh-CN" altLang="en-US" sz="1800" b="1" kern="900" spc="130" dirty="0" smtClean="0">
                <a:solidFill>
                  <a:srgbClr val="000066"/>
                </a:solidFill>
                <a:ea typeface="黑体" panose="02010609060101010101" pitchFamily="49" charset="-122"/>
                <a:cs typeface="Times New Roman" panose="02020603050405020304" pitchFamily="18" charset="0"/>
              </a:rPr>
              <a:t>黏性</a:t>
            </a:r>
            <a:r>
              <a:rPr lang="zh-CN" altLang="en-US" sz="1800" b="1" kern="900" spc="130" dirty="0">
                <a:solidFill>
                  <a:srgbClr val="000066"/>
                </a:solidFill>
                <a:ea typeface="黑体" panose="02010609060101010101" pitchFamily="49" charset="-122"/>
                <a:cs typeface="Times New Roman" panose="02020603050405020304" pitchFamily="18" charset="0"/>
              </a:rPr>
              <a:t>土坡的稳定</a:t>
            </a:r>
            <a:r>
              <a:rPr lang="zh-CN" altLang="en-US" sz="1800" b="1" kern="900" spc="130" dirty="0" smtClean="0">
                <a:solidFill>
                  <a:srgbClr val="000066"/>
                </a:solidFill>
                <a:ea typeface="黑体" panose="02010609060101010101" pitchFamily="49" charset="-122"/>
                <a:cs typeface="Times New Roman" panose="02020603050405020304" pitchFamily="18" charset="0"/>
              </a:rPr>
              <a:t>分析 </a:t>
            </a:r>
            <a:r>
              <a:rPr lang="en-US" altLang="zh-CN" sz="1800" b="1" kern="900" spc="130" dirty="0" smtClean="0">
                <a:solidFill>
                  <a:srgbClr val="000066"/>
                </a:solidFill>
                <a:ea typeface="黑体" panose="02010609060101010101" pitchFamily="49" charset="-122"/>
                <a:cs typeface="Times New Roman" panose="02020603050405020304" pitchFamily="18" charset="0"/>
              </a:rPr>
              <a:t>- </a:t>
            </a:r>
            <a:r>
              <a:rPr lang="zh-CN" altLang="en-US" sz="1800" b="1" kern="900" spc="130" dirty="0" smtClean="0">
                <a:solidFill>
                  <a:srgbClr val="000066"/>
                </a:solidFill>
                <a:ea typeface="黑体" panose="02010609060101010101" pitchFamily="49" charset="-122"/>
                <a:cs typeface="Times New Roman" panose="02020603050405020304" pitchFamily="18" charset="0"/>
              </a:rPr>
              <a:t>简布法</a:t>
            </a:r>
            <a:endParaRPr lang="zh-CN" altLang="en-US" sz="1800" b="1" kern="900" spc="130" dirty="0">
              <a:solidFill>
                <a:srgbClr val="000066"/>
              </a:solidFill>
              <a:ea typeface="黑体" panose="02010609060101010101" pitchFamily="49" charset="-122"/>
              <a:cs typeface="Times New Roman" panose="02020603050405020304" pitchFamily="18" charset="0"/>
            </a:endParaRPr>
          </a:p>
        </p:txBody>
      </p:sp>
      <p:sp>
        <p:nvSpPr>
          <p:cNvPr id="88" name="Freeform 8"/>
          <p:cNvSpPr>
            <a:spLocks/>
          </p:cNvSpPr>
          <p:nvPr/>
        </p:nvSpPr>
        <p:spPr bwMode="auto">
          <a:xfrm>
            <a:off x="7105282" y="770095"/>
            <a:ext cx="629123" cy="1975352"/>
          </a:xfrm>
          <a:custGeom>
            <a:avLst/>
            <a:gdLst>
              <a:gd name="T0" fmla="*/ 0 w 327"/>
              <a:gd name="T1" fmla="*/ 300423 h 991"/>
              <a:gd name="T2" fmla="*/ 0 w 327"/>
              <a:gd name="T3" fmla="*/ 1636251 h 991"/>
              <a:gd name="T4" fmla="*/ 516939 w 327"/>
              <a:gd name="T5" fmla="*/ 1327711 h 991"/>
              <a:gd name="T6" fmla="*/ 516939 w 327"/>
              <a:gd name="T7" fmla="*/ 0 h 991"/>
              <a:gd name="T8" fmla="*/ 0 w 327"/>
              <a:gd name="T9" fmla="*/ 300423 h 99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7" h="991">
                <a:moveTo>
                  <a:pt x="0" y="182"/>
                </a:moveTo>
                <a:lnTo>
                  <a:pt x="0" y="991"/>
                </a:lnTo>
                <a:lnTo>
                  <a:pt x="327" y="804"/>
                </a:lnTo>
                <a:lnTo>
                  <a:pt x="327" y="0"/>
                </a:lnTo>
                <a:lnTo>
                  <a:pt x="0" y="182"/>
                </a:lnTo>
                <a:close/>
              </a:path>
            </a:pathLst>
          </a:custGeom>
          <a:solidFill>
            <a:srgbClr val="CCECFF">
              <a:alpha val="50195"/>
            </a:srgbClr>
          </a:solidFill>
          <a:ln w="28575" cap="flat" cmpd="sng">
            <a:solidFill>
              <a:srgbClr val="000066"/>
            </a:solidFill>
            <a:prstDash val="solid"/>
            <a:round/>
            <a:headEnd/>
            <a:tailEnd/>
          </a:ln>
          <a:effectLst/>
          <a:extLst/>
        </p:spPr>
        <p:txBody>
          <a:bodyPr/>
          <a:lstStyle/>
          <a:p>
            <a:endParaRPr lang="zh-CN" altLang="en-US" sz="1800">
              <a:cs typeface="Times New Roman" panose="02020603050405020304" pitchFamily="18" charset="0"/>
            </a:endParaRPr>
          </a:p>
        </p:txBody>
      </p:sp>
      <p:cxnSp>
        <p:nvCxnSpPr>
          <p:cNvPr id="90" name="直接连接符 89"/>
          <p:cNvCxnSpPr/>
          <p:nvPr/>
        </p:nvCxnSpPr>
        <p:spPr bwMode="auto">
          <a:xfrm flipV="1">
            <a:off x="7426995" y="897394"/>
            <a:ext cx="0" cy="2196294"/>
          </a:xfrm>
          <a:prstGeom prst="line">
            <a:avLst/>
          </a:prstGeom>
          <a:noFill/>
          <a:ln w="9525" cap="flat" cmpd="sng" algn="ctr">
            <a:solidFill>
              <a:schemeClr val="tx1"/>
            </a:solidFill>
            <a:prstDash val="lgDashDot"/>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1" name="Line 9"/>
          <p:cNvSpPr>
            <a:spLocks noChangeShapeType="1"/>
          </p:cNvSpPr>
          <p:nvPr/>
        </p:nvSpPr>
        <p:spPr bwMode="auto">
          <a:xfrm>
            <a:off x="7419961" y="1623230"/>
            <a:ext cx="0" cy="496098"/>
          </a:xfrm>
          <a:prstGeom prst="line">
            <a:avLst/>
          </a:prstGeom>
          <a:noFill/>
          <a:ln w="28575">
            <a:solidFill>
              <a:srgbClr val="C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00">
              <a:cs typeface="Times New Roman" panose="02020603050405020304" pitchFamily="18" charset="0"/>
            </a:endParaRPr>
          </a:p>
        </p:txBody>
      </p:sp>
      <p:sp>
        <p:nvSpPr>
          <p:cNvPr id="92" name="Text Box 10"/>
          <p:cNvSpPr txBox="1">
            <a:spLocks noChangeArrowheads="1"/>
          </p:cNvSpPr>
          <p:nvPr/>
        </p:nvSpPr>
        <p:spPr bwMode="auto">
          <a:xfrm>
            <a:off x="7350911" y="1414823"/>
            <a:ext cx="454706" cy="385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800">
                <a:solidFill>
                  <a:schemeClr val="tx1"/>
                </a:solidFill>
                <a:latin typeface="Times New Roman" pitchFamily="18" charset="0"/>
                <a:ea typeface="宋体" charset="-122"/>
              </a:defRPr>
            </a:lvl1pPr>
            <a:lvl2pPr marL="742950" indent="-285750" eaLnBrk="0" hangingPunct="0">
              <a:defRPr kumimoji="1" sz="2800">
                <a:solidFill>
                  <a:schemeClr val="tx1"/>
                </a:solidFill>
                <a:latin typeface="Times New Roman" pitchFamily="18" charset="0"/>
                <a:ea typeface="宋体" charset="-122"/>
              </a:defRPr>
            </a:lvl2pPr>
            <a:lvl3pPr marL="1143000" indent="-228600" eaLnBrk="0" hangingPunct="0">
              <a:defRPr kumimoji="1" sz="2800">
                <a:solidFill>
                  <a:schemeClr val="tx1"/>
                </a:solidFill>
                <a:latin typeface="Times New Roman" pitchFamily="18" charset="0"/>
                <a:ea typeface="宋体" charset="-122"/>
              </a:defRPr>
            </a:lvl3pPr>
            <a:lvl4pPr marL="1600200" indent="-228600" eaLnBrk="0" hangingPunct="0">
              <a:defRPr kumimoji="1" sz="2800">
                <a:solidFill>
                  <a:schemeClr val="tx1"/>
                </a:solidFill>
                <a:latin typeface="Times New Roman" pitchFamily="18" charset="0"/>
                <a:ea typeface="宋体" charset="-122"/>
              </a:defRPr>
            </a:lvl4pPr>
            <a:lvl5pPr marL="2057400" indent="-228600" eaLnBrk="0" hangingPunct="0">
              <a:defRPr kumimoji="1" sz="2800">
                <a:solidFill>
                  <a:schemeClr val="tx1"/>
                </a:solidFill>
                <a:latin typeface="Times New Roman" pitchFamily="18" charset="0"/>
                <a:ea typeface="宋体" charset="-122"/>
              </a:defRPr>
            </a:lvl5pPr>
            <a:lvl6pPr marL="2514600" indent="-228600" eaLnBrk="0" fontAlgn="base" hangingPunct="0">
              <a:spcBef>
                <a:spcPct val="50000"/>
              </a:spcBef>
              <a:spcAft>
                <a:spcPct val="0"/>
              </a:spcAft>
              <a:defRPr kumimoji="1" sz="2800">
                <a:solidFill>
                  <a:schemeClr val="tx1"/>
                </a:solidFill>
                <a:latin typeface="Times New Roman" pitchFamily="18" charset="0"/>
                <a:ea typeface="宋体" charset="-122"/>
              </a:defRPr>
            </a:lvl6pPr>
            <a:lvl7pPr marL="2971800" indent="-228600" eaLnBrk="0" fontAlgn="base" hangingPunct="0">
              <a:spcBef>
                <a:spcPct val="50000"/>
              </a:spcBef>
              <a:spcAft>
                <a:spcPct val="0"/>
              </a:spcAft>
              <a:defRPr kumimoji="1" sz="2800">
                <a:solidFill>
                  <a:schemeClr val="tx1"/>
                </a:solidFill>
                <a:latin typeface="Times New Roman" pitchFamily="18" charset="0"/>
                <a:ea typeface="宋体" charset="-122"/>
              </a:defRPr>
            </a:lvl7pPr>
            <a:lvl8pPr marL="3429000" indent="-228600" eaLnBrk="0" fontAlgn="base" hangingPunct="0">
              <a:spcBef>
                <a:spcPct val="50000"/>
              </a:spcBef>
              <a:spcAft>
                <a:spcPct val="0"/>
              </a:spcAft>
              <a:defRPr kumimoji="1" sz="2800">
                <a:solidFill>
                  <a:schemeClr val="tx1"/>
                </a:solidFill>
                <a:latin typeface="Times New Roman" pitchFamily="18" charset="0"/>
                <a:ea typeface="宋体" charset="-122"/>
              </a:defRPr>
            </a:lvl8pPr>
            <a:lvl9pPr marL="3886200" indent="-228600" eaLnBrk="0" fontAlgn="base" hangingPunct="0">
              <a:spcBef>
                <a:spcPct val="50000"/>
              </a:spcBef>
              <a:spcAft>
                <a:spcPct val="0"/>
              </a:spcAft>
              <a:defRPr kumimoji="1" sz="2800">
                <a:solidFill>
                  <a:schemeClr val="tx1"/>
                </a:solidFill>
                <a:latin typeface="Times New Roman" pitchFamily="18" charset="0"/>
                <a:ea typeface="宋体" charset="-122"/>
              </a:defRPr>
            </a:lvl9pPr>
          </a:lstStyle>
          <a:p>
            <a:pPr eaLnBrk="1" hangingPunct="1"/>
            <a:r>
              <a:rPr lang="en-US" altLang="zh-CN" sz="1800" b="1" i="1" dirty="0">
                <a:solidFill>
                  <a:srgbClr val="C00000"/>
                </a:solidFill>
                <a:cs typeface="Times New Roman" panose="02020603050405020304" pitchFamily="18" charset="0"/>
              </a:rPr>
              <a:t>W</a:t>
            </a:r>
            <a:r>
              <a:rPr lang="en-US" altLang="zh-CN" sz="1800" b="1" baseline="-25000" dirty="0">
                <a:solidFill>
                  <a:srgbClr val="C00000"/>
                </a:solidFill>
                <a:cs typeface="Times New Roman" panose="02020603050405020304" pitchFamily="18" charset="0"/>
              </a:rPr>
              <a:t>i</a:t>
            </a:r>
          </a:p>
        </p:txBody>
      </p:sp>
      <p:sp>
        <p:nvSpPr>
          <p:cNvPr id="93" name="Line 22"/>
          <p:cNvSpPr>
            <a:spLocks noChangeShapeType="1"/>
          </p:cNvSpPr>
          <p:nvPr/>
        </p:nvSpPr>
        <p:spPr bwMode="auto">
          <a:xfrm flipV="1">
            <a:off x="7173678" y="2494260"/>
            <a:ext cx="554512" cy="338252"/>
          </a:xfrm>
          <a:prstGeom prst="line">
            <a:avLst/>
          </a:prstGeom>
          <a:noFill/>
          <a:ln w="28575">
            <a:solidFill>
              <a:srgbClr val="C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00">
              <a:cs typeface="Times New Roman" panose="02020603050405020304" pitchFamily="18" charset="0"/>
            </a:endParaRPr>
          </a:p>
        </p:txBody>
      </p:sp>
      <p:sp>
        <p:nvSpPr>
          <p:cNvPr id="94" name="Line 23"/>
          <p:cNvSpPr>
            <a:spLocks noChangeShapeType="1"/>
          </p:cNvSpPr>
          <p:nvPr/>
        </p:nvSpPr>
        <p:spPr bwMode="auto">
          <a:xfrm flipH="1" flipV="1">
            <a:off x="7423809" y="2547965"/>
            <a:ext cx="314335" cy="541364"/>
          </a:xfrm>
          <a:prstGeom prst="line">
            <a:avLst/>
          </a:prstGeom>
          <a:noFill/>
          <a:ln w="28575">
            <a:solidFill>
              <a:srgbClr val="C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00">
              <a:cs typeface="Times New Roman" panose="02020603050405020304" pitchFamily="18" charset="0"/>
            </a:endParaRPr>
          </a:p>
        </p:txBody>
      </p:sp>
      <p:sp>
        <p:nvSpPr>
          <p:cNvPr id="96" name="Text Box 24"/>
          <p:cNvSpPr txBox="1">
            <a:spLocks noChangeArrowheads="1"/>
          </p:cNvSpPr>
          <p:nvPr/>
        </p:nvSpPr>
        <p:spPr bwMode="auto">
          <a:xfrm>
            <a:off x="7697651" y="2824221"/>
            <a:ext cx="551749" cy="385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a:solidFill>
                  <a:schemeClr val="tx1"/>
                </a:solidFill>
                <a:latin typeface="Times New Roman" pitchFamily="18" charset="0"/>
                <a:ea typeface="宋体" charset="-122"/>
              </a:defRPr>
            </a:lvl1pPr>
            <a:lvl2pPr marL="742950" indent="-285750" eaLnBrk="0" hangingPunct="0">
              <a:defRPr kumimoji="1" sz="2800">
                <a:solidFill>
                  <a:schemeClr val="tx1"/>
                </a:solidFill>
                <a:latin typeface="Times New Roman" pitchFamily="18" charset="0"/>
                <a:ea typeface="宋体" charset="-122"/>
              </a:defRPr>
            </a:lvl2pPr>
            <a:lvl3pPr marL="1143000" indent="-228600" eaLnBrk="0" hangingPunct="0">
              <a:defRPr kumimoji="1" sz="2800">
                <a:solidFill>
                  <a:schemeClr val="tx1"/>
                </a:solidFill>
                <a:latin typeface="Times New Roman" pitchFamily="18" charset="0"/>
                <a:ea typeface="宋体" charset="-122"/>
              </a:defRPr>
            </a:lvl3pPr>
            <a:lvl4pPr marL="1600200" indent="-228600" eaLnBrk="0" hangingPunct="0">
              <a:defRPr kumimoji="1" sz="2800">
                <a:solidFill>
                  <a:schemeClr val="tx1"/>
                </a:solidFill>
                <a:latin typeface="Times New Roman" pitchFamily="18" charset="0"/>
                <a:ea typeface="宋体" charset="-122"/>
              </a:defRPr>
            </a:lvl4pPr>
            <a:lvl5pPr marL="2057400" indent="-228600" eaLnBrk="0" hangingPunct="0">
              <a:defRPr kumimoji="1" sz="2800">
                <a:solidFill>
                  <a:schemeClr val="tx1"/>
                </a:solidFill>
                <a:latin typeface="Times New Roman" pitchFamily="18" charset="0"/>
                <a:ea typeface="宋体" charset="-122"/>
              </a:defRPr>
            </a:lvl5pPr>
            <a:lvl6pPr marL="2514600" indent="-228600" eaLnBrk="0" fontAlgn="base" hangingPunct="0">
              <a:spcBef>
                <a:spcPct val="50000"/>
              </a:spcBef>
              <a:spcAft>
                <a:spcPct val="0"/>
              </a:spcAft>
              <a:defRPr kumimoji="1" sz="2800">
                <a:solidFill>
                  <a:schemeClr val="tx1"/>
                </a:solidFill>
                <a:latin typeface="Times New Roman" pitchFamily="18" charset="0"/>
                <a:ea typeface="宋体" charset="-122"/>
              </a:defRPr>
            </a:lvl6pPr>
            <a:lvl7pPr marL="2971800" indent="-228600" eaLnBrk="0" fontAlgn="base" hangingPunct="0">
              <a:spcBef>
                <a:spcPct val="50000"/>
              </a:spcBef>
              <a:spcAft>
                <a:spcPct val="0"/>
              </a:spcAft>
              <a:defRPr kumimoji="1" sz="2800">
                <a:solidFill>
                  <a:schemeClr val="tx1"/>
                </a:solidFill>
                <a:latin typeface="Times New Roman" pitchFamily="18" charset="0"/>
                <a:ea typeface="宋体" charset="-122"/>
              </a:defRPr>
            </a:lvl7pPr>
            <a:lvl8pPr marL="3429000" indent="-228600" eaLnBrk="0" fontAlgn="base" hangingPunct="0">
              <a:spcBef>
                <a:spcPct val="50000"/>
              </a:spcBef>
              <a:spcAft>
                <a:spcPct val="0"/>
              </a:spcAft>
              <a:defRPr kumimoji="1" sz="2800">
                <a:solidFill>
                  <a:schemeClr val="tx1"/>
                </a:solidFill>
                <a:latin typeface="Times New Roman" pitchFamily="18" charset="0"/>
                <a:ea typeface="宋体" charset="-122"/>
              </a:defRPr>
            </a:lvl8pPr>
            <a:lvl9pPr marL="3886200" indent="-228600" eaLnBrk="0" fontAlgn="base" hangingPunct="0">
              <a:spcBef>
                <a:spcPct val="50000"/>
              </a:spcBef>
              <a:spcAft>
                <a:spcPct val="0"/>
              </a:spcAft>
              <a:defRPr kumimoji="1" sz="2800">
                <a:solidFill>
                  <a:schemeClr val="tx1"/>
                </a:solidFill>
                <a:latin typeface="Times New Roman" pitchFamily="18" charset="0"/>
                <a:ea typeface="宋体" charset="-122"/>
              </a:defRPr>
            </a:lvl9pPr>
          </a:lstStyle>
          <a:p>
            <a:pPr eaLnBrk="1" hangingPunct="1"/>
            <a:r>
              <a:rPr lang="en-US" altLang="zh-CN" sz="1800" b="1" i="1" dirty="0">
                <a:solidFill>
                  <a:srgbClr val="C00000"/>
                </a:solidFill>
                <a:cs typeface="Times New Roman" panose="02020603050405020304" pitchFamily="18" charset="0"/>
              </a:rPr>
              <a:t>N</a:t>
            </a:r>
            <a:r>
              <a:rPr lang="en-US" altLang="zh-CN" sz="1800" b="1" baseline="-25000" dirty="0">
                <a:solidFill>
                  <a:srgbClr val="C00000"/>
                </a:solidFill>
                <a:cs typeface="Times New Roman" panose="02020603050405020304" pitchFamily="18" charset="0"/>
              </a:rPr>
              <a:t>i</a:t>
            </a:r>
          </a:p>
        </p:txBody>
      </p:sp>
      <p:sp>
        <p:nvSpPr>
          <p:cNvPr id="97" name="Text Box 25"/>
          <p:cNvSpPr txBox="1">
            <a:spLocks noChangeArrowheads="1"/>
          </p:cNvSpPr>
          <p:nvPr/>
        </p:nvSpPr>
        <p:spPr bwMode="auto">
          <a:xfrm>
            <a:off x="7683126" y="2433126"/>
            <a:ext cx="416177" cy="2930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tIns="0" bIns="0">
            <a:spAutoFit/>
          </a:bodyPr>
          <a:lstStyle>
            <a:lvl1pPr eaLnBrk="0" hangingPunct="0">
              <a:defRPr kumimoji="1" sz="2800">
                <a:solidFill>
                  <a:schemeClr val="tx1"/>
                </a:solidFill>
                <a:latin typeface="Times New Roman" pitchFamily="18" charset="0"/>
                <a:ea typeface="宋体" charset="-122"/>
              </a:defRPr>
            </a:lvl1pPr>
            <a:lvl2pPr marL="742950" indent="-285750" eaLnBrk="0" hangingPunct="0">
              <a:defRPr kumimoji="1" sz="2800">
                <a:solidFill>
                  <a:schemeClr val="tx1"/>
                </a:solidFill>
                <a:latin typeface="Times New Roman" pitchFamily="18" charset="0"/>
                <a:ea typeface="宋体" charset="-122"/>
              </a:defRPr>
            </a:lvl2pPr>
            <a:lvl3pPr marL="1143000" indent="-228600" eaLnBrk="0" hangingPunct="0">
              <a:defRPr kumimoji="1" sz="2800">
                <a:solidFill>
                  <a:schemeClr val="tx1"/>
                </a:solidFill>
                <a:latin typeface="Times New Roman" pitchFamily="18" charset="0"/>
                <a:ea typeface="宋体" charset="-122"/>
              </a:defRPr>
            </a:lvl3pPr>
            <a:lvl4pPr marL="1600200" indent="-228600" eaLnBrk="0" hangingPunct="0">
              <a:defRPr kumimoji="1" sz="2800">
                <a:solidFill>
                  <a:schemeClr val="tx1"/>
                </a:solidFill>
                <a:latin typeface="Times New Roman" pitchFamily="18" charset="0"/>
                <a:ea typeface="宋体" charset="-122"/>
              </a:defRPr>
            </a:lvl4pPr>
            <a:lvl5pPr marL="2057400" indent="-228600" eaLnBrk="0" hangingPunct="0">
              <a:defRPr kumimoji="1" sz="2800">
                <a:solidFill>
                  <a:schemeClr val="tx1"/>
                </a:solidFill>
                <a:latin typeface="Times New Roman" pitchFamily="18" charset="0"/>
                <a:ea typeface="宋体" charset="-122"/>
              </a:defRPr>
            </a:lvl5pPr>
            <a:lvl6pPr marL="2514600" indent="-228600" eaLnBrk="0" fontAlgn="base" hangingPunct="0">
              <a:spcBef>
                <a:spcPct val="50000"/>
              </a:spcBef>
              <a:spcAft>
                <a:spcPct val="0"/>
              </a:spcAft>
              <a:defRPr kumimoji="1" sz="2800">
                <a:solidFill>
                  <a:schemeClr val="tx1"/>
                </a:solidFill>
                <a:latin typeface="Times New Roman" pitchFamily="18" charset="0"/>
                <a:ea typeface="宋体" charset="-122"/>
              </a:defRPr>
            </a:lvl6pPr>
            <a:lvl7pPr marL="2971800" indent="-228600" eaLnBrk="0" fontAlgn="base" hangingPunct="0">
              <a:spcBef>
                <a:spcPct val="50000"/>
              </a:spcBef>
              <a:spcAft>
                <a:spcPct val="0"/>
              </a:spcAft>
              <a:defRPr kumimoji="1" sz="2800">
                <a:solidFill>
                  <a:schemeClr val="tx1"/>
                </a:solidFill>
                <a:latin typeface="Times New Roman" pitchFamily="18" charset="0"/>
                <a:ea typeface="宋体" charset="-122"/>
              </a:defRPr>
            </a:lvl7pPr>
            <a:lvl8pPr marL="3429000" indent="-228600" eaLnBrk="0" fontAlgn="base" hangingPunct="0">
              <a:spcBef>
                <a:spcPct val="50000"/>
              </a:spcBef>
              <a:spcAft>
                <a:spcPct val="0"/>
              </a:spcAft>
              <a:defRPr kumimoji="1" sz="2800">
                <a:solidFill>
                  <a:schemeClr val="tx1"/>
                </a:solidFill>
                <a:latin typeface="Times New Roman" pitchFamily="18" charset="0"/>
                <a:ea typeface="宋体" charset="-122"/>
              </a:defRPr>
            </a:lvl8pPr>
            <a:lvl9pPr marL="3886200" indent="-228600" eaLnBrk="0" fontAlgn="base" hangingPunct="0">
              <a:spcBef>
                <a:spcPct val="50000"/>
              </a:spcBef>
              <a:spcAft>
                <a:spcPct val="0"/>
              </a:spcAft>
              <a:defRPr kumimoji="1" sz="2800">
                <a:solidFill>
                  <a:schemeClr val="tx1"/>
                </a:solidFill>
                <a:latin typeface="Times New Roman" pitchFamily="18" charset="0"/>
                <a:ea typeface="宋体" charset="-122"/>
              </a:defRPr>
            </a:lvl9pPr>
          </a:lstStyle>
          <a:p>
            <a:pPr eaLnBrk="1" hangingPunct="1"/>
            <a:r>
              <a:rPr lang="en-US" altLang="zh-CN" sz="1800" b="1" i="1" dirty="0">
                <a:solidFill>
                  <a:srgbClr val="C00000"/>
                </a:solidFill>
                <a:cs typeface="Times New Roman" panose="02020603050405020304" pitchFamily="18" charset="0"/>
              </a:rPr>
              <a:t>T</a:t>
            </a:r>
            <a:r>
              <a:rPr lang="en-US" altLang="zh-CN" sz="1800" b="1" baseline="-25000" dirty="0">
                <a:solidFill>
                  <a:srgbClr val="C00000"/>
                </a:solidFill>
                <a:cs typeface="Times New Roman" panose="02020603050405020304" pitchFamily="18" charset="0"/>
              </a:rPr>
              <a:t>i</a:t>
            </a:r>
          </a:p>
        </p:txBody>
      </p:sp>
      <p:sp>
        <p:nvSpPr>
          <p:cNvPr id="98" name="Text Box 136"/>
          <p:cNvSpPr txBox="1">
            <a:spLocks noChangeArrowheads="1"/>
          </p:cNvSpPr>
          <p:nvPr/>
        </p:nvSpPr>
        <p:spPr bwMode="auto">
          <a:xfrm>
            <a:off x="7322678" y="2876969"/>
            <a:ext cx="478166" cy="3845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1800" b="1" dirty="0">
                <a:solidFill>
                  <a:srgbClr val="C00000"/>
                </a:solidFill>
                <a:latin typeface="Times New Roman" panose="02020603050405020304" pitchFamily="18" charset="0"/>
                <a:sym typeface="Symbol" panose="05050102010706020507" pitchFamily="18" charset="2"/>
              </a:rPr>
              <a:t> </a:t>
            </a:r>
            <a:r>
              <a:rPr kumimoji="1" lang="en-US" altLang="zh-CN" sz="1800" b="1" i="1" dirty="0">
                <a:solidFill>
                  <a:srgbClr val="C00000"/>
                </a:solidFill>
                <a:latin typeface="Times New Roman" panose="02020603050405020304" pitchFamily="18" charset="0"/>
                <a:sym typeface="Symbol" panose="05050102010706020507" pitchFamily="18" charset="2"/>
              </a:rPr>
              <a:t></a:t>
            </a:r>
            <a:r>
              <a:rPr kumimoji="1" lang="en-US" altLang="zh-CN" sz="1800" b="1" baseline="-25000" dirty="0" err="1">
                <a:solidFill>
                  <a:srgbClr val="C00000"/>
                </a:solidFill>
                <a:latin typeface="Times New Roman" panose="02020603050405020304" pitchFamily="18" charset="0"/>
                <a:sym typeface="Symbol" panose="05050102010706020507" pitchFamily="18" charset="2"/>
              </a:rPr>
              <a:t>i</a:t>
            </a:r>
            <a:endParaRPr kumimoji="1" lang="en-US" altLang="zh-CN" sz="1800" b="1" baseline="-25000" dirty="0">
              <a:solidFill>
                <a:srgbClr val="C00000"/>
              </a:solidFill>
              <a:latin typeface="Times New Roman" panose="02020603050405020304" pitchFamily="18" charset="0"/>
            </a:endParaRPr>
          </a:p>
        </p:txBody>
      </p:sp>
      <p:sp>
        <p:nvSpPr>
          <p:cNvPr id="99" name="Arc 52"/>
          <p:cNvSpPr>
            <a:spLocks/>
          </p:cNvSpPr>
          <p:nvPr/>
        </p:nvSpPr>
        <p:spPr bwMode="auto">
          <a:xfrm rot="6458630">
            <a:off x="7451493" y="2819300"/>
            <a:ext cx="123066" cy="151653"/>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9525">
            <a:solidFill>
              <a:schemeClr val="tx1"/>
            </a:solidFill>
            <a:round/>
            <a:headEnd type="triangle" w="med" len="me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01" name="Text Box 6"/>
          <p:cNvSpPr txBox="1">
            <a:spLocks noChangeArrowheads="1"/>
          </p:cNvSpPr>
          <p:nvPr/>
        </p:nvSpPr>
        <p:spPr bwMode="auto">
          <a:xfrm>
            <a:off x="7971460" y="1329839"/>
            <a:ext cx="508457" cy="385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800">
                <a:solidFill>
                  <a:schemeClr val="tx1"/>
                </a:solidFill>
                <a:latin typeface="Times New Roman" pitchFamily="18" charset="0"/>
                <a:ea typeface="宋体" charset="-122"/>
              </a:defRPr>
            </a:lvl1pPr>
            <a:lvl2pPr marL="742950" indent="-285750" eaLnBrk="0" hangingPunct="0">
              <a:defRPr kumimoji="1" sz="2800">
                <a:solidFill>
                  <a:schemeClr val="tx1"/>
                </a:solidFill>
                <a:latin typeface="Times New Roman" pitchFamily="18" charset="0"/>
                <a:ea typeface="宋体" charset="-122"/>
              </a:defRPr>
            </a:lvl2pPr>
            <a:lvl3pPr marL="1143000" indent="-228600" eaLnBrk="0" hangingPunct="0">
              <a:defRPr kumimoji="1" sz="2800">
                <a:solidFill>
                  <a:schemeClr val="tx1"/>
                </a:solidFill>
                <a:latin typeface="Times New Roman" pitchFamily="18" charset="0"/>
                <a:ea typeface="宋体" charset="-122"/>
              </a:defRPr>
            </a:lvl3pPr>
            <a:lvl4pPr marL="1600200" indent="-228600" eaLnBrk="0" hangingPunct="0">
              <a:defRPr kumimoji="1" sz="2800">
                <a:solidFill>
                  <a:schemeClr val="tx1"/>
                </a:solidFill>
                <a:latin typeface="Times New Roman" pitchFamily="18" charset="0"/>
                <a:ea typeface="宋体" charset="-122"/>
              </a:defRPr>
            </a:lvl4pPr>
            <a:lvl5pPr marL="2057400" indent="-228600" eaLnBrk="0" hangingPunct="0">
              <a:defRPr kumimoji="1" sz="2800">
                <a:solidFill>
                  <a:schemeClr val="tx1"/>
                </a:solidFill>
                <a:latin typeface="Times New Roman" pitchFamily="18" charset="0"/>
                <a:ea typeface="宋体" charset="-122"/>
              </a:defRPr>
            </a:lvl5pPr>
            <a:lvl6pPr marL="2514600" indent="-228600" eaLnBrk="0" fontAlgn="base" hangingPunct="0">
              <a:spcBef>
                <a:spcPct val="50000"/>
              </a:spcBef>
              <a:spcAft>
                <a:spcPct val="0"/>
              </a:spcAft>
              <a:defRPr kumimoji="1" sz="2800">
                <a:solidFill>
                  <a:schemeClr val="tx1"/>
                </a:solidFill>
                <a:latin typeface="Times New Roman" pitchFamily="18" charset="0"/>
                <a:ea typeface="宋体" charset="-122"/>
              </a:defRPr>
            </a:lvl6pPr>
            <a:lvl7pPr marL="2971800" indent="-228600" eaLnBrk="0" fontAlgn="base" hangingPunct="0">
              <a:spcBef>
                <a:spcPct val="50000"/>
              </a:spcBef>
              <a:spcAft>
                <a:spcPct val="0"/>
              </a:spcAft>
              <a:defRPr kumimoji="1" sz="2800">
                <a:solidFill>
                  <a:schemeClr val="tx1"/>
                </a:solidFill>
                <a:latin typeface="Times New Roman" pitchFamily="18" charset="0"/>
                <a:ea typeface="宋体" charset="-122"/>
              </a:defRPr>
            </a:lvl7pPr>
            <a:lvl8pPr marL="3429000" indent="-228600" eaLnBrk="0" fontAlgn="base" hangingPunct="0">
              <a:spcBef>
                <a:spcPct val="50000"/>
              </a:spcBef>
              <a:spcAft>
                <a:spcPct val="0"/>
              </a:spcAft>
              <a:defRPr kumimoji="1" sz="2800">
                <a:solidFill>
                  <a:schemeClr val="tx1"/>
                </a:solidFill>
                <a:latin typeface="Times New Roman" pitchFamily="18" charset="0"/>
                <a:ea typeface="宋体" charset="-122"/>
              </a:defRPr>
            </a:lvl8pPr>
            <a:lvl9pPr marL="3886200" indent="-228600" eaLnBrk="0" fontAlgn="base" hangingPunct="0">
              <a:spcBef>
                <a:spcPct val="50000"/>
              </a:spcBef>
              <a:spcAft>
                <a:spcPct val="0"/>
              </a:spcAft>
              <a:defRPr kumimoji="1" sz="2800">
                <a:solidFill>
                  <a:schemeClr val="tx1"/>
                </a:solidFill>
                <a:latin typeface="Times New Roman" pitchFamily="18" charset="0"/>
                <a:ea typeface="宋体" charset="-122"/>
              </a:defRPr>
            </a:lvl9pPr>
          </a:lstStyle>
          <a:p>
            <a:pPr eaLnBrk="1" hangingPunct="1"/>
            <a:r>
              <a:rPr lang="en-US" altLang="zh-CN" sz="1800" b="1" i="1" dirty="0">
                <a:solidFill>
                  <a:srgbClr val="C00000"/>
                </a:solidFill>
                <a:cs typeface="Times New Roman" panose="02020603050405020304" pitchFamily="18" charset="0"/>
              </a:rPr>
              <a:t>P</a:t>
            </a:r>
            <a:r>
              <a:rPr lang="en-US" altLang="zh-CN" sz="1800" b="1" baseline="-25000" dirty="0">
                <a:solidFill>
                  <a:srgbClr val="C00000"/>
                </a:solidFill>
                <a:cs typeface="Times New Roman" panose="02020603050405020304" pitchFamily="18" charset="0"/>
              </a:rPr>
              <a:t>i</a:t>
            </a:r>
          </a:p>
        </p:txBody>
      </p:sp>
      <p:sp>
        <p:nvSpPr>
          <p:cNvPr id="102" name="Line 11"/>
          <p:cNvSpPr>
            <a:spLocks noChangeShapeType="1"/>
          </p:cNvSpPr>
          <p:nvPr/>
        </p:nvSpPr>
        <p:spPr bwMode="auto">
          <a:xfrm>
            <a:off x="6618898" y="1906931"/>
            <a:ext cx="416345" cy="0"/>
          </a:xfrm>
          <a:prstGeom prst="line">
            <a:avLst/>
          </a:prstGeom>
          <a:noFill/>
          <a:ln w="28575">
            <a:solidFill>
              <a:srgbClr val="C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00">
              <a:cs typeface="Times New Roman" panose="02020603050405020304" pitchFamily="18" charset="0"/>
            </a:endParaRPr>
          </a:p>
        </p:txBody>
      </p:sp>
      <p:sp>
        <p:nvSpPr>
          <p:cNvPr id="103" name="Text Box 16"/>
          <p:cNvSpPr txBox="1">
            <a:spLocks noChangeArrowheads="1"/>
          </p:cNvSpPr>
          <p:nvPr/>
        </p:nvSpPr>
        <p:spPr bwMode="auto">
          <a:xfrm>
            <a:off x="6560418" y="1487908"/>
            <a:ext cx="551304" cy="410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800">
                <a:solidFill>
                  <a:schemeClr val="tx1"/>
                </a:solidFill>
                <a:latin typeface="Times New Roman" pitchFamily="18" charset="0"/>
                <a:ea typeface="宋体" charset="-122"/>
              </a:defRPr>
            </a:lvl1pPr>
            <a:lvl2pPr marL="742950" indent="-285750" eaLnBrk="0" hangingPunct="0">
              <a:defRPr kumimoji="1" sz="2800">
                <a:solidFill>
                  <a:schemeClr val="tx1"/>
                </a:solidFill>
                <a:latin typeface="Times New Roman" pitchFamily="18" charset="0"/>
                <a:ea typeface="宋体" charset="-122"/>
              </a:defRPr>
            </a:lvl2pPr>
            <a:lvl3pPr marL="1143000" indent="-228600" eaLnBrk="0" hangingPunct="0">
              <a:defRPr kumimoji="1" sz="2800">
                <a:solidFill>
                  <a:schemeClr val="tx1"/>
                </a:solidFill>
                <a:latin typeface="Times New Roman" pitchFamily="18" charset="0"/>
                <a:ea typeface="宋体" charset="-122"/>
              </a:defRPr>
            </a:lvl3pPr>
            <a:lvl4pPr marL="1600200" indent="-228600" eaLnBrk="0" hangingPunct="0">
              <a:defRPr kumimoji="1" sz="2800">
                <a:solidFill>
                  <a:schemeClr val="tx1"/>
                </a:solidFill>
                <a:latin typeface="Times New Roman" pitchFamily="18" charset="0"/>
                <a:ea typeface="宋体" charset="-122"/>
              </a:defRPr>
            </a:lvl4pPr>
            <a:lvl5pPr marL="2057400" indent="-228600" eaLnBrk="0" hangingPunct="0">
              <a:defRPr kumimoji="1" sz="2800">
                <a:solidFill>
                  <a:schemeClr val="tx1"/>
                </a:solidFill>
                <a:latin typeface="Times New Roman" pitchFamily="18" charset="0"/>
                <a:ea typeface="宋体" charset="-122"/>
              </a:defRPr>
            </a:lvl5pPr>
            <a:lvl6pPr marL="2514600" indent="-228600" eaLnBrk="0" fontAlgn="base" hangingPunct="0">
              <a:spcBef>
                <a:spcPct val="50000"/>
              </a:spcBef>
              <a:spcAft>
                <a:spcPct val="0"/>
              </a:spcAft>
              <a:defRPr kumimoji="1" sz="2800">
                <a:solidFill>
                  <a:schemeClr val="tx1"/>
                </a:solidFill>
                <a:latin typeface="Times New Roman" pitchFamily="18" charset="0"/>
                <a:ea typeface="宋体" charset="-122"/>
              </a:defRPr>
            </a:lvl6pPr>
            <a:lvl7pPr marL="2971800" indent="-228600" eaLnBrk="0" fontAlgn="base" hangingPunct="0">
              <a:spcBef>
                <a:spcPct val="50000"/>
              </a:spcBef>
              <a:spcAft>
                <a:spcPct val="0"/>
              </a:spcAft>
              <a:defRPr kumimoji="1" sz="2800">
                <a:solidFill>
                  <a:schemeClr val="tx1"/>
                </a:solidFill>
                <a:latin typeface="Times New Roman" pitchFamily="18" charset="0"/>
                <a:ea typeface="宋体" charset="-122"/>
              </a:defRPr>
            </a:lvl7pPr>
            <a:lvl8pPr marL="3429000" indent="-228600" eaLnBrk="0" fontAlgn="base" hangingPunct="0">
              <a:spcBef>
                <a:spcPct val="50000"/>
              </a:spcBef>
              <a:spcAft>
                <a:spcPct val="0"/>
              </a:spcAft>
              <a:defRPr kumimoji="1" sz="2800">
                <a:solidFill>
                  <a:schemeClr val="tx1"/>
                </a:solidFill>
                <a:latin typeface="Times New Roman" pitchFamily="18" charset="0"/>
                <a:ea typeface="宋体" charset="-122"/>
              </a:defRPr>
            </a:lvl8pPr>
            <a:lvl9pPr marL="3886200" indent="-228600" eaLnBrk="0" fontAlgn="base" hangingPunct="0">
              <a:spcBef>
                <a:spcPct val="50000"/>
              </a:spcBef>
              <a:spcAft>
                <a:spcPct val="0"/>
              </a:spcAft>
              <a:defRPr kumimoji="1" sz="2800">
                <a:solidFill>
                  <a:schemeClr val="tx1"/>
                </a:solidFill>
                <a:latin typeface="Times New Roman" pitchFamily="18" charset="0"/>
                <a:ea typeface="宋体" charset="-122"/>
              </a:defRPr>
            </a:lvl9pPr>
          </a:lstStyle>
          <a:p>
            <a:pPr eaLnBrk="1" hangingPunct="1"/>
            <a:r>
              <a:rPr lang="en-US" altLang="zh-CN" sz="1800" b="1" i="1" dirty="0">
                <a:solidFill>
                  <a:srgbClr val="C00000"/>
                </a:solidFill>
                <a:cs typeface="Times New Roman" panose="02020603050405020304" pitchFamily="18" charset="0"/>
              </a:rPr>
              <a:t>P</a:t>
            </a:r>
            <a:r>
              <a:rPr lang="en-US" altLang="zh-CN" sz="1800" b="1" baseline="-25000" dirty="0">
                <a:solidFill>
                  <a:srgbClr val="C00000"/>
                </a:solidFill>
                <a:cs typeface="Times New Roman" panose="02020603050405020304" pitchFamily="18" charset="0"/>
              </a:rPr>
              <a:t>i</a:t>
            </a:r>
            <a:r>
              <a:rPr lang="en-US" altLang="zh-CN" sz="1800" b="1" i="1" baseline="-25000" dirty="0">
                <a:solidFill>
                  <a:srgbClr val="C00000"/>
                </a:solidFill>
                <a:cs typeface="Times New Roman" panose="02020603050405020304" pitchFamily="18" charset="0"/>
              </a:rPr>
              <a:t>-1</a:t>
            </a:r>
          </a:p>
        </p:txBody>
      </p:sp>
      <p:sp>
        <p:nvSpPr>
          <p:cNvPr id="104" name="Line 19"/>
          <p:cNvSpPr>
            <a:spLocks noChangeShapeType="1"/>
          </p:cNvSpPr>
          <p:nvPr/>
        </p:nvSpPr>
        <p:spPr bwMode="auto">
          <a:xfrm flipH="1">
            <a:off x="7753671" y="1710130"/>
            <a:ext cx="452268" cy="0"/>
          </a:xfrm>
          <a:prstGeom prst="line">
            <a:avLst/>
          </a:prstGeom>
          <a:noFill/>
          <a:ln w="28575">
            <a:solidFill>
              <a:srgbClr val="C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00">
              <a:cs typeface="Times New Roman" panose="02020603050405020304" pitchFamily="18" charset="0"/>
            </a:endParaRPr>
          </a:p>
        </p:txBody>
      </p:sp>
      <p:sp>
        <p:nvSpPr>
          <p:cNvPr id="105" name="Text Box 7"/>
          <p:cNvSpPr txBox="1">
            <a:spLocks noChangeArrowheads="1"/>
          </p:cNvSpPr>
          <p:nvPr/>
        </p:nvSpPr>
        <p:spPr bwMode="auto">
          <a:xfrm>
            <a:off x="8099053" y="1832350"/>
            <a:ext cx="383184" cy="385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800">
                <a:solidFill>
                  <a:schemeClr val="tx1"/>
                </a:solidFill>
                <a:latin typeface="Times New Roman" pitchFamily="18" charset="0"/>
                <a:ea typeface="宋体" charset="-122"/>
              </a:defRPr>
            </a:lvl1pPr>
            <a:lvl2pPr marL="742950" indent="-285750" eaLnBrk="0" hangingPunct="0">
              <a:defRPr kumimoji="1" sz="2800">
                <a:solidFill>
                  <a:schemeClr val="tx1"/>
                </a:solidFill>
                <a:latin typeface="Times New Roman" pitchFamily="18" charset="0"/>
                <a:ea typeface="宋体" charset="-122"/>
              </a:defRPr>
            </a:lvl2pPr>
            <a:lvl3pPr marL="1143000" indent="-228600" eaLnBrk="0" hangingPunct="0">
              <a:defRPr kumimoji="1" sz="2800">
                <a:solidFill>
                  <a:schemeClr val="tx1"/>
                </a:solidFill>
                <a:latin typeface="Times New Roman" pitchFamily="18" charset="0"/>
                <a:ea typeface="宋体" charset="-122"/>
              </a:defRPr>
            </a:lvl3pPr>
            <a:lvl4pPr marL="1600200" indent="-228600" eaLnBrk="0" hangingPunct="0">
              <a:defRPr kumimoji="1" sz="2800">
                <a:solidFill>
                  <a:schemeClr val="tx1"/>
                </a:solidFill>
                <a:latin typeface="Times New Roman" pitchFamily="18" charset="0"/>
                <a:ea typeface="宋体" charset="-122"/>
              </a:defRPr>
            </a:lvl4pPr>
            <a:lvl5pPr marL="2057400" indent="-228600" eaLnBrk="0" hangingPunct="0">
              <a:defRPr kumimoji="1" sz="2800">
                <a:solidFill>
                  <a:schemeClr val="tx1"/>
                </a:solidFill>
                <a:latin typeface="Times New Roman" pitchFamily="18" charset="0"/>
                <a:ea typeface="宋体" charset="-122"/>
              </a:defRPr>
            </a:lvl5pPr>
            <a:lvl6pPr marL="2514600" indent="-228600" eaLnBrk="0" fontAlgn="base" hangingPunct="0">
              <a:spcBef>
                <a:spcPct val="50000"/>
              </a:spcBef>
              <a:spcAft>
                <a:spcPct val="0"/>
              </a:spcAft>
              <a:defRPr kumimoji="1" sz="2800">
                <a:solidFill>
                  <a:schemeClr val="tx1"/>
                </a:solidFill>
                <a:latin typeface="Times New Roman" pitchFamily="18" charset="0"/>
                <a:ea typeface="宋体" charset="-122"/>
              </a:defRPr>
            </a:lvl6pPr>
            <a:lvl7pPr marL="2971800" indent="-228600" eaLnBrk="0" fontAlgn="base" hangingPunct="0">
              <a:spcBef>
                <a:spcPct val="50000"/>
              </a:spcBef>
              <a:spcAft>
                <a:spcPct val="0"/>
              </a:spcAft>
              <a:defRPr kumimoji="1" sz="2800">
                <a:solidFill>
                  <a:schemeClr val="tx1"/>
                </a:solidFill>
                <a:latin typeface="Times New Roman" pitchFamily="18" charset="0"/>
                <a:ea typeface="宋体" charset="-122"/>
              </a:defRPr>
            </a:lvl7pPr>
            <a:lvl8pPr marL="3429000" indent="-228600" eaLnBrk="0" fontAlgn="base" hangingPunct="0">
              <a:spcBef>
                <a:spcPct val="50000"/>
              </a:spcBef>
              <a:spcAft>
                <a:spcPct val="0"/>
              </a:spcAft>
              <a:defRPr kumimoji="1" sz="2800">
                <a:solidFill>
                  <a:schemeClr val="tx1"/>
                </a:solidFill>
                <a:latin typeface="Times New Roman" pitchFamily="18" charset="0"/>
                <a:ea typeface="宋体" charset="-122"/>
              </a:defRPr>
            </a:lvl8pPr>
            <a:lvl9pPr marL="3886200" indent="-228600" eaLnBrk="0" fontAlgn="base" hangingPunct="0">
              <a:spcBef>
                <a:spcPct val="50000"/>
              </a:spcBef>
              <a:spcAft>
                <a:spcPct val="0"/>
              </a:spcAft>
              <a:defRPr kumimoji="1" sz="2800">
                <a:solidFill>
                  <a:schemeClr val="tx1"/>
                </a:solidFill>
                <a:latin typeface="Times New Roman" pitchFamily="18" charset="0"/>
                <a:ea typeface="宋体" charset="-122"/>
              </a:defRPr>
            </a:lvl9pPr>
          </a:lstStyle>
          <a:p>
            <a:pPr eaLnBrk="1" hangingPunct="1"/>
            <a:r>
              <a:rPr lang="en-US" altLang="zh-CN" sz="1800" b="1" i="1" dirty="0">
                <a:cs typeface="Times New Roman" panose="02020603050405020304" pitchFamily="18" charset="0"/>
              </a:rPr>
              <a:t>h</a:t>
            </a:r>
            <a:r>
              <a:rPr lang="en-US" altLang="zh-CN" sz="1800" b="1" baseline="-25000" dirty="0">
                <a:cs typeface="Times New Roman" panose="02020603050405020304" pitchFamily="18" charset="0"/>
              </a:rPr>
              <a:t>i</a:t>
            </a:r>
          </a:p>
        </p:txBody>
      </p:sp>
      <p:sp>
        <p:nvSpPr>
          <p:cNvPr id="106" name="Line 17"/>
          <p:cNvSpPr>
            <a:spLocks noChangeShapeType="1"/>
          </p:cNvSpPr>
          <p:nvPr/>
        </p:nvSpPr>
        <p:spPr bwMode="auto">
          <a:xfrm flipH="1">
            <a:off x="7769293" y="2369182"/>
            <a:ext cx="49095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00">
              <a:cs typeface="Times New Roman" panose="02020603050405020304" pitchFamily="18" charset="0"/>
            </a:endParaRPr>
          </a:p>
        </p:txBody>
      </p:sp>
      <p:sp>
        <p:nvSpPr>
          <p:cNvPr id="107" name="Line 18"/>
          <p:cNvSpPr>
            <a:spLocks noChangeShapeType="1"/>
          </p:cNvSpPr>
          <p:nvPr/>
        </p:nvSpPr>
        <p:spPr bwMode="auto">
          <a:xfrm>
            <a:off x="8090762" y="1717382"/>
            <a:ext cx="0" cy="659401"/>
          </a:xfrm>
          <a:prstGeom prst="line">
            <a:avLst/>
          </a:prstGeom>
          <a:noFill/>
          <a:ln w="1270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00">
              <a:cs typeface="Times New Roman" panose="02020603050405020304" pitchFamily="18" charset="0"/>
            </a:endParaRPr>
          </a:p>
        </p:txBody>
      </p:sp>
      <p:sp>
        <p:nvSpPr>
          <p:cNvPr id="108" name="Line 13"/>
          <p:cNvSpPr>
            <a:spLocks noChangeShapeType="1"/>
          </p:cNvSpPr>
          <p:nvPr/>
        </p:nvSpPr>
        <p:spPr bwMode="auto">
          <a:xfrm flipH="1">
            <a:off x="6601163" y="2745589"/>
            <a:ext cx="489113"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00">
              <a:cs typeface="Times New Roman" panose="02020603050405020304" pitchFamily="18" charset="0"/>
            </a:endParaRPr>
          </a:p>
        </p:txBody>
      </p:sp>
      <p:sp>
        <p:nvSpPr>
          <p:cNvPr id="109" name="Line 14"/>
          <p:cNvSpPr>
            <a:spLocks noChangeShapeType="1"/>
          </p:cNvSpPr>
          <p:nvPr/>
        </p:nvSpPr>
        <p:spPr bwMode="auto">
          <a:xfrm>
            <a:off x="6693896" y="1918962"/>
            <a:ext cx="0" cy="831377"/>
          </a:xfrm>
          <a:prstGeom prst="line">
            <a:avLst/>
          </a:prstGeom>
          <a:noFill/>
          <a:ln w="1270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00">
              <a:cs typeface="Times New Roman" panose="02020603050405020304" pitchFamily="18" charset="0"/>
            </a:endParaRPr>
          </a:p>
        </p:txBody>
      </p:sp>
      <p:sp>
        <p:nvSpPr>
          <p:cNvPr id="110" name="Text Box 15"/>
          <p:cNvSpPr txBox="1">
            <a:spLocks noChangeArrowheads="1"/>
          </p:cNvSpPr>
          <p:nvPr/>
        </p:nvSpPr>
        <p:spPr bwMode="auto">
          <a:xfrm>
            <a:off x="6359380" y="2096755"/>
            <a:ext cx="436459" cy="410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a:spAutoFit/>
          </a:bodyPr>
          <a:lstStyle>
            <a:lvl1pPr eaLnBrk="0" hangingPunct="0">
              <a:defRPr kumimoji="1" sz="2800">
                <a:solidFill>
                  <a:schemeClr val="tx1"/>
                </a:solidFill>
                <a:latin typeface="Times New Roman" pitchFamily="18" charset="0"/>
                <a:ea typeface="宋体" charset="-122"/>
              </a:defRPr>
            </a:lvl1pPr>
            <a:lvl2pPr marL="742950" indent="-285750" eaLnBrk="0" hangingPunct="0">
              <a:defRPr kumimoji="1" sz="2800">
                <a:solidFill>
                  <a:schemeClr val="tx1"/>
                </a:solidFill>
                <a:latin typeface="Times New Roman" pitchFamily="18" charset="0"/>
                <a:ea typeface="宋体" charset="-122"/>
              </a:defRPr>
            </a:lvl2pPr>
            <a:lvl3pPr marL="1143000" indent="-228600" eaLnBrk="0" hangingPunct="0">
              <a:defRPr kumimoji="1" sz="2800">
                <a:solidFill>
                  <a:schemeClr val="tx1"/>
                </a:solidFill>
                <a:latin typeface="Times New Roman" pitchFamily="18" charset="0"/>
                <a:ea typeface="宋体" charset="-122"/>
              </a:defRPr>
            </a:lvl3pPr>
            <a:lvl4pPr marL="1600200" indent="-228600" eaLnBrk="0" hangingPunct="0">
              <a:defRPr kumimoji="1" sz="2800">
                <a:solidFill>
                  <a:schemeClr val="tx1"/>
                </a:solidFill>
                <a:latin typeface="Times New Roman" pitchFamily="18" charset="0"/>
                <a:ea typeface="宋体" charset="-122"/>
              </a:defRPr>
            </a:lvl4pPr>
            <a:lvl5pPr marL="2057400" indent="-228600" eaLnBrk="0" hangingPunct="0">
              <a:defRPr kumimoji="1" sz="2800">
                <a:solidFill>
                  <a:schemeClr val="tx1"/>
                </a:solidFill>
                <a:latin typeface="Times New Roman" pitchFamily="18" charset="0"/>
                <a:ea typeface="宋体" charset="-122"/>
              </a:defRPr>
            </a:lvl5pPr>
            <a:lvl6pPr marL="2514600" indent="-228600" eaLnBrk="0" fontAlgn="base" hangingPunct="0">
              <a:spcBef>
                <a:spcPct val="50000"/>
              </a:spcBef>
              <a:spcAft>
                <a:spcPct val="0"/>
              </a:spcAft>
              <a:defRPr kumimoji="1" sz="2800">
                <a:solidFill>
                  <a:schemeClr val="tx1"/>
                </a:solidFill>
                <a:latin typeface="Times New Roman" pitchFamily="18" charset="0"/>
                <a:ea typeface="宋体" charset="-122"/>
              </a:defRPr>
            </a:lvl6pPr>
            <a:lvl7pPr marL="2971800" indent="-228600" eaLnBrk="0" fontAlgn="base" hangingPunct="0">
              <a:spcBef>
                <a:spcPct val="50000"/>
              </a:spcBef>
              <a:spcAft>
                <a:spcPct val="0"/>
              </a:spcAft>
              <a:defRPr kumimoji="1" sz="2800">
                <a:solidFill>
                  <a:schemeClr val="tx1"/>
                </a:solidFill>
                <a:latin typeface="Times New Roman" pitchFamily="18" charset="0"/>
                <a:ea typeface="宋体" charset="-122"/>
              </a:defRPr>
            </a:lvl7pPr>
            <a:lvl8pPr marL="3429000" indent="-228600" eaLnBrk="0" fontAlgn="base" hangingPunct="0">
              <a:spcBef>
                <a:spcPct val="50000"/>
              </a:spcBef>
              <a:spcAft>
                <a:spcPct val="0"/>
              </a:spcAft>
              <a:defRPr kumimoji="1" sz="2800">
                <a:solidFill>
                  <a:schemeClr val="tx1"/>
                </a:solidFill>
                <a:latin typeface="Times New Roman" pitchFamily="18" charset="0"/>
                <a:ea typeface="宋体" charset="-122"/>
              </a:defRPr>
            </a:lvl8pPr>
            <a:lvl9pPr marL="3886200" indent="-228600" eaLnBrk="0" fontAlgn="base" hangingPunct="0">
              <a:spcBef>
                <a:spcPct val="50000"/>
              </a:spcBef>
              <a:spcAft>
                <a:spcPct val="0"/>
              </a:spcAft>
              <a:defRPr kumimoji="1" sz="2800">
                <a:solidFill>
                  <a:schemeClr val="tx1"/>
                </a:solidFill>
                <a:latin typeface="Times New Roman" pitchFamily="18" charset="0"/>
                <a:ea typeface="宋体" charset="-122"/>
              </a:defRPr>
            </a:lvl9pPr>
          </a:lstStyle>
          <a:p>
            <a:pPr eaLnBrk="1" hangingPunct="1"/>
            <a:r>
              <a:rPr lang="en-US" altLang="zh-CN" sz="1800" b="1" i="1" dirty="0">
                <a:cs typeface="Times New Roman" panose="02020603050405020304" pitchFamily="18" charset="0"/>
              </a:rPr>
              <a:t>h</a:t>
            </a:r>
            <a:r>
              <a:rPr lang="en-US" altLang="zh-CN" sz="1800" b="1" baseline="-25000" dirty="0">
                <a:cs typeface="Times New Roman" panose="02020603050405020304" pitchFamily="18" charset="0"/>
              </a:rPr>
              <a:t>i</a:t>
            </a:r>
            <a:r>
              <a:rPr lang="en-US" altLang="zh-CN" sz="1800" b="1" i="1" baseline="-25000" dirty="0">
                <a:cs typeface="Times New Roman" panose="02020603050405020304" pitchFamily="18" charset="0"/>
              </a:rPr>
              <a:t>-</a:t>
            </a:r>
            <a:r>
              <a:rPr lang="en-US" altLang="zh-CN" sz="1800" b="1" baseline="-25000" dirty="0">
                <a:cs typeface="Times New Roman" panose="02020603050405020304" pitchFamily="18" charset="0"/>
              </a:rPr>
              <a:t>1</a:t>
            </a:r>
          </a:p>
        </p:txBody>
      </p:sp>
      <p:sp>
        <p:nvSpPr>
          <p:cNvPr id="111" name="Line 12"/>
          <p:cNvSpPr>
            <a:spLocks noChangeShapeType="1"/>
          </p:cNvSpPr>
          <p:nvPr/>
        </p:nvSpPr>
        <p:spPr bwMode="auto">
          <a:xfrm flipV="1">
            <a:off x="7004655" y="2064637"/>
            <a:ext cx="0" cy="444668"/>
          </a:xfrm>
          <a:prstGeom prst="line">
            <a:avLst/>
          </a:prstGeom>
          <a:noFill/>
          <a:ln w="28575">
            <a:solidFill>
              <a:srgbClr val="C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00">
              <a:cs typeface="Times New Roman" panose="02020603050405020304" pitchFamily="18" charset="0"/>
            </a:endParaRPr>
          </a:p>
        </p:txBody>
      </p:sp>
      <p:sp>
        <p:nvSpPr>
          <p:cNvPr id="112" name="Line 20"/>
          <p:cNvSpPr>
            <a:spLocks noChangeShapeType="1"/>
          </p:cNvSpPr>
          <p:nvPr/>
        </p:nvSpPr>
        <p:spPr bwMode="auto">
          <a:xfrm>
            <a:off x="7827029" y="1111999"/>
            <a:ext cx="2763" cy="471272"/>
          </a:xfrm>
          <a:prstGeom prst="line">
            <a:avLst/>
          </a:prstGeom>
          <a:noFill/>
          <a:ln w="28575">
            <a:solidFill>
              <a:srgbClr val="C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00">
              <a:cs typeface="Times New Roman" panose="02020603050405020304" pitchFamily="18" charset="0"/>
            </a:endParaRPr>
          </a:p>
        </p:txBody>
      </p:sp>
      <p:sp>
        <p:nvSpPr>
          <p:cNvPr id="113" name="Text Box 21"/>
          <p:cNvSpPr txBox="1">
            <a:spLocks noChangeArrowheads="1"/>
          </p:cNvSpPr>
          <p:nvPr/>
        </p:nvSpPr>
        <p:spPr bwMode="auto">
          <a:xfrm>
            <a:off x="7813154" y="853606"/>
            <a:ext cx="416345" cy="385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800">
                <a:solidFill>
                  <a:schemeClr val="tx1"/>
                </a:solidFill>
                <a:latin typeface="Times New Roman" pitchFamily="18" charset="0"/>
                <a:ea typeface="宋体" charset="-122"/>
              </a:defRPr>
            </a:lvl1pPr>
            <a:lvl2pPr marL="742950" indent="-285750" eaLnBrk="0" hangingPunct="0">
              <a:defRPr kumimoji="1" sz="2800">
                <a:solidFill>
                  <a:schemeClr val="tx1"/>
                </a:solidFill>
                <a:latin typeface="Times New Roman" pitchFamily="18" charset="0"/>
                <a:ea typeface="宋体" charset="-122"/>
              </a:defRPr>
            </a:lvl2pPr>
            <a:lvl3pPr marL="1143000" indent="-228600" eaLnBrk="0" hangingPunct="0">
              <a:defRPr kumimoji="1" sz="2800">
                <a:solidFill>
                  <a:schemeClr val="tx1"/>
                </a:solidFill>
                <a:latin typeface="Times New Roman" pitchFamily="18" charset="0"/>
                <a:ea typeface="宋体" charset="-122"/>
              </a:defRPr>
            </a:lvl3pPr>
            <a:lvl4pPr marL="1600200" indent="-228600" eaLnBrk="0" hangingPunct="0">
              <a:defRPr kumimoji="1" sz="2800">
                <a:solidFill>
                  <a:schemeClr val="tx1"/>
                </a:solidFill>
                <a:latin typeface="Times New Roman" pitchFamily="18" charset="0"/>
                <a:ea typeface="宋体" charset="-122"/>
              </a:defRPr>
            </a:lvl4pPr>
            <a:lvl5pPr marL="2057400" indent="-228600" eaLnBrk="0" hangingPunct="0">
              <a:defRPr kumimoji="1" sz="2800">
                <a:solidFill>
                  <a:schemeClr val="tx1"/>
                </a:solidFill>
                <a:latin typeface="Times New Roman" pitchFamily="18" charset="0"/>
                <a:ea typeface="宋体" charset="-122"/>
              </a:defRPr>
            </a:lvl5pPr>
            <a:lvl6pPr marL="2514600" indent="-228600" eaLnBrk="0" fontAlgn="base" hangingPunct="0">
              <a:spcBef>
                <a:spcPct val="50000"/>
              </a:spcBef>
              <a:spcAft>
                <a:spcPct val="0"/>
              </a:spcAft>
              <a:defRPr kumimoji="1" sz="2800">
                <a:solidFill>
                  <a:schemeClr val="tx1"/>
                </a:solidFill>
                <a:latin typeface="Times New Roman" pitchFamily="18" charset="0"/>
                <a:ea typeface="宋体" charset="-122"/>
              </a:defRPr>
            </a:lvl6pPr>
            <a:lvl7pPr marL="2971800" indent="-228600" eaLnBrk="0" fontAlgn="base" hangingPunct="0">
              <a:spcBef>
                <a:spcPct val="50000"/>
              </a:spcBef>
              <a:spcAft>
                <a:spcPct val="0"/>
              </a:spcAft>
              <a:defRPr kumimoji="1" sz="2800">
                <a:solidFill>
                  <a:schemeClr val="tx1"/>
                </a:solidFill>
                <a:latin typeface="Times New Roman" pitchFamily="18" charset="0"/>
                <a:ea typeface="宋体" charset="-122"/>
              </a:defRPr>
            </a:lvl7pPr>
            <a:lvl8pPr marL="3429000" indent="-228600" eaLnBrk="0" fontAlgn="base" hangingPunct="0">
              <a:spcBef>
                <a:spcPct val="50000"/>
              </a:spcBef>
              <a:spcAft>
                <a:spcPct val="0"/>
              </a:spcAft>
              <a:defRPr kumimoji="1" sz="2800">
                <a:solidFill>
                  <a:schemeClr val="tx1"/>
                </a:solidFill>
                <a:latin typeface="Times New Roman" pitchFamily="18" charset="0"/>
                <a:ea typeface="宋体" charset="-122"/>
              </a:defRPr>
            </a:lvl8pPr>
            <a:lvl9pPr marL="3886200" indent="-228600" eaLnBrk="0" fontAlgn="base" hangingPunct="0">
              <a:spcBef>
                <a:spcPct val="50000"/>
              </a:spcBef>
              <a:spcAft>
                <a:spcPct val="0"/>
              </a:spcAft>
              <a:defRPr kumimoji="1" sz="2800">
                <a:solidFill>
                  <a:schemeClr val="tx1"/>
                </a:solidFill>
                <a:latin typeface="Times New Roman" pitchFamily="18" charset="0"/>
                <a:ea typeface="宋体" charset="-122"/>
              </a:defRPr>
            </a:lvl9pPr>
          </a:lstStyle>
          <a:p>
            <a:pPr eaLnBrk="1" hangingPunct="1"/>
            <a:r>
              <a:rPr lang="en-US" altLang="zh-CN" sz="1800" b="1" i="1" dirty="0">
                <a:solidFill>
                  <a:srgbClr val="C00000"/>
                </a:solidFill>
                <a:cs typeface="Times New Roman" panose="02020603050405020304" pitchFamily="18" charset="0"/>
              </a:rPr>
              <a:t>H</a:t>
            </a:r>
            <a:r>
              <a:rPr lang="en-US" altLang="zh-CN" sz="1800" b="1" baseline="-25000" dirty="0">
                <a:solidFill>
                  <a:srgbClr val="C00000"/>
                </a:solidFill>
                <a:cs typeface="Times New Roman" panose="02020603050405020304" pitchFamily="18" charset="0"/>
              </a:rPr>
              <a:t>i</a:t>
            </a:r>
          </a:p>
        </p:txBody>
      </p:sp>
      <p:sp>
        <p:nvSpPr>
          <p:cNvPr id="114" name="Text Box 26"/>
          <p:cNvSpPr txBox="1">
            <a:spLocks noChangeArrowheads="1"/>
          </p:cNvSpPr>
          <p:nvPr/>
        </p:nvSpPr>
        <p:spPr bwMode="auto">
          <a:xfrm>
            <a:off x="6701801" y="2352013"/>
            <a:ext cx="495441" cy="410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36000">
            <a:spAutoFit/>
          </a:bodyPr>
          <a:lstStyle>
            <a:lvl1pPr eaLnBrk="0" hangingPunct="0">
              <a:defRPr kumimoji="1" sz="2800">
                <a:solidFill>
                  <a:schemeClr val="tx1"/>
                </a:solidFill>
                <a:latin typeface="Times New Roman" pitchFamily="18" charset="0"/>
                <a:ea typeface="宋体" charset="-122"/>
              </a:defRPr>
            </a:lvl1pPr>
            <a:lvl2pPr marL="742950" indent="-285750" eaLnBrk="0" hangingPunct="0">
              <a:defRPr kumimoji="1" sz="2800">
                <a:solidFill>
                  <a:schemeClr val="tx1"/>
                </a:solidFill>
                <a:latin typeface="Times New Roman" pitchFamily="18" charset="0"/>
                <a:ea typeface="宋体" charset="-122"/>
              </a:defRPr>
            </a:lvl2pPr>
            <a:lvl3pPr marL="1143000" indent="-228600" eaLnBrk="0" hangingPunct="0">
              <a:defRPr kumimoji="1" sz="2800">
                <a:solidFill>
                  <a:schemeClr val="tx1"/>
                </a:solidFill>
                <a:latin typeface="Times New Roman" pitchFamily="18" charset="0"/>
                <a:ea typeface="宋体" charset="-122"/>
              </a:defRPr>
            </a:lvl3pPr>
            <a:lvl4pPr marL="1600200" indent="-228600" eaLnBrk="0" hangingPunct="0">
              <a:defRPr kumimoji="1" sz="2800">
                <a:solidFill>
                  <a:schemeClr val="tx1"/>
                </a:solidFill>
                <a:latin typeface="Times New Roman" pitchFamily="18" charset="0"/>
                <a:ea typeface="宋体" charset="-122"/>
              </a:defRPr>
            </a:lvl4pPr>
            <a:lvl5pPr marL="2057400" indent="-228600" eaLnBrk="0" hangingPunct="0">
              <a:defRPr kumimoji="1" sz="2800">
                <a:solidFill>
                  <a:schemeClr val="tx1"/>
                </a:solidFill>
                <a:latin typeface="Times New Roman" pitchFamily="18" charset="0"/>
                <a:ea typeface="宋体" charset="-122"/>
              </a:defRPr>
            </a:lvl5pPr>
            <a:lvl6pPr marL="2514600" indent="-228600" eaLnBrk="0" fontAlgn="base" hangingPunct="0">
              <a:spcBef>
                <a:spcPct val="50000"/>
              </a:spcBef>
              <a:spcAft>
                <a:spcPct val="0"/>
              </a:spcAft>
              <a:defRPr kumimoji="1" sz="2800">
                <a:solidFill>
                  <a:schemeClr val="tx1"/>
                </a:solidFill>
                <a:latin typeface="Times New Roman" pitchFamily="18" charset="0"/>
                <a:ea typeface="宋体" charset="-122"/>
              </a:defRPr>
            </a:lvl6pPr>
            <a:lvl7pPr marL="2971800" indent="-228600" eaLnBrk="0" fontAlgn="base" hangingPunct="0">
              <a:spcBef>
                <a:spcPct val="50000"/>
              </a:spcBef>
              <a:spcAft>
                <a:spcPct val="0"/>
              </a:spcAft>
              <a:defRPr kumimoji="1" sz="2800">
                <a:solidFill>
                  <a:schemeClr val="tx1"/>
                </a:solidFill>
                <a:latin typeface="Times New Roman" pitchFamily="18" charset="0"/>
                <a:ea typeface="宋体" charset="-122"/>
              </a:defRPr>
            </a:lvl7pPr>
            <a:lvl8pPr marL="3429000" indent="-228600" eaLnBrk="0" fontAlgn="base" hangingPunct="0">
              <a:spcBef>
                <a:spcPct val="50000"/>
              </a:spcBef>
              <a:spcAft>
                <a:spcPct val="0"/>
              </a:spcAft>
              <a:defRPr kumimoji="1" sz="2800">
                <a:solidFill>
                  <a:schemeClr val="tx1"/>
                </a:solidFill>
                <a:latin typeface="Times New Roman" pitchFamily="18" charset="0"/>
                <a:ea typeface="宋体" charset="-122"/>
              </a:defRPr>
            </a:lvl8pPr>
            <a:lvl9pPr marL="3886200" indent="-228600" eaLnBrk="0" fontAlgn="base" hangingPunct="0">
              <a:spcBef>
                <a:spcPct val="50000"/>
              </a:spcBef>
              <a:spcAft>
                <a:spcPct val="0"/>
              </a:spcAft>
              <a:defRPr kumimoji="1" sz="2800">
                <a:solidFill>
                  <a:schemeClr val="tx1"/>
                </a:solidFill>
                <a:latin typeface="Times New Roman" pitchFamily="18" charset="0"/>
                <a:ea typeface="宋体" charset="-122"/>
              </a:defRPr>
            </a:lvl9pPr>
          </a:lstStyle>
          <a:p>
            <a:pPr eaLnBrk="1" hangingPunct="1"/>
            <a:r>
              <a:rPr lang="en-US" altLang="zh-CN" sz="1800" b="1" i="1" dirty="0">
                <a:solidFill>
                  <a:srgbClr val="C00000"/>
                </a:solidFill>
                <a:cs typeface="Times New Roman" panose="02020603050405020304" pitchFamily="18" charset="0"/>
              </a:rPr>
              <a:t>H</a:t>
            </a:r>
            <a:r>
              <a:rPr lang="en-US" altLang="zh-CN" sz="1800" b="1" baseline="-25000" dirty="0">
                <a:solidFill>
                  <a:srgbClr val="C00000"/>
                </a:solidFill>
                <a:cs typeface="Times New Roman" panose="02020603050405020304" pitchFamily="18" charset="0"/>
              </a:rPr>
              <a:t>i</a:t>
            </a:r>
            <a:r>
              <a:rPr lang="en-US" altLang="zh-CN" sz="1800" b="1" i="1" baseline="-25000" dirty="0">
                <a:solidFill>
                  <a:srgbClr val="C00000"/>
                </a:solidFill>
                <a:cs typeface="Times New Roman" panose="02020603050405020304" pitchFamily="18" charset="0"/>
              </a:rPr>
              <a:t>-1</a:t>
            </a:r>
          </a:p>
        </p:txBody>
      </p:sp>
      <p:grpSp>
        <p:nvGrpSpPr>
          <p:cNvPr id="2" name="组合 1"/>
          <p:cNvGrpSpPr/>
          <p:nvPr/>
        </p:nvGrpSpPr>
        <p:grpSpPr>
          <a:xfrm>
            <a:off x="1169128" y="1811338"/>
            <a:ext cx="4228372" cy="365125"/>
            <a:chOff x="1169128" y="1811338"/>
            <a:chExt cx="4228372" cy="365125"/>
          </a:xfrm>
        </p:grpSpPr>
        <p:sp>
          <p:nvSpPr>
            <p:cNvPr id="115" name="Text Box 61"/>
            <p:cNvSpPr txBox="1">
              <a:spLocks noChangeArrowheads="1"/>
            </p:cNvSpPr>
            <p:nvPr/>
          </p:nvSpPr>
          <p:spPr bwMode="auto">
            <a:xfrm>
              <a:off x="1169128" y="1811383"/>
              <a:ext cx="903515" cy="3539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r>
                <a:rPr lang="en-US" altLang="zh-CN" sz="2000" b="1" dirty="0">
                  <a:solidFill>
                    <a:srgbClr val="CC3300"/>
                  </a:solidFill>
                  <a:latin typeface="Times New Roman" panose="02020603050405020304" pitchFamily="18" charset="0"/>
                  <a:ea typeface="幼圆" panose="02010509060101010101" pitchFamily="49" charset="-122"/>
                  <a:cs typeface="Times New Roman" panose="02020603050405020304" pitchFamily="18" charset="0"/>
                </a:rPr>
                <a:t>∑</a:t>
              </a:r>
              <a:r>
                <a:rPr lang="en-US" altLang="zh-CN" sz="2000" b="1" i="1" dirty="0" err="1">
                  <a:solidFill>
                    <a:srgbClr val="CC3300"/>
                  </a:solidFill>
                  <a:latin typeface="Times New Roman" panose="02020603050405020304" pitchFamily="18" charset="0"/>
                  <a:ea typeface="幼圆" panose="02010509060101010101" pitchFamily="49" charset="-122"/>
                  <a:cs typeface="Times New Roman" panose="02020603050405020304" pitchFamily="18" charset="0"/>
                </a:rPr>
                <a:t>F</a:t>
              </a:r>
              <a:r>
                <a:rPr lang="en-US" altLang="zh-CN" sz="2000" b="1" baseline="-25000" dirty="0" err="1">
                  <a:solidFill>
                    <a:srgbClr val="CC3300"/>
                  </a:solidFill>
                  <a:latin typeface="Times New Roman" panose="02020603050405020304" pitchFamily="18" charset="0"/>
                  <a:ea typeface="幼圆" panose="02010509060101010101" pitchFamily="49" charset="-122"/>
                  <a:cs typeface="Times New Roman" panose="02020603050405020304" pitchFamily="18" charset="0"/>
                </a:rPr>
                <a:t>z</a:t>
              </a:r>
              <a:r>
                <a:rPr lang="en-US" altLang="zh-CN" sz="2000" b="1" dirty="0">
                  <a:solidFill>
                    <a:srgbClr val="CC3300"/>
                  </a:solidFill>
                  <a:latin typeface="Times New Roman" panose="02020603050405020304" pitchFamily="18" charset="0"/>
                  <a:ea typeface="幼圆" panose="02010509060101010101" pitchFamily="49" charset="-122"/>
                  <a:cs typeface="Times New Roman" panose="02020603050405020304" pitchFamily="18" charset="0"/>
                </a:rPr>
                <a:t>=0</a:t>
              </a:r>
            </a:p>
          </p:txBody>
        </p:sp>
        <p:graphicFrame>
          <p:nvGraphicFramePr>
            <p:cNvPr id="116" name="Object 62"/>
            <p:cNvGraphicFramePr>
              <a:graphicFrameLocks noChangeAspect="1"/>
            </p:cNvGraphicFramePr>
            <p:nvPr>
              <p:extLst>
                <p:ext uri="{D42A27DB-BD31-4B8C-83A1-F6EECF244321}">
                  <p14:modId xmlns:p14="http://schemas.microsoft.com/office/powerpoint/2010/main" val="54600065"/>
                </p:ext>
              </p:extLst>
            </p:nvPr>
          </p:nvGraphicFramePr>
          <p:xfrm>
            <a:off x="2370138" y="1811338"/>
            <a:ext cx="3027362" cy="365125"/>
          </p:xfrm>
          <a:graphic>
            <a:graphicData uri="http://schemas.openxmlformats.org/presentationml/2006/ole">
              <mc:AlternateContent xmlns:mc="http://schemas.openxmlformats.org/markup-compatibility/2006">
                <mc:Choice xmlns:v="urn:schemas-microsoft-com:vml" Requires="v">
                  <p:oleObj spid="_x0000_s1777342" name="Equation" r:id="rId6" imgW="1892160" imgH="228600" progId="Equation.DSMT4">
                    <p:embed/>
                  </p:oleObj>
                </mc:Choice>
                <mc:Fallback>
                  <p:oleObj name="Equation" r:id="rId6" imgW="1892160" imgH="228600" progId="Equation.DSMT4">
                    <p:embed/>
                    <p:pic>
                      <p:nvPicPr>
                        <p:cNvPr id="772158" name="Object 62"/>
                        <p:cNvPicPr>
                          <a:picLocks noChangeAspect="1" noChangeArrowheads="1"/>
                        </p:cNvPicPr>
                        <p:nvPr/>
                      </p:nvPicPr>
                      <p:blipFill>
                        <a:blip r:embed="rId7"/>
                        <a:srcRect/>
                        <a:stretch>
                          <a:fillRect/>
                        </a:stretch>
                      </p:blipFill>
                      <p:spPr bwMode="auto">
                        <a:xfrm>
                          <a:off x="2370138" y="1811338"/>
                          <a:ext cx="3027362"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99CC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3" name="组合 2"/>
          <p:cNvGrpSpPr/>
          <p:nvPr/>
        </p:nvGrpSpPr>
        <p:grpSpPr>
          <a:xfrm>
            <a:off x="1169128" y="2344738"/>
            <a:ext cx="3599722" cy="365125"/>
            <a:chOff x="1169128" y="2344738"/>
            <a:chExt cx="3599722" cy="365125"/>
          </a:xfrm>
        </p:grpSpPr>
        <p:sp>
          <p:nvSpPr>
            <p:cNvPr id="117" name="Text Box 64"/>
            <p:cNvSpPr txBox="1">
              <a:spLocks noChangeArrowheads="1"/>
            </p:cNvSpPr>
            <p:nvPr/>
          </p:nvSpPr>
          <p:spPr bwMode="auto">
            <a:xfrm>
              <a:off x="1169128" y="2344783"/>
              <a:ext cx="903515" cy="3539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r>
                <a:rPr lang="en-US" altLang="zh-CN" sz="2000" b="1">
                  <a:solidFill>
                    <a:srgbClr val="CC3300"/>
                  </a:solidFill>
                  <a:latin typeface="Times New Roman" panose="02020603050405020304" pitchFamily="18" charset="0"/>
                  <a:ea typeface="幼圆" panose="02010509060101010101" pitchFamily="49" charset="-122"/>
                  <a:cs typeface="Times New Roman" panose="02020603050405020304" pitchFamily="18" charset="0"/>
                </a:rPr>
                <a:t>∑</a:t>
              </a:r>
              <a:r>
                <a:rPr lang="en-US" altLang="zh-CN" sz="2000" b="1" i="1">
                  <a:solidFill>
                    <a:srgbClr val="CC3300"/>
                  </a:solidFill>
                  <a:latin typeface="Times New Roman" panose="02020603050405020304" pitchFamily="18" charset="0"/>
                  <a:ea typeface="幼圆" panose="02010509060101010101" pitchFamily="49" charset="-122"/>
                  <a:cs typeface="Times New Roman" panose="02020603050405020304" pitchFamily="18" charset="0"/>
                </a:rPr>
                <a:t>F</a:t>
              </a:r>
              <a:r>
                <a:rPr lang="en-US" altLang="zh-CN" sz="2000" b="1" i="1" baseline="-25000">
                  <a:solidFill>
                    <a:srgbClr val="CC3300"/>
                  </a:solidFill>
                  <a:latin typeface="Times New Roman" panose="02020603050405020304" pitchFamily="18" charset="0"/>
                  <a:ea typeface="幼圆" panose="02010509060101010101" pitchFamily="49" charset="-122"/>
                  <a:cs typeface="Times New Roman" panose="02020603050405020304" pitchFamily="18" charset="0"/>
                </a:rPr>
                <a:t>x</a:t>
              </a:r>
              <a:r>
                <a:rPr lang="en-US" altLang="zh-CN" sz="2000" b="1">
                  <a:solidFill>
                    <a:srgbClr val="CC3300"/>
                  </a:solidFill>
                  <a:latin typeface="Times New Roman" panose="02020603050405020304" pitchFamily="18" charset="0"/>
                  <a:ea typeface="幼圆" panose="02010509060101010101" pitchFamily="49" charset="-122"/>
                  <a:cs typeface="Times New Roman" panose="02020603050405020304" pitchFamily="18" charset="0"/>
                </a:rPr>
                <a:t>=0</a:t>
              </a:r>
            </a:p>
          </p:txBody>
        </p:sp>
        <p:graphicFrame>
          <p:nvGraphicFramePr>
            <p:cNvPr id="118" name="Object 65"/>
            <p:cNvGraphicFramePr>
              <a:graphicFrameLocks noChangeAspect="1"/>
            </p:cNvGraphicFramePr>
            <p:nvPr>
              <p:extLst>
                <p:ext uri="{D42A27DB-BD31-4B8C-83A1-F6EECF244321}">
                  <p14:modId xmlns:p14="http://schemas.microsoft.com/office/powerpoint/2010/main" val="18690670"/>
                </p:ext>
              </p:extLst>
            </p:nvPr>
          </p:nvGraphicFramePr>
          <p:xfrm>
            <a:off x="2311400" y="2344738"/>
            <a:ext cx="2457450" cy="365125"/>
          </p:xfrm>
          <a:graphic>
            <a:graphicData uri="http://schemas.openxmlformats.org/presentationml/2006/ole">
              <mc:AlternateContent xmlns:mc="http://schemas.openxmlformats.org/markup-compatibility/2006">
                <mc:Choice xmlns:v="urn:schemas-microsoft-com:vml" Requires="v">
                  <p:oleObj spid="_x0000_s1777343" name="Equation" r:id="rId8" imgW="1536480" imgH="228600" progId="Equation.DSMT4">
                    <p:embed/>
                  </p:oleObj>
                </mc:Choice>
                <mc:Fallback>
                  <p:oleObj name="Equation" r:id="rId8" imgW="1536480" imgH="228600" progId="Equation.DSMT4">
                    <p:embed/>
                    <p:pic>
                      <p:nvPicPr>
                        <p:cNvPr id="772161" name="Object 65"/>
                        <p:cNvPicPr>
                          <a:picLocks noChangeAspect="1" noChangeArrowheads="1"/>
                        </p:cNvPicPr>
                        <p:nvPr/>
                      </p:nvPicPr>
                      <p:blipFill>
                        <a:blip r:embed="rId9"/>
                        <a:srcRect/>
                        <a:stretch>
                          <a:fillRect/>
                        </a:stretch>
                      </p:blipFill>
                      <p:spPr bwMode="auto">
                        <a:xfrm>
                          <a:off x="2311400" y="2344738"/>
                          <a:ext cx="2457450"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99CC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125" name="Text Box 46"/>
          <p:cNvSpPr txBox="1">
            <a:spLocks noChangeArrowheads="1"/>
          </p:cNvSpPr>
          <p:nvPr/>
        </p:nvSpPr>
        <p:spPr bwMode="auto">
          <a:xfrm>
            <a:off x="613890" y="3587026"/>
            <a:ext cx="2202210" cy="472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180975" indent="-180975" eaLnBrk="1" hangingPunct="1">
              <a:lnSpc>
                <a:spcPct val="125000"/>
              </a:lnSpc>
              <a:spcBef>
                <a:spcPct val="0"/>
              </a:spcBef>
              <a:spcAft>
                <a:spcPct val="0"/>
              </a:spcAft>
              <a:buClr>
                <a:srgbClr val="C00000"/>
              </a:buClr>
              <a:buSzPct val="130000"/>
              <a:buFont typeface="Arial" panose="020B0604020202020204" pitchFamily="34" charset="0"/>
              <a:buChar char="•"/>
            </a:pPr>
            <a:r>
              <a:rPr lang="zh-CN" altLang="en-US" sz="2200" b="1" dirty="0" smtClean="0">
                <a:solidFill>
                  <a:srgbClr val="000066"/>
                </a:solidFill>
                <a:ea typeface="幼圆" panose="02010509060101010101" pitchFamily="49" charset="-122"/>
                <a:cs typeface="Times New Roman" panose="02020603050405020304" pitchFamily="18" charset="0"/>
              </a:rPr>
              <a:t>推力条件：</a:t>
            </a:r>
            <a:endParaRPr lang="zh-CN" altLang="en-US" sz="2200" b="1" dirty="0">
              <a:solidFill>
                <a:srgbClr val="000066"/>
              </a:solidFill>
              <a:ea typeface="幼圆" panose="02010509060101010101" pitchFamily="49" charset="-122"/>
              <a:cs typeface="Times New Roman" panose="02020603050405020304" pitchFamily="18" charset="0"/>
            </a:endParaRPr>
          </a:p>
        </p:txBody>
      </p:sp>
      <p:sp>
        <p:nvSpPr>
          <p:cNvPr id="193" name="任意多边形 192"/>
          <p:cNvSpPr/>
          <p:nvPr/>
        </p:nvSpPr>
        <p:spPr bwMode="auto">
          <a:xfrm>
            <a:off x="5524356" y="3929485"/>
            <a:ext cx="3116307" cy="1518501"/>
          </a:xfrm>
          <a:custGeom>
            <a:avLst/>
            <a:gdLst>
              <a:gd name="connsiteX0" fmla="*/ 0 w 3450692"/>
              <a:gd name="connsiteY0" fmla="*/ 1561822 h 1785416"/>
              <a:gd name="connsiteX1" fmla="*/ 313700 w 3450692"/>
              <a:gd name="connsiteY1" fmla="*/ 1561822 h 1785416"/>
              <a:gd name="connsiteX2" fmla="*/ 2833305 w 3450692"/>
              <a:gd name="connsiteY2" fmla="*/ 0 h 1785416"/>
              <a:gd name="connsiteX3" fmla="*/ 3450692 w 3450692"/>
              <a:gd name="connsiteY3" fmla="*/ 0 h 1785416"/>
              <a:gd name="connsiteX4" fmla="*/ 3310529 w 3450692"/>
              <a:gd name="connsiteY4" fmla="*/ 367095 h 1785416"/>
              <a:gd name="connsiteX5" fmla="*/ 3080260 w 3450692"/>
              <a:gd name="connsiteY5" fmla="*/ 760888 h 1785416"/>
              <a:gd name="connsiteX6" fmla="*/ 2746538 w 3450692"/>
              <a:gd name="connsiteY6" fmla="*/ 1131320 h 1785416"/>
              <a:gd name="connsiteX7" fmla="*/ 2312698 w 3450692"/>
              <a:gd name="connsiteY7" fmla="*/ 1461706 h 1785416"/>
              <a:gd name="connsiteX8" fmla="*/ 1908894 w 3450692"/>
              <a:gd name="connsiteY8" fmla="*/ 1641916 h 1785416"/>
              <a:gd name="connsiteX9" fmla="*/ 1578508 w 3450692"/>
              <a:gd name="connsiteY9" fmla="*/ 1738695 h 1785416"/>
              <a:gd name="connsiteX10" fmla="*/ 1261472 w 3450692"/>
              <a:gd name="connsiteY10" fmla="*/ 1778742 h 1785416"/>
              <a:gd name="connsiteX11" fmla="*/ 957784 w 3450692"/>
              <a:gd name="connsiteY11" fmla="*/ 1785416 h 1785416"/>
              <a:gd name="connsiteX12" fmla="*/ 660771 w 3450692"/>
              <a:gd name="connsiteY12" fmla="*/ 1755381 h 1785416"/>
              <a:gd name="connsiteX13" fmla="*/ 323711 w 3450692"/>
              <a:gd name="connsiteY13" fmla="*/ 1678625 h 1785416"/>
              <a:gd name="connsiteX14" fmla="*/ 0 w 3450692"/>
              <a:gd name="connsiteY14" fmla="*/ 1561822 h 1785416"/>
              <a:gd name="connsiteX0" fmla="*/ 0 w 3450692"/>
              <a:gd name="connsiteY0" fmla="*/ 1561822 h 1785416"/>
              <a:gd name="connsiteX1" fmla="*/ 313700 w 3450692"/>
              <a:gd name="connsiteY1" fmla="*/ 1561822 h 1785416"/>
              <a:gd name="connsiteX2" fmla="*/ 2833305 w 3450692"/>
              <a:gd name="connsiteY2" fmla="*/ 0 h 1785416"/>
              <a:gd name="connsiteX3" fmla="*/ 3450692 w 3450692"/>
              <a:gd name="connsiteY3" fmla="*/ 0 h 1785416"/>
              <a:gd name="connsiteX4" fmla="*/ 3310529 w 3450692"/>
              <a:gd name="connsiteY4" fmla="*/ 367095 h 1785416"/>
              <a:gd name="connsiteX5" fmla="*/ 3080260 w 3450692"/>
              <a:gd name="connsiteY5" fmla="*/ 760888 h 1785416"/>
              <a:gd name="connsiteX6" fmla="*/ 2746538 w 3450692"/>
              <a:gd name="connsiteY6" fmla="*/ 1131320 h 1785416"/>
              <a:gd name="connsiteX7" fmla="*/ 2312698 w 3450692"/>
              <a:gd name="connsiteY7" fmla="*/ 1461706 h 1785416"/>
              <a:gd name="connsiteX8" fmla="*/ 1908894 w 3450692"/>
              <a:gd name="connsiteY8" fmla="*/ 1641916 h 1785416"/>
              <a:gd name="connsiteX9" fmla="*/ 1578508 w 3450692"/>
              <a:gd name="connsiteY9" fmla="*/ 1738695 h 1785416"/>
              <a:gd name="connsiteX10" fmla="*/ 1261472 w 3450692"/>
              <a:gd name="connsiteY10" fmla="*/ 1778742 h 1785416"/>
              <a:gd name="connsiteX11" fmla="*/ 957784 w 3450692"/>
              <a:gd name="connsiteY11" fmla="*/ 1785416 h 1785416"/>
              <a:gd name="connsiteX12" fmla="*/ 660771 w 3450692"/>
              <a:gd name="connsiteY12" fmla="*/ 1755381 h 1785416"/>
              <a:gd name="connsiteX13" fmla="*/ 489791 w 3450692"/>
              <a:gd name="connsiteY13" fmla="*/ 1727823 h 1785416"/>
              <a:gd name="connsiteX14" fmla="*/ 323711 w 3450692"/>
              <a:gd name="connsiteY14" fmla="*/ 1678625 h 1785416"/>
              <a:gd name="connsiteX15" fmla="*/ 0 w 3450692"/>
              <a:gd name="connsiteY15" fmla="*/ 1561822 h 1785416"/>
              <a:gd name="connsiteX0" fmla="*/ 0 w 3450692"/>
              <a:gd name="connsiteY0" fmla="*/ 1561822 h 1785416"/>
              <a:gd name="connsiteX1" fmla="*/ 313700 w 3450692"/>
              <a:gd name="connsiteY1" fmla="*/ 1561822 h 1785416"/>
              <a:gd name="connsiteX2" fmla="*/ 2833305 w 3450692"/>
              <a:gd name="connsiteY2" fmla="*/ 0 h 1785416"/>
              <a:gd name="connsiteX3" fmla="*/ 3450692 w 3450692"/>
              <a:gd name="connsiteY3" fmla="*/ 0 h 1785416"/>
              <a:gd name="connsiteX4" fmla="*/ 3343186 w 3450692"/>
              <a:gd name="connsiteY4" fmla="*/ 307224 h 1785416"/>
              <a:gd name="connsiteX5" fmla="*/ 3080260 w 3450692"/>
              <a:gd name="connsiteY5" fmla="*/ 760888 h 1785416"/>
              <a:gd name="connsiteX6" fmla="*/ 2746538 w 3450692"/>
              <a:gd name="connsiteY6" fmla="*/ 1131320 h 1785416"/>
              <a:gd name="connsiteX7" fmla="*/ 2312698 w 3450692"/>
              <a:gd name="connsiteY7" fmla="*/ 1461706 h 1785416"/>
              <a:gd name="connsiteX8" fmla="*/ 1908894 w 3450692"/>
              <a:gd name="connsiteY8" fmla="*/ 1641916 h 1785416"/>
              <a:gd name="connsiteX9" fmla="*/ 1578508 w 3450692"/>
              <a:gd name="connsiteY9" fmla="*/ 1738695 h 1785416"/>
              <a:gd name="connsiteX10" fmla="*/ 1261472 w 3450692"/>
              <a:gd name="connsiteY10" fmla="*/ 1778742 h 1785416"/>
              <a:gd name="connsiteX11" fmla="*/ 957784 w 3450692"/>
              <a:gd name="connsiteY11" fmla="*/ 1785416 h 1785416"/>
              <a:gd name="connsiteX12" fmla="*/ 660771 w 3450692"/>
              <a:gd name="connsiteY12" fmla="*/ 1755381 h 1785416"/>
              <a:gd name="connsiteX13" fmla="*/ 489791 w 3450692"/>
              <a:gd name="connsiteY13" fmla="*/ 1727823 h 1785416"/>
              <a:gd name="connsiteX14" fmla="*/ 323711 w 3450692"/>
              <a:gd name="connsiteY14" fmla="*/ 1678625 h 1785416"/>
              <a:gd name="connsiteX15" fmla="*/ 0 w 3450692"/>
              <a:gd name="connsiteY15" fmla="*/ 1561822 h 1785416"/>
              <a:gd name="connsiteX0" fmla="*/ 0 w 3450692"/>
              <a:gd name="connsiteY0" fmla="*/ 1561822 h 1785416"/>
              <a:gd name="connsiteX1" fmla="*/ 313700 w 3450692"/>
              <a:gd name="connsiteY1" fmla="*/ 1561822 h 1785416"/>
              <a:gd name="connsiteX2" fmla="*/ 2833305 w 3450692"/>
              <a:gd name="connsiteY2" fmla="*/ 0 h 1785416"/>
              <a:gd name="connsiteX3" fmla="*/ 3450692 w 3450692"/>
              <a:gd name="connsiteY3" fmla="*/ 0 h 1785416"/>
              <a:gd name="connsiteX4" fmla="*/ 3403534 w 3450692"/>
              <a:gd name="connsiteY4" fmla="*/ 151209 h 1785416"/>
              <a:gd name="connsiteX5" fmla="*/ 3343186 w 3450692"/>
              <a:gd name="connsiteY5" fmla="*/ 307224 h 1785416"/>
              <a:gd name="connsiteX6" fmla="*/ 3080260 w 3450692"/>
              <a:gd name="connsiteY6" fmla="*/ 760888 h 1785416"/>
              <a:gd name="connsiteX7" fmla="*/ 2746538 w 3450692"/>
              <a:gd name="connsiteY7" fmla="*/ 1131320 h 1785416"/>
              <a:gd name="connsiteX8" fmla="*/ 2312698 w 3450692"/>
              <a:gd name="connsiteY8" fmla="*/ 1461706 h 1785416"/>
              <a:gd name="connsiteX9" fmla="*/ 1908894 w 3450692"/>
              <a:gd name="connsiteY9" fmla="*/ 1641916 h 1785416"/>
              <a:gd name="connsiteX10" fmla="*/ 1578508 w 3450692"/>
              <a:gd name="connsiteY10" fmla="*/ 1738695 h 1785416"/>
              <a:gd name="connsiteX11" fmla="*/ 1261472 w 3450692"/>
              <a:gd name="connsiteY11" fmla="*/ 1778742 h 1785416"/>
              <a:gd name="connsiteX12" fmla="*/ 957784 w 3450692"/>
              <a:gd name="connsiteY12" fmla="*/ 1785416 h 1785416"/>
              <a:gd name="connsiteX13" fmla="*/ 660771 w 3450692"/>
              <a:gd name="connsiteY13" fmla="*/ 1755381 h 1785416"/>
              <a:gd name="connsiteX14" fmla="*/ 489791 w 3450692"/>
              <a:gd name="connsiteY14" fmla="*/ 1727823 h 1785416"/>
              <a:gd name="connsiteX15" fmla="*/ 323711 w 3450692"/>
              <a:gd name="connsiteY15" fmla="*/ 1678625 h 1785416"/>
              <a:gd name="connsiteX16" fmla="*/ 0 w 3450692"/>
              <a:gd name="connsiteY16" fmla="*/ 1561822 h 1785416"/>
              <a:gd name="connsiteX0" fmla="*/ 0 w 3450692"/>
              <a:gd name="connsiteY0" fmla="*/ 1561822 h 1785416"/>
              <a:gd name="connsiteX1" fmla="*/ 313700 w 3450692"/>
              <a:gd name="connsiteY1" fmla="*/ 1561822 h 1785416"/>
              <a:gd name="connsiteX2" fmla="*/ 2833305 w 3450692"/>
              <a:gd name="connsiteY2" fmla="*/ 0 h 1785416"/>
              <a:gd name="connsiteX3" fmla="*/ 3450692 w 3450692"/>
              <a:gd name="connsiteY3" fmla="*/ 0 h 1785416"/>
              <a:gd name="connsiteX4" fmla="*/ 3403534 w 3450692"/>
              <a:gd name="connsiteY4" fmla="*/ 151209 h 1785416"/>
              <a:gd name="connsiteX5" fmla="*/ 3343186 w 3450692"/>
              <a:gd name="connsiteY5" fmla="*/ 307224 h 1785416"/>
              <a:gd name="connsiteX6" fmla="*/ 3080260 w 3450692"/>
              <a:gd name="connsiteY6" fmla="*/ 760888 h 1785416"/>
              <a:gd name="connsiteX7" fmla="*/ 2746538 w 3450692"/>
              <a:gd name="connsiteY7" fmla="*/ 1131320 h 1785416"/>
              <a:gd name="connsiteX8" fmla="*/ 2312698 w 3450692"/>
              <a:gd name="connsiteY8" fmla="*/ 1461706 h 1785416"/>
              <a:gd name="connsiteX9" fmla="*/ 1908894 w 3450692"/>
              <a:gd name="connsiteY9" fmla="*/ 1641916 h 1785416"/>
              <a:gd name="connsiteX10" fmla="*/ 1822596 w 3450692"/>
              <a:gd name="connsiteY10" fmla="*/ 1687466 h 1785416"/>
              <a:gd name="connsiteX11" fmla="*/ 1261472 w 3450692"/>
              <a:gd name="connsiteY11" fmla="*/ 1778742 h 1785416"/>
              <a:gd name="connsiteX12" fmla="*/ 957784 w 3450692"/>
              <a:gd name="connsiteY12" fmla="*/ 1785416 h 1785416"/>
              <a:gd name="connsiteX13" fmla="*/ 660771 w 3450692"/>
              <a:gd name="connsiteY13" fmla="*/ 1755381 h 1785416"/>
              <a:gd name="connsiteX14" fmla="*/ 489791 w 3450692"/>
              <a:gd name="connsiteY14" fmla="*/ 1727823 h 1785416"/>
              <a:gd name="connsiteX15" fmla="*/ 323711 w 3450692"/>
              <a:gd name="connsiteY15" fmla="*/ 1678625 h 1785416"/>
              <a:gd name="connsiteX16" fmla="*/ 0 w 3450692"/>
              <a:gd name="connsiteY16" fmla="*/ 1561822 h 1785416"/>
              <a:gd name="connsiteX0" fmla="*/ 0 w 3450692"/>
              <a:gd name="connsiteY0" fmla="*/ 1561822 h 1785416"/>
              <a:gd name="connsiteX1" fmla="*/ 313700 w 3450692"/>
              <a:gd name="connsiteY1" fmla="*/ 1561822 h 1785416"/>
              <a:gd name="connsiteX2" fmla="*/ 2833305 w 3450692"/>
              <a:gd name="connsiteY2" fmla="*/ 0 h 1785416"/>
              <a:gd name="connsiteX3" fmla="*/ 3450692 w 3450692"/>
              <a:gd name="connsiteY3" fmla="*/ 0 h 1785416"/>
              <a:gd name="connsiteX4" fmla="*/ 3403534 w 3450692"/>
              <a:gd name="connsiteY4" fmla="*/ 151209 h 1785416"/>
              <a:gd name="connsiteX5" fmla="*/ 3343186 w 3450692"/>
              <a:gd name="connsiteY5" fmla="*/ 307224 h 1785416"/>
              <a:gd name="connsiteX6" fmla="*/ 3080260 w 3450692"/>
              <a:gd name="connsiteY6" fmla="*/ 760888 h 1785416"/>
              <a:gd name="connsiteX7" fmla="*/ 2746538 w 3450692"/>
              <a:gd name="connsiteY7" fmla="*/ 1131320 h 1785416"/>
              <a:gd name="connsiteX8" fmla="*/ 2312698 w 3450692"/>
              <a:gd name="connsiteY8" fmla="*/ 1461706 h 1785416"/>
              <a:gd name="connsiteX9" fmla="*/ 1908894 w 3450692"/>
              <a:gd name="connsiteY9" fmla="*/ 1641916 h 1785416"/>
              <a:gd name="connsiteX10" fmla="*/ 1822596 w 3450692"/>
              <a:gd name="connsiteY10" fmla="*/ 1687466 h 1785416"/>
              <a:gd name="connsiteX11" fmla="*/ 1261472 w 3450692"/>
              <a:gd name="connsiteY11" fmla="*/ 1778742 h 1785416"/>
              <a:gd name="connsiteX12" fmla="*/ 957784 w 3450692"/>
              <a:gd name="connsiteY12" fmla="*/ 1785416 h 1785416"/>
              <a:gd name="connsiteX13" fmla="*/ 660771 w 3450692"/>
              <a:gd name="connsiteY13" fmla="*/ 1755381 h 1785416"/>
              <a:gd name="connsiteX14" fmla="*/ 323711 w 3450692"/>
              <a:gd name="connsiteY14" fmla="*/ 1678625 h 1785416"/>
              <a:gd name="connsiteX15" fmla="*/ 0 w 3450692"/>
              <a:gd name="connsiteY15" fmla="*/ 1561822 h 1785416"/>
              <a:gd name="connsiteX0" fmla="*/ 0 w 3450692"/>
              <a:gd name="connsiteY0" fmla="*/ 1561822 h 1785416"/>
              <a:gd name="connsiteX1" fmla="*/ 313700 w 3450692"/>
              <a:gd name="connsiteY1" fmla="*/ 1561822 h 1785416"/>
              <a:gd name="connsiteX2" fmla="*/ 2833305 w 3450692"/>
              <a:gd name="connsiteY2" fmla="*/ 0 h 1785416"/>
              <a:gd name="connsiteX3" fmla="*/ 3450692 w 3450692"/>
              <a:gd name="connsiteY3" fmla="*/ 0 h 1785416"/>
              <a:gd name="connsiteX4" fmla="*/ 3403534 w 3450692"/>
              <a:gd name="connsiteY4" fmla="*/ 151209 h 1785416"/>
              <a:gd name="connsiteX5" fmla="*/ 3343186 w 3450692"/>
              <a:gd name="connsiteY5" fmla="*/ 307224 h 1785416"/>
              <a:gd name="connsiteX6" fmla="*/ 3080260 w 3450692"/>
              <a:gd name="connsiteY6" fmla="*/ 760888 h 1785416"/>
              <a:gd name="connsiteX7" fmla="*/ 2746538 w 3450692"/>
              <a:gd name="connsiteY7" fmla="*/ 1131320 h 1785416"/>
              <a:gd name="connsiteX8" fmla="*/ 2312698 w 3450692"/>
              <a:gd name="connsiteY8" fmla="*/ 1461706 h 1785416"/>
              <a:gd name="connsiteX9" fmla="*/ 1908894 w 3450692"/>
              <a:gd name="connsiteY9" fmla="*/ 1641916 h 1785416"/>
              <a:gd name="connsiteX10" fmla="*/ 1822596 w 3450692"/>
              <a:gd name="connsiteY10" fmla="*/ 1687466 h 1785416"/>
              <a:gd name="connsiteX11" fmla="*/ 1261472 w 3450692"/>
              <a:gd name="connsiteY11" fmla="*/ 1778742 h 1785416"/>
              <a:gd name="connsiteX12" fmla="*/ 957784 w 3450692"/>
              <a:gd name="connsiteY12" fmla="*/ 1785416 h 1785416"/>
              <a:gd name="connsiteX13" fmla="*/ 323711 w 3450692"/>
              <a:gd name="connsiteY13" fmla="*/ 1678625 h 1785416"/>
              <a:gd name="connsiteX14" fmla="*/ 0 w 3450692"/>
              <a:gd name="connsiteY14" fmla="*/ 1561822 h 1785416"/>
              <a:gd name="connsiteX0" fmla="*/ 0 w 3450692"/>
              <a:gd name="connsiteY0" fmla="*/ 1561822 h 1778742"/>
              <a:gd name="connsiteX1" fmla="*/ 313700 w 3450692"/>
              <a:gd name="connsiteY1" fmla="*/ 1561822 h 1778742"/>
              <a:gd name="connsiteX2" fmla="*/ 2833305 w 3450692"/>
              <a:gd name="connsiteY2" fmla="*/ 0 h 1778742"/>
              <a:gd name="connsiteX3" fmla="*/ 3450692 w 3450692"/>
              <a:gd name="connsiteY3" fmla="*/ 0 h 1778742"/>
              <a:gd name="connsiteX4" fmla="*/ 3403534 w 3450692"/>
              <a:gd name="connsiteY4" fmla="*/ 151209 h 1778742"/>
              <a:gd name="connsiteX5" fmla="*/ 3343186 w 3450692"/>
              <a:gd name="connsiteY5" fmla="*/ 307224 h 1778742"/>
              <a:gd name="connsiteX6" fmla="*/ 3080260 w 3450692"/>
              <a:gd name="connsiteY6" fmla="*/ 760888 h 1778742"/>
              <a:gd name="connsiteX7" fmla="*/ 2746538 w 3450692"/>
              <a:gd name="connsiteY7" fmla="*/ 1131320 h 1778742"/>
              <a:gd name="connsiteX8" fmla="*/ 2312698 w 3450692"/>
              <a:gd name="connsiteY8" fmla="*/ 1461706 h 1778742"/>
              <a:gd name="connsiteX9" fmla="*/ 1908894 w 3450692"/>
              <a:gd name="connsiteY9" fmla="*/ 1641916 h 1778742"/>
              <a:gd name="connsiteX10" fmla="*/ 1822596 w 3450692"/>
              <a:gd name="connsiteY10" fmla="*/ 1687466 h 1778742"/>
              <a:gd name="connsiteX11" fmla="*/ 1261472 w 3450692"/>
              <a:gd name="connsiteY11" fmla="*/ 1778742 h 1778742"/>
              <a:gd name="connsiteX12" fmla="*/ 323711 w 3450692"/>
              <a:gd name="connsiteY12" fmla="*/ 1678625 h 1778742"/>
              <a:gd name="connsiteX13" fmla="*/ 0 w 3450692"/>
              <a:gd name="connsiteY13" fmla="*/ 1561822 h 1778742"/>
              <a:gd name="connsiteX0" fmla="*/ 0 w 3450692"/>
              <a:gd name="connsiteY0" fmla="*/ 1561822 h 1687466"/>
              <a:gd name="connsiteX1" fmla="*/ 313700 w 3450692"/>
              <a:gd name="connsiteY1" fmla="*/ 1561822 h 1687466"/>
              <a:gd name="connsiteX2" fmla="*/ 2833305 w 3450692"/>
              <a:gd name="connsiteY2" fmla="*/ 0 h 1687466"/>
              <a:gd name="connsiteX3" fmla="*/ 3450692 w 3450692"/>
              <a:gd name="connsiteY3" fmla="*/ 0 h 1687466"/>
              <a:gd name="connsiteX4" fmla="*/ 3403534 w 3450692"/>
              <a:gd name="connsiteY4" fmla="*/ 151209 h 1687466"/>
              <a:gd name="connsiteX5" fmla="*/ 3343186 w 3450692"/>
              <a:gd name="connsiteY5" fmla="*/ 307224 h 1687466"/>
              <a:gd name="connsiteX6" fmla="*/ 3080260 w 3450692"/>
              <a:gd name="connsiteY6" fmla="*/ 760888 h 1687466"/>
              <a:gd name="connsiteX7" fmla="*/ 2746538 w 3450692"/>
              <a:gd name="connsiteY7" fmla="*/ 1131320 h 1687466"/>
              <a:gd name="connsiteX8" fmla="*/ 2312698 w 3450692"/>
              <a:gd name="connsiteY8" fmla="*/ 1461706 h 1687466"/>
              <a:gd name="connsiteX9" fmla="*/ 1908894 w 3450692"/>
              <a:gd name="connsiteY9" fmla="*/ 1641916 h 1687466"/>
              <a:gd name="connsiteX10" fmla="*/ 1822596 w 3450692"/>
              <a:gd name="connsiteY10" fmla="*/ 1687466 h 1687466"/>
              <a:gd name="connsiteX11" fmla="*/ 323711 w 3450692"/>
              <a:gd name="connsiteY11" fmla="*/ 1678625 h 1687466"/>
              <a:gd name="connsiteX12" fmla="*/ 0 w 3450692"/>
              <a:gd name="connsiteY12" fmla="*/ 1561822 h 1687466"/>
              <a:gd name="connsiteX0" fmla="*/ 0 w 3450692"/>
              <a:gd name="connsiteY0" fmla="*/ 1561822 h 1681439"/>
              <a:gd name="connsiteX1" fmla="*/ 313700 w 3450692"/>
              <a:gd name="connsiteY1" fmla="*/ 1561822 h 1681439"/>
              <a:gd name="connsiteX2" fmla="*/ 2833305 w 3450692"/>
              <a:gd name="connsiteY2" fmla="*/ 0 h 1681439"/>
              <a:gd name="connsiteX3" fmla="*/ 3450692 w 3450692"/>
              <a:gd name="connsiteY3" fmla="*/ 0 h 1681439"/>
              <a:gd name="connsiteX4" fmla="*/ 3403534 w 3450692"/>
              <a:gd name="connsiteY4" fmla="*/ 151209 h 1681439"/>
              <a:gd name="connsiteX5" fmla="*/ 3343186 w 3450692"/>
              <a:gd name="connsiteY5" fmla="*/ 307224 h 1681439"/>
              <a:gd name="connsiteX6" fmla="*/ 3080260 w 3450692"/>
              <a:gd name="connsiteY6" fmla="*/ 760888 h 1681439"/>
              <a:gd name="connsiteX7" fmla="*/ 2746538 w 3450692"/>
              <a:gd name="connsiteY7" fmla="*/ 1131320 h 1681439"/>
              <a:gd name="connsiteX8" fmla="*/ 2312698 w 3450692"/>
              <a:gd name="connsiteY8" fmla="*/ 1461706 h 1681439"/>
              <a:gd name="connsiteX9" fmla="*/ 1908894 w 3450692"/>
              <a:gd name="connsiteY9" fmla="*/ 1641916 h 1681439"/>
              <a:gd name="connsiteX10" fmla="*/ 1810542 w 3450692"/>
              <a:gd name="connsiteY10" fmla="*/ 1681439 h 1681439"/>
              <a:gd name="connsiteX11" fmla="*/ 323711 w 3450692"/>
              <a:gd name="connsiteY11" fmla="*/ 1678625 h 1681439"/>
              <a:gd name="connsiteX12" fmla="*/ 0 w 3450692"/>
              <a:gd name="connsiteY12" fmla="*/ 1561822 h 1681439"/>
              <a:gd name="connsiteX0" fmla="*/ 0 w 3450692"/>
              <a:gd name="connsiteY0" fmla="*/ 1561822 h 1681439"/>
              <a:gd name="connsiteX1" fmla="*/ 313700 w 3450692"/>
              <a:gd name="connsiteY1" fmla="*/ 1561822 h 1681439"/>
              <a:gd name="connsiteX2" fmla="*/ 2833305 w 3450692"/>
              <a:gd name="connsiteY2" fmla="*/ 0 h 1681439"/>
              <a:gd name="connsiteX3" fmla="*/ 3450692 w 3450692"/>
              <a:gd name="connsiteY3" fmla="*/ 0 h 1681439"/>
              <a:gd name="connsiteX4" fmla="*/ 3403534 w 3450692"/>
              <a:gd name="connsiteY4" fmla="*/ 151209 h 1681439"/>
              <a:gd name="connsiteX5" fmla="*/ 3343186 w 3450692"/>
              <a:gd name="connsiteY5" fmla="*/ 307224 h 1681439"/>
              <a:gd name="connsiteX6" fmla="*/ 3080260 w 3450692"/>
              <a:gd name="connsiteY6" fmla="*/ 760888 h 1681439"/>
              <a:gd name="connsiteX7" fmla="*/ 2746538 w 3450692"/>
              <a:gd name="connsiteY7" fmla="*/ 1131320 h 1681439"/>
              <a:gd name="connsiteX8" fmla="*/ 2520904 w 3450692"/>
              <a:gd name="connsiteY8" fmla="*/ 1318968 h 1681439"/>
              <a:gd name="connsiteX9" fmla="*/ 2312698 w 3450692"/>
              <a:gd name="connsiteY9" fmla="*/ 1461706 h 1681439"/>
              <a:gd name="connsiteX10" fmla="*/ 1908894 w 3450692"/>
              <a:gd name="connsiteY10" fmla="*/ 1641916 h 1681439"/>
              <a:gd name="connsiteX11" fmla="*/ 1810542 w 3450692"/>
              <a:gd name="connsiteY11" fmla="*/ 1681439 h 1681439"/>
              <a:gd name="connsiteX12" fmla="*/ 323711 w 3450692"/>
              <a:gd name="connsiteY12" fmla="*/ 1678625 h 1681439"/>
              <a:gd name="connsiteX13" fmla="*/ 0 w 3450692"/>
              <a:gd name="connsiteY13" fmla="*/ 1561822 h 1681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450692" h="1681439">
                <a:moveTo>
                  <a:pt x="0" y="1561822"/>
                </a:moveTo>
                <a:lnTo>
                  <a:pt x="313700" y="1561822"/>
                </a:lnTo>
                <a:lnTo>
                  <a:pt x="2833305" y="0"/>
                </a:lnTo>
                <a:lnTo>
                  <a:pt x="3450692" y="0"/>
                </a:lnTo>
                <a:cubicBezTo>
                  <a:pt x="3431949" y="50403"/>
                  <a:pt x="3422277" y="100806"/>
                  <a:pt x="3403534" y="151209"/>
                </a:cubicBezTo>
                <a:lnTo>
                  <a:pt x="3343186" y="307224"/>
                </a:lnTo>
                <a:lnTo>
                  <a:pt x="3080260" y="760888"/>
                </a:lnTo>
                <a:lnTo>
                  <a:pt x="2746538" y="1131320"/>
                </a:lnTo>
                <a:cubicBezTo>
                  <a:pt x="2674139" y="1184025"/>
                  <a:pt x="2593303" y="1266263"/>
                  <a:pt x="2520904" y="1318968"/>
                </a:cubicBezTo>
                <a:lnTo>
                  <a:pt x="2312698" y="1461706"/>
                </a:lnTo>
                <a:lnTo>
                  <a:pt x="1908894" y="1641916"/>
                </a:lnTo>
                <a:lnTo>
                  <a:pt x="1810542" y="1681439"/>
                </a:lnTo>
                <a:lnTo>
                  <a:pt x="323711" y="1678625"/>
                </a:lnTo>
                <a:lnTo>
                  <a:pt x="0" y="1561822"/>
                </a:lnTo>
                <a:close/>
              </a:path>
            </a:pathLst>
          </a:custGeom>
          <a:solidFill>
            <a:srgbClr val="FFC000"/>
          </a:solidFill>
          <a:ln w="12700" cap="flat" cmpd="sng" algn="ctr">
            <a:no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cxnSp>
        <p:nvCxnSpPr>
          <p:cNvPr id="195" name="直接连接符 194"/>
          <p:cNvCxnSpPr/>
          <p:nvPr/>
        </p:nvCxnSpPr>
        <p:spPr bwMode="auto">
          <a:xfrm>
            <a:off x="6389411" y="4969260"/>
            <a:ext cx="0" cy="473597"/>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6" name="直接连接符 195"/>
          <p:cNvCxnSpPr/>
          <p:nvPr/>
        </p:nvCxnSpPr>
        <p:spPr bwMode="auto">
          <a:xfrm>
            <a:off x="6108413" y="5141049"/>
            <a:ext cx="0" cy="307251"/>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7" name="直接连接符 196"/>
          <p:cNvCxnSpPr/>
          <p:nvPr/>
        </p:nvCxnSpPr>
        <p:spPr bwMode="auto">
          <a:xfrm>
            <a:off x="5812346" y="5322044"/>
            <a:ext cx="0" cy="111512"/>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8" name="直接连接符 197"/>
          <p:cNvCxnSpPr/>
          <p:nvPr/>
        </p:nvCxnSpPr>
        <p:spPr bwMode="auto">
          <a:xfrm>
            <a:off x="6670409" y="4800486"/>
            <a:ext cx="0" cy="636928"/>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9" name="直接连接符 198"/>
          <p:cNvCxnSpPr/>
          <p:nvPr/>
        </p:nvCxnSpPr>
        <p:spPr bwMode="auto">
          <a:xfrm>
            <a:off x="6951408" y="4625684"/>
            <a:ext cx="0" cy="811730"/>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0" name="直接连接符 199"/>
          <p:cNvCxnSpPr/>
          <p:nvPr/>
        </p:nvCxnSpPr>
        <p:spPr bwMode="auto">
          <a:xfrm>
            <a:off x="7232406" y="4447574"/>
            <a:ext cx="0" cy="974832"/>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1" name="直接连接符 200"/>
          <p:cNvCxnSpPr/>
          <p:nvPr/>
        </p:nvCxnSpPr>
        <p:spPr bwMode="auto">
          <a:xfrm>
            <a:off x="7513404" y="4279093"/>
            <a:ext cx="0" cy="1018234"/>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2" name="直接连接符 201"/>
          <p:cNvCxnSpPr/>
          <p:nvPr/>
        </p:nvCxnSpPr>
        <p:spPr bwMode="auto">
          <a:xfrm>
            <a:off x="7794403" y="4104290"/>
            <a:ext cx="0" cy="1025473"/>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3" name="直接连接符 202"/>
          <p:cNvCxnSpPr/>
          <p:nvPr/>
        </p:nvCxnSpPr>
        <p:spPr bwMode="auto">
          <a:xfrm>
            <a:off x="8074340" y="3930968"/>
            <a:ext cx="1061" cy="952877"/>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4" name="直接连接符 203"/>
          <p:cNvCxnSpPr/>
          <p:nvPr/>
        </p:nvCxnSpPr>
        <p:spPr bwMode="auto">
          <a:xfrm>
            <a:off x="8356399" y="3923460"/>
            <a:ext cx="0" cy="615018"/>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10" name="任意多边形 209"/>
          <p:cNvSpPr/>
          <p:nvPr/>
        </p:nvSpPr>
        <p:spPr bwMode="auto">
          <a:xfrm>
            <a:off x="5312727" y="3922562"/>
            <a:ext cx="3647009" cy="1412201"/>
          </a:xfrm>
          <a:custGeom>
            <a:avLst/>
            <a:gdLst>
              <a:gd name="connsiteX0" fmla="*/ 0 w 3647009"/>
              <a:gd name="connsiteY0" fmla="*/ 1412201 h 1412201"/>
              <a:gd name="connsiteX1" fmla="*/ 494271 w 3647009"/>
              <a:gd name="connsiteY1" fmla="*/ 1412201 h 1412201"/>
              <a:gd name="connsiteX2" fmla="*/ 2778505 w 3647009"/>
              <a:gd name="connsiteY2" fmla="*/ 0 h 1412201"/>
              <a:gd name="connsiteX3" fmla="*/ 3647009 w 3647009"/>
              <a:gd name="connsiteY3" fmla="*/ 0 h 1412201"/>
            </a:gdLst>
            <a:ahLst/>
            <a:cxnLst>
              <a:cxn ang="0">
                <a:pos x="connsiteX0" y="connsiteY0"/>
              </a:cxn>
              <a:cxn ang="0">
                <a:pos x="connsiteX1" y="connsiteY1"/>
              </a:cxn>
              <a:cxn ang="0">
                <a:pos x="connsiteX2" y="connsiteY2"/>
              </a:cxn>
              <a:cxn ang="0">
                <a:pos x="connsiteX3" y="connsiteY3"/>
              </a:cxn>
            </a:cxnLst>
            <a:rect l="l" t="t" r="r" b="b"/>
            <a:pathLst>
              <a:path w="3647009" h="1412201">
                <a:moveTo>
                  <a:pt x="0" y="1412201"/>
                </a:moveTo>
                <a:lnTo>
                  <a:pt x="494271" y="1412201"/>
                </a:lnTo>
                <a:lnTo>
                  <a:pt x="2778505" y="0"/>
                </a:lnTo>
                <a:lnTo>
                  <a:pt x="3647009" y="0"/>
                </a:lnTo>
              </a:path>
            </a:pathLst>
          </a:custGeom>
          <a:noFill/>
          <a:ln w="2857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213" name="任意多边形 212"/>
          <p:cNvSpPr/>
          <p:nvPr/>
        </p:nvSpPr>
        <p:spPr bwMode="auto">
          <a:xfrm>
            <a:off x="5513433" y="3928579"/>
            <a:ext cx="3128937" cy="1511569"/>
          </a:xfrm>
          <a:custGeom>
            <a:avLst/>
            <a:gdLst>
              <a:gd name="connsiteX0" fmla="*/ 0 w 3464678"/>
              <a:gd name="connsiteY0" fmla="*/ 1559237 h 1789468"/>
              <a:gd name="connsiteX1" fmla="*/ 224636 w 3464678"/>
              <a:gd name="connsiteY1" fmla="*/ 1646449 h 1789468"/>
              <a:gd name="connsiteX2" fmla="*/ 502127 w 3464678"/>
              <a:gd name="connsiteY2" fmla="*/ 1731018 h 1789468"/>
              <a:gd name="connsiteX3" fmla="*/ 824546 w 3464678"/>
              <a:gd name="connsiteY3" fmla="*/ 1778588 h 1789468"/>
              <a:gd name="connsiteX4" fmla="*/ 1218319 w 3464678"/>
              <a:gd name="connsiteY4" fmla="*/ 1786516 h 1789468"/>
              <a:gd name="connsiteX5" fmla="*/ 1585665 w 3464678"/>
              <a:gd name="connsiteY5" fmla="*/ 1738946 h 1789468"/>
              <a:gd name="connsiteX6" fmla="*/ 1910726 w 3464678"/>
              <a:gd name="connsiteY6" fmla="*/ 1646449 h 1789468"/>
              <a:gd name="connsiteX7" fmla="*/ 2145933 w 3464678"/>
              <a:gd name="connsiteY7" fmla="*/ 1548666 h 1789468"/>
              <a:gd name="connsiteX8" fmla="*/ 2402282 w 3464678"/>
              <a:gd name="connsiteY8" fmla="*/ 1411242 h 1789468"/>
              <a:gd name="connsiteX9" fmla="*/ 2648060 w 3464678"/>
              <a:gd name="connsiteY9" fmla="*/ 1228891 h 1789468"/>
              <a:gd name="connsiteX10" fmla="*/ 2880625 w 3464678"/>
              <a:gd name="connsiteY10" fmla="*/ 1001612 h 1789468"/>
              <a:gd name="connsiteX11" fmla="*/ 3121117 w 3464678"/>
              <a:gd name="connsiteY11" fmla="*/ 713549 h 1789468"/>
              <a:gd name="connsiteX12" fmla="*/ 3282326 w 3464678"/>
              <a:gd name="connsiteY12" fmla="*/ 443986 h 1789468"/>
              <a:gd name="connsiteX13" fmla="*/ 3409180 w 3464678"/>
              <a:gd name="connsiteY13" fmla="*/ 177066 h 1789468"/>
              <a:gd name="connsiteX14" fmla="*/ 3464678 w 3464678"/>
              <a:gd name="connsiteY14" fmla="*/ 0 h 1789468"/>
              <a:gd name="connsiteX0" fmla="*/ 0 w 3464678"/>
              <a:gd name="connsiteY0" fmla="*/ 1559237 h 1789468"/>
              <a:gd name="connsiteX1" fmla="*/ 224636 w 3464678"/>
              <a:gd name="connsiteY1" fmla="*/ 1646449 h 1789468"/>
              <a:gd name="connsiteX2" fmla="*/ 502127 w 3464678"/>
              <a:gd name="connsiteY2" fmla="*/ 1731018 h 1789468"/>
              <a:gd name="connsiteX3" fmla="*/ 824546 w 3464678"/>
              <a:gd name="connsiteY3" fmla="*/ 1778588 h 1789468"/>
              <a:gd name="connsiteX4" fmla="*/ 1218319 w 3464678"/>
              <a:gd name="connsiteY4" fmla="*/ 1786516 h 1789468"/>
              <a:gd name="connsiteX5" fmla="*/ 1585665 w 3464678"/>
              <a:gd name="connsiteY5" fmla="*/ 1738946 h 1789468"/>
              <a:gd name="connsiteX6" fmla="*/ 1832377 w 3464678"/>
              <a:gd name="connsiteY6" fmla="*/ 1673570 h 1789468"/>
              <a:gd name="connsiteX7" fmla="*/ 2145933 w 3464678"/>
              <a:gd name="connsiteY7" fmla="*/ 1548666 h 1789468"/>
              <a:gd name="connsiteX8" fmla="*/ 2402282 w 3464678"/>
              <a:gd name="connsiteY8" fmla="*/ 1411242 h 1789468"/>
              <a:gd name="connsiteX9" fmla="*/ 2648060 w 3464678"/>
              <a:gd name="connsiteY9" fmla="*/ 1228891 h 1789468"/>
              <a:gd name="connsiteX10" fmla="*/ 2880625 w 3464678"/>
              <a:gd name="connsiteY10" fmla="*/ 1001612 h 1789468"/>
              <a:gd name="connsiteX11" fmla="*/ 3121117 w 3464678"/>
              <a:gd name="connsiteY11" fmla="*/ 713549 h 1789468"/>
              <a:gd name="connsiteX12" fmla="*/ 3282326 w 3464678"/>
              <a:gd name="connsiteY12" fmla="*/ 443986 h 1789468"/>
              <a:gd name="connsiteX13" fmla="*/ 3409180 w 3464678"/>
              <a:gd name="connsiteY13" fmla="*/ 177066 h 1789468"/>
              <a:gd name="connsiteX14" fmla="*/ 3464678 w 3464678"/>
              <a:gd name="connsiteY14" fmla="*/ 0 h 1789468"/>
              <a:gd name="connsiteX0" fmla="*/ 0 w 3464678"/>
              <a:gd name="connsiteY0" fmla="*/ 1559237 h 1792127"/>
              <a:gd name="connsiteX1" fmla="*/ 224636 w 3464678"/>
              <a:gd name="connsiteY1" fmla="*/ 1646449 h 1792127"/>
              <a:gd name="connsiteX2" fmla="*/ 327347 w 3464678"/>
              <a:gd name="connsiteY2" fmla="*/ 1673763 h 1792127"/>
              <a:gd name="connsiteX3" fmla="*/ 824546 w 3464678"/>
              <a:gd name="connsiteY3" fmla="*/ 1778588 h 1792127"/>
              <a:gd name="connsiteX4" fmla="*/ 1218319 w 3464678"/>
              <a:gd name="connsiteY4" fmla="*/ 1786516 h 1792127"/>
              <a:gd name="connsiteX5" fmla="*/ 1585665 w 3464678"/>
              <a:gd name="connsiteY5" fmla="*/ 1738946 h 1792127"/>
              <a:gd name="connsiteX6" fmla="*/ 1832377 w 3464678"/>
              <a:gd name="connsiteY6" fmla="*/ 1673570 h 1792127"/>
              <a:gd name="connsiteX7" fmla="*/ 2145933 w 3464678"/>
              <a:gd name="connsiteY7" fmla="*/ 1548666 h 1792127"/>
              <a:gd name="connsiteX8" fmla="*/ 2402282 w 3464678"/>
              <a:gd name="connsiteY8" fmla="*/ 1411242 h 1792127"/>
              <a:gd name="connsiteX9" fmla="*/ 2648060 w 3464678"/>
              <a:gd name="connsiteY9" fmla="*/ 1228891 h 1792127"/>
              <a:gd name="connsiteX10" fmla="*/ 2880625 w 3464678"/>
              <a:gd name="connsiteY10" fmla="*/ 1001612 h 1792127"/>
              <a:gd name="connsiteX11" fmla="*/ 3121117 w 3464678"/>
              <a:gd name="connsiteY11" fmla="*/ 713549 h 1792127"/>
              <a:gd name="connsiteX12" fmla="*/ 3282326 w 3464678"/>
              <a:gd name="connsiteY12" fmla="*/ 443986 h 1792127"/>
              <a:gd name="connsiteX13" fmla="*/ 3409180 w 3464678"/>
              <a:gd name="connsiteY13" fmla="*/ 177066 h 1792127"/>
              <a:gd name="connsiteX14" fmla="*/ 3464678 w 3464678"/>
              <a:gd name="connsiteY14" fmla="*/ 0 h 1792127"/>
              <a:gd name="connsiteX0" fmla="*/ 0 w 3464678"/>
              <a:gd name="connsiteY0" fmla="*/ 1559237 h 1788370"/>
              <a:gd name="connsiteX1" fmla="*/ 224636 w 3464678"/>
              <a:gd name="connsiteY1" fmla="*/ 1646449 h 1788370"/>
              <a:gd name="connsiteX2" fmla="*/ 327347 w 3464678"/>
              <a:gd name="connsiteY2" fmla="*/ 1673763 h 1788370"/>
              <a:gd name="connsiteX3" fmla="*/ 1218319 w 3464678"/>
              <a:gd name="connsiteY3" fmla="*/ 1786516 h 1788370"/>
              <a:gd name="connsiteX4" fmla="*/ 1585665 w 3464678"/>
              <a:gd name="connsiteY4" fmla="*/ 1738946 h 1788370"/>
              <a:gd name="connsiteX5" fmla="*/ 1832377 w 3464678"/>
              <a:gd name="connsiteY5" fmla="*/ 1673570 h 1788370"/>
              <a:gd name="connsiteX6" fmla="*/ 2145933 w 3464678"/>
              <a:gd name="connsiteY6" fmla="*/ 1548666 h 1788370"/>
              <a:gd name="connsiteX7" fmla="*/ 2402282 w 3464678"/>
              <a:gd name="connsiteY7" fmla="*/ 1411242 h 1788370"/>
              <a:gd name="connsiteX8" fmla="*/ 2648060 w 3464678"/>
              <a:gd name="connsiteY8" fmla="*/ 1228891 h 1788370"/>
              <a:gd name="connsiteX9" fmla="*/ 2880625 w 3464678"/>
              <a:gd name="connsiteY9" fmla="*/ 1001612 h 1788370"/>
              <a:gd name="connsiteX10" fmla="*/ 3121117 w 3464678"/>
              <a:gd name="connsiteY10" fmla="*/ 713549 h 1788370"/>
              <a:gd name="connsiteX11" fmla="*/ 3282326 w 3464678"/>
              <a:gd name="connsiteY11" fmla="*/ 443986 h 1788370"/>
              <a:gd name="connsiteX12" fmla="*/ 3409180 w 3464678"/>
              <a:gd name="connsiteY12" fmla="*/ 177066 h 1788370"/>
              <a:gd name="connsiteX13" fmla="*/ 3464678 w 3464678"/>
              <a:gd name="connsiteY13" fmla="*/ 0 h 1788370"/>
              <a:gd name="connsiteX0" fmla="*/ 0 w 3464678"/>
              <a:gd name="connsiteY0" fmla="*/ 1559237 h 1738946"/>
              <a:gd name="connsiteX1" fmla="*/ 224636 w 3464678"/>
              <a:gd name="connsiteY1" fmla="*/ 1646449 h 1738946"/>
              <a:gd name="connsiteX2" fmla="*/ 327347 w 3464678"/>
              <a:gd name="connsiteY2" fmla="*/ 1673763 h 1738946"/>
              <a:gd name="connsiteX3" fmla="*/ 1585665 w 3464678"/>
              <a:gd name="connsiteY3" fmla="*/ 1738946 h 1738946"/>
              <a:gd name="connsiteX4" fmla="*/ 1832377 w 3464678"/>
              <a:gd name="connsiteY4" fmla="*/ 1673570 h 1738946"/>
              <a:gd name="connsiteX5" fmla="*/ 2145933 w 3464678"/>
              <a:gd name="connsiteY5" fmla="*/ 1548666 h 1738946"/>
              <a:gd name="connsiteX6" fmla="*/ 2402282 w 3464678"/>
              <a:gd name="connsiteY6" fmla="*/ 1411242 h 1738946"/>
              <a:gd name="connsiteX7" fmla="*/ 2648060 w 3464678"/>
              <a:gd name="connsiteY7" fmla="*/ 1228891 h 1738946"/>
              <a:gd name="connsiteX8" fmla="*/ 2880625 w 3464678"/>
              <a:gd name="connsiteY8" fmla="*/ 1001612 h 1738946"/>
              <a:gd name="connsiteX9" fmla="*/ 3121117 w 3464678"/>
              <a:gd name="connsiteY9" fmla="*/ 713549 h 1738946"/>
              <a:gd name="connsiteX10" fmla="*/ 3282326 w 3464678"/>
              <a:gd name="connsiteY10" fmla="*/ 443986 h 1738946"/>
              <a:gd name="connsiteX11" fmla="*/ 3409180 w 3464678"/>
              <a:gd name="connsiteY11" fmla="*/ 177066 h 1738946"/>
              <a:gd name="connsiteX12" fmla="*/ 3464678 w 3464678"/>
              <a:gd name="connsiteY12" fmla="*/ 0 h 1738946"/>
              <a:gd name="connsiteX0" fmla="*/ 0 w 3464678"/>
              <a:gd name="connsiteY0" fmla="*/ 1559237 h 1683985"/>
              <a:gd name="connsiteX1" fmla="*/ 224636 w 3464678"/>
              <a:gd name="connsiteY1" fmla="*/ 1646449 h 1683985"/>
              <a:gd name="connsiteX2" fmla="*/ 327347 w 3464678"/>
              <a:gd name="connsiteY2" fmla="*/ 1673763 h 1683985"/>
              <a:gd name="connsiteX3" fmla="*/ 1832377 w 3464678"/>
              <a:gd name="connsiteY3" fmla="*/ 1673570 h 1683985"/>
              <a:gd name="connsiteX4" fmla="*/ 2145933 w 3464678"/>
              <a:gd name="connsiteY4" fmla="*/ 1548666 h 1683985"/>
              <a:gd name="connsiteX5" fmla="*/ 2402282 w 3464678"/>
              <a:gd name="connsiteY5" fmla="*/ 1411242 h 1683985"/>
              <a:gd name="connsiteX6" fmla="*/ 2648060 w 3464678"/>
              <a:gd name="connsiteY6" fmla="*/ 1228891 h 1683985"/>
              <a:gd name="connsiteX7" fmla="*/ 2880625 w 3464678"/>
              <a:gd name="connsiteY7" fmla="*/ 1001612 h 1683985"/>
              <a:gd name="connsiteX8" fmla="*/ 3121117 w 3464678"/>
              <a:gd name="connsiteY8" fmla="*/ 713549 h 1683985"/>
              <a:gd name="connsiteX9" fmla="*/ 3282326 w 3464678"/>
              <a:gd name="connsiteY9" fmla="*/ 443986 h 1683985"/>
              <a:gd name="connsiteX10" fmla="*/ 3409180 w 3464678"/>
              <a:gd name="connsiteY10" fmla="*/ 177066 h 1683985"/>
              <a:gd name="connsiteX11" fmla="*/ 3464678 w 3464678"/>
              <a:gd name="connsiteY11" fmla="*/ 0 h 1683985"/>
              <a:gd name="connsiteX0" fmla="*/ 0 w 3464678"/>
              <a:gd name="connsiteY0" fmla="*/ 1559237 h 1683985"/>
              <a:gd name="connsiteX1" fmla="*/ 224636 w 3464678"/>
              <a:gd name="connsiteY1" fmla="*/ 1646449 h 1683985"/>
              <a:gd name="connsiteX2" fmla="*/ 327347 w 3464678"/>
              <a:gd name="connsiteY2" fmla="*/ 1673763 h 1683985"/>
              <a:gd name="connsiteX3" fmla="*/ 1832377 w 3464678"/>
              <a:gd name="connsiteY3" fmla="*/ 1673570 h 1683985"/>
              <a:gd name="connsiteX4" fmla="*/ 2145933 w 3464678"/>
              <a:gd name="connsiteY4" fmla="*/ 1548666 h 1683985"/>
              <a:gd name="connsiteX5" fmla="*/ 2402282 w 3464678"/>
              <a:gd name="connsiteY5" fmla="*/ 1411242 h 1683985"/>
              <a:gd name="connsiteX6" fmla="*/ 2648060 w 3464678"/>
              <a:gd name="connsiteY6" fmla="*/ 1228891 h 1683985"/>
              <a:gd name="connsiteX7" fmla="*/ 2880625 w 3464678"/>
              <a:gd name="connsiteY7" fmla="*/ 1001612 h 1683985"/>
              <a:gd name="connsiteX8" fmla="*/ 3121117 w 3464678"/>
              <a:gd name="connsiteY8" fmla="*/ 713549 h 1683985"/>
              <a:gd name="connsiteX9" fmla="*/ 3282326 w 3464678"/>
              <a:gd name="connsiteY9" fmla="*/ 443986 h 1683985"/>
              <a:gd name="connsiteX10" fmla="*/ 3409180 w 3464678"/>
              <a:gd name="connsiteY10" fmla="*/ 177066 h 1683985"/>
              <a:gd name="connsiteX11" fmla="*/ 3464678 w 3464678"/>
              <a:gd name="connsiteY11" fmla="*/ 0 h 1683985"/>
              <a:gd name="connsiteX0" fmla="*/ 0 w 3464678"/>
              <a:gd name="connsiteY0" fmla="*/ 1559237 h 1683102"/>
              <a:gd name="connsiteX1" fmla="*/ 224636 w 3464678"/>
              <a:gd name="connsiteY1" fmla="*/ 1646449 h 1683102"/>
              <a:gd name="connsiteX2" fmla="*/ 327347 w 3464678"/>
              <a:gd name="connsiteY2" fmla="*/ 1673763 h 1683102"/>
              <a:gd name="connsiteX3" fmla="*/ 1832377 w 3464678"/>
              <a:gd name="connsiteY3" fmla="*/ 1673570 h 1683102"/>
              <a:gd name="connsiteX4" fmla="*/ 2127853 w 3464678"/>
              <a:gd name="connsiteY4" fmla="*/ 1560720 h 1683102"/>
              <a:gd name="connsiteX5" fmla="*/ 2402282 w 3464678"/>
              <a:gd name="connsiteY5" fmla="*/ 1411242 h 1683102"/>
              <a:gd name="connsiteX6" fmla="*/ 2648060 w 3464678"/>
              <a:gd name="connsiteY6" fmla="*/ 1228891 h 1683102"/>
              <a:gd name="connsiteX7" fmla="*/ 2880625 w 3464678"/>
              <a:gd name="connsiteY7" fmla="*/ 1001612 h 1683102"/>
              <a:gd name="connsiteX8" fmla="*/ 3121117 w 3464678"/>
              <a:gd name="connsiteY8" fmla="*/ 713549 h 1683102"/>
              <a:gd name="connsiteX9" fmla="*/ 3282326 w 3464678"/>
              <a:gd name="connsiteY9" fmla="*/ 443986 h 1683102"/>
              <a:gd name="connsiteX10" fmla="*/ 3409180 w 3464678"/>
              <a:gd name="connsiteY10" fmla="*/ 177066 h 1683102"/>
              <a:gd name="connsiteX11" fmla="*/ 3464678 w 3464678"/>
              <a:gd name="connsiteY11" fmla="*/ 0 h 1683102"/>
              <a:gd name="connsiteX0" fmla="*/ 0 w 3464678"/>
              <a:gd name="connsiteY0" fmla="*/ 1559237 h 1683102"/>
              <a:gd name="connsiteX1" fmla="*/ 224636 w 3464678"/>
              <a:gd name="connsiteY1" fmla="*/ 1646449 h 1683102"/>
              <a:gd name="connsiteX2" fmla="*/ 327347 w 3464678"/>
              <a:gd name="connsiteY2" fmla="*/ 1673763 h 1683102"/>
              <a:gd name="connsiteX3" fmla="*/ 1832377 w 3464678"/>
              <a:gd name="connsiteY3" fmla="*/ 1673570 h 1683102"/>
              <a:gd name="connsiteX4" fmla="*/ 2127853 w 3464678"/>
              <a:gd name="connsiteY4" fmla="*/ 1560720 h 1683102"/>
              <a:gd name="connsiteX5" fmla="*/ 2402282 w 3464678"/>
              <a:gd name="connsiteY5" fmla="*/ 1411242 h 1683102"/>
              <a:gd name="connsiteX6" fmla="*/ 2648060 w 3464678"/>
              <a:gd name="connsiteY6" fmla="*/ 1228891 h 1683102"/>
              <a:gd name="connsiteX7" fmla="*/ 2880625 w 3464678"/>
              <a:gd name="connsiteY7" fmla="*/ 1001612 h 1683102"/>
              <a:gd name="connsiteX8" fmla="*/ 3121117 w 3464678"/>
              <a:gd name="connsiteY8" fmla="*/ 713549 h 1683102"/>
              <a:gd name="connsiteX9" fmla="*/ 3282326 w 3464678"/>
              <a:gd name="connsiteY9" fmla="*/ 443986 h 1683102"/>
              <a:gd name="connsiteX10" fmla="*/ 3409180 w 3464678"/>
              <a:gd name="connsiteY10" fmla="*/ 177066 h 1683102"/>
              <a:gd name="connsiteX11" fmla="*/ 3464678 w 3464678"/>
              <a:gd name="connsiteY11" fmla="*/ 0 h 1683102"/>
              <a:gd name="connsiteX0" fmla="*/ 0 w 3464678"/>
              <a:gd name="connsiteY0" fmla="*/ 1559237 h 1683102"/>
              <a:gd name="connsiteX1" fmla="*/ 224636 w 3464678"/>
              <a:gd name="connsiteY1" fmla="*/ 1646449 h 1683102"/>
              <a:gd name="connsiteX2" fmla="*/ 327347 w 3464678"/>
              <a:gd name="connsiteY2" fmla="*/ 1673763 h 1683102"/>
              <a:gd name="connsiteX3" fmla="*/ 1832377 w 3464678"/>
              <a:gd name="connsiteY3" fmla="*/ 1673570 h 1683102"/>
              <a:gd name="connsiteX4" fmla="*/ 2127853 w 3464678"/>
              <a:gd name="connsiteY4" fmla="*/ 1560720 h 1683102"/>
              <a:gd name="connsiteX5" fmla="*/ 2402282 w 3464678"/>
              <a:gd name="connsiteY5" fmla="*/ 1411242 h 1683102"/>
              <a:gd name="connsiteX6" fmla="*/ 2648060 w 3464678"/>
              <a:gd name="connsiteY6" fmla="*/ 1228891 h 1683102"/>
              <a:gd name="connsiteX7" fmla="*/ 2880625 w 3464678"/>
              <a:gd name="connsiteY7" fmla="*/ 1001612 h 1683102"/>
              <a:gd name="connsiteX8" fmla="*/ 3121117 w 3464678"/>
              <a:gd name="connsiteY8" fmla="*/ 713549 h 1683102"/>
              <a:gd name="connsiteX9" fmla="*/ 3282326 w 3464678"/>
              <a:gd name="connsiteY9" fmla="*/ 443986 h 1683102"/>
              <a:gd name="connsiteX10" fmla="*/ 3409180 w 3464678"/>
              <a:gd name="connsiteY10" fmla="*/ 177066 h 1683102"/>
              <a:gd name="connsiteX11" fmla="*/ 3464678 w 3464678"/>
              <a:gd name="connsiteY11" fmla="*/ 0 h 1683102"/>
              <a:gd name="connsiteX0" fmla="*/ 0 w 3464678"/>
              <a:gd name="connsiteY0" fmla="*/ 1559237 h 1673763"/>
              <a:gd name="connsiteX1" fmla="*/ 224636 w 3464678"/>
              <a:gd name="connsiteY1" fmla="*/ 1646449 h 1673763"/>
              <a:gd name="connsiteX2" fmla="*/ 327347 w 3464678"/>
              <a:gd name="connsiteY2" fmla="*/ 1673763 h 1673763"/>
              <a:gd name="connsiteX3" fmla="*/ 1832377 w 3464678"/>
              <a:gd name="connsiteY3" fmla="*/ 1673570 h 1673763"/>
              <a:gd name="connsiteX4" fmla="*/ 2127853 w 3464678"/>
              <a:gd name="connsiteY4" fmla="*/ 1560720 h 1673763"/>
              <a:gd name="connsiteX5" fmla="*/ 2402282 w 3464678"/>
              <a:gd name="connsiteY5" fmla="*/ 1411242 h 1673763"/>
              <a:gd name="connsiteX6" fmla="*/ 2648060 w 3464678"/>
              <a:gd name="connsiteY6" fmla="*/ 1228891 h 1673763"/>
              <a:gd name="connsiteX7" fmla="*/ 2880625 w 3464678"/>
              <a:gd name="connsiteY7" fmla="*/ 1001612 h 1673763"/>
              <a:gd name="connsiteX8" fmla="*/ 3121117 w 3464678"/>
              <a:gd name="connsiteY8" fmla="*/ 713549 h 1673763"/>
              <a:gd name="connsiteX9" fmla="*/ 3282326 w 3464678"/>
              <a:gd name="connsiteY9" fmla="*/ 443986 h 1673763"/>
              <a:gd name="connsiteX10" fmla="*/ 3409180 w 3464678"/>
              <a:gd name="connsiteY10" fmla="*/ 177066 h 1673763"/>
              <a:gd name="connsiteX11" fmla="*/ 3464678 w 3464678"/>
              <a:gd name="connsiteY11" fmla="*/ 0 h 16737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464678" h="1673763">
                <a:moveTo>
                  <a:pt x="0" y="1559237"/>
                </a:moveTo>
                <a:cubicBezTo>
                  <a:pt x="70474" y="1588528"/>
                  <a:pt x="170078" y="1627361"/>
                  <a:pt x="224636" y="1646449"/>
                </a:cubicBezTo>
                <a:lnTo>
                  <a:pt x="327347" y="1673763"/>
                </a:lnTo>
                <a:lnTo>
                  <a:pt x="1832377" y="1673570"/>
                </a:lnTo>
                <a:lnTo>
                  <a:pt x="2127853" y="1560720"/>
                </a:lnTo>
                <a:cubicBezTo>
                  <a:pt x="2222837" y="1516999"/>
                  <a:pt x="2315581" y="1466547"/>
                  <a:pt x="2402282" y="1411242"/>
                </a:cubicBezTo>
                <a:cubicBezTo>
                  <a:pt x="2488983" y="1355937"/>
                  <a:pt x="2568336" y="1297163"/>
                  <a:pt x="2648060" y="1228891"/>
                </a:cubicBezTo>
                <a:cubicBezTo>
                  <a:pt x="2727784" y="1160619"/>
                  <a:pt x="2801782" y="1087502"/>
                  <a:pt x="2880625" y="1001612"/>
                </a:cubicBezTo>
                <a:cubicBezTo>
                  <a:pt x="2959468" y="915722"/>
                  <a:pt x="3054167" y="806487"/>
                  <a:pt x="3121117" y="713549"/>
                </a:cubicBezTo>
                <a:cubicBezTo>
                  <a:pt x="3188067" y="620611"/>
                  <a:pt x="3234316" y="533400"/>
                  <a:pt x="3282326" y="443986"/>
                </a:cubicBezTo>
                <a:cubicBezTo>
                  <a:pt x="3330336" y="354572"/>
                  <a:pt x="3378788" y="251064"/>
                  <a:pt x="3409180" y="177066"/>
                </a:cubicBezTo>
                <a:cubicBezTo>
                  <a:pt x="3439572" y="103068"/>
                  <a:pt x="3452125" y="51534"/>
                  <a:pt x="3464678" y="0"/>
                </a:cubicBezTo>
              </a:path>
            </a:pathLst>
          </a:custGeom>
          <a:noFill/>
          <a:ln w="19050" cap="flat" cmpd="sng" algn="ctr">
            <a:solidFill>
              <a:srgbClr val="C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214" name="任意多边形 213"/>
          <p:cNvSpPr/>
          <p:nvPr/>
        </p:nvSpPr>
        <p:spPr bwMode="auto">
          <a:xfrm>
            <a:off x="5534025" y="3947160"/>
            <a:ext cx="3101340" cy="1459230"/>
          </a:xfrm>
          <a:custGeom>
            <a:avLst/>
            <a:gdLst>
              <a:gd name="connsiteX0" fmla="*/ 3101340 w 3101340"/>
              <a:gd name="connsiteY0" fmla="*/ 0 h 1459230"/>
              <a:gd name="connsiteX1" fmla="*/ 2827020 w 3101340"/>
              <a:gd name="connsiteY1" fmla="*/ 312420 h 1459230"/>
              <a:gd name="connsiteX2" fmla="*/ 2548890 w 3101340"/>
              <a:gd name="connsiteY2" fmla="*/ 586740 h 1459230"/>
              <a:gd name="connsiteX3" fmla="*/ 2278380 w 3101340"/>
              <a:gd name="connsiteY3" fmla="*/ 807720 h 1459230"/>
              <a:gd name="connsiteX4" fmla="*/ 1985010 w 3101340"/>
              <a:gd name="connsiteY4" fmla="*/ 979170 h 1459230"/>
              <a:gd name="connsiteX5" fmla="*/ 1706880 w 3101340"/>
              <a:gd name="connsiteY5" fmla="*/ 1112520 h 1459230"/>
              <a:gd name="connsiteX6" fmla="*/ 1417320 w 3101340"/>
              <a:gd name="connsiteY6" fmla="*/ 1238250 h 1459230"/>
              <a:gd name="connsiteX7" fmla="*/ 1143000 w 3101340"/>
              <a:gd name="connsiteY7" fmla="*/ 1291590 h 1459230"/>
              <a:gd name="connsiteX8" fmla="*/ 857250 w 3101340"/>
              <a:gd name="connsiteY8" fmla="*/ 1341120 h 1459230"/>
              <a:gd name="connsiteX9" fmla="*/ 567690 w 3101340"/>
              <a:gd name="connsiteY9" fmla="*/ 1394460 h 1459230"/>
              <a:gd name="connsiteX10" fmla="*/ 274320 w 3101340"/>
              <a:gd name="connsiteY10" fmla="*/ 1459230 h 1459230"/>
              <a:gd name="connsiteX11" fmla="*/ 0 w 3101340"/>
              <a:gd name="connsiteY11" fmla="*/ 1386840 h 1459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01340" h="1459230">
                <a:moveTo>
                  <a:pt x="3101340" y="0"/>
                </a:moveTo>
                <a:lnTo>
                  <a:pt x="2827020" y="312420"/>
                </a:lnTo>
                <a:lnTo>
                  <a:pt x="2548890" y="586740"/>
                </a:lnTo>
                <a:lnTo>
                  <a:pt x="2278380" y="807720"/>
                </a:lnTo>
                <a:lnTo>
                  <a:pt x="1985010" y="979170"/>
                </a:lnTo>
                <a:lnTo>
                  <a:pt x="1706880" y="1112520"/>
                </a:lnTo>
                <a:lnTo>
                  <a:pt x="1417320" y="1238250"/>
                </a:lnTo>
                <a:lnTo>
                  <a:pt x="1143000" y="1291590"/>
                </a:lnTo>
                <a:lnTo>
                  <a:pt x="857250" y="1341120"/>
                </a:lnTo>
                <a:lnTo>
                  <a:pt x="567690" y="1394460"/>
                </a:lnTo>
                <a:lnTo>
                  <a:pt x="274320" y="1459230"/>
                </a:lnTo>
                <a:lnTo>
                  <a:pt x="0" y="1386840"/>
                </a:lnTo>
              </a:path>
            </a:pathLst>
          </a:custGeom>
          <a:noFill/>
          <a:ln w="19050" cap="flat" cmpd="sng" algn="ctr">
            <a:solidFill>
              <a:srgbClr val="006600"/>
            </a:solidFill>
            <a:prstDash val="sys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222" name="AutoShape 70"/>
          <p:cNvSpPr>
            <a:spLocks noChangeArrowheads="1"/>
          </p:cNvSpPr>
          <p:nvPr/>
        </p:nvSpPr>
        <p:spPr bwMode="auto">
          <a:xfrm>
            <a:off x="5998041" y="3600431"/>
            <a:ext cx="940982" cy="493752"/>
          </a:xfrm>
          <a:prstGeom prst="wedgeRoundRectCallout">
            <a:avLst>
              <a:gd name="adj1" fmla="val 89143"/>
              <a:gd name="adj2" fmla="val 216835"/>
              <a:gd name="adj3" fmla="val 16667"/>
            </a:avLst>
          </a:prstGeom>
          <a:noFill/>
          <a:ln w="19050" algn="ctr">
            <a:solidFill>
              <a:srgbClr val="3333FF"/>
            </a:solidFill>
            <a:miter lim="800000"/>
            <a:headEnd/>
            <a:tailEnd/>
          </a:ln>
          <a:extLst>
            <a:ext uri="{909E8E84-426E-40DD-AFC4-6F175D3DCCD1}">
              <a14:hiddenFill xmlns:a14="http://schemas.microsoft.com/office/drawing/2010/main">
                <a:solidFill>
                  <a:srgbClr val="FFFFFF"/>
                </a:solidFill>
              </a14:hiddenFill>
            </a:ext>
          </a:extLst>
        </p:spPr>
        <p:txBody>
          <a:bodyPr wrap="square" lIns="0" rIns="0">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r>
              <a:rPr lang="zh-CN" altLang="en-US" sz="2000" b="1" dirty="0">
                <a:solidFill>
                  <a:srgbClr val="990033"/>
                </a:solidFill>
                <a:latin typeface="幼圆" panose="02010509060101010101" pitchFamily="49" charset="-122"/>
                <a:ea typeface="幼圆" panose="02010509060101010101" pitchFamily="49" charset="-122"/>
              </a:rPr>
              <a:t>推力线</a:t>
            </a:r>
          </a:p>
        </p:txBody>
      </p:sp>
      <p:sp>
        <p:nvSpPr>
          <p:cNvPr id="231" name="Line 19"/>
          <p:cNvSpPr>
            <a:spLocks noChangeShapeType="1"/>
          </p:cNvSpPr>
          <p:nvPr/>
        </p:nvSpPr>
        <p:spPr bwMode="auto">
          <a:xfrm flipH="1">
            <a:off x="5812770" y="5395363"/>
            <a:ext cx="202948" cy="0"/>
          </a:xfrm>
          <a:prstGeom prst="line">
            <a:avLst/>
          </a:prstGeom>
          <a:noFill/>
          <a:ln w="12700">
            <a:solidFill>
              <a:srgbClr val="C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00">
              <a:cs typeface="Times New Roman" panose="02020603050405020304" pitchFamily="18" charset="0"/>
            </a:endParaRPr>
          </a:p>
        </p:txBody>
      </p:sp>
      <p:sp>
        <p:nvSpPr>
          <p:cNvPr id="232" name="Line 19"/>
          <p:cNvSpPr>
            <a:spLocks noChangeShapeType="1"/>
          </p:cNvSpPr>
          <p:nvPr/>
        </p:nvSpPr>
        <p:spPr bwMode="auto">
          <a:xfrm flipH="1">
            <a:off x="6100822" y="5341771"/>
            <a:ext cx="202948" cy="0"/>
          </a:xfrm>
          <a:prstGeom prst="line">
            <a:avLst/>
          </a:prstGeom>
          <a:noFill/>
          <a:ln w="12700">
            <a:solidFill>
              <a:srgbClr val="C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00">
              <a:cs typeface="Times New Roman" panose="02020603050405020304" pitchFamily="18" charset="0"/>
            </a:endParaRPr>
          </a:p>
        </p:txBody>
      </p:sp>
      <p:sp>
        <p:nvSpPr>
          <p:cNvPr id="233" name="Line 19"/>
          <p:cNvSpPr>
            <a:spLocks noChangeShapeType="1"/>
          </p:cNvSpPr>
          <p:nvPr/>
        </p:nvSpPr>
        <p:spPr bwMode="auto">
          <a:xfrm flipH="1">
            <a:off x="6383851" y="5293204"/>
            <a:ext cx="244816" cy="0"/>
          </a:xfrm>
          <a:prstGeom prst="line">
            <a:avLst/>
          </a:prstGeom>
          <a:noFill/>
          <a:ln w="12700">
            <a:solidFill>
              <a:srgbClr val="C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00">
              <a:cs typeface="Times New Roman" panose="02020603050405020304" pitchFamily="18" charset="0"/>
            </a:endParaRPr>
          </a:p>
        </p:txBody>
      </p:sp>
      <p:sp>
        <p:nvSpPr>
          <p:cNvPr id="234" name="Line 19"/>
          <p:cNvSpPr>
            <a:spLocks noChangeShapeType="1"/>
          </p:cNvSpPr>
          <p:nvPr/>
        </p:nvSpPr>
        <p:spPr bwMode="auto">
          <a:xfrm flipH="1">
            <a:off x="6661855" y="5234589"/>
            <a:ext cx="244816" cy="0"/>
          </a:xfrm>
          <a:prstGeom prst="line">
            <a:avLst/>
          </a:prstGeom>
          <a:noFill/>
          <a:ln w="12700">
            <a:solidFill>
              <a:srgbClr val="C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00">
              <a:cs typeface="Times New Roman" panose="02020603050405020304" pitchFamily="18" charset="0"/>
            </a:endParaRPr>
          </a:p>
        </p:txBody>
      </p:sp>
      <p:sp>
        <p:nvSpPr>
          <p:cNvPr id="235" name="Line 19"/>
          <p:cNvSpPr>
            <a:spLocks noChangeShapeType="1"/>
          </p:cNvSpPr>
          <p:nvPr/>
        </p:nvSpPr>
        <p:spPr bwMode="auto">
          <a:xfrm flipH="1">
            <a:off x="7793969" y="4758967"/>
            <a:ext cx="244816" cy="0"/>
          </a:xfrm>
          <a:prstGeom prst="line">
            <a:avLst/>
          </a:prstGeom>
          <a:noFill/>
          <a:ln w="12700">
            <a:solidFill>
              <a:srgbClr val="C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00">
              <a:cs typeface="Times New Roman" panose="02020603050405020304" pitchFamily="18" charset="0"/>
            </a:endParaRPr>
          </a:p>
        </p:txBody>
      </p:sp>
      <p:sp>
        <p:nvSpPr>
          <p:cNvPr id="236" name="Line 19"/>
          <p:cNvSpPr>
            <a:spLocks noChangeShapeType="1"/>
          </p:cNvSpPr>
          <p:nvPr/>
        </p:nvSpPr>
        <p:spPr bwMode="auto">
          <a:xfrm flipH="1">
            <a:off x="8338254" y="4258224"/>
            <a:ext cx="244816" cy="0"/>
          </a:xfrm>
          <a:prstGeom prst="line">
            <a:avLst/>
          </a:prstGeom>
          <a:noFill/>
          <a:ln w="12700">
            <a:solidFill>
              <a:srgbClr val="C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00">
              <a:cs typeface="Times New Roman" panose="02020603050405020304" pitchFamily="18" charset="0"/>
            </a:endParaRPr>
          </a:p>
        </p:txBody>
      </p:sp>
      <p:sp>
        <p:nvSpPr>
          <p:cNvPr id="238" name="Text Box 6"/>
          <p:cNvSpPr txBox="1">
            <a:spLocks noChangeArrowheads="1"/>
          </p:cNvSpPr>
          <p:nvPr/>
        </p:nvSpPr>
        <p:spPr bwMode="auto">
          <a:xfrm>
            <a:off x="5056101" y="4934685"/>
            <a:ext cx="733530" cy="410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800">
                <a:solidFill>
                  <a:schemeClr val="tx1"/>
                </a:solidFill>
                <a:latin typeface="Times New Roman" pitchFamily="18" charset="0"/>
                <a:ea typeface="宋体" charset="-122"/>
              </a:defRPr>
            </a:lvl1pPr>
            <a:lvl2pPr marL="742950" indent="-285750" eaLnBrk="0" hangingPunct="0">
              <a:defRPr kumimoji="1" sz="2800">
                <a:solidFill>
                  <a:schemeClr val="tx1"/>
                </a:solidFill>
                <a:latin typeface="Times New Roman" pitchFamily="18" charset="0"/>
                <a:ea typeface="宋体" charset="-122"/>
              </a:defRPr>
            </a:lvl2pPr>
            <a:lvl3pPr marL="1143000" indent="-228600" eaLnBrk="0" hangingPunct="0">
              <a:defRPr kumimoji="1" sz="2800">
                <a:solidFill>
                  <a:schemeClr val="tx1"/>
                </a:solidFill>
                <a:latin typeface="Times New Roman" pitchFamily="18" charset="0"/>
                <a:ea typeface="宋体" charset="-122"/>
              </a:defRPr>
            </a:lvl3pPr>
            <a:lvl4pPr marL="1600200" indent="-228600" eaLnBrk="0" hangingPunct="0">
              <a:defRPr kumimoji="1" sz="2800">
                <a:solidFill>
                  <a:schemeClr val="tx1"/>
                </a:solidFill>
                <a:latin typeface="Times New Roman" pitchFamily="18" charset="0"/>
                <a:ea typeface="宋体" charset="-122"/>
              </a:defRPr>
            </a:lvl4pPr>
            <a:lvl5pPr marL="2057400" indent="-228600" eaLnBrk="0" hangingPunct="0">
              <a:defRPr kumimoji="1" sz="2800">
                <a:solidFill>
                  <a:schemeClr val="tx1"/>
                </a:solidFill>
                <a:latin typeface="Times New Roman" pitchFamily="18" charset="0"/>
                <a:ea typeface="宋体" charset="-122"/>
              </a:defRPr>
            </a:lvl5pPr>
            <a:lvl6pPr marL="2514600" indent="-228600" eaLnBrk="0" fontAlgn="base" hangingPunct="0">
              <a:spcBef>
                <a:spcPct val="50000"/>
              </a:spcBef>
              <a:spcAft>
                <a:spcPct val="0"/>
              </a:spcAft>
              <a:defRPr kumimoji="1" sz="2800">
                <a:solidFill>
                  <a:schemeClr val="tx1"/>
                </a:solidFill>
                <a:latin typeface="Times New Roman" pitchFamily="18" charset="0"/>
                <a:ea typeface="宋体" charset="-122"/>
              </a:defRPr>
            </a:lvl6pPr>
            <a:lvl7pPr marL="2971800" indent="-228600" eaLnBrk="0" fontAlgn="base" hangingPunct="0">
              <a:spcBef>
                <a:spcPct val="50000"/>
              </a:spcBef>
              <a:spcAft>
                <a:spcPct val="0"/>
              </a:spcAft>
              <a:defRPr kumimoji="1" sz="2800">
                <a:solidFill>
                  <a:schemeClr val="tx1"/>
                </a:solidFill>
                <a:latin typeface="Times New Roman" pitchFamily="18" charset="0"/>
                <a:ea typeface="宋体" charset="-122"/>
              </a:defRPr>
            </a:lvl7pPr>
            <a:lvl8pPr marL="3429000" indent="-228600" eaLnBrk="0" fontAlgn="base" hangingPunct="0">
              <a:spcBef>
                <a:spcPct val="50000"/>
              </a:spcBef>
              <a:spcAft>
                <a:spcPct val="0"/>
              </a:spcAft>
              <a:defRPr kumimoji="1" sz="2800">
                <a:solidFill>
                  <a:schemeClr val="tx1"/>
                </a:solidFill>
                <a:latin typeface="Times New Roman" pitchFamily="18" charset="0"/>
                <a:ea typeface="宋体" charset="-122"/>
              </a:defRPr>
            </a:lvl8pPr>
            <a:lvl9pPr marL="3886200" indent="-228600" eaLnBrk="0" fontAlgn="base" hangingPunct="0">
              <a:spcBef>
                <a:spcPct val="50000"/>
              </a:spcBef>
              <a:spcAft>
                <a:spcPct val="0"/>
              </a:spcAft>
              <a:defRPr kumimoji="1" sz="2800">
                <a:solidFill>
                  <a:schemeClr val="tx1"/>
                </a:solidFill>
                <a:latin typeface="Times New Roman" pitchFamily="18" charset="0"/>
                <a:ea typeface="宋体" charset="-122"/>
              </a:defRPr>
            </a:lvl9pPr>
          </a:lstStyle>
          <a:p>
            <a:pPr eaLnBrk="1" hangingPunct="1"/>
            <a:r>
              <a:rPr lang="en-US" altLang="zh-CN" sz="1800" b="1" i="1" dirty="0" smtClean="0">
                <a:solidFill>
                  <a:srgbClr val="C00000"/>
                </a:solidFill>
                <a:cs typeface="Times New Roman" panose="02020603050405020304" pitchFamily="18" charset="0"/>
              </a:rPr>
              <a:t>P</a:t>
            </a:r>
            <a:r>
              <a:rPr lang="en-US" altLang="zh-CN" sz="1800" b="1" baseline="-25000" dirty="0" smtClean="0">
                <a:solidFill>
                  <a:srgbClr val="C00000"/>
                </a:solidFill>
                <a:cs typeface="Times New Roman" panose="02020603050405020304" pitchFamily="18" charset="0"/>
              </a:rPr>
              <a:t>0</a:t>
            </a:r>
            <a:r>
              <a:rPr lang="en-US" altLang="zh-CN" sz="1800" b="1" dirty="0" smtClean="0">
                <a:solidFill>
                  <a:srgbClr val="C00000"/>
                </a:solidFill>
                <a:cs typeface="Times New Roman" panose="02020603050405020304" pitchFamily="18" charset="0"/>
              </a:rPr>
              <a:t>=0</a:t>
            </a:r>
            <a:endParaRPr lang="en-US" altLang="zh-CN" sz="1800" b="1" baseline="-25000" dirty="0">
              <a:solidFill>
                <a:srgbClr val="C00000"/>
              </a:solidFill>
              <a:cs typeface="Times New Roman" panose="02020603050405020304" pitchFamily="18" charset="0"/>
            </a:endParaRPr>
          </a:p>
        </p:txBody>
      </p:sp>
      <p:sp>
        <p:nvSpPr>
          <p:cNvPr id="239" name="Text Box 6"/>
          <p:cNvSpPr txBox="1">
            <a:spLocks noChangeArrowheads="1"/>
          </p:cNvSpPr>
          <p:nvPr/>
        </p:nvSpPr>
        <p:spPr bwMode="auto">
          <a:xfrm>
            <a:off x="8356541" y="3520065"/>
            <a:ext cx="722041" cy="410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800">
                <a:solidFill>
                  <a:schemeClr val="tx1"/>
                </a:solidFill>
                <a:latin typeface="Times New Roman" pitchFamily="18" charset="0"/>
                <a:ea typeface="宋体" charset="-122"/>
              </a:defRPr>
            </a:lvl1pPr>
            <a:lvl2pPr marL="742950" indent="-285750" eaLnBrk="0" hangingPunct="0">
              <a:defRPr kumimoji="1" sz="2800">
                <a:solidFill>
                  <a:schemeClr val="tx1"/>
                </a:solidFill>
                <a:latin typeface="Times New Roman" pitchFamily="18" charset="0"/>
                <a:ea typeface="宋体" charset="-122"/>
              </a:defRPr>
            </a:lvl2pPr>
            <a:lvl3pPr marL="1143000" indent="-228600" eaLnBrk="0" hangingPunct="0">
              <a:defRPr kumimoji="1" sz="2800">
                <a:solidFill>
                  <a:schemeClr val="tx1"/>
                </a:solidFill>
                <a:latin typeface="Times New Roman" pitchFamily="18" charset="0"/>
                <a:ea typeface="宋体" charset="-122"/>
              </a:defRPr>
            </a:lvl3pPr>
            <a:lvl4pPr marL="1600200" indent="-228600" eaLnBrk="0" hangingPunct="0">
              <a:defRPr kumimoji="1" sz="2800">
                <a:solidFill>
                  <a:schemeClr val="tx1"/>
                </a:solidFill>
                <a:latin typeface="Times New Roman" pitchFamily="18" charset="0"/>
                <a:ea typeface="宋体" charset="-122"/>
              </a:defRPr>
            </a:lvl4pPr>
            <a:lvl5pPr marL="2057400" indent="-228600" eaLnBrk="0" hangingPunct="0">
              <a:defRPr kumimoji="1" sz="2800">
                <a:solidFill>
                  <a:schemeClr val="tx1"/>
                </a:solidFill>
                <a:latin typeface="Times New Roman" pitchFamily="18" charset="0"/>
                <a:ea typeface="宋体" charset="-122"/>
              </a:defRPr>
            </a:lvl5pPr>
            <a:lvl6pPr marL="2514600" indent="-228600" eaLnBrk="0" fontAlgn="base" hangingPunct="0">
              <a:spcBef>
                <a:spcPct val="50000"/>
              </a:spcBef>
              <a:spcAft>
                <a:spcPct val="0"/>
              </a:spcAft>
              <a:defRPr kumimoji="1" sz="2800">
                <a:solidFill>
                  <a:schemeClr val="tx1"/>
                </a:solidFill>
                <a:latin typeface="Times New Roman" pitchFamily="18" charset="0"/>
                <a:ea typeface="宋体" charset="-122"/>
              </a:defRPr>
            </a:lvl6pPr>
            <a:lvl7pPr marL="2971800" indent="-228600" eaLnBrk="0" fontAlgn="base" hangingPunct="0">
              <a:spcBef>
                <a:spcPct val="50000"/>
              </a:spcBef>
              <a:spcAft>
                <a:spcPct val="0"/>
              </a:spcAft>
              <a:defRPr kumimoji="1" sz="2800">
                <a:solidFill>
                  <a:schemeClr val="tx1"/>
                </a:solidFill>
                <a:latin typeface="Times New Roman" pitchFamily="18" charset="0"/>
                <a:ea typeface="宋体" charset="-122"/>
              </a:defRPr>
            </a:lvl7pPr>
            <a:lvl8pPr marL="3429000" indent="-228600" eaLnBrk="0" fontAlgn="base" hangingPunct="0">
              <a:spcBef>
                <a:spcPct val="50000"/>
              </a:spcBef>
              <a:spcAft>
                <a:spcPct val="0"/>
              </a:spcAft>
              <a:defRPr kumimoji="1" sz="2800">
                <a:solidFill>
                  <a:schemeClr val="tx1"/>
                </a:solidFill>
                <a:latin typeface="Times New Roman" pitchFamily="18" charset="0"/>
                <a:ea typeface="宋体" charset="-122"/>
              </a:defRPr>
            </a:lvl8pPr>
            <a:lvl9pPr marL="3886200" indent="-228600" eaLnBrk="0" fontAlgn="base" hangingPunct="0">
              <a:spcBef>
                <a:spcPct val="50000"/>
              </a:spcBef>
              <a:spcAft>
                <a:spcPct val="0"/>
              </a:spcAft>
              <a:defRPr kumimoji="1" sz="2800">
                <a:solidFill>
                  <a:schemeClr val="tx1"/>
                </a:solidFill>
                <a:latin typeface="Times New Roman" pitchFamily="18" charset="0"/>
                <a:ea typeface="宋体" charset="-122"/>
              </a:defRPr>
            </a:lvl9pPr>
          </a:lstStyle>
          <a:p>
            <a:pPr eaLnBrk="1" hangingPunct="1"/>
            <a:r>
              <a:rPr lang="en-US" altLang="zh-CN" sz="1800" b="1" i="1" dirty="0" err="1" smtClean="0">
                <a:solidFill>
                  <a:srgbClr val="C00000"/>
                </a:solidFill>
                <a:cs typeface="Times New Roman" panose="02020603050405020304" pitchFamily="18" charset="0"/>
              </a:rPr>
              <a:t>P</a:t>
            </a:r>
            <a:r>
              <a:rPr lang="en-US" altLang="zh-CN" sz="1800" b="1" baseline="-25000" dirty="0" err="1" smtClean="0">
                <a:solidFill>
                  <a:srgbClr val="C00000"/>
                </a:solidFill>
                <a:cs typeface="Times New Roman" panose="02020603050405020304" pitchFamily="18" charset="0"/>
              </a:rPr>
              <a:t>n</a:t>
            </a:r>
            <a:r>
              <a:rPr lang="en-US" altLang="zh-CN" sz="1800" b="1" dirty="0" smtClean="0">
                <a:solidFill>
                  <a:srgbClr val="C00000"/>
                </a:solidFill>
                <a:cs typeface="Times New Roman" panose="02020603050405020304" pitchFamily="18" charset="0"/>
              </a:rPr>
              <a:t>=0</a:t>
            </a:r>
            <a:endParaRPr lang="en-US" altLang="zh-CN" sz="1800" b="1" baseline="-25000" dirty="0">
              <a:solidFill>
                <a:srgbClr val="C00000"/>
              </a:solidFill>
              <a:cs typeface="Times New Roman" panose="02020603050405020304" pitchFamily="18" charset="0"/>
            </a:endParaRPr>
          </a:p>
        </p:txBody>
      </p:sp>
      <p:sp>
        <p:nvSpPr>
          <p:cNvPr id="240" name="Text Box 6"/>
          <p:cNvSpPr txBox="1">
            <a:spLocks noChangeArrowheads="1"/>
          </p:cNvSpPr>
          <p:nvPr/>
        </p:nvSpPr>
        <p:spPr bwMode="auto">
          <a:xfrm>
            <a:off x="8515850" y="4033682"/>
            <a:ext cx="569639" cy="410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800">
                <a:solidFill>
                  <a:schemeClr val="tx1"/>
                </a:solidFill>
                <a:latin typeface="Times New Roman" pitchFamily="18" charset="0"/>
                <a:ea typeface="宋体" charset="-122"/>
              </a:defRPr>
            </a:lvl1pPr>
            <a:lvl2pPr marL="742950" indent="-285750" eaLnBrk="0" hangingPunct="0">
              <a:defRPr kumimoji="1" sz="2800">
                <a:solidFill>
                  <a:schemeClr val="tx1"/>
                </a:solidFill>
                <a:latin typeface="Times New Roman" pitchFamily="18" charset="0"/>
                <a:ea typeface="宋体" charset="-122"/>
              </a:defRPr>
            </a:lvl2pPr>
            <a:lvl3pPr marL="1143000" indent="-228600" eaLnBrk="0" hangingPunct="0">
              <a:defRPr kumimoji="1" sz="2800">
                <a:solidFill>
                  <a:schemeClr val="tx1"/>
                </a:solidFill>
                <a:latin typeface="Times New Roman" pitchFamily="18" charset="0"/>
                <a:ea typeface="宋体" charset="-122"/>
              </a:defRPr>
            </a:lvl3pPr>
            <a:lvl4pPr marL="1600200" indent="-228600" eaLnBrk="0" hangingPunct="0">
              <a:defRPr kumimoji="1" sz="2800">
                <a:solidFill>
                  <a:schemeClr val="tx1"/>
                </a:solidFill>
                <a:latin typeface="Times New Roman" pitchFamily="18" charset="0"/>
                <a:ea typeface="宋体" charset="-122"/>
              </a:defRPr>
            </a:lvl4pPr>
            <a:lvl5pPr marL="2057400" indent="-228600" eaLnBrk="0" hangingPunct="0">
              <a:defRPr kumimoji="1" sz="2800">
                <a:solidFill>
                  <a:schemeClr val="tx1"/>
                </a:solidFill>
                <a:latin typeface="Times New Roman" pitchFamily="18" charset="0"/>
                <a:ea typeface="宋体" charset="-122"/>
              </a:defRPr>
            </a:lvl5pPr>
            <a:lvl6pPr marL="2514600" indent="-228600" eaLnBrk="0" fontAlgn="base" hangingPunct="0">
              <a:spcBef>
                <a:spcPct val="50000"/>
              </a:spcBef>
              <a:spcAft>
                <a:spcPct val="0"/>
              </a:spcAft>
              <a:defRPr kumimoji="1" sz="2800">
                <a:solidFill>
                  <a:schemeClr val="tx1"/>
                </a:solidFill>
                <a:latin typeface="Times New Roman" pitchFamily="18" charset="0"/>
                <a:ea typeface="宋体" charset="-122"/>
              </a:defRPr>
            </a:lvl6pPr>
            <a:lvl7pPr marL="2971800" indent="-228600" eaLnBrk="0" fontAlgn="base" hangingPunct="0">
              <a:spcBef>
                <a:spcPct val="50000"/>
              </a:spcBef>
              <a:spcAft>
                <a:spcPct val="0"/>
              </a:spcAft>
              <a:defRPr kumimoji="1" sz="2800">
                <a:solidFill>
                  <a:schemeClr val="tx1"/>
                </a:solidFill>
                <a:latin typeface="Times New Roman" pitchFamily="18" charset="0"/>
                <a:ea typeface="宋体" charset="-122"/>
              </a:defRPr>
            </a:lvl7pPr>
            <a:lvl8pPr marL="3429000" indent="-228600" eaLnBrk="0" fontAlgn="base" hangingPunct="0">
              <a:spcBef>
                <a:spcPct val="50000"/>
              </a:spcBef>
              <a:spcAft>
                <a:spcPct val="0"/>
              </a:spcAft>
              <a:defRPr kumimoji="1" sz="2800">
                <a:solidFill>
                  <a:schemeClr val="tx1"/>
                </a:solidFill>
                <a:latin typeface="Times New Roman" pitchFamily="18" charset="0"/>
                <a:ea typeface="宋体" charset="-122"/>
              </a:defRPr>
            </a:lvl8pPr>
            <a:lvl9pPr marL="3886200" indent="-228600" eaLnBrk="0" fontAlgn="base" hangingPunct="0">
              <a:spcBef>
                <a:spcPct val="50000"/>
              </a:spcBef>
              <a:spcAft>
                <a:spcPct val="0"/>
              </a:spcAft>
              <a:defRPr kumimoji="1" sz="2800">
                <a:solidFill>
                  <a:schemeClr val="tx1"/>
                </a:solidFill>
                <a:latin typeface="Times New Roman" pitchFamily="18" charset="0"/>
                <a:ea typeface="宋体" charset="-122"/>
              </a:defRPr>
            </a:lvl9pPr>
          </a:lstStyle>
          <a:p>
            <a:pPr eaLnBrk="1" hangingPunct="1"/>
            <a:r>
              <a:rPr lang="en-US" altLang="zh-CN" sz="1800" b="1" i="1" dirty="0" smtClean="0">
                <a:solidFill>
                  <a:srgbClr val="C00000"/>
                </a:solidFill>
                <a:cs typeface="Times New Roman" panose="02020603050405020304" pitchFamily="18" charset="0"/>
              </a:rPr>
              <a:t>P</a:t>
            </a:r>
            <a:r>
              <a:rPr lang="en-US" altLang="zh-CN" sz="1800" b="1" baseline="-25000" dirty="0" smtClean="0">
                <a:solidFill>
                  <a:srgbClr val="C00000"/>
                </a:solidFill>
                <a:cs typeface="Times New Roman" panose="02020603050405020304" pitchFamily="18" charset="0"/>
              </a:rPr>
              <a:t>n-1</a:t>
            </a:r>
            <a:endParaRPr lang="en-US" altLang="zh-CN" sz="1800" b="1" baseline="-25000" dirty="0">
              <a:solidFill>
                <a:srgbClr val="C00000"/>
              </a:solidFill>
              <a:cs typeface="Times New Roman" panose="02020603050405020304" pitchFamily="18" charset="0"/>
            </a:endParaRPr>
          </a:p>
        </p:txBody>
      </p:sp>
      <p:sp>
        <p:nvSpPr>
          <p:cNvPr id="242" name="Text Box 6"/>
          <p:cNvSpPr txBox="1">
            <a:spLocks noChangeArrowheads="1"/>
          </p:cNvSpPr>
          <p:nvPr/>
        </p:nvSpPr>
        <p:spPr bwMode="auto">
          <a:xfrm>
            <a:off x="5759253" y="4984927"/>
            <a:ext cx="427288" cy="410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800">
                <a:solidFill>
                  <a:schemeClr val="tx1"/>
                </a:solidFill>
                <a:latin typeface="Times New Roman" pitchFamily="18" charset="0"/>
                <a:ea typeface="宋体" charset="-122"/>
              </a:defRPr>
            </a:lvl1pPr>
            <a:lvl2pPr marL="742950" indent="-285750" eaLnBrk="0" hangingPunct="0">
              <a:defRPr kumimoji="1" sz="2800">
                <a:solidFill>
                  <a:schemeClr val="tx1"/>
                </a:solidFill>
                <a:latin typeface="Times New Roman" pitchFamily="18" charset="0"/>
                <a:ea typeface="宋体" charset="-122"/>
              </a:defRPr>
            </a:lvl2pPr>
            <a:lvl3pPr marL="1143000" indent="-228600" eaLnBrk="0" hangingPunct="0">
              <a:defRPr kumimoji="1" sz="2800">
                <a:solidFill>
                  <a:schemeClr val="tx1"/>
                </a:solidFill>
                <a:latin typeface="Times New Roman" pitchFamily="18" charset="0"/>
                <a:ea typeface="宋体" charset="-122"/>
              </a:defRPr>
            </a:lvl3pPr>
            <a:lvl4pPr marL="1600200" indent="-228600" eaLnBrk="0" hangingPunct="0">
              <a:defRPr kumimoji="1" sz="2800">
                <a:solidFill>
                  <a:schemeClr val="tx1"/>
                </a:solidFill>
                <a:latin typeface="Times New Roman" pitchFamily="18" charset="0"/>
                <a:ea typeface="宋体" charset="-122"/>
              </a:defRPr>
            </a:lvl4pPr>
            <a:lvl5pPr marL="2057400" indent="-228600" eaLnBrk="0" hangingPunct="0">
              <a:defRPr kumimoji="1" sz="2800">
                <a:solidFill>
                  <a:schemeClr val="tx1"/>
                </a:solidFill>
                <a:latin typeface="Times New Roman" pitchFamily="18" charset="0"/>
                <a:ea typeface="宋体" charset="-122"/>
              </a:defRPr>
            </a:lvl5pPr>
            <a:lvl6pPr marL="2514600" indent="-228600" eaLnBrk="0" fontAlgn="base" hangingPunct="0">
              <a:spcBef>
                <a:spcPct val="50000"/>
              </a:spcBef>
              <a:spcAft>
                <a:spcPct val="0"/>
              </a:spcAft>
              <a:defRPr kumimoji="1" sz="2800">
                <a:solidFill>
                  <a:schemeClr val="tx1"/>
                </a:solidFill>
                <a:latin typeface="Times New Roman" pitchFamily="18" charset="0"/>
                <a:ea typeface="宋体" charset="-122"/>
              </a:defRPr>
            </a:lvl6pPr>
            <a:lvl7pPr marL="2971800" indent="-228600" eaLnBrk="0" fontAlgn="base" hangingPunct="0">
              <a:spcBef>
                <a:spcPct val="50000"/>
              </a:spcBef>
              <a:spcAft>
                <a:spcPct val="0"/>
              </a:spcAft>
              <a:defRPr kumimoji="1" sz="2800">
                <a:solidFill>
                  <a:schemeClr val="tx1"/>
                </a:solidFill>
                <a:latin typeface="Times New Roman" pitchFamily="18" charset="0"/>
                <a:ea typeface="宋体" charset="-122"/>
              </a:defRPr>
            </a:lvl7pPr>
            <a:lvl8pPr marL="3429000" indent="-228600" eaLnBrk="0" fontAlgn="base" hangingPunct="0">
              <a:spcBef>
                <a:spcPct val="50000"/>
              </a:spcBef>
              <a:spcAft>
                <a:spcPct val="0"/>
              </a:spcAft>
              <a:defRPr kumimoji="1" sz="2800">
                <a:solidFill>
                  <a:schemeClr val="tx1"/>
                </a:solidFill>
                <a:latin typeface="Times New Roman" pitchFamily="18" charset="0"/>
                <a:ea typeface="宋体" charset="-122"/>
              </a:defRPr>
            </a:lvl8pPr>
            <a:lvl9pPr marL="3886200" indent="-228600" eaLnBrk="0" fontAlgn="base" hangingPunct="0">
              <a:spcBef>
                <a:spcPct val="50000"/>
              </a:spcBef>
              <a:spcAft>
                <a:spcPct val="0"/>
              </a:spcAft>
              <a:defRPr kumimoji="1" sz="2800">
                <a:solidFill>
                  <a:schemeClr val="tx1"/>
                </a:solidFill>
                <a:latin typeface="Times New Roman" pitchFamily="18" charset="0"/>
                <a:ea typeface="宋体" charset="-122"/>
              </a:defRPr>
            </a:lvl9pPr>
          </a:lstStyle>
          <a:p>
            <a:pPr eaLnBrk="1" hangingPunct="1"/>
            <a:r>
              <a:rPr lang="en-US" altLang="zh-CN" sz="1800" b="1" i="1" dirty="0" smtClean="0">
                <a:solidFill>
                  <a:srgbClr val="C00000"/>
                </a:solidFill>
                <a:cs typeface="Times New Roman" panose="02020603050405020304" pitchFamily="18" charset="0"/>
              </a:rPr>
              <a:t>P</a:t>
            </a:r>
            <a:r>
              <a:rPr lang="en-US" altLang="zh-CN" sz="1800" b="1" baseline="-25000" dirty="0" smtClean="0">
                <a:solidFill>
                  <a:srgbClr val="C00000"/>
                </a:solidFill>
                <a:cs typeface="Times New Roman" panose="02020603050405020304" pitchFamily="18" charset="0"/>
              </a:rPr>
              <a:t>1</a:t>
            </a:r>
            <a:endParaRPr lang="en-US" altLang="zh-CN" sz="1800" b="1" baseline="-25000" dirty="0">
              <a:solidFill>
                <a:srgbClr val="C00000"/>
              </a:solidFill>
              <a:cs typeface="Times New Roman" panose="02020603050405020304" pitchFamily="18" charset="0"/>
            </a:endParaRPr>
          </a:p>
        </p:txBody>
      </p:sp>
      <p:sp>
        <p:nvSpPr>
          <p:cNvPr id="243" name="Text Box 6"/>
          <p:cNvSpPr txBox="1">
            <a:spLocks noChangeArrowheads="1"/>
          </p:cNvSpPr>
          <p:nvPr/>
        </p:nvSpPr>
        <p:spPr bwMode="auto">
          <a:xfrm>
            <a:off x="6042282" y="4981577"/>
            <a:ext cx="427288" cy="385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800">
                <a:solidFill>
                  <a:schemeClr val="tx1"/>
                </a:solidFill>
                <a:latin typeface="Times New Roman" pitchFamily="18" charset="0"/>
                <a:ea typeface="宋体" charset="-122"/>
              </a:defRPr>
            </a:lvl1pPr>
            <a:lvl2pPr marL="742950" indent="-285750" eaLnBrk="0" hangingPunct="0">
              <a:defRPr kumimoji="1" sz="2800">
                <a:solidFill>
                  <a:schemeClr val="tx1"/>
                </a:solidFill>
                <a:latin typeface="Times New Roman" pitchFamily="18" charset="0"/>
                <a:ea typeface="宋体" charset="-122"/>
              </a:defRPr>
            </a:lvl2pPr>
            <a:lvl3pPr marL="1143000" indent="-228600" eaLnBrk="0" hangingPunct="0">
              <a:defRPr kumimoji="1" sz="2800">
                <a:solidFill>
                  <a:schemeClr val="tx1"/>
                </a:solidFill>
                <a:latin typeface="Times New Roman" pitchFamily="18" charset="0"/>
                <a:ea typeface="宋体" charset="-122"/>
              </a:defRPr>
            </a:lvl3pPr>
            <a:lvl4pPr marL="1600200" indent="-228600" eaLnBrk="0" hangingPunct="0">
              <a:defRPr kumimoji="1" sz="2800">
                <a:solidFill>
                  <a:schemeClr val="tx1"/>
                </a:solidFill>
                <a:latin typeface="Times New Roman" pitchFamily="18" charset="0"/>
                <a:ea typeface="宋体" charset="-122"/>
              </a:defRPr>
            </a:lvl4pPr>
            <a:lvl5pPr marL="2057400" indent="-228600" eaLnBrk="0" hangingPunct="0">
              <a:defRPr kumimoji="1" sz="2800">
                <a:solidFill>
                  <a:schemeClr val="tx1"/>
                </a:solidFill>
                <a:latin typeface="Times New Roman" pitchFamily="18" charset="0"/>
                <a:ea typeface="宋体" charset="-122"/>
              </a:defRPr>
            </a:lvl5pPr>
            <a:lvl6pPr marL="2514600" indent="-228600" eaLnBrk="0" fontAlgn="base" hangingPunct="0">
              <a:spcBef>
                <a:spcPct val="50000"/>
              </a:spcBef>
              <a:spcAft>
                <a:spcPct val="0"/>
              </a:spcAft>
              <a:defRPr kumimoji="1" sz="2800">
                <a:solidFill>
                  <a:schemeClr val="tx1"/>
                </a:solidFill>
                <a:latin typeface="Times New Roman" pitchFamily="18" charset="0"/>
                <a:ea typeface="宋体" charset="-122"/>
              </a:defRPr>
            </a:lvl6pPr>
            <a:lvl7pPr marL="2971800" indent="-228600" eaLnBrk="0" fontAlgn="base" hangingPunct="0">
              <a:spcBef>
                <a:spcPct val="50000"/>
              </a:spcBef>
              <a:spcAft>
                <a:spcPct val="0"/>
              </a:spcAft>
              <a:defRPr kumimoji="1" sz="2800">
                <a:solidFill>
                  <a:schemeClr val="tx1"/>
                </a:solidFill>
                <a:latin typeface="Times New Roman" pitchFamily="18" charset="0"/>
                <a:ea typeface="宋体" charset="-122"/>
              </a:defRPr>
            </a:lvl7pPr>
            <a:lvl8pPr marL="3429000" indent="-228600" eaLnBrk="0" fontAlgn="base" hangingPunct="0">
              <a:spcBef>
                <a:spcPct val="50000"/>
              </a:spcBef>
              <a:spcAft>
                <a:spcPct val="0"/>
              </a:spcAft>
              <a:defRPr kumimoji="1" sz="2800">
                <a:solidFill>
                  <a:schemeClr val="tx1"/>
                </a:solidFill>
                <a:latin typeface="Times New Roman" pitchFamily="18" charset="0"/>
                <a:ea typeface="宋体" charset="-122"/>
              </a:defRPr>
            </a:lvl8pPr>
            <a:lvl9pPr marL="3886200" indent="-228600" eaLnBrk="0" fontAlgn="base" hangingPunct="0">
              <a:spcBef>
                <a:spcPct val="50000"/>
              </a:spcBef>
              <a:spcAft>
                <a:spcPct val="0"/>
              </a:spcAft>
              <a:defRPr kumimoji="1" sz="2800">
                <a:solidFill>
                  <a:schemeClr val="tx1"/>
                </a:solidFill>
                <a:latin typeface="Times New Roman" pitchFamily="18" charset="0"/>
                <a:ea typeface="宋体" charset="-122"/>
              </a:defRPr>
            </a:lvl9pPr>
          </a:lstStyle>
          <a:p>
            <a:pPr eaLnBrk="1" hangingPunct="1"/>
            <a:r>
              <a:rPr lang="en-US" altLang="zh-CN" sz="1800" b="1" i="1" dirty="0" smtClean="0">
                <a:solidFill>
                  <a:srgbClr val="C00000"/>
                </a:solidFill>
                <a:cs typeface="Times New Roman" panose="02020603050405020304" pitchFamily="18" charset="0"/>
              </a:rPr>
              <a:t>P</a:t>
            </a:r>
            <a:r>
              <a:rPr lang="en-US" altLang="zh-CN" sz="1800" b="1" baseline="-25000" dirty="0">
                <a:solidFill>
                  <a:srgbClr val="C00000"/>
                </a:solidFill>
                <a:cs typeface="Times New Roman" panose="02020603050405020304" pitchFamily="18" charset="0"/>
              </a:rPr>
              <a:t>2</a:t>
            </a:r>
          </a:p>
        </p:txBody>
      </p:sp>
      <p:sp>
        <p:nvSpPr>
          <p:cNvPr id="244" name="Text Box 6"/>
          <p:cNvSpPr txBox="1">
            <a:spLocks noChangeArrowheads="1"/>
          </p:cNvSpPr>
          <p:nvPr/>
        </p:nvSpPr>
        <p:spPr bwMode="auto">
          <a:xfrm>
            <a:off x="6330333" y="4902865"/>
            <a:ext cx="427288" cy="385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800">
                <a:solidFill>
                  <a:schemeClr val="tx1"/>
                </a:solidFill>
                <a:latin typeface="Times New Roman" pitchFamily="18" charset="0"/>
                <a:ea typeface="宋体" charset="-122"/>
              </a:defRPr>
            </a:lvl1pPr>
            <a:lvl2pPr marL="742950" indent="-285750" eaLnBrk="0" hangingPunct="0">
              <a:defRPr kumimoji="1" sz="2800">
                <a:solidFill>
                  <a:schemeClr val="tx1"/>
                </a:solidFill>
                <a:latin typeface="Times New Roman" pitchFamily="18" charset="0"/>
                <a:ea typeface="宋体" charset="-122"/>
              </a:defRPr>
            </a:lvl2pPr>
            <a:lvl3pPr marL="1143000" indent="-228600" eaLnBrk="0" hangingPunct="0">
              <a:defRPr kumimoji="1" sz="2800">
                <a:solidFill>
                  <a:schemeClr val="tx1"/>
                </a:solidFill>
                <a:latin typeface="Times New Roman" pitchFamily="18" charset="0"/>
                <a:ea typeface="宋体" charset="-122"/>
              </a:defRPr>
            </a:lvl3pPr>
            <a:lvl4pPr marL="1600200" indent="-228600" eaLnBrk="0" hangingPunct="0">
              <a:defRPr kumimoji="1" sz="2800">
                <a:solidFill>
                  <a:schemeClr val="tx1"/>
                </a:solidFill>
                <a:latin typeface="Times New Roman" pitchFamily="18" charset="0"/>
                <a:ea typeface="宋体" charset="-122"/>
              </a:defRPr>
            </a:lvl4pPr>
            <a:lvl5pPr marL="2057400" indent="-228600" eaLnBrk="0" hangingPunct="0">
              <a:defRPr kumimoji="1" sz="2800">
                <a:solidFill>
                  <a:schemeClr val="tx1"/>
                </a:solidFill>
                <a:latin typeface="Times New Roman" pitchFamily="18" charset="0"/>
                <a:ea typeface="宋体" charset="-122"/>
              </a:defRPr>
            </a:lvl5pPr>
            <a:lvl6pPr marL="2514600" indent="-228600" eaLnBrk="0" fontAlgn="base" hangingPunct="0">
              <a:spcBef>
                <a:spcPct val="50000"/>
              </a:spcBef>
              <a:spcAft>
                <a:spcPct val="0"/>
              </a:spcAft>
              <a:defRPr kumimoji="1" sz="2800">
                <a:solidFill>
                  <a:schemeClr val="tx1"/>
                </a:solidFill>
                <a:latin typeface="Times New Roman" pitchFamily="18" charset="0"/>
                <a:ea typeface="宋体" charset="-122"/>
              </a:defRPr>
            </a:lvl6pPr>
            <a:lvl7pPr marL="2971800" indent="-228600" eaLnBrk="0" fontAlgn="base" hangingPunct="0">
              <a:spcBef>
                <a:spcPct val="50000"/>
              </a:spcBef>
              <a:spcAft>
                <a:spcPct val="0"/>
              </a:spcAft>
              <a:defRPr kumimoji="1" sz="2800">
                <a:solidFill>
                  <a:schemeClr val="tx1"/>
                </a:solidFill>
                <a:latin typeface="Times New Roman" pitchFamily="18" charset="0"/>
                <a:ea typeface="宋体" charset="-122"/>
              </a:defRPr>
            </a:lvl7pPr>
            <a:lvl8pPr marL="3429000" indent="-228600" eaLnBrk="0" fontAlgn="base" hangingPunct="0">
              <a:spcBef>
                <a:spcPct val="50000"/>
              </a:spcBef>
              <a:spcAft>
                <a:spcPct val="0"/>
              </a:spcAft>
              <a:defRPr kumimoji="1" sz="2800">
                <a:solidFill>
                  <a:schemeClr val="tx1"/>
                </a:solidFill>
                <a:latin typeface="Times New Roman" pitchFamily="18" charset="0"/>
                <a:ea typeface="宋体" charset="-122"/>
              </a:defRPr>
            </a:lvl8pPr>
            <a:lvl9pPr marL="3886200" indent="-228600" eaLnBrk="0" fontAlgn="base" hangingPunct="0">
              <a:spcBef>
                <a:spcPct val="50000"/>
              </a:spcBef>
              <a:spcAft>
                <a:spcPct val="0"/>
              </a:spcAft>
              <a:defRPr kumimoji="1" sz="2800">
                <a:solidFill>
                  <a:schemeClr val="tx1"/>
                </a:solidFill>
                <a:latin typeface="Times New Roman" pitchFamily="18" charset="0"/>
                <a:ea typeface="宋体" charset="-122"/>
              </a:defRPr>
            </a:lvl9pPr>
          </a:lstStyle>
          <a:p>
            <a:pPr eaLnBrk="1" hangingPunct="1"/>
            <a:r>
              <a:rPr lang="en-US" altLang="zh-CN" sz="1800" b="1" i="1" dirty="0" smtClean="0">
                <a:solidFill>
                  <a:srgbClr val="C00000"/>
                </a:solidFill>
                <a:cs typeface="Times New Roman" panose="02020603050405020304" pitchFamily="18" charset="0"/>
              </a:rPr>
              <a:t>P</a:t>
            </a:r>
            <a:r>
              <a:rPr lang="en-US" altLang="zh-CN" sz="1800" b="1" baseline="-25000" dirty="0" smtClean="0">
                <a:solidFill>
                  <a:srgbClr val="C00000"/>
                </a:solidFill>
                <a:cs typeface="Times New Roman" panose="02020603050405020304" pitchFamily="18" charset="0"/>
              </a:rPr>
              <a:t>3</a:t>
            </a:r>
            <a:endParaRPr lang="en-US" altLang="zh-CN" sz="1800" b="1" baseline="-25000" dirty="0">
              <a:solidFill>
                <a:srgbClr val="C00000"/>
              </a:solidFill>
              <a:cs typeface="Times New Roman" panose="02020603050405020304" pitchFamily="18" charset="0"/>
            </a:endParaRPr>
          </a:p>
        </p:txBody>
      </p:sp>
      <p:sp>
        <p:nvSpPr>
          <p:cNvPr id="245" name="Text Box 6"/>
          <p:cNvSpPr txBox="1">
            <a:spLocks noChangeArrowheads="1"/>
          </p:cNvSpPr>
          <p:nvPr/>
        </p:nvSpPr>
        <p:spPr bwMode="auto">
          <a:xfrm>
            <a:off x="6623409" y="4844250"/>
            <a:ext cx="427288" cy="385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800">
                <a:solidFill>
                  <a:schemeClr val="tx1"/>
                </a:solidFill>
                <a:latin typeface="Times New Roman" pitchFamily="18" charset="0"/>
                <a:ea typeface="宋体" charset="-122"/>
              </a:defRPr>
            </a:lvl1pPr>
            <a:lvl2pPr marL="742950" indent="-285750" eaLnBrk="0" hangingPunct="0">
              <a:defRPr kumimoji="1" sz="2800">
                <a:solidFill>
                  <a:schemeClr val="tx1"/>
                </a:solidFill>
                <a:latin typeface="Times New Roman" pitchFamily="18" charset="0"/>
                <a:ea typeface="宋体" charset="-122"/>
              </a:defRPr>
            </a:lvl2pPr>
            <a:lvl3pPr marL="1143000" indent="-228600" eaLnBrk="0" hangingPunct="0">
              <a:defRPr kumimoji="1" sz="2800">
                <a:solidFill>
                  <a:schemeClr val="tx1"/>
                </a:solidFill>
                <a:latin typeface="Times New Roman" pitchFamily="18" charset="0"/>
                <a:ea typeface="宋体" charset="-122"/>
              </a:defRPr>
            </a:lvl3pPr>
            <a:lvl4pPr marL="1600200" indent="-228600" eaLnBrk="0" hangingPunct="0">
              <a:defRPr kumimoji="1" sz="2800">
                <a:solidFill>
                  <a:schemeClr val="tx1"/>
                </a:solidFill>
                <a:latin typeface="Times New Roman" pitchFamily="18" charset="0"/>
                <a:ea typeface="宋体" charset="-122"/>
              </a:defRPr>
            </a:lvl4pPr>
            <a:lvl5pPr marL="2057400" indent="-228600" eaLnBrk="0" hangingPunct="0">
              <a:defRPr kumimoji="1" sz="2800">
                <a:solidFill>
                  <a:schemeClr val="tx1"/>
                </a:solidFill>
                <a:latin typeface="Times New Roman" pitchFamily="18" charset="0"/>
                <a:ea typeface="宋体" charset="-122"/>
              </a:defRPr>
            </a:lvl5pPr>
            <a:lvl6pPr marL="2514600" indent="-228600" eaLnBrk="0" fontAlgn="base" hangingPunct="0">
              <a:spcBef>
                <a:spcPct val="50000"/>
              </a:spcBef>
              <a:spcAft>
                <a:spcPct val="0"/>
              </a:spcAft>
              <a:defRPr kumimoji="1" sz="2800">
                <a:solidFill>
                  <a:schemeClr val="tx1"/>
                </a:solidFill>
                <a:latin typeface="Times New Roman" pitchFamily="18" charset="0"/>
                <a:ea typeface="宋体" charset="-122"/>
              </a:defRPr>
            </a:lvl6pPr>
            <a:lvl7pPr marL="2971800" indent="-228600" eaLnBrk="0" fontAlgn="base" hangingPunct="0">
              <a:spcBef>
                <a:spcPct val="50000"/>
              </a:spcBef>
              <a:spcAft>
                <a:spcPct val="0"/>
              </a:spcAft>
              <a:defRPr kumimoji="1" sz="2800">
                <a:solidFill>
                  <a:schemeClr val="tx1"/>
                </a:solidFill>
                <a:latin typeface="Times New Roman" pitchFamily="18" charset="0"/>
                <a:ea typeface="宋体" charset="-122"/>
              </a:defRPr>
            </a:lvl7pPr>
            <a:lvl8pPr marL="3429000" indent="-228600" eaLnBrk="0" fontAlgn="base" hangingPunct="0">
              <a:spcBef>
                <a:spcPct val="50000"/>
              </a:spcBef>
              <a:spcAft>
                <a:spcPct val="0"/>
              </a:spcAft>
              <a:defRPr kumimoji="1" sz="2800">
                <a:solidFill>
                  <a:schemeClr val="tx1"/>
                </a:solidFill>
                <a:latin typeface="Times New Roman" pitchFamily="18" charset="0"/>
                <a:ea typeface="宋体" charset="-122"/>
              </a:defRPr>
            </a:lvl8pPr>
            <a:lvl9pPr marL="3886200" indent="-228600" eaLnBrk="0" fontAlgn="base" hangingPunct="0">
              <a:spcBef>
                <a:spcPct val="50000"/>
              </a:spcBef>
              <a:spcAft>
                <a:spcPct val="0"/>
              </a:spcAft>
              <a:defRPr kumimoji="1" sz="2800">
                <a:solidFill>
                  <a:schemeClr val="tx1"/>
                </a:solidFill>
                <a:latin typeface="Times New Roman" pitchFamily="18" charset="0"/>
                <a:ea typeface="宋体" charset="-122"/>
              </a:defRPr>
            </a:lvl9pPr>
          </a:lstStyle>
          <a:p>
            <a:pPr eaLnBrk="1" hangingPunct="1"/>
            <a:r>
              <a:rPr lang="en-US" altLang="zh-CN" sz="1800" b="1" i="1" dirty="0" smtClean="0">
                <a:solidFill>
                  <a:srgbClr val="C00000"/>
                </a:solidFill>
                <a:cs typeface="Times New Roman" panose="02020603050405020304" pitchFamily="18" charset="0"/>
              </a:rPr>
              <a:t>P</a:t>
            </a:r>
            <a:r>
              <a:rPr lang="en-US" altLang="zh-CN" sz="1800" b="1" baseline="-25000" dirty="0">
                <a:solidFill>
                  <a:srgbClr val="C00000"/>
                </a:solidFill>
                <a:cs typeface="Times New Roman" panose="02020603050405020304" pitchFamily="18" charset="0"/>
              </a:rPr>
              <a:t>4</a:t>
            </a:r>
          </a:p>
        </p:txBody>
      </p:sp>
      <p:sp>
        <p:nvSpPr>
          <p:cNvPr id="246" name="Text Box 97"/>
          <p:cNvSpPr txBox="1">
            <a:spLocks noChangeArrowheads="1"/>
          </p:cNvSpPr>
          <p:nvPr/>
        </p:nvSpPr>
        <p:spPr bwMode="auto">
          <a:xfrm>
            <a:off x="1485900" y="4057650"/>
            <a:ext cx="2857500" cy="16573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spcBef>
                <a:spcPct val="20000"/>
              </a:spcBef>
            </a:pPr>
            <a:r>
              <a:rPr kumimoji="1" lang="en-US" altLang="zh-CN" sz="1800" b="1" i="1" dirty="0">
                <a:solidFill>
                  <a:srgbClr val="002060"/>
                </a:solidFill>
                <a:latin typeface="Times New Roman" panose="02020603050405020304" pitchFamily="18" charset="0"/>
              </a:rPr>
              <a:t>P</a:t>
            </a:r>
            <a:r>
              <a:rPr kumimoji="1" lang="en-US" altLang="zh-CN" sz="1800" b="1" baseline="-25000" dirty="0">
                <a:solidFill>
                  <a:srgbClr val="002060"/>
                </a:solidFill>
                <a:latin typeface="Times New Roman" panose="02020603050405020304" pitchFamily="18" charset="0"/>
              </a:rPr>
              <a:t>1</a:t>
            </a:r>
            <a:r>
              <a:rPr kumimoji="1" lang="en-US" altLang="zh-CN" sz="1800" b="1" dirty="0">
                <a:solidFill>
                  <a:srgbClr val="002060"/>
                </a:solidFill>
                <a:latin typeface="Times New Roman" panose="02020603050405020304" pitchFamily="18" charset="0"/>
              </a:rPr>
              <a:t> = </a:t>
            </a:r>
            <a:r>
              <a:rPr kumimoji="1" lang="en-US" altLang="zh-CN" sz="1800" b="1" dirty="0">
                <a:solidFill>
                  <a:srgbClr val="002060"/>
                </a:solidFill>
                <a:latin typeface="Times New Roman" panose="02020603050405020304" pitchFamily="18" charset="0"/>
                <a:sym typeface="Symbol" panose="05050102010706020507" pitchFamily="18" charset="2"/>
              </a:rPr>
              <a:t></a:t>
            </a:r>
            <a:r>
              <a:rPr kumimoji="1" lang="en-US" altLang="zh-CN" sz="1800" b="1" i="1" dirty="0">
                <a:solidFill>
                  <a:srgbClr val="002060"/>
                </a:solidFill>
                <a:latin typeface="Times New Roman" panose="02020603050405020304" pitchFamily="18" charset="0"/>
              </a:rPr>
              <a:t>P</a:t>
            </a:r>
            <a:r>
              <a:rPr kumimoji="1" lang="en-US" altLang="zh-CN" sz="1800" b="1" baseline="-25000" dirty="0">
                <a:solidFill>
                  <a:srgbClr val="002060"/>
                </a:solidFill>
                <a:latin typeface="Times New Roman" panose="02020603050405020304" pitchFamily="18" charset="0"/>
              </a:rPr>
              <a:t>1</a:t>
            </a:r>
          </a:p>
          <a:p>
            <a:pPr eaLnBrk="1" hangingPunct="1">
              <a:spcBef>
                <a:spcPct val="20000"/>
              </a:spcBef>
            </a:pPr>
            <a:r>
              <a:rPr kumimoji="1" lang="en-US" altLang="zh-CN" sz="1800" b="1" i="1" dirty="0">
                <a:solidFill>
                  <a:srgbClr val="002060"/>
                </a:solidFill>
                <a:latin typeface="Times New Roman" panose="02020603050405020304" pitchFamily="18" charset="0"/>
              </a:rPr>
              <a:t>P</a:t>
            </a:r>
            <a:r>
              <a:rPr kumimoji="1" lang="en-US" altLang="zh-CN" sz="1800" b="1" baseline="-25000" dirty="0">
                <a:solidFill>
                  <a:srgbClr val="002060"/>
                </a:solidFill>
                <a:latin typeface="Times New Roman" panose="02020603050405020304" pitchFamily="18" charset="0"/>
              </a:rPr>
              <a:t>2</a:t>
            </a:r>
            <a:r>
              <a:rPr kumimoji="1" lang="en-US" altLang="zh-CN" sz="1800" b="1" dirty="0">
                <a:solidFill>
                  <a:srgbClr val="002060"/>
                </a:solidFill>
                <a:latin typeface="Times New Roman" panose="02020603050405020304" pitchFamily="18" charset="0"/>
              </a:rPr>
              <a:t> = </a:t>
            </a:r>
            <a:r>
              <a:rPr kumimoji="1" lang="en-US" altLang="zh-CN" sz="1800" b="1" i="1" dirty="0">
                <a:solidFill>
                  <a:srgbClr val="002060"/>
                </a:solidFill>
                <a:latin typeface="Times New Roman" panose="02020603050405020304" pitchFamily="18" charset="0"/>
              </a:rPr>
              <a:t>P</a:t>
            </a:r>
            <a:r>
              <a:rPr kumimoji="1" lang="en-US" altLang="zh-CN" sz="1800" b="1" baseline="-25000" dirty="0">
                <a:solidFill>
                  <a:srgbClr val="002060"/>
                </a:solidFill>
                <a:latin typeface="Times New Roman" panose="02020603050405020304" pitchFamily="18" charset="0"/>
              </a:rPr>
              <a:t>1</a:t>
            </a:r>
            <a:r>
              <a:rPr kumimoji="1" lang="en-US" altLang="zh-CN" sz="1800" b="1" dirty="0">
                <a:solidFill>
                  <a:srgbClr val="002060"/>
                </a:solidFill>
                <a:latin typeface="Times New Roman" panose="02020603050405020304" pitchFamily="18" charset="0"/>
              </a:rPr>
              <a:t> + </a:t>
            </a:r>
            <a:r>
              <a:rPr kumimoji="1" lang="en-US" altLang="zh-CN" sz="1800" b="1" dirty="0">
                <a:solidFill>
                  <a:srgbClr val="002060"/>
                </a:solidFill>
                <a:latin typeface="Times New Roman" panose="02020603050405020304" pitchFamily="18" charset="0"/>
                <a:sym typeface="Symbol" panose="05050102010706020507" pitchFamily="18" charset="2"/>
              </a:rPr>
              <a:t></a:t>
            </a:r>
            <a:r>
              <a:rPr kumimoji="1" lang="en-US" altLang="zh-CN" sz="1800" b="1" i="1" dirty="0">
                <a:solidFill>
                  <a:srgbClr val="002060"/>
                </a:solidFill>
                <a:latin typeface="Times New Roman" panose="02020603050405020304" pitchFamily="18" charset="0"/>
              </a:rPr>
              <a:t>P</a:t>
            </a:r>
            <a:r>
              <a:rPr kumimoji="1" lang="en-US" altLang="zh-CN" sz="1800" b="1" baseline="-25000" dirty="0">
                <a:solidFill>
                  <a:srgbClr val="002060"/>
                </a:solidFill>
                <a:latin typeface="Times New Roman" panose="02020603050405020304" pitchFamily="18" charset="0"/>
              </a:rPr>
              <a:t>2</a:t>
            </a:r>
            <a:r>
              <a:rPr kumimoji="1" lang="en-US" altLang="zh-CN" sz="1800" b="1" i="1" baseline="-25000" dirty="0">
                <a:solidFill>
                  <a:srgbClr val="002060"/>
                </a:solidFill>
                <a:latin typeface="Times New Roman" panose="02020603050405020304" pitchFamily="18" charset="0"/>
              </a:rPr>
              <a:t> </a:t>
            </a:r>
            <a:r>
              <a:rPr kumimoji="1" lang="en-US" altLang="zh-CN" sz="1800" b="1" dirty="0">
                <a:solidFill>
                  <a:srgbClr val="002060"/>
                </a:solidFill>
                <a:latin typeface="Times New Roman" panose="02020603050405020304" pitchFamily="18" charset="0"/>
              </a:rPr>
              <a:t>= </a:t>
            </a:r>
            <a:r>
              <a:rPr kumimoji="1" lang="en-US" altLang="zh-CN" sz="1800" b="1" dirty="0">
                <a:solidFill>
                  <a:srgbClr val="002060"/>
                </a:solidFill>
                <a:latin typeface="Times New Roman" panose="02020603050405020304" pitchFamily="18" charset="0"/>
                <a:sym typeface="Symbol" panose="05050102010706020507" pitchFamily="18" charset="2"/>
              </a:rPr>
              <a:t></a:t>
            </a:r>
            <a:r>
              <a:rPr kumimoji="1" lang="en-US" altLang="zh-CN" sz="1800" b="1" i="1" dirty="0">
                <a:solidFill>
                  <a:srgbClr val="002060"/>
                </a:solidFill>
                <a:latin typeface="Times New Roman" panose="02020603050405020304" pitchFamily="18" charset="0"/>
              </a:rPr>
              <a:t>P</a:t>
            </a:r>
            <a:r>
              <a:rPr kumimoji="1" lang="en-US" altLang="zh-CN" sz="1800" b="1" baseline="-25000" dirty="0">
                <a:solidFill>
                  <a:srgbClr val="002060"/>
                </a:solidFill>
                <a:latin typeface="Times New Roman" panose="02020603050405020304" pitchFamily="18" charset="0"/>
              </a:rPr>
              <a:t>1</a:t>
            </a:r>
            <a:r>
              <a:rPr kumimoji="1" lang="en-US" altLang="zh-CN" sz="1800" b="1" i="1" baseline="-25000" dirty="0">
                <a:solidFill>
                  <a:srgbClr val="002060"/>
                </a:solidFill>
                <a:latin typeface="Times New Roman" panose="02020603050405020304" pitchFamily="18" charset="0"/>
              </a:rPr>
              <a:t> </a:t>
            </a:r>
            <a:r>
              <a:rPr kumimoji="1" lang="en-US" altLang="zh-CN" sz="1800" b="1" dirty="0">
                <a:solidFill>
                  <a:srgbClr val="002060"/>
                </a:solidFill>
                <a:latin typeface="Times New Roman" panose="02020603050405020304" pitchFamily="18" charset="0"/>
              </a:rPr>
              <a:t>+ </a:t>
            </a:r>
            <a:r>
              <a:rPr kumimoji="1" lang="en-US" altLang="zh-CN" sz="1800" b="1" dirty="0">
                <a:solidFill>
                  <a:srgbClr val="002060"/>
                </a:solidFill>
                <a:latin typeface="Times New Roman" panose="02020603050405020304" pitchFamily="18" charset="0"/>
                <a:sym typeface="Symbol" panose="05050102010706020507" pitchFamily="18" charset="2"/>
              </a:rPr>
              <a:t></a:t>
            </a:r>
            <a:r>
              <a:rPr kumimoji="1" lang="en-US" altLang="zh-CN" sz="1800" b="1" i="1" dirty="0">
                <a:solidFill>
                  <a:srgbClr val="002060"/>
                </a:solidFill>
                <a:latin typeface="Times New Roman" panose="02020603050405020304" pitchFamily="18" charset="0"/>
              </a:rPr>
              <a:t>P</a:t>
            </a:r>
            <a:r>
              <a:rPr kumimoji="1" lang="en-US" altLang="zh-CN" sz="1800" b="1" baseline="-25000" dirty="0">
                <a:solidFill>
                  <a:srgbClr val="002060"/>
                </a:solidFill>
                <a:latin typeface="Times New Roman" panose="02020603050405020304" pitchFamily="18" charset="0"/>
              </a:rPr>
              <a:t>2</a:t>
            </a:r>
            <a:r>
              <a:rPr kumimoji="1" lang="en-US" altLang="zh-CN" sz="1800" b="1" i="1" baseline="-25000" dirty="0">
                <a:solidFill>
                  <a:srgbClr val="002060"/>
                </a:solidFill>
                <a:latin typeface="Times New Roman" panose="02020603050405020304" pitchFamily="18" charset="0"/>
              </a:rPr>
              <a:t> </a:t>
            </a:r>
          </a:p>
          <a:p>
            <a:pPr eaLnBrk="1" hangingPunct="1">
              <a:spcBef>
                <a:spcPct val="20000"/>
              </a:spcBef>
            </a:pPr>
            <a:r>
              <a:rPr kumimoji="1" lang="en-US" altLang="zh-CN" sz="1800" b="1" i="1" dirty="0" smtClean="0">
                <a:solidFill>
                  <a:srgbClr val="002060"/>
                </a:solidFill>
                <a:latin typeface="Times New Roman" panose="02020603050405020304" pitchFamily="18" charset="0"/>
              </a:rPr>
              <a:t>P</a:t>
            </a:r>
            <a:r>
              <a:rPr kumimoji="1" lang="en-US" altLang="zh-CN" sz="1800" b="1" baseline="-25000" dirty="0" smtClean="0">
                <a:solidFill>
                  <a:srgbClr val="002060"/>
                </a:solidFill>
                <a:latin typeface="Times New Roman" panose="02020603050405020304" pitchFamily="18" charset="0"/>
              </a:rPr>
              <a:t>i</a:t>
            </a:r>
            <a:r>
              <a:rPr kumimoji="1" lang="en-US" altLang="zh-CN" sz="1800" b="1" i="1" baseline="-25000" dirty="0" smtClean="0">
                <a:solidFill>
                  <a:srgbClr val="002060"/>
                </a:solidFill>
                <a:latin typeface="Times New Roman" panose="02020603050405020304" pitchFamily="18" charset="0"/>
              </a:rPr>
              <a:t> </a:t>
            </a:r>
            <a:r>
              <a:rPr kumimoji="1" lang="en-US" altLang="zh-CN" sz="1800" b="1" i="1" dirty="0">
                <a:solidFill>
                  <a:srgbClr val="002060"/>
                </a:solidFill>
                <a:latin typeface="Times New Roman" panose="02020603050405020304" pitchFamily="18" charset="0"/>
              </a:rPr>
              <a:t>=</a:t>
            </a:r>
            <a:r>
              <a:rPr kumimoji="1" lang="en-US" altLang="zh-CN" sz="1800" b="1" dirty="0">
                <a:solidFill>
                  <a:srgbClr val="002060"/>
                </a:solidFill>
                <a:latin typeface="Times New Roman" panose="02020603050405020304" pitchFamily="18" charset="0"/>
                <a:sym typeface="Symbol" panose="05050102010706020507" pitchFamily="18" charset="2"/>
              </a:rPr>
              <a:t></a:t>
            </a:r>
            <a:r>
              <a:rPr kumimoji="1" lang="en-US" altLang="zh-CN" sz="1800" b="1" i="1" dirty="0">
                <a:solidFill>
                  <a:srgbClr val="002060"/>
                </a:solidFill>
                <a:latin typeface="Times New Roman" panose="02020603050405020304" pitchFamily="18" charset="0"/>
                <a:sym typeface="Symbol" panose="05050102010706020507" pitchFamily="18" charset="2"/>
              </a:rPr>
              <a:t> </a:t>
            </a:r>
            <a:r>
              <a:rPr kumimoji="1" lang="en-US" altLang="zh-CN" sz="1800" b="1" dirty="0">
                <a:solidFill>
                  <a:srgbClr val="002060"/>
                </a:solidFill>
                <a:latin typeface="Times New Roman" panose="02020603050405020304" pitchFamily="18" charset="0"/>
                <a:sym typeface="Symbol" panose="05050102010706020507" pitchFamily="18" charset="2"/>
              </a:rPr>
              <a:t></a:t>
            </a:r>
            <a:r>
              <a:rPr kumimoji="1" lang="en-US" altLang="zh-CN" sz="1800" b="1" i="1" dirty="0" err="1" smtClean="0">
                <a:solidFill>
                  <a:srgbClr val="002060"/>
                </a:solidFill>
                <a:latin typeface="Times New Roman" panose="02020603050405020304" pitchFamily="18" charset="0"/>
              </a:rPr>
              <a:t>P</a:t>
            </a:r>
            <a:r>
              <a:rPr kumimoji="1" lang="en-US" altLang="zh-CN" sz="1800" b="1" baseline="-25000" dirty="0" err="1" smtClean="0">
                <a:solidFill>
                  <a:srgbClr val="002060"/>
                </a:solidFill>
                <a:latin typeface="Times New Roman" panose="02020603050405020304" pitchFamily="18" charset="0"/>
              </a:rPr>
              <a:t>j</a:t>
            </a:r>
            <a:r>
              <a:rPr kumimoji="1" lang="en-US" altLang="zh-CN" sz="1800" b="1" i="1" dirty="0" smtClean="0">
                <a:solidFill>
                  <a:srgbClr val="002060"/>
                </a:solidFill>
                <a:latin typeface="Times New Roman" panose="02020603050405020304" pitchFamily="18" charset="0"/>
              </a:rPr>
              <a:t>  </a:t>
            </a:r>
            <a:r>
              <a:rPr kumimoji="1" lang="en-US" altLang="zh-CN" sz="1800" b="1" dirty="0">
                <a:solidFill>
                  <a:srgbClr val="002060"/>
                </a:solidFill>
                <a:latin typeface="Times New Roman" panose="02020603050405020304" pitchFamily="18" charset="0"/>
              </a:rPr>
              <a:t>( </a:t>
            </a:r>
            <a:r>
              <a:rPr kumimoji="1" lang="en-US" altLang="zh-CN" sz="1800" b="1" i="1" dirty="0">
                <a:solidFill>
                  <a:srgbClr val="002060"/>
                </a:solidFill>
                <a:latin typeface="Times New Roman" panose="02020603050405020304" pitchFamily="18" charset="0"/>
              </a:rPr>
              <a:t>j</a:t>
            </a:r>
            <a:r>
              <a:rPr kumimoji="1" lang="en-US" altLang="zh-CN" sz="1800" b="1" i="1" dirty="0" smtClean="0">
                <a:solidFill>
                  <a:srgbClr val="002060"/>
                </a:solidFill>
                <a:latin typeface="Times New Roman" panose="02020603050405020304" pitchFamily="18" charset="0"/>
              </a:rPr>
              <a:t>=</a:t>
            </a:r>
            <a:r>
              <a:rPr kumimoji="1" lang="en-US" altLang="zh-CN" sz="1800" b="1" dirty="0" smtClean="0">
                <a:solidFill>
                  <a:srgbClr val="002060"/>
                </a:solidFill>
                <a:latin typeface="Times New Roman" panose="02020603050405020304" pitchFamily="18" charset="0"/>
              </a:rPr>
              <a:t>1</a:t>
            </a:r>
            <a:r>
              <a:rPr kumimoji="1" lang="en-US" altLang="zh-CN" sz="1800" b="1" i="1" dirty="0">
                <a:solidFill>
                  <a:srgbClr val="002060"/>
                </a:solidFill>
                <a:latin typeface="Times New Roman" panose="02020603050405020304" pitchFamily="18" charset="0"/>
              </a:rPr>
              <a:t>, </a:t>
            </a:r>
            <a:r>
              <a:rPr kumimoji="1" lang="en-US" altLang="zh-CN" sz="1800" b="1" i="1" dirty="0" err="1" smtClean="0">
                <a:solidFill>
                  <a:srgbClr val="002060"/>
                </a:solidFill>
                <a:latin typeface="Times New Roman" panose="02020603050405020304" pitchFamily="18" charset="0"/>
              </a:rPr>
              <a:t>i</a:t>
            </a:r>
            <a:r>
              <a:rPr kumimoji="1" lang="en-US" altLang="zh-CN" sz="1800" b="1" i="1" dirty="0" smtClean="0">
                <a:solidFill>
                  <a:srgbClr val="002060"/>
                </a:solidFill>
                <a:latin typeface="Times New Roman" panose="02020603050405020304" pitchFamily="18" charset="0"/>
              </a:rPr>
              <a:t> </a:t>
            </a:r>
            <a:r>
              <a:rPr kumimoji="1" lang="en-US" altLang="zh-CN" sz="1800" b="1" dirty="0">
                <a:solidFill>
                  <a:srgbClr val="002060"/>
                </a:solidFill>
                <a:latin typeface="Times New Roman" panose="02020603050405020304" pitchFamily="18" charset="0"/>
              </a:rPr>
              <a:t>)</a:t>
            </a:r>
            <a:endParaRPr kumimoji="1" lang="en-US" altLang="zh-CN" sz="1800" b="1" baseline="-25000" dirty="0">
              <a:solidFill>
                <a:srgbClr val="002060"/>
              </a:solidFill>
              <a:latin typeface="Times New Roman" panose="02020603050405020304" pitchFamily="18" charset="0"/>
            </a:endParaRPr>
          </a:p>
          <a:p>
            <a:pPr eaLnBrk="1" hangingPunct="1">
              <a:spcBef>
                <a:spcPct val="20000"/>
              </a:spcBef>
            </a:pPr>
            <a:r>
              <a:rPr kumimoji="1" lang="en-US" altLang="zh-CN" sz="1800" b="1" i="1" dirty="0" err="1">
                <a:solidFill>
                  <a:srgbClr val="002060"/>
                </a:solidFill>
                <a:latin typeface="Times New Roman" panose="02020603050405020304" pitchFamily="18" charset="0"/>
              </a:rPr>
              <a:t>P</a:t>
            </a:r>
            <a:r>
              <a:rPr kumimoji="1" lang="en-US" altLang="zh-CN" sz="1800" b="1" baseline="-25000" dirty="0" err="1">
                <a:solidFill>
                  <a:srgbClr val="002060"/>
                </a:solidFill>
                <a:latin typeface="Times New Roman" panose="02020603050405020304" pitchFamily="18" charset="0"/>
              </a:rPr>
              <a:t>n</a:t>
            </a:r>
            <a:r>
              <a:rPr kumimoji="1" lang="en-US" altLang="zh-CN" sz="1800" b="1" i="1" baseline="-25000" dirty="0">
                <a:solidFill>
                  <a:srgbClr val="002060"/>
                </a:solidFill>
                <a:latin typeface="Times New Roman" panose="02020603050405020304" pitchFamily="18" charset="0"/>
              </a:rPr>
              <a:t> </a:t>
            </a:r>
            <a:r>
              <a:rPr kumimoji="1" lang="en-US" altLang="zh-CN" sz="1800" b="1" i="1" dirty="0">
                <a:solidFill>
                  <a:srgbClr val="002060"/>
                </a:solidFill>
                <a:latin typeface="Times New Roman" panose="02020603050405020304" pitchFamily="18" charset="0"/>
              </a:rPr>
              <a:t>=</a:t>
            </a:r>
            <a:r>
              <a:rPr kumimoji="1" lang="en-US" altLang="zh-CN" sz="1800" b="1" dirty="0">
                <a:solidFill>
                  <a:srgbClr val="002060"/>
                </a:solidFill>
                <a:latin typeface="Times New Roman" panose="02020603050405020304" pitchFamily="18" charset="0"/>
                <a:sym typeface="Symbol" panose="05050102010706020507" pitchFamily="18" charset="2"/>
              </a:rPr>
              <a:t></a:t>
            </a:r>
            <a:r>
              <a:rPr kumimoji="1" lang="en-US" altLang="zh-CN" sz="1800" b="1" i="1" dirty="0">
                <a:solidFill>
                  <a:srgbClr val="002060"/>
                </a:solidFill>
                <a:latin typeface="Times New Roman" panose="02020603050405020304" pitchFamily="18" charset="0"/>
                <a:sym typeface="Symbol" panose="05050102010706020507" pitchFamily="18" charset="2"/>
              </a:rPr>
              <a:t> </a:t>
            </a:r>
            <a:r>
              <a:rPr kumimoji="1" lang="en-US" altLang="zh-CN" sz="1800" b="1" dirty="0">
                <a:solidFill>
                  <a:srgbClr val="002060"/>
                </a:solidFill>
                <a:latin typeface="Times New Roman" panose="02020603050405020304" pitchFamily="18" charset="0"/>
                <a:sym typeface="Symbol" panose="05050102010706020507" pitchFamily="18" charset="2"/>
              </a:rPr>
              <a:t></a:t>
            </a:r>
            <a:r>
              <a:rPr kumimoji="1" lang="en-US" altLang="zh-CN" sz="1800" b="1" i="1" dirty="0">
                <a:solidFill>
                  <a:srgbClr val="002060"/>
                </a:solidFill>
                <a:latin typeface="Times New Roman" panose="02020603050405020304" pitchFamily="18" charset="0"/>
              </a:rPr>
              <a:t>P</a:t>
            </a:r>
            <a:r>
              <a:rPr kumimoji="1" lang="en-US" altLang="zh-CN" sz="1800" b="1" baseline="-25000" dirty="0">
                <a:solidFill>
                  <a:srgbClr val="002060"/>
                </a:solidFill>
                <a:latin typeface="Times New Roman" panose="02020603050405020304" pitchFamily="18" charset="0"/>
              </a:rPr>
              <a:t>i</a:t>
            </a:r>
            <a:r>
              <a:rPr kumimoji="1" lang="en-US" altLang="zh-CN" sz="1800" b="1" i="1" baseline="-25000" dirty="0">
                <a:solidFill>
                  <a:srgbClr val="002060"/>
                </a:solidFill>
                <a:latin typeface="Times New Roman" panose="02020603050405020304" pitchFamily="18" charset="0"/>
              </a:rPr>
              <a:t> </a:t>
            </a:r>
            <a:r>
              <a:rPr kumimoji="1" lang="en-US" altLang="zh-CN" sz="1800" b="1" i="1" dirty="0">
                <a:solidFill>
                  <a:srgbClr val="002060"/>
                </a:solidFill>
                <a:latin typeface="Times New Roman" panose="02020603050405020304" pitchFamily="18" charset="0"/>
              </a:rPr>
              <a:t>= </a:t>
            </a:r>
            <a:r>
              <a:rPr kumimoji="1" lang="en-US" altLang="zh-CN" sz="1800" b="1" dirty="0">
                <a:solidFill>
                  <a:srgbClr val="002060"/>
                </a:solidFill>
                <a:latin typeface="Times New Roman" panose="02020603050405020304" pitchFamily="18" charset="0"/>
              </a:rPr>
              <a:t>0</a:t>
            </a:r>
            <a:r>
              <a:rPr kumimoji="1" lang="en-US" altLang="zh-CN" sz="1800" b="1" i="1" baseline="-25000" dirty="0">
                <a:solidFill>
                  <a:srgbClr val="002060"/>
                </a:solidFill>
                <a:latin typeface="Times New Roman" panose="02020603050405020304" pitchFamily="18" charset="0"/>
              </a:rPr>
              <a:t>    </a:t>
            </a:r>
            <a:r>
              <a:rPr kumimoji="1" lang="en-US" altLang="zh-CN" sz="1800" b="1" dirty="0">
                <a:solidFill>
                  <a:srgbClr val="002060"/>
                </a:solidFill>
                <a:latin typeface="Times New Roman" panose="02020603050405020304" pitchFamily="18" charset="0"/>
              </a:rPr>
              <a:t>( </a:t>
            </a:r>
            <a:r>
              <a:rPr kumimoji="1" lang="en-US" altLang="zh-CN" sz="1800" b="1" i="1" dirty="0" err="1">
                <a:solidFill>
                  <a:srgbClr val="002060"/>
                </a:solidFill>
                <a:latin typeface="Times New Roman" panose="02020603050405020304" pitchFamily="18" charset="0"/>
              </a:rPr>
              <a:t>i</a:t>
            </a:r>
            <a:r>
              <a:rPr kumimoji="1" lang="en-US" altLang="zh-CN" sz="1800" b="1" i="1" dirty="0">
                <a:solidFill>
                  <a:srgbClr val="002060"/>
                </a:solidFill>
                <a:latin typeface="Times New Roman" panose="02020603050405020304" pitchFamily="18" charset="0"/>
              </a:rPr>
              <a:t>=</a:t>
            </a:r>
            <a:r>
              <a:rPr kumimoji="1" lang="en-US" altLang="zh-CN" sz="1800" b="1" dirty="0">
                <a:solidFill>
                  <a:srgbClr val="002060"/>
                </a:solidFill>
                <a:latin typeface="Times New Roman" panose="02020603050405020304" pitchFamily="18" charset="0"/>
              </a:rPr>
              <a:t>1</a:t>
            </a:r>
            <a:r>
              <a:rPr kumimoji="1" lang="en-US" altLang="zh-CN" sz="1800" b="1" i="1" dirty="0">
                <a:solidFill>
                  <a:srgbClr val="002060"/>
                </a:solidFill>
                <a:latin typeface="Times New Roman" panose="02020603050405020304" pitchFamily="18" charset="0"/>
              </a:rPr>
              <a:t>, n </a:t>
            </a:r>
            <a:r>
              <a:rPr kumimoji="1" lang="en-US" altLang="zh-CN" sz="1800" b="1" dirty="0">
                <a:solidFill>
                  <a:srgbClr val="002060"/>
                </a:solidFill>
                <a:latin typeface="Times New Roman" panose="02020603050405020304" pitchFamily="18" charset="0"/>
              </a:rPr>
              <a:t>)</a:t>
            </a:r>
          </a:p>
        </p:txBody>
      </p:sp>
    </p:spTree>
    <p:extLst>
      <p:ext uri="{BB962C8B-B14F-4D97-AF65-F5344CB8AC3E}">
        <p14:creationId xmlns:p14="http://schemas.microsoft.com/office/powerpoint/2010/main" val="3187961463"/>
      </p:ext>
    </p:extLst>
  </p:cSld>
  <p:clrMapOvr>
    <a:masterClrMapping/>
  </p:clrMapOvr>
  <p:transition spd="med">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grpId="0" nodeType="afterEffect">
                                  <p:stCondLst>
                                    <p:cond delay="0"/>
                                  </p:stCondLst>
                                  <p:childTnLst>
                                    <p:set>
                                      <p:cBhvr>
                                        <p:cTn id="6" dur="1" fill="hold">
                                          <p:stCondLst>
                                            <p:cond delay="0"/>
                                          </p:stCondLst>
                                        </p:cTn>
                                        <p:tgtEl>
                                          <p:spTgt spid="95"/>
                                        </p:tgtEl>
                                        <p:attrNameLst>
                                          <p:attrName>style.visibility</p:attrName>
                                        </p:attrNameLst>
                                      </p:cBhvr>
                                      <p:to>
                                        <p:strVal val="visible"/>
                                      </p:to>
                                    </p:set>
                                    <p:anim calcmode="lin" valueType="num">
                                      <p:cBhvr>
                                        <p:cTn id="7" dur="1000" fill="hold"/>
                                        <p:tgtEl>
                                          <p:spTgt spid="95"/>
                                        </p:tgtEl>
                                        <p:attrNameLst>
                                          <p:attrName>ppt_w</p:attrName>
                                        </p:attrNameLst>
                                      </p:cBhvr>
                                      <p:tavLst>
                                        <p:tav tm="0">
                                          <p:val>
                                            <p:fltVal val="0"/>
                                          </p:val>
                                        </p:tav>
                                        <p:tav tm="100000">
                                          <p:val>
                                            <p:strVal val="#ppt_w"/>
                                          </p:val>
                                        </p:tav>
                                      </p:tavLst>
                                    </p:anim>
                                    <p:anim calcmode="lin" valueType="num">
                                      <p:cBhvr>
                                        <p:cTn id="8" dur="1000" fill="hold"/>
                                        <p:tgtEl>
                                          <p:spTgt spid="95"/>
                                        </p:tgtEl>
                                        <p:attrNameLst>
                                          <p:attrName>ppt_h</p:attrName>
                                        </p:attrNameLst>
                                      </p:cBhvr>
                                      <p:tavLst>
                                        <p:tav tm="0">
                                          <p:val>
                                            <p:fltVal val="0"/>
                                          </p:val>
                                        </p:tav>
                                        <p:tav tm="100000">
                                          <p:val>
                                            <p:strVal val="#ppt_h"/>
                                          </p:val>
                                        </p:tav>
                                      </p:tavLst>
                                    </p:anim>
                                    <p:anim calcmode="lin" valueType="num">
                                      <p:cBhvr>
                                        <p:cTn id="9" dur="1000" fill="hold"/>
                                        <p:tgtEl>
                                          <p:spTgt spid="95"/>
                                        </p:tgtEl>
                                        <p:attrNameLst>
                                          <p:attrName>style.rotation</p:attrName>
                                        </p:attrNameLst>
                                      </p:cBhvr>
                                      <p:tavLst>
                                        <p:tav tm="0">
                                          <p:val>
                                            <p:fltVal val="90"/>
                                          </p:val>
                                        </p:tav>
                                        <p:tav tm="100000">
                                          <p:val>
                                            <p:fltVal val="0"/>
                                          </p:val>
                                        </p:tav>
                                      </p:tavLst>
                                    </p:anim>
                                    <p:animEffect transition="in" filter="fade">
                                      <p:cBhvr>
                                        <p:cTn id="10" dur="1000"/>
                                        <p:tgtEl>
                                          <p:spTgt spid="95"/>
                                        </p:tgtEl>
                                      </p:cBhvr>
                                    </p:animEffect>
                                  </p:childTnLst>
                                </p:cTn>
                              </p:par>
                            </p:childTnLst>
                          </p:cTn>
                        </p:par>
                        <p:par>
                          <p:cTn id="11" fill="hold">
                            <p:stCondLst>
                              <p:cond delay="1000"/>
                            </p:stCondLst>
                            <p:childTnLst>
                              <p:par>
                                <p:cTn id="12" presetID="22" presetClass="entr" presetSubtype="8" fill="hold" nodeType="after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wipe(left)">
                                      <p:cBhvr>
                                        <p:cTn id="14" dur="1000"/>
                                        <p:tgtEl>
                                          <p:spTgt spid="2"/>
                                        </p:tgtEl>
                                      </p:cBhvr>
                                    </p:animEffect>
                                  </p:childTnLst>
                                </p:cTn>
                              </p:par>
                            </p:childTnLst>
                          </p:cTn>
                        </p:par>
                        <p:par>
                          <p:cTn id="15" fill="hold">
                            <p:stCondLst>
                              <p:cond delay="2000"/>
                            </p:stCondLst>
                            <p:childTnLst>
                              <p:par>
                                <p:cTn id="16" presetID="22" presetClass="entr" presetSubtype="8" fill="hold" nodeType="after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wipe(left)">
                                      <p:cBhvr>
                                        <p:cTn id="18" dur="1000"/>
                                        <p:tgtEl>
                                          <p:spTgt spid="3"/>
                                        </p:tgtEl>
                                      </p:cBhvr>
                                    </p:animEffect>
                                  </p:childTnLst>
                                </p:cTn>
                              </p:par>
                            </p:childTnLst>
                          </p:cTn>
                        </p:par>
                      </p:childTnLst>
                    </p:cTn>
                  </p:par>
                  <p:par>
                    <p:cTn id="19" fill="hold">
                      <p:stCondLst>
                        <p:cond delay="indefinite"/>
                      </p:stCondLst>
                      <p:childTnLst>
                        <p:par>
                          <p:cTn id="20" fill="hold">
                            <p:stCondLst>
                              <p:cond delay="0"/>
                            </p:stCondLst>
                            <p:childTnLst>
                              <p:par>
                                <p:cTn id="21" presetID="31" presetClass="entr" presetSubtype="0" fill="hold" grpId="0" nodeType="clickEffect">
                                  <p:stCondLst>
                                    <p:cond delay="0"/>
                                  </p:stCondLst>
                                  <p:childTnLst>
                                    <p:set>
                                      <p:cBhvr>
                                        <p:cTn id="22" dur="1" fill="hold">
                                          <p:stCondLst>
                                            <p:cond delay="0"/>
                                          </p:stCondLst>
                                        </p:cTn>
                                        <p:tgtEl>
                                          <p:spTgt spid="84"/>
                                        </p:tgtEl>
                                        <p:attrNameLst>
                                          <p:attrName>style.visibility</p:attrName>
                                        </p:attrNameLst>
                                      </p:cBhvr>
                                      <p:to>
                                        <p:strVal val="visible"/>
                                      </p:to>
                                    </p:set>
                                    <p:anim calcmode="lin" valueType="num">
                                      <p:cBhvr>
                                        <p:cTn id="23" dur="1000" fill="hold"/>
                                        <p:tgtEl>
                                          <p:spTgt spid="84"/>
                                        </p:tgtEl>
                                        <p:attrNameLst>
                                          <p:attrName>ppt_w</p:attrName>
                                        </p:attrNameLst>
                                      </p:cBhvr>
                                      <p:tavLst>
                                        <p:tav tm="0">
                                          <p:val>
                                            <p:fltVal val="0"/>
                                          </p:val>
                                        </p:tav>
                                        <p:tav tm="100000">
                                          <p:val>
                                            <p:strVal val="#ppt_w"/>
                                          </p:val>
                                        </p:tav>
                                      </p:tavLst>
                                    </p:anim>
                                    <p:anim calcmode="lin" valueType="num">
                                      <p:cBhvr>
                                        <p:cTn id="24" dur="1000" fill="hold"/>
                                        <p:tgtEl>
                                          <p:spTgt spid="84"/>
                                        </p:tgtEl>
                                        <p:attrNameLst>
                                          <p:attrName>ppt_h</p:attrName>
                                        </p:attrNameLst>
                                      </p:cBhvr>
                                      <p:tavLst>
                                        <p:tav tm="0">
                                          <p:val>
                                            <p:fltVal val="0"/>
                                          </p:val>
                                        </p:tav>
                                        <p:tav tm="100000">
                                          <p:val>
                                            <p:strVal val="#ppt_h"/>
                                          </p:val>
                                        </p:tav>
                                      </p:tavLst>
                                    </p:anim>
                                    <p:anim calcmode="lin" valueType="num">
                                      <p:cBhvr>
                                        <p:cTn id="25" dur="1000" fill="hold"/>
                                        <p:tgtEl>
                                          <p:spTgt spid="84"/>
                                        </p:tgtEl>
                                        <p:attrNameLst>
                                          <p:attrName>style.rotation</p:attrName>
                                        </p:attrNameLst>
                                      </p:cBhvr>
                                      <p:tavLst>
                                        <p:tav tm="0">
                                          <p:val>
                                            <p:fltVal val="90"/>
                                          </p:val>
                                        </p:tav>
                                        <p:tav tm="100000">
                                          <p:val>
                                            <p:fltVal val="0"/>
                                          </p:val>
                                        </p:tav>
                                      </p:tavLst>
                                    </p:anim>
                                    <p:animEffect transition="in" filter="fade">
                                      <p:cBhvr>
                                        <p:cTn id="26" dur="1000"/>
                                        <p:tgtEl>
                                          <p:spTgt spid="84"/>
                                        </p:tgtEl>
                                      </p:cBhvr>
                                    </p:animEffect>
                                  </p:childTnLst>
                                </p:cTn>
                              </p:par>
                            </p:childTnLst>
                          </p:cTn>
                        </p:par>
                        <p:par>
                          <p:cTn id="27" fill="hold">
                            <p:stCondLst>
                              <p:cond delay="1000"/>
                            </p:stCondLst>
                            <p:childTnLst>
                              <p:par>
                                <p:cTn id="28" presetID="9" presetClass="entr" presetSubtype="0" fill="hold" nodeType="afterEffect">
                                  <p:stCondLst>
                                    <p:cond delay="0"/>
                                  </p:stCondLst>
                                  <p:childTnLst>
                                    <p:set>
                                      <p:cBhvr>
                                        <p:cTn id="29" dur="1" fill="hold">
                                          <p:stCondLst>
                                            <p:cond delay="0"/>
                                          </p:stCondLst>
                                        </p:cTn>
                                        <p:tgtEl>
                                          <p:spTgt spid="126"/>
                                        </p:tgtEl>
                                        <p:attrNameLst>
                                          <p:attrName>style.visibility</p:attrName>
                                        </p:attrNameLst>
                                      </p:cBhvr>
                                      <p:to>
                                        <p:strVal val="visible"/>
                                      </p:to>
                                    </p:set>
                                    <p:animEffect transition="in" filter="dissolve">
                                      <p:cBhvr>
                                        <p:cTn id="30" dur="500"/>
                                        <p:tgtEl>
                                          <p:spTgt spid="126"/>
                                        </p:tgtEl>
                                      </p:cBhvr>
                                    </p:animEffect>
                                  </p:childTnLst>
                                </p:cTn>
                              </p:par>
                            </p:childTnLst>
                          </p:cTn>
                        </p:par>
                      </p:childTnLst>
                    </p:cTn>
                  </p:par>
                  <p:par>
                    <p:cTn id="31" fill="hold">
                      <p:stCondLst>
                        <p:cond delay="indefinite"/>
                      </p:stCondLst>
                      <p:childTnLst>
                        <p:par>
                          <p:cTn id="32" fill="hold">
                            <p:stCondLst>
                              <p:cond delay="0"/>
                            </p:stCondLst>
                            <p:childTnLst>
                              <p:par>
                                <p:cTn id="33" presetID="31" presetClass="entr" presetSubtype="0" fill="hold" grpId="0" nodeType="clickEffect">
                                  <p:stCondLst>
                                    <p:cond delay="0"/>
                                  </p:stCondLst>
                                  <p:childTnLst>
                                    <p:set>
                                      <p:cBhvr>
                                        <p:cTn id="34" dur="1" fill="hold">
                                          <p:stCondLst>
                                            <p:cond delay="0"/>
                                          </p:stCondLst>
                                        </p:cTn>
                                        <p:tgtEl>
                                          <p:spTgt spid="125"/>
                                        </p:tgtEl>
                                        <p:attrNameLst>
                                          <p:attrName>style.visibility</p:attrName>
                                        </p:attrNameLst>
                                      </p:cBhvr>
                                      <p:to>
                                        <p:strVal val="visible"/>
                                      </p:to>
                                    </p:set>
                                    <p:anim calcmode="lin" valueType="num">
                                      <p:cBhvr>
                                        <p:cTn id="35" dur="1000" fill="hold"/>
                                        <p:tgtEl>
                                          <p:spTgt spid="125"/>
                                        </p:tgtEl>
                                        <p:attrNameLst>
                                          <p:attrName>ppt_w</p:attrName>
                                        </p:attrNameLst>
                                      </p:cBhvr>
                                      <p:tavLst>
                                        <p:tav tm="0">
                                          <p:val>
                                            <p:fltVal val="0"/>
                                          </p:val>
                                        </p:tav>
                                        <p:tav tm="100000">
                                          <p:val>
                                            <p:strVal val="#ppt_w"/>
                                          </p:val>
                                        </p:tav>
                                      </p:tavLst>
                                    </p:anim>
                                    <p:anim calcmode="lin" valueType="num">
                                      <p:cBhvr>
                                        <p:cTn id="36" dur="1000" fill="hold"/>
                                        <p:tgtEl>
                                          <p:spTgt spid="125"/>
                                        </p:tgtEl>
                                        <p:attrNameLst>
                                          <p:attrName>ppt_h</p:attrName>
                                        </p:attrNameLst>
                                      </p:cBhvr>
                                      <p:tavLst>
                                        <p:tav tm="0">
                                          <p:val>
                                            <p:fltVal val="0"/>
                                          </p:val>
                                        </p:tav>
                                        <p:tav tm="100000">
                                          <p:val>
                                            <p:strVal val="#ppt_h"/>
                                          </p:val>
                                        </p:tav>
                                      </p:tavLst>
                                    </p:anim>
                                    <p:anim calcmode="lin" valueType="num">
                                      <p:cBhvr>
                                        <p:cTn id="37" dur="1000" fill="hold"/>
                                        <p:tgtEl>
                                          <p:spTgt spid="125"/>
                                        </p:tgtEl>
                                        <p:attrNameLst>
                                          <p:attrName>style.rotation</p:attrName>
                                        </p:attrNameLst>
                                      </p:cBhvr>
                                      <p:tavLst>
                                        <p:tav tm="0">
                                          <p:val>
                                            <p:fltVal val="90"/>
                                          </p:val>
                                        </p:tav>
                                        <p:tav tm="100000">
                                          <p:val>
                                            <p:fltVal val="0"/>
                                          </p:val>
                                        </p:tav>
                                      </p:tavLst>
                                    </p:anim>
                                    <p:animEffect transition="in" filter="fade">
                                      <p:cBhvr>
                                        <p:cTn id="38" dur="1000"/>
                                        <p:tgtEl>
                                          <p:spTgt spid="125"/>
                                        </p:tgtEl>
                                      </p:cBhvr>
                                    </p:animEffect>
                                  </p:childTnLst>
                                </p:cTn>
                              </p:par>
                            </p:childTnLst>
                          </p:cTn>
                        </p:par>
                        <p:par>
                          <p:cTn id="39" fill="hold">
                            <p:stCondLst>
                              <p:cond delay="1000"/>
                            </p:stCondLst>
                            <p:childTnLst>
                              <p:par>
                                <p:cTn id="40" presetID="22" presetClass="entr" presetSubtype="8" fill="hold" grpId="0" nodeType="afterEffect">
                                  <p:stCondLst>
                                    <p:cond delay="0"/>
                                  </p:stCondLst>
                                  <p:childTnLst>
                                    <p:set>
                                      <p:cBhvr>
                                        <p:cTn id="41" dur="1" fill="hold">
                                          <p:stCondLst>
                                            <p:cond delay="0"/>
                                          </p:stCondLst>
                                        </p:cTn>
                                        <p:tgtEl>
                                          <p:spTgt spid="246">
                                            <p:txEl>
                                              <p:pRg st="0" end="0"/>
                                            </p:txEl>
                                          </p:spTgt>
                                        </p:tgtEl>
                                        <p:attrNameLst>
                                          <p:attrName>style.visibility</p:attrName>
                                        </p:attrNameLst>
                                      </p:cBhvr>
                                      <p:to>
                                        <p:strVal val="visible"/>
                                      </p:to>
                                    </p:set>
                                    <p:animEffect transition="in" filter="wipe(left)">
                                      <p:cBhvr>
                                        <p:cTn id="42" dur="500"/>
                                        <p:tgtEl>
                                          <p:spTgt spid="246">
                                            <p:txEl>
                                              <p:pRg st="0" end="0"/>
                                            </p:txEl>
                                          </p:spTgt>
                                        </p:tgtEl>
                                      </p:cBhvr>
                                    </p:animEffect>
                                  </p:childTnLst>
                                </p:cTn>
                              </p:par>
                            </p:childTnLst>
                          </p:cTn>
                        </p:par>
                        <p:par>
                          <p:cTn id="43" fill="hold">
                            <p:stCondLst>
                              <p:cond delay="1500"/>
                            </p:stCondLst>
                            <p:childTnLst>
                              <p:par>
                                <p:cTn id="44" presetID="22" presetClass="entr" presetSubtype="8" fill="hold" grpId="0" nodeType="afterEffect">
                                  <p:stCondLst>
                                    <p:cond delay="0"/>
                                  </p:stCondLst>
                                  <p:childTnLst>
                                    <p:set>
                                      <p:cBhvr>
                                        <p:cTn id="45" dur="1" fill="hold">
                                          <p:stCondLst>
                                            <p:cond delay="0"/>
                                          </p:stCondLst>
                                        </p:cTn>
                                        <p:tgtEl>
                                          <p:spTgt spid="246">
                                            <p:txEl>
                                              <p:pRg st="1" end="1"/>
                                            </p:txEl>
                                          </p:spTgt>
                                        </p:tgtEl>
                                        <p:attrNameLst>
                                          <p:attrName>style.visibility</p:attrName>
                                        </p:attrNameLst>
                                      </p:cBhvr>
                                      <p:to>
                                        <p:strVal val="visible"/>
                                      </p:to>
                                    </p:set>
                                    <p:animEffect transition="in" filter="wipe(left)">
                                      <p:cBhvr>
                                        <p:cTn id="46" dur="500"/>
                                        <p:tgtEl>
                                          <p:spTgt spid="246">
                                            <p:txEl>
                                              <p:pRg st="1" end="1"/>
                                            </p:txEl>
                                          </p:spTgt>
                                        </p:tgtEl>
                                      </p:cBhvr>
                                    </p:animEffect>
                                  </p:childTnLst>
                                </p:cTn>
                              </p:par>
                            </p:childTnLst>
                          </p:cTn>
                        </p:par>
                        <p:par>
                          <p:cTn id="47" fill="hold">
                            <p:stCondLst>
                              <p:cond delay="2000"/>
                            </p:stCondLst>
                            <p:childTnLst>
                              <p:par>
                                <p:cTn id="48" presetID="22" presetClass="entr" presetSubtype="8" fill="hold" grpId="0" nodeType="afterEffect">
                                  <p:stCondLst>
                                    <p:cond delay="0"/>
                                  </p:stCondLst>
                                  <p:childTnLst>
                                    <p:set>
                                      <p:cBhvr>
                                        <p:cTn id="49" dur="1" fill="hold">
                                          <p:stCondLst>
                                            <p:cond delay="0"/>
                                          </p:stCondLst>
                                        </p:cTn>
                                        <p:tgtEl>
                                          <p:spTgt spid="246">
                                            <p:txEl>
                                              <p:pRg st="2" end="2"/>
                                            </p:txEl>
                                          </p:spTgt>
                                        </p:tgtEl>
                                        <p:attrNameLst>
                                          <p:attrName>style.visibility</p:attrName>
                                        </p:attrNameLst>
                                      </p:cBhvr>
                                      <p:to>
                                        <p:strVal val="visible"/>
                                      </p:to>
                                    </p:set>
                                    <p:animEffect transition="in" filter="wipe(left)">
                                      <p:cBhvr>
                                        <p:cTn id="50" dur="500"/>
                                        <p:tgtEl>
                                          <p:spTgt spid="246">
                                            <p:txEl>
                                              <p:pRg st="2" end="2"/>
                                            </p:txEl>
                                          </p:spTgt>
                                        </p:tgtEl>
                                      </p:cBhvr>
                                    </p:animEffect>
                                  </p:childTnLst>
                                </p:cTn>
                              </p:par>
                            </p:childTnLst>
                          </p:cTn>
                        </p:par>
                        <p:par>
                          <p:cTn id="51" fill="hold">
                            <p:stCondLst>
                              <p:cond delay="2500"/>
                            </p:stCondLst>
                            <p:childTnLst>
                              <p:par>
                                <p:cTn id="52" presetID="22" presetClass="entr" presetSubtype="8" fill="hold" grpId="0" nodeType="afterEffect">
                                  <p:stCondLst>
                                    <p:cond delay="0"/>
                                  </p:stCondLst>
                                  <p:childTnLst>
                                    <p:set>
                                      <p:cBhvr>
                                        <p:cTn id="53" dur="1" fill="hold">
                                          <p:stCondLst>
                                            <p:cond delay="0"/>
                                          </p:stCondLst>
                                        </p:cTn>
                                        <p:tgtEl>
                                          <p:spTgt spid="246">
                                            <p:txEl>
                                              <p:pRg st="3" end="3"/>
                                            </p:txEl>
                                          </p:spTgt>
                                        </p:tgtEl>
                                        <p:attrNameLst>
                                          <p:attrName>style.visibility</p:attrName>
                                        </p:attrNameLst>
                                      </p:cBhvr>
                                      <p:to>
                                        <p:strVal val="visible"/>
                                      </p:to>
                                    </p:set>
                                    <p:animEffect transition="in" filter="wipe(left)">
                                      <p:cBhvr>
                                        <p:cTn id="54" dur="500"/>
                                        <p:tgtEl>
                                          <p:spTgt spid="24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 grpId="0"/>
      <p:bldP spid="84" grpId="0"/>
      <p:bldP spid="125" grpId="0"/>
      <p:bldP spid="246" grpId="0" build="p" autoUpdateAnimBg="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59</a:t>
            </a:fld>
            <a:endParaRPr lang="zh-CN" altLang="en-US" dirty="0">
              <a:solidFill>
                <a:srgbClr val="C00000"/>
              </a:solidFill>
            </a:endParaRPr>
          </a:p>
        </p:txBody>
      </p:sp>
      <p:sp>
        <p:nvSpPr>
          <p:cNvPr id="219" name="Text Box 4"/>
          <p:cNvSpPr txBox="1">
            <a:spLocks noChangeArrowheads="1"/>
          </p:cNvSpPr>
          <p:nvPr/>
        </p:nvSpPr>
        <p:spPr bwMode="auto">
          <a:xfrm>
            <a:off x="650895" y="2046734"/>
            <a:ext cx="1845084" cy="535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358775" indent="-358775" eaLnBrk="1" hangingPunct="1">
              <a:lnSpc>
                <a:spcPct val="120000"/>
              </a:lnSpc>
              <a:spcBef>
                <a:spcPts val="600"/>
              </a:spcBef>
              <a:spcAft>
                <a:spcPts val="0"/>
              </a:spcAft>
              <a:buClr>
                <a:srgbClr val="A50021"/>
              </a:buClr>
              <a:buSzPct val="100000"/>
              <a:buFont typeface="Wingdings" panose="05000000000000000000" pitchFamily="2" charset="2"/>
              <a:buChar char="n"/>
            </a:pPr>
            <a:r>
              <a:rPr lang="zh-CN" altLang="en-US" sz="2400" b="1" dirty="0" smtClean="0">
                <a:solidFill>
                  <a:srgbClr val="A50021"/>
                </a:solidFill>
                <a:latin typeface="微软雅黑" panose="020B0503020204020204" pitchFamily="34" charset="-122"/>
                <a:ea typeface="微软雅黑" panose="020B0503020204020204" pitchFamily="34" charset="-122"/>
              </a:rPr>
              <a:t>讨 论</a:t>
            </a:r>
            <a:endParaRPr lang="zh-CN" altLang="en-US" sz="2400" b="1" dirty="0">
              <a:solidFill>
                <a:srgbClr val="000066"/>
              </a:solidFill>
              <a:ea typeface="幼圆" pitchFamily="49" charset="-122"/>
            </a:endParaRPr>
          </a:p>
        </p:txBody>
      </p:sp>
      <p:sp>
        <p:nvSpPr>
          <p:cNvPr id="85" name="Text Box 2"/>
          <p:cNvSpPr txBox="1">
            <a:spLocks noChangeArrowheads="1"/>
          </p:cNvSpPr>
          <p:nvPr/>
        </p:nvSpPr>
        <p:spPr bwMode="auto">
          <a:xfrm>
            <a:off x="2083325" y="5682288"/>
            <a:ext cx="580691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gn="ctr" eaLnBrk="1" hangingPunct="1">
              <a:lnSpc>
                <a:spcPct val="100000"/>
              </a:lnSpc>
              <a:spcBef>
                <a:spcPct val="0"/>
              </a:spcBef>
              <a:spcAft>
                <a:spcPct val="0"/>
              </a:spcAft>
            </a:pPr>
            <a:r>
              <a:rPr kumimoji="1" lang="zh-CN" altLang="en-US" sz="4000" b="1" dirty="0" smtClean="0">
                <a:solidFill>
                  <a:srgbClr val="000066"/>
                </a:solidFill>
                <a:latin typeface="黑体" pitchFamily="2" charset="-122"/>
                <a:ea typeface="黑体" pitchFamily="2" charset="-122"/>
              </a:rPr>
              <a:t>简 布 法</a:t>
            </a:r>
            <a:endParaRPr kumimoji="1" lang="zh-CN" altLang="en-US" sz="4000" b="1" dirty="0">
              <a:solidFill>
                <a:srgbClr val="000066"/>
              </a:solidFill>
              <a:latin typeface="黑体" pitchFamily="2" charset="-122"/>
              <a:ea typeface="黑体" pitchFamily="2" charset="-122"/>
            </a:endParaRPr>
          </a:p>
        </p:txBody>
      </p:sp>
      <p:sp>
        <p:nvSpPr>
          <p:cNvPr id="86" name="Text Box 7"/>
          <p:cNvSpPr txBox="1">
            <a:spLocks noChangeArrowheads="1"/>
          </p:cNvSpPr>
          <p:nvPr/>
        </p:nvSpPr>
        <p:spPr bwMode="auto">
          <a:xfrm>
            <a:off x="0" y="0"/>
            <a:ext cx="5042263"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1800" b="1" kern="900" spc="130" dirty="0" smtClean="0">
                <a:solidFill>
                  <a:srgbClr val="000066"/>
                </a:solidFill>
                <a:ea typeface="黑体" panose="02010609060101010101" pitchFamily="49" charset="-122"/>
                <a:cs typeface="Times New Roman" panose="02020603050405020304" pitchFamily="18" charset="0"/>
              </a:rPr>
              <a:t>§7.3  </a:t>
            </a:r>
            <a:r>
              <a:rPr lang="zh-CN" altLang="en-US" sz="1800" b="1" kern="900" spc="130" dirty="0" smtClean="0">
                <a:solidFill>
                  <a:srgbClr val="000066"/>
                </a:solidFill>
                <a:ea typeface="黑体" panose="02010609060101010101" pitchFamily="49" charset="-122"/>
                <a:cs typeface="Times New Roman" panose="02020603050405020304" pitchFamily="18" charset="0"/>
              </a:rPr>
              <a:t>黏性</a:t>
            </a:r>
            <a:r>
              <a:rPr lang="zh-CN" altLang="en-US" sz="1800" b="1" kern="900" spc="130" dirty="0">
                <a:solidFill>
                  <a:srgbClr val="000066"/>
                </a:solidFill>
                <a:ea typeface="黑体" panose="02010609060101010101" pitchFamily="49" charset="-122"/>
                <a:cs typeface="Times New Roman" panose="02020603050405020304" pitchFamily="18" charset="0"/>
              </a:rPr>
              <a:t>土坡的稳定</a:t>
            </a:r>
            <a:r>
              <a:rPr lang="zh-CN" altLang="en-US" sz="1800" b="1" kern="900" spc="130" dirty="0" smtClean="0">
                <a:solidFill>
                  <a:srgbClr val="000066"/>
                </a:solidFill>
                <a:ea typeface="黑体" panose="02010609060101010101" pitchFamily="49" charset="-122"/>
                <a:cs typeface="Times New Roman" panose="02020603050405020304" pitchFamily="18" charset="0"/>
              </a:rPr>
              <a:t>分析 </a:t>
            </a:r>
            <a:r>
              <a:rPr lang="en-US" altLang="zh-CN" sz="1800" b="1" kern="900" spc="130" dirty="0" smtClean="0">
                <a:solidFill>
                  <a:srgbClr val="000066"/>
                </a:solidFill>
                <a:ea typeface="黑体" panose="02010609060101010101" pitchFamily="49" charset="-122"/>
                <a:cs typeface="Times New Roman" panose="02020603050405020304" pitchFamily="18" charset="0"/>
              </a:rPr>
              <a:t>- </a:t>
            </a:r>
            <a:r>
              <a:rPr lang="zh-CN" altLang="en-US" sz="1800" b="1" kern="900" spc="130" dirty="0" smtClean="0">
                <a:solidFill>
                  <a:srgbClr val="000066"/>
                </a:solidFill>
                <a:ea typeface="黑体" panose="02010609060101010101" pitchFamily="49" charset="-122"/>
                <a:cs typeface="Times New Roman" panose="02020603050405020304" pitchFamily="18" charset="0"/>
              </a:rPr>
              <a:t>简布法</a:t>
            </a:r>
            <a:endParaRPr lang="zh-CN" altLang="en-US" sz="1800" b="1" kern="900" spc="130" dirty="0">
              <a:solidFill>
                <a:srgbClr val="000066"/>
              </a:solidFill>
              <a:ea typeface="黑体" panose="02010609060101010101" pitchFamily="49" charset="-122"/>
              <a:cs typeface="Times New Roman" panose="02020603050405020304" pitchFamily="18" charset="0"/>
            </a:endParaRPr>
          </a:p>
        </p:txBody>
      </p:sp>
      <p:sp>
        <p:nvSpPr>
          <p:cNvPr id="88" name="Freeform 8"/>
          <p:cNvSpPr>
            <a:spLocks/>
          </p:cNvSpPr>
          <p:nvPr/>
        </p:nvSpPr>
        <p:spPr bwMode="auto">
          <a:xfrm>
            <a:off x="7476757" y="2598895"/>
            <a:ext cx="629123" cy="1975352"/>
          </a:xfrm>
          <a:custGeom>
            <a:avLst/>
            <a:gdLst>
              <a:gd name="T0" fmla="*/ 0 w 327"/>
              <a:gd name="T1" fmla="*/ 300423 h 991"/>
              <a:gd name="T2" fmla="*/ 0 w 327"/>
              <a:gd name="T3" fmla="*/ 1636251 h 991"/>
              <a:gd name="T4" fmla="*/ 516939 w 327"/>
              <a:gd name="T5" fmla="*/ 1327711 h 991"/>
              <a:gd name="T6" fmla="*/ 516939 w 327"/>
              <a:gd name="T7" fmla="*/ 0 h 991"/>
              <a:gd name="T8" fmla="*/ 0 w 327"/>
              <a:gd name="T9" fmla="*/ 300423 h 99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7" h="991">
                <a:moveTo>
                  <a:pt x="0" y="182"/>
                </a:moveTo>
                <a:lnTo>
                  <a:pt x="0" y="991"/>
                </a:lnTo>
                <a:lnTo>
                  <a:pt x="327" y="804"/>
                </a:lnTo>
                <a:lnTo>
                  <a:pt x="327" y="0"/>
                </a:lnTo>
                <a:lnTo>
                  <a:pt x="0" y="182"/>
                </a:lnTo>
                <a:close/>
              </a:path>
            </a:pathLst>
          </a:custGeom>
          <a:solidFill>
            <a:srgbClr val="CCECFF">
              <a:alpha val="50195"/>
            </a:srgbClr>
          </a:solidFill>
          <a:ln w="28575" cap="flat" cmpd="sng">
            <a:solidFill>
              <a:srgbClr val="000066"/>
            </a:solidFill>
            <a:prstDash val="solid"/>
            <a:round/>
            <a:headEnd/>
            <a:tailEnd/>
          </a:ln>
          <a:effectLst/>
          <a:extLst/>
        </p:spPr>
        <p:txBody>
          <a:bodyPr/>
          <a:lstStyle/>
          <a:p>
            <a:endParaRPr lang="zh-CN" altLang="en-US" sz="1800">
              <a:cs typeface="Times New Roman" panose="02020603050405020304" pitchFamily="18" charset="0"/>
            </a:endParaRPr>
          </a:p>
        </p:txBody>
      </p:sp>
      <p:cxnSp>
        <p:nvCxnSpPr>
          <p:cNvPr id="90" name="直接连接符 89"/>
          <p:cNvCxnSpPr/>
          <p:nvPr/>
        </p:nvCxnSpPr>
        <p:spPr bwMode="auto">
          <a:xfrm flipV="1">
            <a:off x="7798470" y="2726194"/>
            <a:ext cx="0" cy="2196294"/>
          </a:xfrm>
          <a:prstGeom prst="line">
            <a:avLst/>
          </a:prstGeom>
          <a:noFill/>
          <a:ln w="9525" cap="flat" cmpd="sng" algn="ctr">
            <a:solidFill>
              <a:schemeClr val="tx1"/>
            </a:solidFill>
            <a:prstDash val="lgDashDot"/>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1" name="Line 9"/>
          <p:cNvSpPr>
            <a:spLocks noChangeShapeType="1"/>
          </p:cNvSpPr>
          <p:nvPr/>
        </p:nvSpPr>
        <p:spPr bwMode="auto">
          <a:xfrm>
            <a:off x="7791436" y="3452030"/>
            <a:ext cx="0" cy="496098"/>
          </a:xfrm>
          <a:prstGeom prst="line">
            <a:avLst/>
          </a:prstGeom>
          <a:noFill/>
          <a:ln w="28575">
            <a:solidFill>
              <a:srgbClr val="C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00">
              <a:cs typeface="Times New Roman" panose="02020603050405020304" pitchFamily="18" charset="0"/>
            </a:endParaRPr>
          </a:p>
        </p:txBody>
      </p:sp>
      <p:sp>
        <p:nvSpPr>
          <p:cNvPr id="92" name="Text Box 10"/>
          <p:cNvSpPr txBox="1">
            <a:spLocks noChangeArrowheads="1"/>
          </p:cNvSpPr>
          <p:nvPr/>
        </p:nvSpPr>
        <p:spPr bwMode="auto">
          <a:xfrm>
            <a:off x="7722386" y="3243623"/>
            <a:ext cx="454706" cy="385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800">
                <a:solidFill>
                  <a:schemeClr val="tx1"/>
                </a:solidFill>
                <a:latin typeface="Times New Roman" pitchFamily="18" charset="0"/>
                <a:ea typeface="宋体" charset="-122"/>
              </a:defRPr>
            </a:lvl1pPr>
            <a:lvl2pPr marL="742950" indent="-285750" eaLnBrk="0" hangingPunct="0">
              <a:defRPr kumimoji="1" sz="2800">
                <a:solidFill>
                  <a:schemeClr val="tx1"/>
                </a:solidFill>
                <a:latin typeface="Times New Roman" pitchFamily="18" charset="0"/>
                <a:ea typeface="宋体" charset="-122"/>
              </a:defRPr>
            </a:lvl2pPr>
            <a:lvl3pPr marL="1143000" indent="-228600" eaLnBrk="0" hangingPunct="0">
              <a:defRPr kumimoji="1" sz="2800">
                <a:solidFill>
                  <a:schemeClr val="tx1"/>
                </a:solidFill>
                <a:latin typeface="Times New Roman" pitchFamily="18" charset="0"/>
                <a:ea typeface="宋体" charset="-122"/>
              </a:defRPr>
            </a:lvl3pPr>
            <a:lvl4pPr marL="1600200" indent="-228600" eaLnBrk="0" hangingPunct="0">
              <a:defRPr kumimoji="1" sz="2800">
                <a:solidFill>
                  <a:schemeClr val="tx1"/>
                </a:solidFill>
                <a:latin typeface="Times New Roman" pitchFamily="18" charset="0"/>
                <a:ea typeface="宋体" charset="-122"/>
              </a:defRPr>
            </a:lvl4pPr>
            <a:lvl5pPr marL="2057400" indent="-228600" eaLnBrk="0" hangingPunct="0">
              <a:defRPr kumimoji="1" sz="2800">
                <a:solidFill>
                  <a:schemeClr val="tx1"/>
                </a:solidFill>
                <a:latin typeface="Times New Roman" pitchFamily="18" charset="0"/>
                <a:ea typeface="宋体" charset="-122"/>
              </a:defRPr>
            </a:lvl5pPr>
            <a:lvl6pPr marL="2514600" indent="-228600" eaLnBrk="0" fontAlgn="base" hangingPunct="0">
              <a:spcBef>
                <a:spcPct val="50000"/>
              </a:spcBef>
              <a:spcAft>
                <a:spcPct val="0"/>
              </a:spcAft>
              <a:defRPr kumimoji="1" sz="2800">
                <a:solidFill>
                  <a:schemeClr val="tx1"/>
                </a:solidFill>
                <a:latin typeface="Times New Roman" pitchFamily="18" charset="0"/>
                <a:ea typeface="宋体" charset="-122"/>
              </a:defRPr>
            </a:lvl6pPr>
            <a:lvl7pPr marL="2971800" indent="-228600" eaLnBrk="0" fontAlgn="base" hangingPunct="0">
              <a:spcBef>
                <a:spcPct val="50000"/>
              </a:spcBef>
              <a:spcAft>
                <a:spcPct val="0"/>
              </a:spcAft>
              <a:defRPr kumimoji="1" sz="2800">
                <a:solidFill>
                  <a:schemeClr val="tx1"/>
                </a:solidFill>
                <a:latin typeface="Times New Roman" pitchFamily="18" charset="0"/>
                <a:ea typeface="宋体" charset="-122"/>
              </a:defRPr>
            </a:lvl7pPr>
            <a:lvl8pPr marL="3429000" indent="-228600" eaLnBrk="0" fontAlgn="base" hangingPunct="0">
              <a:spcBef>
                <a:spcPct val="50000"/>
              </a:spcBef>
              <a:spcAft>
                <a:spcPct val="0"/>
              </a:spcAft>
              <a:defRPr kumimoji="1" sz="2800">
                <a:solidFill>
                  <a:schemeClr val="tx1"/>
                </a:solidFill>
                <a:latin typeface="Times New Roman" pitchFamily="18" charset="0"/>
                <a:ea typeface="宋体" charset="-122"/>
              </a:defRPr>
            </a:lvl8pPr>
            <a:lvl9pPr marL="3886200" indent="-228600" eaLnBrk="0" fontAlgn="base" hangingPunct="0">
              <a:spcBef>
                <a:spcPct val="50000"/>
              </a:spcBef>
              <a:spcAft>
                <a:spcPct val="0"/>
              </a:spcAft>
              <a:defRPr kumimoji="1" sz="2800">
                <a:solidFill>
                  <a:schemeClr val="tx1"/>
                </a:solidFill>
                <a:latin typeface="Times New Roman" pitchFamily="18" charset="0"/>
                <a:ea typeface="宋体" charset="-122"/>
              </a:defRPr>
            </a:lvl9pPr>
          </a:lstStyle>
          <a:p>
            <a:pPr eaLnBrk="1" hangingPunct="1"/>
            <a:r>
              <a:rPr lang="en-US" altLang="zh-CN" sz="1800" b="1" i="1" dirty="0">
                <a:solidFill>
                  <a:srgbClr val="C00000"/>
                </a:solidFill>
                <a:cs typeface="Times New Roman" panose="02020603050405020304" pitchFamily="18" charset="0"/>
              </a:rPr>
              <a:t>W</a:t>
            </a:r>
            <a:r>
              <a:rPr lang="en-US" altLang="zh-CN" sz="1800" b="1" baseline="-25000" dirty="0">
                <a:solidFill>
                  <a:srgbClr val="C00000"/>
                </a:solidFill>
                <a:cs typeface="Times New Roman" panose="02020603050405020304" pitchFamily="18" charset="0"/>
              </a:rPr>
              <a:t>i</a:t>
            </a:r>
          </a:p>
        </p:txBody>
      </p:sp>
      <p:sp>
        <p:nvSpPr>
          <p:cNvPr id="93" name="Line 22"/>
          <p:cNvSpPr>
            <a:spLocks noChangeShapeType="1"/>
          </p:cNvSpPr>
          <p:nvPr/>
        </p:nvSpPr>
        <p:spPr bwMode="auto">
          <a:xfrm flipV="1">
            <a:off x="7545153" y="4323060"/>
            <a:ext cx="554512" cy="338252"/>
          </a:xfrm>
          <a:prstGeom prst="line">
            <a:avLst/>
          </a:prstGeom>
          <a:noFill/>
          <a:ln w="28575">
            <a:solidFill>
              <a:srgbClr val="C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00">
              <a:cs typeface="Times New Roman" panose="02020603050405020304" pitchFamily="18" charset="0"/>
            </a:endParaRPr>
          </a:p>
        </p:txBody>
      </p:sp>
      <p:sp>
        <p:nvSpPr>
          <p:cNvPr id="94" name="Line 23"/>
          <p:cNvSpPr>
            <a:spLocks noChangeShapeType="1"/>
          </p:cNvSpPr>
          <p:nvPr/>
        </p:nvSpPr>
        <p:spPr bwMode="auto">
          <a:xfrm flipH="1" flipV="1">
            <a:off x="7809972" y="4391453"/>
            <a:ext cx="314335" cy="541364"/>
          </a:xfrm>
          <a:prstGeom prst="line">
            <a:avLst/>
          </a:prstGeom>
          <a:noFill/>
          <a:ln w="28575">
            <a:solidFill>
              <a:srgbClr val="C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00">
              <a:cs typeface="Times New Roman" panose="02020603050405020304" pitchFamily="18" charset="0"/>
            </a:endParaRPr>
          </a:p>
        </p:txBody>
      </p:sp>
      <p:sp>
        <p:nvSpPr>
          <p:cNvPr id="96" name="Text Box 24"/>
          <p:cNvSpPr txBox="1">
            <a:spLocks noChangeArrowheads="1"/>
          </p:cNvSpPr>
          <p:nvPr/>
        </p:nvSpPr>
        <p:spPr bwMode="auto">
          <a:xfrm>
            <a:off x="8069126" y="4653021"/>
            <a:ext cx="551749" cy="385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a:solidFill>
                  <a:schemeClr val="tx1"/>
                </a:solidFill>
                <a:latin typeface="Times New Roman" pitchFamily="18" charset="0"/>
                <a:ea typeface="宋体" charset="-122"/>
              </a:defRPr>
            </a:lvl1pPr>
            <a:lvl2pPr marL="742950" indent="-285750" eaLnBrk="0" hangingPunct="0">
              <a:defRPr kumimoji="1" sz="2800">
                <a:solidFill>
                  <a:schemeClr val="tx1"/>
                </a:solidFill>
                <a:latin typeface="Times New Roman" pitchFamily="18" charset="0"/>
                <a:ea typeface="宋体" charset="-122"/>
              </a:defRPr>
            </a:lvl2pPr>
            <a:lvl3pPr marL="1143000" indent="-228600" eaLnBrk="0" hangingPunct="0">
              <a:defRPr kumimoji="1" sz="2800">
                <a:solidFill>
                  <a:schemeClr val="tx1"/>
                </a:solidFill>
                <a:latin typeface="Times New Roman" pitchFamily="18" charset="0"/>
                <a:ea typeface="宋体" charset="-122"/>
              </a:defRPr>
            </a:lvl3pPr>
            <a:lvl4pPr marL="1600200" indent="-228600" eaLnBrk="0" hangingPunct="0">
              <a:defRPr kumimoji="1" sz="2800">
                <a:solidFill>
                  <a:schemeClr val="tx1"/>
                </a:solidFill>
                <a:latin typeface="Times New Roman" pitchFamily="18" charset="0"/>
                <a:ea typeface="宋体" charset="-122"/>
              </a:defRPr>
            </a:lvl4pPr>
            <a:lvl5pPr marL="2057400" indent="-228600" eaLnBrk="0" hangingPunct="0">
              <a:defRPr kumimoji="1" sz="2800">
                <a:solidFill>
                  <a:schemeClr val="tx1"/>
                </a:solidFill>
                <a:latin typeface="Times New Roman" pitchFamily="18" charset="0"/>
                <a:ea typeface="宋体" charset="-122"/>
              </a:defRPr>
            </a:lvl5pPr>
            <a:lvl6pPr marL="2514600" indent="-228600" eaLnBrk="0" fontAlgn="base" hangingPunct="0">
              <a:spcBef>
                <a:spcPct val="50000"/>
              </a:spcBef>
              <a:spcAft>
                <a:spcPct val="0"/>
              </a:spcAft>
              <a:defRPr kumimoji="1" sz="2800">
                <a:solidFill>
                  <a:schemeClr val="tx1"/>
                </a:solidFill>
                <a:latin typeface="Times New Roman" pitchFamily="18" charset="0"/>
                <a:ea typeface="宋体" charset="-122"/>
              </a:defRPr>
            </a:lvl6pPr>
            <a:lvl7pPr marL="2971800" indent="-228600" eaLnBrk="0" fontAlgn="base" hangingPunct="0">
              <a:spcBef>
                <a:spcPct val="50000"/>
              </a:spcBef>
              <a:spcAft>
                <a:spcPct val="0"/>
              </a:spcAft>
              <a:defRPr kumimoji="1" sz="2800">
                <a:solidFill>
                  <a:schemeClr val="tx1"/>
                </a:solidFill>
                <a:latin typeface="Times New Roman" pitchFamily="18" charset="0"/>
                <a:ea typeface="宋体" charset="-122"/>
              </a:defRPr>
            </a:lvl7pPr>
            <a:lvl8pPr marL="3429000" indent="-228600" eaLnBrk="0" fontAlgn="base" hangingPunct="0">
              <a:spcBef>
                <a:spcPct val="50000"/>
              </a:spcBef>
              <a:spcAft>
                <a:spcPct val="0"/>
              </a:spcAft>
              <a:defRPr kumimoji="1" sz="2800">
                <a:solidFill>
                  <a:schemeClr val="tx1"/>
                </a:solidFill>
                <a:latin typeface="Times New Roman" pitchFamily="18" charset="0"/>
                <a:ea typeface="宋体" charset="-122"/>
              </a:defRPr>
            </a:lvl8pPr>
            <a:lvl9pPr marL="3886200" indent="-228600" eaLnBrk="0" fontAlgn="base" hangingPunct="0">
              <a:spcBef>
                <a:spcPct val="50000"/>
              </a:spcBef>
              <a:spcAft>
                <a:spcPct val="0"/>
              </a:spcAft>
              <a:defRPr kumimoji="1" sz="2800">
                <a:solidFill>
                  <a:schemeClr val="tx1"/>
                </a:solidFill>
                <a:latin typeface="Times New Roman" pitchFamily="18" charset="0"/>
                <a:ea typeface="宋体" charset="-122"/>
              </a:defRPr>
            </a:lvl9pPr>
          </a:lstStyle>
          <a:p>
            <a:pPr eaLnBrk="1" hangingPunct="1"/>
            <a:r>
              <a:rPr lang="en-US" altLang="zh-CN" sz="1800" b="1" i="1" dirty="0">
                <a:solidFill>
                  <a:srgbClr val="C00000"/>
                </a:solidFill>
                <a:cs typeface="Times New Roman" panose="02020603050405020304" pitchFamily="18" charset="0"/>
              </a:rPr>
              <a:t>N</a:t>
            </a:r>
            <a:r>
              <a:rPr lang="en-US" altLang="zh-CN" sz="1800" b="1" baseline="-25000" dirty="0">
                <a:solidFill>
                  <a:srgbClr val="C00000"/>
                </a:solidFill>
                <a:cs typeface="Times New Roman" panose="02020603050405020304" pitchFamily="18" charset="0"/>
              </a:rPr>
              <a:t>i</a:t>
            </a:r>
          </a:p>
        </p:txBody>
      </p:sp>
      <p:sp>
        <p:nvSpPr>
          <p:cNvPr id="97" name="Text Box 25"/>
          <p:cNvSpPr txBox="1">
            <a:spLocks noChangeArrowheads="1"/>
          </p:cNvSpPr>
          <p:nvPr/>
        </p:nvSpPr>
        <p:spPr bwMode="auto">
          <a:xfrm>
            <a:off x="8054601" y="4261926"/>
            <a:ext cx="416177" cy="2930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tIns="0" bIns="0">
            <a:spAutoFit/>
          </a:bodyPr>
          <a:lstStyle>
            <a:lvl1pPr eaLnBrk="0" hangingPunct="0">
              <a:defRPr kumimoji="1" sz="2800">
                <a:solidFill>
                  <a:schemeClr val="tx1"/>
                </a:solidFill>
                <a:latin typeface="Times New Roman" pitchFamily="18" charset="0"/>
                <a:ea typeface="宋体" charset="-122"/>
              </a:defRPr>
            </a:lvl1pPr>
            <a:lvl2pPr marL="742950" indent="-285750" eaLnBrk="0" hangingPunct="0">
              <a:defRPr kumimoji="1" sz="2800">
                <a:solidFill>
                  <a:schemeClr val="tx1"/>
                </a:solidFill>
                <a:latin typeface="Times New Roman" pitchFamily="18" charset="0"/>
                <a:ea typeface="宋体" charset="-122"/>
              </a:defRPr>
            </a:lvl2pPr>
            <a:lvl3pPr marL="1143000" indent="-228600" eaLnBrk="0" hangingPunct="0">
              <a:defRPr kumimoji="1" sz="2800">
                <a:solidFill>
                  <a:schemeClr val="tx1"/>
                </a:solidFill>
                <a:latin typeface="Times New Roman" pitchFamily="18" charset="0"/>
                <a:ea typeface="宋体" charset="-122"/>
              </a:defRPr>
            </a:lvl3pPr>
            <a:lvl4pPr marL="1600200" indent="-228600" eaLnBrk="0" hangingPunct="0">
              <a:defRPr kumimoji="1" sz="2800">
                <a:solidFill>
                  <a:schemeClr val="tx1"/>
                </a:solidFill>
                <a:latin typeface="Times New Roman" pitchFamily="18" charset="0"/>
                <a:ea typeface="宋体" charset="-122"/>
              </a:defRPr>
            </a:lvl4pPr>
            <a:lvl5pPr marL="2057400" indent="-228600" eaLnBrk="0" hangingPunct="0">
              <a:defRPr kumimoji="1" sz="2800">
                <a:solidFill>
                  <a:schemeClr val="tx1"/>
                </a:solidFill>
                <a:latin typeface="Times New Roman" pitchFamily="18" charset="0"/>
                <a:ea typeface="宋体" charset="-122"/>
              </a:defRPr>
            </a:lvl5pPr>
            <a:lvl6pPr marL="2514600" indent="-228600" eaLnBrk="0" fontAlgn="base" hangingPunct="0">
              <a:spcBef>
                <a:spcPct val="50000"/>
              </a:spcBef>
              <a:spcAft>
                <a:spcPct val="0"/>
              </a:spcAft>
              <a:defRPr kumimoji="1" sz="2800">
                <a:solidFill>
                  <a:schemeClr val="tx1"/>
                </a:solidFill>
                <a:latin typeface="Times New Roman" pitchFamily="18" charset="0"/>
                <a:ea typeface="宋体" charset="-122"/>
              </a:defRPr>
            </a:lvl6pPr>
            <a:lvl7pPr marL="2971800" indent="-228600" eaLnBrk="0" fontAlgn="base" hangingPunct="0">
              <a:spcBef>
                <a:spcPct val="50000"/>
              </a:spcBef>
              <a:spcAft>
                <a:spcPct val="0"/>
              </a:spcAft>
              <a:defRPr kumimoji="1" sz="2800">
                <a:solidFill>
                  <a:schemeClr val="tx1"/>
                </a:solidFill>
                <a:latin typeface="Times New Roman" pitchFamily="18" charset="0"/>
                <a:ea typeface="宋体" charset="-122"/>
              </a:defRPr>
            </a:lvl7pPr>
            <a:lvl8pPr marL="3429000" indent="-228600" eaLnBrk="0" fontAlgn="base" hangingPunct="0">
              <a:spcBef>
                <a:spcPct val="50000"/>
              </a:spcBef>
              <a:spcAft>
                <a:spcPct val="0"/>
              </a:spcAft>
              <a:defRPr kumimoji="1" sz="2800">
                <a:solidFill>
                  <a:schemeClr val="tx1"/>
                </a:solidFill>
                <a:latin typeface="Times New Roman" pitchFamily="18" charset="0"/>
                <a:ea typeface="宋体" charset="-122"/>
              </a:defRPr>
            </a:lvl8pPr>
            <a:lvl9pPr marL="3886200" indent="-228600" eaLnBrk="0" fontAlgn="base" hangingPunct="0">
              <a:spcBef>
                <a:spcPct val="50000"/>
              </a:spcBef>
              <a:spcAft>
                <a:spcPct val="0"/>
              </a:spcAft>
              <a:defRPr kumimoji="1" sz="2800">
                <a:solidFill>
                  <a:schemeClr val="tx1"/>
                </a:solidFill>
                <a:latin typeface="Times New Roman" pitchFamily="18" charset="0"/>
                <a:ea typeface="宋体" charset="-122"/>
              </a:defRPr>
            </a:lvl9pPr>
          </a:lstStyle>
          <a:p>
            <a:pPr eaLnBrk="1" hangingPunct="1"/>
            <a:r>
              <a:rPr lang="en-US" altLang="zh-CN" sz="1800" b="1" i="1" dirty="0">
                <a:solidFill>
                  <a:srgbClr val="C00000"/>
                </a:solidFill>
                <a:cs typeface="Times New Roman" panose="02020603050405020304" pitchFamily="18" charset="0"/>
              </a:rPr>
              <a:t>T</a:t>
            </a:r>
            <a:r>
              <a:rPr lang="en-US" altLang="zh-CN" sz="1800" b="1" baseline="-25000" dirty="0">
                <a:solidFill>
                  <a:srgbClr val="C00000"/>
                </a:solidFill>
                <a:cs typeface="Times New Roman" panose="02020603050405020304" pitchFamily="18" charset="0"/>
              </a:rPr>
              <a:t>i</a:t>
            </a:r>
          </a:p>
        </p:txBody>
      </p:sp>
      <p:sp>
        <p:nvSpPr>
          <p:cNvPr id="98" name="Text Box 136"/>
          <p:cNvSpPr txBox="1">
            <a:spLocks noChangeArrowheads="1"/>
          </p:cNvSpPr>
          <p:nvPr/>
        </p:nvSpPr>
        <p:spPr bwMode="auto">
          <a:xfrm>
            <a:off x="7694153" y="4705769"/>
            <a:ext cx="478166" cy="3845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1800" b="1" dirty="0">
                <a:solidFill>
                  <a:srgbClr val="C00000"/>
                </a:solidFill>
                <a:latin typeface="Times New Roman" panose="02020603050405020304" pitchFamily="18" charset="0"/>
                <a:sym typeface="Symbol" panose="05050102010706020507" pitchFamily="18" charset="2"/>
              </a:rPr>
              <a:t> </a:t>
            </a:r>
            <a:r>
              <a:rPr kumimoji="1" lang="en-US" altLang="zh-CN" sz="1800" b="1" i="1" dirty="0">
                <a:solidFill>
                  <a:srgbClr val="C00000"/>
                </a:solidFill>
                <a:latin typeface="Times New Roman" panose="02020603050405020304" pitchFamily="18" charset="0"/>
                <a:sym typeface="Symbol" panose="05050102010706020507" pitchFamily="18" charset="2"/>
              </a:rPr>
              <a:t></a:t>
            </a:r>
            <a:r>
              <a:rPr kumimoji="1" lang="en-US" altLang="zh-CN" sz="1800" b="1" baseline="-25000" dirty="0" err="1">
                <a:solidFill>
                  <a:srgbClr val="C00000"/>
                </a:solidFill>
                <a:latin typeface="Times New Roman" panose="02020603050405020304" pitchFamily="18" charset="0"/>
                <a:sym typeface="Symbol" panose="05050102010706020507" pitchFamily="18" charset="2"/>
              </a:rPr>
              <a:t>i</a:t>
            </a:r>
            <a:endParaRPr kumimoji="1" lang="en-US" altLang="zh-CN" sz="1800" b="1" baseline="-25000" dirty="0">
              <a:solidFill>
                <a:srgbClr val="C00000"/>
              </a:solidFill>
              <a:latin typeface="Times New Roman" panose="02020603050405020304" pitchFamily="18" charset="0"/>
            </a:endParaRPr>
          </a:p>
        </p:txBody>
      </p:sp>
      <p:sp>
        <p:nvSpPr>
          <p:cNvPr id="99" name="Arc 52"/>
          <p:cNvSpPr>
            <a:spLocks/>
          </p:cNvSpPr>
          <p:nvPr/>
        </p:nvSpPr>
        <p:spPr bwMode="auto">
          <a:xfrm rot="6458630">
            <a:off x="7822968" y="4648100"/>
            <a:ext cx="123066" cy="151653"/>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9525">
            <a:solidFill>
              <a:schemeClr val="tx1"/>
            </a:solidFill>
            <a:round/>
            <a:headEnd type="triangle" w="med" len="me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01" name="Text Box 6"/>
          <p:cNvSpPr txBox="1">
            <a:spLocks noChangeArrowheads="1"/>
          </p:cNvSpPr>
          <p:nvPr/>
        </p:nvSpPr>
        <p:spPr bwMode="auto">
          <a:xfrm>
            <a:off x="8342935" y="3158639"/>
            <a:ext cx="508457" cy="385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800">
                <a:solidFill>
                  <a:schemeClr val="tx1"/>
                </a:solidFill>
                <a:latin typeface="Times New Roman" pitchFamily="18" charset="0"/>
                <a:ea typeface="宋体" charset="-122"/>
              </a:defRPr>
            </a:lvl1pPr>
            <a:lvl2pPr marL="742950" indent="-285750" eaLnBrk="0" hangingPunct="0">
              <a:defRPr kumimoji="1" sz="2800">
                <a:solidFill>
                  <a:schemeClr val="tx1"/>
                </a:solidFill>
                <a:latin typeface="Times New Roman" pitchFamily="18" charset="0"/>
                <a:ea typeface="宋体" charset="-122"/>
              </a:defRPr>
            </a:lvl2pPr>
            <a:lvl3pPr marL="1143000" indent="-228600" eaLnBrk="0" hangingPunct="0">
              <a:defRPr kumimoji="1" sz="2800">
                <a:solidFill>
                  <a:schemeClr val="tx1"/>
                </a:solidFill>
                <a:latin typeface="Times New Roman" pitchFamily="18" charset="0"/>
                <a:ea typeface="宋体" charset="-122"/>
              </a:defRPr>
            </a:lvl3pPr>
            <a:lvl4pPr marL="1600200" indent="-228600" eaLnBrk="0" hangingPunct="0">
              <a:defRPr kumimoji="1" sz="2800">
                <a:solidFill>
                  <a:schemeClr val="tx1"/>
                </a:solidFill>
                <a:latin typeface="Times New Roman" pitchFamily="18" charset="0"/>
                <a:ea typeface="宋体" charset="-122"/>
              </a:defRPr>
            </a:lvl4pPr>
            <a:lvl5pPr marL="2057400" indent="-228600" eaLnBrk="0" hangingPunct="0">
              <a:defRPr kumimoji="1" sz="2800">
                <a:solidFill>
                  <a:schemeClr val="tx1"/>
                </a:solidFill>
                <a:latin typeface="Times New Roman" pitchFamily="18" charset="0"/>
                <a:ea typeface="宋体" charset="-122"/>
              </a:defRPr>
            </a:lvl5pPr>
            <a:lvl6pPr marL="2514600" indent="-228600" eaLnBrk="0" fontAlgn="base" hangingPunct="0">
              <a:spcBef>
                <a:spcPct val="50000"/>
              </a:spcBef>
              <a:spcAft>
                <a:spcPct val="0"/>
              </a:spcAft>
              <a:defRPr kumimoji="1" sz="2800">
                <a:solidFill>
                  <a:schemeClr val="tx1"/>
                </a:solidFill>
                <a:latin typeface="Times New Roman" pitchFamily="18" charset="0"/>
                <a:ea typeface="宋体" charset="-122"/>
              </a:defRPr>
            </a:lvl6pPr>
            <a:lvl7pPr marL="2971800" indent="-228600" eaLnBrk="0" fontAlgn="base" hangingPunct="0">
              <a:spcBef>
                <a:spcPct val="50000"/>
              </a:spcBef>
              <a:spcAft>
                <a:spcPct val="0"/>
              </a:spcAft>
              <a:defRPr kumimoji="1" sz="2800">
                <a:solidFill>
                  <a:schemeClr val="tx1"/>
                </a:solidFill>
                <a:latin typeface="Times New Roman" pitchFamily="18" charset="0"/>
                <a:ea typeface="宋体" charset="-122"/>
              </a:defRPr>
            </a:lvl7pPr>
            <a:lvl8pPr marL="3429000" indent="-228600" eaLnBrk="0" fontAlgn="base" hangingPunct="0">
              <a:spcBef>
                <a:spcPct val="50000"/>
              </a:spcBef>
              <a:spcAft>
                <a:spcPct val="0"/>
              </a:spcAft>
              <a:defRPr kumimoji="1" sz="2800">
                <a:solidFill>
                  <a:schemeClr val="tx1"/>
                </a:solidFill>
                <a:latin typeface="Times New Roman" pitchFamily="18" charset="0"/>
                <a:ea typeface="宋体" charset="-122"/>
              </a:defRPr>
            </a:lvl8pPr>
            <a:lvl9pPr marL="3886200" indent="-228600" eaLnBrk="0" fontAlgn="base" hangingPunct="0">
              <a:spcBef>
                <a:spcPct val="50000"/>
              </a:spcBef>
              <a:spcAft>
                <a:spcPct val="0"/>
              </a:spcAft>
              <a:defRPr kumimoji="1" sz="2800">
                <a:solidFill>
                  <a:schemeClr val="tx1"/>
                </a:solidFill>
                <a:latin typeface="Times New Roman" pitchFamily="18" charset="0"/>
                <a:ea typeface="宋体" charset="-122"/>
              </a:defRPr>
            </a:lvl9pPr>
          </a:lstStyle>
          <a:p>
            <a:pPr eaLnBrk="1" hangingPunct="1"/>
            <a:r>
              <a:rPr lang="en-US" altLang="zh-CN" sz="1800" b="1" i="1" dirty="0">
                <a:solidFill>
                  <a:srgbClr val="C00000"/>
                </a:solidFill>
                <a:cs typeface="Times New Roman" panose="02020603050405020304" pitchFamily="18" charset="0"/>
              </a:rPr>
              <a:t>P</a:t>
            </a:r>
            <a:r>
              <a:rPr lang="en-US" altLang="zh-CN" sz="1800" b="1" baseline="-25000" dirty="0">
                <a:solidFill>
                  <a:srgbClr val="C00000"/>
                </a:solidFill>
                <a:cs typeface="Times New Roman" panose="02020603050405020304" pitchFamily="18" charset="0"/>
              </a:rPr>
              <a:t>i</a:t>
            </a:r>
          </a:p>
        </p:txBody>
      </p:sp>
      <p:sp>
        <p:nvSpPr>
          <p:cNvPr id="102" name="Line 11"/>
          <p:cNvSpPr>
            <a:spLocks noChangeShapeType="1"/>
          </p:cNvSpPr>
          <p:nvPr/>
        </p:nvSpPr>
        <p:spPr bwMode="auto">
          <a:xfrm>
            <a:off x="6990373" y="3735731"/>
            <a:ext cx="416345" cy="0"/>
          </a:xfrm>
          <a:prstGeom prst="line">
            <a:avLst/>
          </a:prstGeom>
          <a:noFill/>
          <a:ln w="28575">
            <a:solidFill>
              <a:srgbClr val="C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00">
              <a:cs typeface="Times New Roman" panose="02020603050405020304" pitchFamily="18" charset="0"/>
            </a:endParaRPr>
          </a:p>
        </p:txBody>
      </p:sp>
      <p:sp>
        <p:nvSpPr>
          <p:cNvPr id="103" name="Text Box 16"/>
          <p:cNvSpPr txBox="1">
            <a:spLocks noChangeArrowheads="1"/>
          </p:cNvSpPr>
          <p:nvPr/>
        </p:nvSpPr>
        <p:spPr bwMode="auto">
          <a:xfrm>
            <a:off x="6931893" y="3316708"/>
            <a:ext cx="551304" cy="385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800">
                <a:solidFill>
                  <a:schemeClr val="tx1"/>
                </a:solidFill>
                <a:latin typeface="Times New Roman" pitchFamily="18" charset="0"/>
                <a:ea typeface="宋体" charset="-122"/>
              </a:defRPr>
            </a:lvl1pPr>
            <a:lvl2pPr marL="742950" indent="-285750" eaLnBrk="0" hangingPunct="0">
              <a:defRPr kumimoji="1" sz="2800">
                <a:solidFill>
                  <a:schemeClr val="tx1"/>
                </a:solidFill>
                <a:latin typeface="Times New Roman" pitchFamily="18" charset="0"/>
                <a:ea typeface="宋体" charset="-122"/>
              </a:defRPr>
            </a:lvl2pPr>
            <a:lvl3pPr marL="1143000" indent="-228600" eaLnBrk="0" hangingPunct="0">
              <a:defRPr kumimoji="1" sz="2800">
                <a:solidFill>
                  <a:schemeClr val="tx1"/>
                </a:solidFill>
                <a:latin typeface="Times New Roman" pitchFamily="18" charset="0"/>
                <a:ea typeface="宋体" charset="-122"/>
              </a:defRPr>
            </a:lvl3pPr>
            <a:lvl4pPr marL="1600200" indent="-228600" eaLnBrk="0" hangingPunct="0">
              <a:defRPr kumimoji="1" sz="2800">
                <a:solidFill>
                  <a:schemeClr val="tx1"/>
                </a:solidFill>
                <a:latin typeface="Times New Roman" pitchFamily="18" charset="0"/>
                <a:ea typeface="宋体" charset="-122"/>
              </a:defRPr>
            </a:lvl4pPr>
            <a:lvl5pPr marL="2057400" indent="-228600" eaLnBrk="0" hangingPunct="0">
              <a:defRPr kumimoji="1" sz="2800">
                <a:solidFill>
                  <a:schemeClr val="tx1"/>
                </a:solidFill>
                <a:latin typeface="Times New Roman" pitchFamily="18" charset="0"/>
                <a:ea typeface="宋体" charset="-122"/>
              </a:defRPr>
            </a:lvl5pPr>
            <a:lvl6pPr marL="2514600" indent="-228600" eaLnBrk="0" fontAlgn="base" hangingPunct="0">
              <a:spcBef>
                <a:spcPct val="50000"/>
              </a:spcBef>
              <a:spcAft>
                <a:spcPct val="0"/>
              </a:spcAft>
              <a:defRPr kumimoji="1" sz="2800">
                <a:solidFill>
                  <a:schemeClr val="tx1"/>
                </a:solidFill>
                <a:latin typeface="Times New Roman" pitchFamily="18" charset="0"/>
                <a:ea typeface="宋体" charset="-122"/>
              </a:defRPr>
            </a:lvl6pPr>
            <a:lvl7pPr marL="2971800" indent="-228600" eaLnBrk="0" fontAlgn="base" hangingPunct="0">
              <a:spcBef>
                <a:spcPct val="50000"/>
              </a:spcBef>
              <a:spcAft>
                <a:spcPct val="0"/>
              </a:spcAft>
              <a:defRPr kumimoji="1" sz="2800">
                <a:solidFill>
                  <a:schemeClr val="tx1"/>
                </a:solidFill>
                <a:latin typeface="Times New Roman" pitchFamily="18" charset="0"/>
                <a:ea typeface="宋体" charset="-122"/>
              </a:defRPr>
            </a:lvl7pPr>
            <a:lvl8pPr marL="3429000" indent="-228600" eaLnBrk="0" fontAlgn="base" hangingPunct="0">
              <a:spcBef>
                <a:spcPct val="50000"/>
              </a:spcBef>
              <a:spcAft>
                <a:spcPct val="0"/>
              </a:spcAft>
              <a:defRPr kumimoji="1" sz="2800">
                <a:solidFill>
                  <a:schemeClr val="tx1"/>
                </a:solidFill>
                <a:latin typeface="Times New Roman" pitchFamily="18" charset="0"/>
                <a:ea typeface="宋体" charset="-122"/>
              </a:defRPr>
            </a:lvl8pPr>
            <a:lvl9pPr marL="3886200" indent="-228600" eaLnBrk="0" fontAlgn="base" hangingPunct="0">
              <a:spcBef>
                <a:spcPct val="50000"/>
              </a:spcBef>
              <a:spcAft>
                <a:spcPct val="0"/>
              </a:spcAft>
              <a:defRPr kumimoji="1" sz="2800">
                <a:solidFill>
                  <a:schemeClr val="tx1"/>
                </a:solidFill>
                <a:latin typeface="Times New Roman" pitchFamily="18" charset="0"/>
                <a:ea typeface="宋体" charset="-122"/>
              </a:defRPr>
            </a:lvl9pPr>
          </a:lstStyle>
          <a:p>
            <a:pPr eaLnBrk="1" hangingPunct="1"/>
            <a:r>
              <a:rPr lang="en-US" altLang="zh-CN" sz="1800" b="1" i="1" dirty="0">
                <a:solidFill>
                  <a:srgbClr val="C00000"/>
                </a:solidFill>
                <a:cs typeface="Times New Roman" panose="02020603050405020304" pitchFamily="18" charset="0"/>
              </a:rPr>
              <a:t>P</a:t>
            </a:r>
            <a:r>
              <a:rPr lang="en-US" altLang="zh-CN" sz="1800" b="1" baseline="-25000" dirty="0">
                <a:solidFill>
                  <a:srgbClr val="C00000"/>
                </a:solidFill>
                <a:cs typeface="Times New Roman" panose="02020603050405020304" pitchFamily="18" charset="0"/>
              </a:rPr>
              <a:t>i-1</a:t>
            </a:r>
          </a:p>
        </p:txBody>
      </p:sp>
      <p:sp>
        <p:nvSpPr>
          <p:cNvPr id="104" name="Line 19"/>
          <p:cNvSpPr>
            <a:spLocks noChangeShapeType="1"/>
          </p:cNvSpPr>
          <p:nvPr/>
        </p:nvSpPr>
        <p:spPr bwMode="auto">
          <a:xfrm flipH="1">
            <a:off x="8125146" y="3538930"/>
            <a:ext cx="452268" cy="0"/>
          </a:xfrm>
          <a:prstGeom prst="line">
            <a:avLst/>
          </a:prstGeom>
          <a:noFill/>
          <a:ln w="28575">
            <a:solidFill>
              <a:srgbClr val="C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00">
              <a:cs typeface="Times New Roman" panose="02020603050405020304" pitchFamily="18" charset="0"/>
            </a:endParaRPr>
          </a:p>
        </p:txBody>
      </p:sp>
      <p:sp>
        <p:nvSpPr>
          <p:cNvPr id="105" name="Text Box 7"/>
          <p:cNvSpPr txBox="1">
            <a:spLocks noChangeArrowheads="1"/>
          </p:cNvSpPr>
          <p:nvPr/>
        </p:nvSpPr>
        <p:spPr bwMode="auto">
          <a:xfrm>
            <a:off x="8470528" y="3661150"/>
            <a:ext cx="383184" cy="385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800">
                <a:solidFill>
                  <a:schemeClr val="tx1"/>
                </a:solidFill>
                <a:latin typeface="Times New Roman" pitchFamily="18" charset="0"/>
                <a:ea typeface="宋体" charset="-122"/>
              </a:defRPr>
            </a:lvl1pPr>
            <a:lvl2pPr marL="742950" indent="-285750" eaLnBrk="0" hangingPunct="0">
              <a:defRPr kumimoji="1" sz="2800">
                <a:solidFill>
                  <a:schemeClr val="tx1"/>
                </a:solidFill>
                <a:latin typeface="Times New Roman" pitchFamily="18" charset="0"/>
                <a:ea typeface="宋体" charset="-122"/>
              </a:defRPr>
            </a:lvl2pPr>
            <a:lvl3pPr marL="1143000" indent="-228600" eaLnBrk="0" hangingPunct="0">
              <a:defRPr kumimoji="1" sz="2800">
                <a:solidFill>
                  <a:schemeClr val="tx1"/>
                </a:solidFill>
                <a:latin typeface="Times New Roman" pitchFamily="18" charset="0"/>
                <a:ea typeface="宋体" charset="-122"/>
              </a:defRPr>
            </a:lvl3pPr>
            <a:lvl4pPr marL="1600200" indent="-228600" eaLnBrk="0" hangingPunct="0">
              <a:defRPr kumimoji="1" sz="2800">
                <a:solidFill>
                  <a:schemeClr val="tx1"/>
                </a:solidFill>
                <a:latin typeface="Times New Roman" pitchFamily="18" charset="0"/>
                <a:ea typeface="宋体" charset="-122"/>
              </a:defRPr>
            </a:lvl4pPr>
            <a:lvl5pPr marL="2057400" indent="-228600" eaLnBrk="0" hangingPunct="0">
              <a:defRPr kumimoji="1" sz="2800">
                <a:solidFill>
                  <a:schemeClr val="tx1"/>
                </a:solidFill>
                <a:latin typeface="Times New Roman" pitchFamily="18" charset="0"/>
                <a:ea typeface="宋体" charset="-122"/>
              </a:defRPr>
            </a:lvl5pPr>
            <a:lvl6pPr marL="2514600" indent="-228600" eaLnBrk="0" fontAlgn="base" hangingPunct="0">
              <a:spcBef>
                <a:spcPct val="50000"/>
              </a:spcBef>
              <a:spcAft>
                <a:spcPct val="0"/>
              </a:spcAft>
              <a:defRPr kumimoji="1" sz="2800">
                <a:solidFill>
                  <a:schemeClr val="tx1"/>
                </a:solidFill>
                <a:latin typeface="Times New Roman" pitchFamily="18" charset="0"/>
                <a:ea typeface="宋体" charset="-122"/>
              </a:defRPr>
            </a:lvl6pPr>
            <a:lvl7pPr marL="2971800" indent="-228600" eaLnBrk="0" fontAlgn="base" hangingPunct="0">
              <a:spcBef>
                <a:spcPct val="50000"/>
              </a:spcBef>
              <a:spcAft>
                <a:spcPct val="0"/>
              </a:spcAft>
              <a:defRPr kumimoji="1" sz="2800">
                <a:solidFill>
                  <a:schemeClr val="tx1"/>
                </a:solidFill>
                <a:latin typeface="Times New Roman" pitchFamily="18" charset="0"/>
                <a:ea typeface="宋体" charset="-122"/>
              </a:defRPr>
            </a:lvl7pPr>
            <a:lvl8pPr marL="3429000" indent="-228600" eaLnBrk="0" fontAlgn="base" hangingPunct="0">
              <a:spcBef>
                <a:spcPct val="50000"/>
              </a:spcBef>
              <a:spcAft>
                <a:spcPct val="0"/>
              </a:spcAft>
              <a:defRPr kumimoji="1" sz="2800">
                <a:solidFill>
                  <a:schemeClr val="tx1"/>
                </a:solidFill>
                <a:latin typeface="Times New Roman" pitchFamily="18" charset="0"/>
                <a:ea typeface="宋体" charset="-122"/>
              </a:defRPr>
            </a:lvl8pPr>
            <a:lvl9pPr marL="3886200" indent="-228600" eaLnBrk="0" fontAlgn="base" hangingPunct="0">
              <a:spcBef>
                <a:spcPct val="50000"/>
              </a:spcBef>
              <a:spcAft>
                <a:spcPct val="0"/>
              </a:spcAft>
              <a:defRPr kumimoji="1" sz="2800">
                <a:solidFill>
                  <a:schemeClr val="tx1"/>
                </a:solidFill>
                <a:latin typeface="Times New Roman" pitchFamily="18" charset="0"/>
                <a:ea typeface="宋体" charset="-122"/>
              </a:defRPr>
            </a:lvl9pPr>
          </a:lstStyle>
          <a:p>
            <a:pPr eaLnBrk="1" hangingPunct="1"/>
            <a:r>
              <a:rPr lang="en-US" altLang="zh-CN" sz="1800" b="1" i="1" dirty="0">
                <a:cs typeface="Times New Roman" panose="02020603050405020304" pitchFamily="18" charset="0"/>
              </a:rPr>
              <a:t>h</a:t>
            </a:r>
            <a:r>
              <a:rPr lang="en-US" altLang="zh-CN" sz="1800" b="1" baseline="-25000" dirty="0">
                <a:cs typeface="Times New Roman" panose="02020603050405020304" pitchFamily="18" charset="0"/>
              </a:rPr>
              <a:t>i</a:t>
            </a:r>
          </a:p>
        </p:txBody>
      </p:sp>
      <p:sp>
        <p:nvSpPr>
          <p:cNvPr id="106" name="Line 17"/>
          <p:cNvSpPr>
            <a:spLocks noChangeShapeType="1"/>
          </p:cNvSpPr>
          <p:nvPr/>
        </p:nvSpPr>
        <p:spPr bwMode="auto">
          <a:xfrm flipH="1">
            <a:off x="8140768" y="4197982"/>
            <a:ext cx="49095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00">
              <a:cs typeface="Times New Roman" panose="02020603050405020304" pitchFamily="18" charset="0"/>
            </a:endParaRPr>
          </a:p>
        </p:txBody>
      </p:sp>
      <p:sp>
        <p:nvSpPr>
          <p:cNvPr id="107" name="Line 18"/>
          <p:cNvSpPr>
            <a:spLocks noChangeShapeType="1"/>
          </p:cNvSpPr>
          <p:nvPr/>
        </p:nvSpPr>
        <p:spPr bwMode="auto">
          <a:xfrm>
            <a:off x="8462237" y="3546182"/>
            <a:ext cx="0" cy="659401"/>
          </a:xfrm>
          <a:prstGeom prst="line">
            <a:avLst/>
          </a:prstGeom>
          <a:noFill/>
          <a:ln w="1270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00">
              <a:cs typeface="Times New Roman" panose="02020603050405020304" pitchFamily="18" charset="0"/>
            </a:endParaRPr>
          </a:p>
        </p:txBody>
      </p:sp>
      <p:sp>
        <p:nvSpPr>
          <p:cNvPr id="108" name="Line 13"/>
          <p:cNvSpPr>
            <a:spLocks noChangeShapeType="1"/>
          </p:cNvSpPr>
          <p:nvPr/>
        </p:nvSpPr>
        <p:spPr bwMode="auto">
          <a:xfrm flipH="1">
            <a:off x="6972638" y="4574389"/>
            <a:ext cx="489113"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00">
              <a:cs typeface="Times New Roman" panose="02020603050405020304" pitchFamily="18" charset="0"/>
            </a:endParaRPr>
          </a:p>
        </p:txBody>
      </p:sp>
      <p:sp>
        <p:nvSpPr>
          <p:cNvPr id="109" name="Line 14"/>
          <p:cNvSpPr>
            <a:spLocks noChangeShapeType="1"/>
          </p:cNvSpPr>
          <p:nvPr/>
        </p:nvSpPr>
        <p:spPr bwMode="auto">
          <a:xfrm>
            <a:off x="7065371" y="3747762"/>
            <a:ext cx="0" cy="831377"/>
          </a:xfrm>
          <a:prstGeom prst="line">
            <a:avLst/>
          </a:prstGeom>
          <a:noFill/>
          <a:ln w="1270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00">
              <a:cs typeface="Times New Roman" panose="02020603050405020304" pitchFamily="18" charset="0"/>
            </a:endParaRPr>
          </a:p>
        </p:txBody>
      </p:sp>
      <p:sp>
        <p:nvSpPr>
          <p:cNvPr id="110" name="Text Box 15"/>
          <p:cNvSpPr txBox="1">
            <a:spLocks noChangeArrowheads="1"/>
          </p:cNvSpPr>
          <p:nvPr/>
        </p:nvSpPr>
        <p:spPr bwMode="auto">
          <a:xfrm>
            <a:off x="6730855" y="3925555"/>
            <a:ext cx="436459" cy="410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a:spAutoFit/>
          </a:bodyPr>
          <a:lstStyle>
            <a:lvl1pPr eaLnBrk="0" hangingPunct="0">
              <a:defRPr kumimoji="1" sz="2800">
                <a:solidFill>
                  <a:schemeClr val="tx1"/>
                </a:solidFill>
                <a:latin typeface="Times New Roman" pitchFamily="18" charset="0"/>
                <a:ea typeface="宋体" charset="-122"/>
              </a:defRPr>
            </a:lvl1pPr>
            <a:lvl2pPr marL="742950" indent="-285750" eaLnBrk="0" hangingPunct="0">
              <a:defRPr kumimoji="1" sz="2800">
                <a:solidFill>
                  <a:schemeClr val="tx1"/>
                </a:solidFill>
                <a:latin typeface="Times New Roman" pitchFamily="18" charset="0"/>
                <a:ea typeface="宋体" charset="-122"/>
              </a:defRPr>
            </a:lvl2pPr>
            <a:lvl3pPr marL="1143000" indent="-228600" eaLnBrk="0" hangingPunct="0">
              <a:defRPr kumimoji="1" sz="2800">
                <a:solidFill>
                  <a:schemeClr val="tx1"/>
                </a:solidFill>
                <a:latin typeface="Times New Roman" pitchFamily="18" charset="0"/>
                <a:ea typeface="宋体" charset="-122"/>
              </a:defRPr>
            </a:lvl3pPr>
            <a:lvl4pPr marL="1600200" indent="-228600" eaLnBrk="0" hangingPunct="0">
              <a:defRPr kumimoji="1" sz="2800">
                <a:solidFill>
                  <a:schemeClr val="tx1"/>
                </a:solidFill>
                <a:latin typeface="Times New Roman" pitchFamily="18" charset="0"/>
                <a:ea typeface="宋体" charset="-122"/>
              </a:defRPr>
            </a:lvl4pPr>
            <a:lvl5pPr marL="2057400" indent="-228600" eaLnBrk="0" hangingPunct="0">
              <a:defRPr kumimoji="1" sz="2800">
                <a:solidFill>
                  <a:schemeClr val="tx1"/>
                </a:solidFill>
                <a:latin typeface="Times New Roman" pitchFamily="18" charset="0"/>
                <a:ea typeface="宋体" charset="-122"/>
              </a:defRPr>
            </a:lvl5pPr>
            <a:lvl6pPr marL="2514600" indent="-228600" eaLnBrk="0" fontAlgn="base" hangingPunct="0">
              <a:spcBef>
                <a:spcPct val="50000"/>
              </a:spcBef>
              <a:spcAft>
                <a:spcPct val="0"/>
              </a:spcAft>
              <a:defRPr kumimoji="1" sz="2800">
                <a:solidFill>
                  <a:schemeClr val="tx1"/>
                </a:solidFill>
                <a:latin typeface="Times New Roman" pitchFamily="18" charset="0"/>
                <a:ea typeface="宋体" charset="-122"/>
              </a:defRPr>
            </a:lvl6pPr>
            <a:lvl7pPr marL="2971800" indent="-228600" eaLnBrk="0" fontAlgn="base" hangingPunct="0">
              <a:spcBef>
                <a:spcPct val="50000"/>
              </a:spcBef>
              <a:spcAft>
                <a:spcPct val="0"/>
              </a:spcAft>
              <a:defRPr kumimoji="1" sz="2800">
                <a:solidFill>
                  <a:schemeClr val="tx1"/>
                </a:solidFill>
                <a:latin typeface="Times New Roman" pitchFamily="18" charset="0"/>
                <a:ea typeface="宋体" charset="-122"/>
              </a:defRPr>
            </a:lvl7pPr>
            <a:lvl8pPr marL="3429000" indent="-228600" eaLnBrk="0" fontAlgn="base" hangingPunct="0">
              <a:spcBef>
                <a:spcPct val="50000"/>
              </a:spcBef>
              <a:spcAft>
                <a:spcPct val="0"/>
              </a:spcAft>
              <a:defRPr kumimoji="1" sz="2800">
                <a:solidFill>
                  <a:schemeClr val="tx1"/>
                </a:solidFill>
                <a:latin typeface="Times New Roman" pitchFamily="18" charset="0"/>
                <a:ea typeface="宋体" charset="-122"/>
              </a:defRPr>
            </a:lvl8pPr>
            <a:lvl9pPr marL="3886200" indent="-228600" eaLnBrk="0" fontAlgn="base" hangingPunct="0">
              <a:spcBef>
                <a:spcPct val="50000"/>
              </a:spcBef>
              <a:spcAft>
                <a:spcPct val="0"/>
              </a:spcAft>
              <a:defRPr kumimoji="1" sz="2800">
                <a:solidFill>
                  <a:schemeClr val="tx1"/>
                </a:solidFill>
                <a:latin typeface="Times New Roman" pitchFamily="18" charset="0"/>
                <a:ea typeface="宋体" charset="-122"/>
              </a:defRPr>
            </a:lvl9pPr>
          </a:lstStyle>
          <a:p>
            <a:pPr eaLnBrk="1" hangingPunct="1"/>
            <a:r>
              <a:rPr lang="en-US" altLang="zh-CN" sz="1800" b="1" i="1" dirty="0">
                <a:cs typeface="Times New Roman" panose="02020603050405020304" pitchFamily="18" charset="0"/>
              </a:rPr>
              <a:t>h</a:t>
            </a:r>
            <a:r>
              <a:rPr lang="en-US" altLang="zh-CN" sz="1800" b="1" baseline="-25000" dirty="0">
                <a:cs typeface="Times New Roman" panose="02020603050405020304" pitchFamily="18" charset="0"/>
              </a:rPr>
              <a:t>i</a:t>
            </a:r>
            <a:r>
              <a:rPr lang="en-US" altLang="zh-CN" sz="1800" b="1" i="1" baseline="-25000" dirty="0">
                <a:cs typeface="Times New Roman" panose="02020603050405020304" pitchFamily="18" charset="0"/>
              </a:rPr>
              <a:t>-</a:t>
            </a:r>
            <a:r>
              <a:rPr lang="en-US" altLang="zh-CN" sz="1800" b="1" baseline="-25000" dirty="0">
                <a:cs typeface="Times New Roman" panose="02020603050405020304" pitchFamily="18" charset="0"/>
              </a:rPr>
              <a:t>1</a:t>
            </a:r>
          </a:p>
        </p:txBody>
      </p:sp>
      <p:sp>
        <p:nvSpPr>
          <p:cNvPr id="111" name="Line 12"/>
          <p:cNvSpPr>
            <a:spLocks noChangeShapeType="1"/>
          </p:cNvSpPr>
          <p:nvPr/>
        </p:nvSpPr>
        <p:spPr bwMode="auto">
          <a:xfrm flipV="1">
            <a:off x="7376130" y="3893437"/>
            <a:ext cx="0" cy="444668"/>
          </a:xfrm>
          <a:prstGeom prst="line">
            <a:avLst/>
          </a:prstGeom>
          <a:noFill/>
          <a:ln w="28575">
            <a:solidFill>
              <a:srgbClr val="C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00">
              <a:cs typeface="Times New Roman" panose="02020603050405020304" pitchFamily="18" charset="0"/>
            </a:endParaRPr>
          </a:p>
        </p:txBody>
      </p:sp>
      <p:sp>
        <p:nvSpPr>
          <p:cNvPr id="112" name="Line 20"/>
          <p:cNvSpPr>
            <a:spLocks noChangeShapeType="1"/>
          </p:cNvSpPr>
          <p:nvPr/>
        </p:nvSpPr>
        <p:spPr bwMode="auto">
          <a:xfrm>
            <a:off x="8198504" y="2940799"/>
            <a:ext cx="2763" cy="471272"/>
          </a:xfrm>
          <a:prstGeom prst="line">
            <a:avLst/>
          </a:prstGeom>
          <a:noFill/>
          <a:ln w="28575">
            <a:solidFill>
              <a:srgbClr val="C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00">
              <a:cs typeface="Times New Roman" panose="02020603050405020304" pitchFamily="18" charset="0"/>
            </a:endParaRPr>
          </a:p>
        </p:txBody>
      </p:sp>
      <p:sp>
        <p:nvSpPr>
          <p:cNvPr id="113" name="Text Box 21"/>
          <p:cNvSpPr txBox="1">
            <a:spLocks noChangeArrowheads="1"/>
          </p:cNvSpPr>
          <p:nvPr/>
        </p:nvSpPr>
        <p:spPr bwMode="auto">
          <a:xfrm>
            <a:off x="8184629" y="2682406"/>
            <a:ext cx="416345" cy="385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800">
                <a:solidFill>
                  <a:schemeClr val="tx1"/>
                </a:solidFill>
                <a:latin typeface="Times New Roman" pitchFamily="18" charset="0"/>
                <a:ea typeface="宋体" charset="-122"/>
              </a:defRPr>
            </a:lvl1pPr>
            <a:lvl2pPr marL="742950" indent="-285750" eaLnBrk="0" hangingPunct="0">
              <a:defRPr kumimoji="1" sz="2800">
                <a:solidFill>
                  <a:schemeClr val="tx1"/>
                </a:solidFill>
                <a:latin typeface="Times New Roman" pitchFamily="18" charset="0"/>
                <a:ea typeface="宋体" charset="-122"/>
              </a:defRPr>
            </a:lvl2pPr>
            <a:lvl3pPr marL="1143000" indent="-228600" eaLnBrk="0" hangingPunct="0">
              <a:defRPr kumimoji="1" sz="2800">
                <a:solidFill>
                  <a:schemeClr val="tx1"/>
                </a:solidFill>
                <a:latin typeface="Times New Roman" pitchFamily="18" charset="0"/>
                <a:ea typeface="宋体" charset="-122"/>
              </a:defRPr>
            </a:lvl3pPr>
            <a:lvl4pPr marL="1600200" indent="-228600" eaLnBrk="0" hangingPunct="0">
              <a:defRPr kumimoji="1" sz="2800">
                <a:solidFill>
                  <a:schemeClr val="tx1"/>
                </a:solidFill>
                <a:latin typeface="Times New Roman" pitchFamily="18" charset="0"/>
                <a:ea typeface="宋体" charset="-122"/>
              </a:defRPr>
            </a:lvl4pPr>
            <a:lvl5pPr marL="2057400" indent="-228600" eaLnBrk="0" hangingPunct="0">
              <a:defRPr kumimoji="1" sz="2800">
                <a:solidFill>
                  <a:schemeClr val="tx1"/>
                </a:solidFill>
                <a:latin typeface="Times New Roman" pitchFamily="18" charset="0"/>
                <a:ea typeface="宋体" charset="-122"/>
              </a:defRPr>
            </a:lvl5pPr>
            <a:lvl6pPr marL="2514600" indent="-228600" eaLnBrk="0" fontAlgn="base" hangingPunct="0">
              <a:spcBef>
                <a:spcPct val="50000"/>
              </a:spcBef>
              <a:spcAft>
                <a:spcPct val="0"/>
              </a:spcAft>
              <a:defRPr kumimoji="1" sz="2800">
                <a:solidFill>
                  <a:schemeClr val="tx1"/>
                </a:solidFill>
                <a:latin typeface="Times New Roman" pitchFamily="18" charset="0"/>
                <a:ea typeface="宋体" charset="-122"/>
              </a:defRPr>
            </a:lvl6pPr>
            <a:lvl7pPr marL="2971800" indent="-228600" eaLnBrk="0" fontAlgn="base" hangingPunct="0">
              <a:spcBef>
                <a:spcPct val="50000"/>
              </a:spcBef>
              <a:spcAft>
                <a:spcPct val="0"/>
              </a:spcAft>
              <a:defRPr kumimoji="1" sz="2800">
                <a:solidFill>
                  <a:schemeClr val="tx1"/>
                </a:solidFill>
                <a:latin typeface="Times New Roman" pitchFamily="18" charset="0"/>
                <a:ea typeface="宋体" charset="-122"/>
              </a:defRPr>
            </a:lvl7pPr>
            <a:lvl8pPr marL="3429000" indent="-228600" eaLnBrk="0" fontAlgn="base" hangingPunct="0">
              <a:spcBef>
                <a:spcPct val="50000"/>
              </a:spcBef>
              <a:spcAft>
                <a:spcPct val="0"/>
              </a:spcAft>
              <a:defRPr kumimoji="1" sz="2800">
                <a:solidFill>
                  <a:schemeClr val="tx1"/>
                </a:solidFill>
                <a:latin typeface="Times New Roman" pitchFamily="18" charset="0"/>
                <a:ea typeface="宋体" charset="-122"/>
              </a:defRPr>
            </a:lvl8pPr>
            <a:lvl9pPr marL="3886200" indent="-228600" eaLnBrk="0" fontAlgn="base" hangingPunct="0">
              <a:spcBef>
                <a:spcPct val="50000"/>
              </a:spcBef>
              <a:spcAft>
                <a:spcPct val="0"/>
              </a:spcAft>
              <a:defRPr kumimoji="1" sz="2800">
                <a:solidFill>
                  <a:schemeClr val="tx1"/>
                </a:solidFill>
                <a:latin typeface="Times New Roman" pitchFamily="18" charset="0"/>
                <a:ea typeface="宋体" charset="-122"/>
              </a:defRPr>
            </a:lvl9pPr>
          </a:lstStyle>
          <a:p>
            <a:pPr eaLnBrk="1" hangingPunct="1"/>
            <a:r>
              <a:rPr lang="en-US" altLang="zh-CN" sz="1800" b="1" i="1" dirty="0">
                <a:solidFill>
                  <a:srgbClr val="C00000"/>
                </a:solidFill>
                <a:cs typeface="Times New Roman" panose="02020603050405020304" pitchFamily="18" charset="0"/>
              </a:rPr>
              <a:t>H</a:t>
            </a:r>
            <a:r>
              <a:rPr lang="en-US" altLang="zh-CN" sz="1800" b="1" baseline="-25000" dirty="0">
                <a:solidFill>
                  <a:srgbClr val="C00000"/>
                </a:solidFill>
                <a:cs typeface="Times New Roman" panose="02020603050405020304" pitchFamily="18" charset="0"/>
              </a:rPr>
              <a:t>i</a:t>
            </a:r>
          </a:p>
        </p:txBody>
      </p:sp>
      <p:sp>
        <p:nvSpPr>
          <p:cNvPr id="114" name="Text Box 26"/>
          <p:cNvSpPr txBox="1">
            <a:spLocks noChangeArrowheads="1"/>
          </p:cNvSpPr>
          <p:nvPr/>
        </p:nvSpPr>
        <p:spPr bwMode="auto">
          <a:xfrm>
            <a:off x="7073276" y="4180813"/>
            <a:ext cx="495441" cy="385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36000">
            <a:spAutoFit/>
          </a:bodyPr>
          <a:lstStyle>
            <a:lvl1pPr eaLnBrk="0" hangingPunct="0">
              <a:defRPr kumimoji="1" sz="2800">
                <a:solidFill>
                  <a:schemeClr val="tx1"/>
                </a:solidFill>
                <a:latin typeface="Times New Roman" pitchFamily="18" charset="0"/>
                <a:ea typeface="宋体" charset="-122"/>
              </a:defRPr>
            </a:lvl1pPr>
            <a:lvl2pPr marL="742950" indent="-285750" eaLnBrk="0" hangingPunct="0">
              <a:defRPr kumimoji="1" sz="2800">
                <a:solidFill>
                  <a:schemeClr val="tx1"/>
                </a:solidFill>
                <a:latin typeface="Times New Roman" pitchFamily="18" charset="0"/>
                <a:ea typeface="宋体" charset="-122"/>
              </a:defRPr>
            </a:lvl2pPr>
            <a:lvl3pPr marL="1143000" indent="-228600" eaLnBrk="0" hangingPunct="0">
              <a:defRPr kumimoji="1" sz="2800">
                <a:solidFill>
                  <a:schemeClr val="tx1"/>
                </a:solidFill>
                <a:latin typeface="Times New Roman" pitchFamily="18" charset="0"/>
                <a:ea typeface="宋体" charset="-122"/>
              </a:defRPr>
            </a:lvl3pPr>
            <a:lvl4pPr marL="1600200" indent="-228600" eaLnBrk="0" hangingPunct="0">
              <a:defRPr kumimoji="1" sz="2800">
                <a:solidFill>
                  <a:schemeClr val="tx1"/>
                </a:solidFill>
                <a:latin typeface="Times New Roman" pitchFamily="18" charset="0"/>
                <a:ea typeface="宋体" charset="-122"/>
              </a:defRPr>
            </a:lvl4pPr>
            <a:lvl5pPr marL="2057400" indent="-228600" eaLnBrk="0" hangingPunct="0">
              <a:defRPr kumimoji="1" sz="2800">
                <a:solidFill>
                  <a:schemeClr val="tx1"/>
                </a:solidFill>
                <a:latin typeface="Times New Roman" pitchFamily="18" charset="0"/>
                <a:ea typeface="宋体" charset="-122"/>
              </a:defRPr>
            </a:lvl5pPr>
            <a:lvl6pPr marL="2514600" indent="-228600" eaLnBrk="0" fontAlgn="base" hangingPunct="0">
              <a:spcBef>
                <a:spcPct val="50000"/>
              </a:spcBef>
              <a:spcAft>
                <a:spcPct val="0"/>
              </a:spcAft>
              <a:defRPr kumimoji="1" sz="2800">
                <a:solidFill>
                  <a:schemeClr val="tx1"/>
                </a:solidFill>
                <a:latin typeface="Times New Roman" pitchFamily="18" charset="0"/>
                <a:ea typeface="宋体" charset="-122"/>
              </a:defRPr>
            </a:lvl6pPr>
            <a:lvl7pPr marL="2971800" indent="-228600" eaLnBrk="0" fontAlgn="base" hangingPunct="0">
              <a:spcBef>
                <a:spcPct val="50000"/>
              </a:spcBef>
              <a:spcAft>
                <a:spcPct val="0"/>
              </a:spcAft>
              <a:defRPr kumimoji="1" sz="2800">
                <a:solidFill>
                  <a:schemeClr val="tx1"/>
                </a:solidFill>
                <a:latin typeface="Times New Roman" pitchFamily="18" charset="0"/>
                <a:ea typeface="宋体" charset="-122"/>
              </a:defRPr>
            </a:lvl7pPr>
            <a:lvl8pPr marL="3429000" indent="-228600" eaLnBrk="0" fontAlgn="base" hangingPunct="0">
              <a:spcBef>
                <a:spcPct val="50000"/>
              </a:spcBef>
              <a:spcAft>
                <a:spcPct val="0"/>
              </a:spcAft>
              <a:defRPr kumimoji="1" sz="2800">
                <a:solidFill>
                  <a:schemeClr val="tx1"/>
                </a:solidFill>
                <a:latin typeface="Times New Roman" pitchFamily="18" charset="0"/>
                <a:ea typeface="宋体" charset="-122"/>
              </a:defRPr>
            </a:lvl8pPr>
            <a:lvl9pPr marL="3886200" indent="-228600" eaLnBrk="0" fontAlgn="base" hangingPunct="0">
              <a:spcBef>
                <a:spcPct val="50000"/>
              </a:spcBef>
              <a:spcAft>
                <a:spcPct val="0"/>
              </a:spcAft>
              <a:defRPr kumimoji="1" sz="2800">
                <a:solidFill>
                  <a:schemeClr val="tx1"/>
                </a:solidFill>
                <a:latin typeface="Times New Roman" pitchFamily="18" charset="0"/>
                <a:ea typeface="宋体" charset="-122"/>
              </a:defRPr>
            </a:lvl9pPr>
          </a:lstStyle>
          <a:p>
            <a:pPr eaLnBrk="1" hangingPunct="1"/>
            <a:r>
              <a:rPr lang="en-US" altLang="zh-CN" sz="1800" b="1" i="1" dirty="0">
                <a:solidFill>
                  <a:srgbClr val="C00000"/>
                </a:solidFill>
                <a:cs typeface="Times New Roman" panose="02020603050405020304" pitchFamily="18" charset="0"/>
              </a:rPr>
              <a:t>H</a:t>
            </a:r>
            <a:r>
              <a:rPr lang="en-US" altLang="zh-CN" sz="1800" b="1" baseline="-25000" dirty="0">
                <a:solidFill>
                  <a:srgbClr val="C00000"/>
                </a:solidFill>
                <a:cs typeface="Times New Roman" panose="02020603050405020304" pitchFamily="18" charset="0"/>
              </a:rPr>
              <a:t>i-1</a:t>
            </a:r>
          </a:p>
        </p:txBody>
      </p:sp>
      <p:sp>
        <p:nvSpPr>
          <p:cNvPr id="124" name="AutoShape 5"/>
          <p:cNvSpPr>
            <a:spLocks noChangeArrowheads="1"/>
          </p:cNvSpPr>
          <p:nvPr/>
        </p:nvSpPr>
        <p:spPr bwMode="auto">
          <a:xfrm>
            <a:off x="955648" y="1067382"/>
            <a:ext cx="466960" cy="376146"/>
          </a:xfrm>
          <a:prstGeom prst="homePlate">
            <a:avLst>
              <a:gd name="adj" fmla="val 33632"/>
            </a:avLst>
          </a:prstGeom>
          <a:solidFill>
            <a:schemeClr val="accent2"/>
          </a:solidFill>
          <a:ln w="9525">
            <a:solidFill>
              <a:schemeClr val="tx1"/>
            </a:solidFill>
            <a:miter lim="800000"/>
            <a:headEnd/>
            <a:tailEnd/>
          </a:ln>
        </p:spPr>
        <p:txBody>
          <a:bodyPr anchor="ctr"/>
          <a:lstStyle/>
          <a:p>
            <a:endParaRPr lang="zh-CN" altLang="en-US"/>
          </a:p>
        </p:txBody>
      </p:sp>
      <p:graphicFrame>
        <p:nvGraphicFramePr>
          <p:cNvPr id="68" name="Object 80"/>
          <p:cNvGraphicFramePr>
            <a:graphicFrameLocks noChangeAspect="1"/>
          </p:cNvGraphicFramePr>
          <p:nvPr>
            <p:extLst>
              <p:ext uri="{D42A27DB-BD31-4B8C-83A1-F6EECF244321}">
                <p14:modId xmlns:p14="http://schemas.microsoft.com/office/powerpoint/2010/main" val="2392149301"/>
              </p:ext>
            </p:extLst>
          </p:nvPr>
        </p:nvGraphicFramePr>
        <p:xfrm>
          <a:off x="1730375" y="665163"/>
          <a:ext cx="4945063" cy="1122362"/>
        </p:xfrm>
        <a:graphic>
          <a:graphicData uri="http://schemas.openxmlformats.org/presentationml/2006/ole">
            <mc:AlternateContent xmlns:mc="http://schemas.openxmlformats.org/markup-compatibility/2006">
              <mc:Choice xmlns:v="urn:schemas-microsoft-com:vml" Requires="v">
                <p:oleObj spid="_x0000_s1777891" name="Equation" r:id="rId4" imgW="2908080" imgH="660240" progId="Equation.DSMT4">
                  <p:embed/>
                </p:oleObj>
              </mc:Choice>
              <mc:Fallback>
                <p:oleObj name="Equation" r:id="rId4" imgW="2908080" imgH="660240" progId="Equation.DSMT4">
                  <p:embed/>
                  <p:pic>
                    <p:nvPicPr>
                      <p:cNvPr id="87" name="Object 80"/>
                      <p:cNvPicPr>
                        <a:picLocks noChangeAspect="1" noChangeArrowheads="1"/>
                      </p:cNvPicPr>
                      <p:nvPr/>
                    </p:nvPicPr>
                    <p:blipFill>
                      <a:blip r:embed="rId5"/>
                      <a:srcRect/>
                      <a:stretch>
                        <a:fillRect/>
                      </a:stretch>
                    </p:blipFill>
                    <p:spPr bwMode="auto">
                      <a:xfrm>
                        <a:off x="1730375" y="665163"/>
                        <a:ext cx="4945063" cy="1122362"/>
                      </a:xfrm>
                      <a:prstGeom prst="rect">
                        <a:avLst/>
                      </a:prstGeom>
                      <a:noFill/>
                      <a:ln w="9525">
                        <a:noFill/>
                        <a:miter lim="800000"/>
                        <a:headEnd/>
                        <a:tailEnd/>
                      </a:ln>
                    </p:spPr>
                  </p:pic>
                </p:oleObj>
              </mc:Fallback>
            </mc:AlternateContent>
          </a:graphicData>
        </a:graphic>
      </p:graphicFrame>
      <p:sp>
        <p:nvSpPr>
          <p:cNvPr id="69" name="Text Box 110"/>
          <p:cNvSpPr txBox="1">
            <a:spLocks noChangeArrowheads="1"/>
          </p:cNvSpPr>
          <p:nvPr/>
        </p:nvSpPr>
        <p:spPr bwMode="auto">
          <a:xfrm>
            <a:off x="1125118" y="2861835"/>
            <a:ext cx="5313781" cy="25853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marL="446088" indent="-446088" defTabSz="739775" eaLnBrk="1" hangingPunct="1">
              <a:lnSpc>
                <a:spcPct val="125000"/>
              </a:lnSpc>
              <a:buClr>
                <a:srgbClr val="C00000"/>
              </a:buClr>
              <a:buSzPct val="130000"/>
              <a:buFont typeface="Wingdings" panose="05000000000000000000" pitchFamily="2" charset="2"/>
              <a:buChar char="F"/>
              <a:tabLst>
                <a:tab pos="3411538" algn="l"/>
              </a:tabLst>
            </a:pPr>
            <a:r>
              <a:rPr lang="zh-CN" altLang="en-US"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和毕肖甫公式很类似，推导</a:t>
            </a:r>
            <a:r>
              <a:rPr lang="zh-CN" altLang="en-US" sz="20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的思路不同</a:t>
            </a:r>
            <a:endParaRPr lang="en-US" altLang="zh-CN" sz="20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a:p>
            <a:pPr marL="446088" indent="-446088" defTabSz="739775" eaLnBrk="1" hangingPunct="1">
              <a:lnSpc>
                <a:spcPct val="125000"/>
              </a:lnSpc>
              <a:buClr>
                <a:srgbClr val="C00000"/>
              </a:buClr>
              <a:buSzPct val="130000"/>
              <a:buFont typeface="Wingdings" panose="05000000000000000000" pitchFamily="2" charset="2"/>
              <a:buChar char="F"/>
              <a:tabLst>
                <a:tab pos="3411538" algn="l"/>
              </a:tabLst>
            </a:pPr>
            <a:r>
              <a:rPr lang="zh-CN" altLang="en-US" sz="20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满足力多边形</a:t>
            </a:r>
            <a:r>
              <a:rPr lang="zh-CN" altLang="en-US"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闭合</a:t>
            </a:r>
            <a:r>
              <a:rPr lang="en-US" altLang="zh-CN"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a:t>
            </a:r>
            <a:r>
              <a:rPr lang="zh-CN" altLang="en-US"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极限</a:t>
            </a:r>
            <a:r>
              <a:rPr lang="zh-CN" altLang="en-US" sz="20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平衡</a:t>
            </a:r>
            <a:r>
              <a:rPr lang="en-US" altLang="zh-CN" sz="20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a:t>
            </a:r>
            <a:r>
              <a:rPr lang="zh-CN" altLang="en-US" sz="20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推力条件，适用</a:t>
            </a:r>
            <a:r>
              <a:rPr lang="zh-CN" altLang="en-US"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任意滑裂面</a:t>
            </a:r>
          </a:p>
          <a:p>
            <a:pPr marL="446088" indent="-446088" defTabSz="739775" eaLnBrk="1" hangingPunct="1">
              <a:lnSpc>
                <a:spcPct val="125000"/>
              </a:lnSpc>
              <a:buClr>
                <a:srgbClr val="C00000"/>
              </a:buClr>
              <a:buSzPct val="130000"/>
              <a:buFont typeface="Wingdings" panose="05000000000000000000" pitchFamily="2" charset="2"/>
              <a:buChar char="F"/>
              <a:tabLst>
                <a:tab pos="3411538" algn="l"/>
              </a:tabLst>
            </a:pPr>
            <a:r>
              <a:rPr lang="zh-CN" altLang="en-US" sz="20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公式中</a:t>
            </a:r>
            <a:r>
              <a:rPr lang="en-US" altLang="zh-CN" sz="20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a:t>
            </a:r>
            <a:r>
              <a:rPr lang="en-US" altLang="zh-CN" sz="2000" b="1" i="1" dirty="0" err="1"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H</a:t>
            </a:r>
            <a:r>
              <a:rPr lang="en-US" altLang="zh-CN" sz="2000" b="1" i="1" baseline="-25000" dirty="0" err="1"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i</a:t>
            </a:r>
            <a:r>
              <a:rPr lang="en-US" altLang="zh-CN" sz="2000" b="1" dirty="0" err="1"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利用</a:t>
            </a:r>
            <a:r>
              <a:rPr lang="zh-CN" altLang="en-US" sz="20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土</a:t>
            </a:r>
            <a:r>
              <a:rPr lang="en-US" altLang="zh-CN" sz="2000" b="1" dirty="0" err="1"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条力矩平衡条件</a:t>
            </a:r>
            <a:r>
              <a:rPr lang="zh-CN" altLang="en-US" sz="20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解决，</a:t>
            </a:r>
            <a:r>
              <a:rPr lang="en-US" altLang="zh-CN" sz="2000" b="1" dirty="0" err="1"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因而整个滑动土体的整体力矩平衡也得到满足</a:t>
            </a:r>
            <a:endParaRPr lang="en-US" altLang="zh-CN" sz="20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a:p>
            <a:pPr marL="446088" indent="-446088" defTabSz="739775" eaLnBrk="1" hangingPunct="1">
              <a:lnSpc>
                <a:spcPct val="125000"/>
              </a:lnSpc>
              <a:buClr>
                <a:srgbClr val="C00000"/>
              </a:buClr>
              <a:buSzPct val="130000"/>
              <a:buFont typeface="Wingdings" panose="05000000000000000000" pitchFamily="2" charset="2"/>
              <a:buChar char="F"/>
              <a:tabLst>
                <a:tab pos="3411538" algn="l"/>
              </a:tabLst>
            </a:pPr>
            <a:r>
              <a:rPr lang="zh-CN" altLang="en-US" sz="20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需要进行迭代，计算</a:t>
            </a:r>
            <a:r>
              <a:rPr lang="zh-CN" altLang="en-US"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较</a:t>
            </a:r>
            <a:r>
              <a:rPr lang="zh-CN" altLang="en-US" sz="20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复杂</a:t>
            </a:r>
            <a:endParaRPr lang="en-US" altLang="zh-CN"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p:txBody>
      </p:sp>
      <p:cxnSp>
        <p:nvCxnSpPr>
          <p:cNvPr id="70" name="直接连接符 69"/>
          <p:cNvCxnSpPr/>
          <p:nvPr/>
        </p:nvCxnSpPr>
        <p:spPr bwMode="auto">
          <a:xfrm>
            <a:off x="7496746" y="2296912"/>
            <a:ext cx="0" cy="196845"/>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1" name="直接连接符 70"/>
          <p:cNvCxnSpPr/>
          <p:nvPr/>
        </p:nvCxnSpPr>
        <p:spPr bwMode="auto">
          <a:xfrm>
            <a:off x="8102449" y="2298884"/>
            <a:ext cx="0" cy="196845"/>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2" name="直接箭头连接符 71"/>
          <p:cNvCxnSpPr/>
          <p:nvPr/>
        </p:nvCxnSpPr>
        <p:spPr bwMode="auto">
          <a:xfrm>
            <a:off x="7490501" y="2410165"/>
            <a:ext cx="610512" cy="0"/>
          </a:xfrm>
          <a:prstGeom prst="straightConnector1">
            <a:avLst/>
          </a:prstGeom>
          <a:noFill/>
          <a:ln w="12700" cap="flat" cmpd="sng" algn="ctr">
            <a:solidFill>
              <a:schemeClr val="tx1"/>
            </a:solidFill>
            <a:prstDash val="solid"/>
            <a:round/>
            <a:headEnd type="triangl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3" name="Text Box 2450"/>
          <p:cNvSpPr txBox="1">
            <a:spLocks noChangeArrowheads="1"/>
          </p:cNvSpPr>
          <p:nvPr/>
        </p:nvSpPr>
        <p:spPr bwMode="auto">
          <a:xfrm>
            <a:off x="7515781" y="1998135"/>
            <a:ext cx="484428" cy="3845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800" b="1" i="1" dirty="0">
                <a:solidFill>
                  <a:srgbClr val="C00000"/>
                </a:solidFill>
                <a:sym typeface="Symbol" panose="05050102010706020507" pitchFamily="18" charset="2"/>
              </a:rPr>
              <a:t></a:t>
            </a:r>
            <a:r>
              <a:rPr kumimoji="1" lang="en-US" altLang="zh-CN" sz="1800" b="1" i="1" dirty="0" smtClean="0">
                <a:solidFill>
                  <a:srgbClr val="C00000"/>
                </a:solidFill>
              </a:rPr>
              <a:t>x</a:t>
            </a:r>
            <a:r>
              <a:rPr kumimoji="1" lang="en-US" altLang="zh-CN" sz="1800" b="1" baseline="-25000" dirty="0" smtClean="0">
                <a:solidFill>
                  <a:srgbClr val="C00000"/>
                </a:solidFill>
              </a:rPr>
              <a:t>i</a:t>
            </a:r>
            <a:endParaRPr kumimoji="1" lang="en-US" altLang="zh-CN" sz="1800" b="1" baseline="-25000" dirty="0">
              <a:solidFill>
                <a:srgbClr val="C00000"/>
              </a:solidFill>
            </a:endParaRPr>
          </a:p>
        </p:txBody>
      </p:sp>
      <p:sp>
        <p:nvSpPr>
          <p:cNvPr id="77" name="Text Box 6"/>
          <p:cNvSpPr txBox="1">
            <a:spLocks noChangeArrowheads="1"/>
          </p:cNvSpPr>
          <p:nvPr/>
        </p:nvSpPr>
        <p:spPr bwMode="auto">
          <a:xfrm>
            <a:off x="7509303" y="4040083"/>
            <a:ext cx="399969" cy="410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800">
                <a:solidFill>
                  <a:schemeClr val="tx1"/>
                </a:solidFill>
                <a:latin typeface="Times New Roman" pitchFamily="18" charset="0"/>
                <a:ea typeface="宋体" charset="-122"/>
              </a:defRPr>
            </a:lvl1pPr>
            <a:lvl2pPr marL="742950" indent="-285750" eaLnBrk="0" hangingPunct="0">
              <a:defRPr kumimoji="1" sz="2800">
                <a:solidFill>
                  <a:schemeClr val="tx1"/>
                </a:solidFill>
                <a:latin typeface="Times New Roman" pitchFamily="18" charset="0"/>
                <a:ea typeface="宋体" charset="-122"/>
              </a:defRPr>
            </a:lvl2pPr>
            <a:lvl3pPr marL="1143000" indent="-228600" eaLnBrk="0" hangingPunct="0">
              <a:defRPr kumimoji="1" sz="2800">
                <a:solidFill>
                  <a:schemeClr val="tx1"/>
                </a:solidFill>
                <a:latin typeface="Times New Roman" pitchFamily="18" charset="0"/>
                <a:ea typeface="宋体" charset="-122"/>
              </a:defRPr>
            </a:lvl3pPr>
            <a:lvl4pPr marL="1600200" indent="-228600" eaLnBrk="0" hangingPunct="0">
              <a:defRPr kumimoji="1" sz="2800">
                <a:solidFill>
                  <a:schemeClr val="tx1"/>
                </a:solidFill>
                <a:latin typeface="Times New Roman" pitchFamily="18" charset="0"/>
                <a:ea typeface="宋体" charset="-122"/>
              </a:defRPr>
            </a:lvl4pPr>
            <a:lvl5pPr marL="2057400" indent="-228600" eaLnBrk="0" hangingPunct="0">
              <a:defRPr kumimoji="1" sz="2800">
                <a:solidFill>
                  <a:schemeClr val="tx1"/>
                </a:solidFill>
                <a:latin typeface="Times New Roman" pitchFamily="18" charset="0"/>
                <a:ea typeface="宋体" charset="-122"/>
              </a:defRPr>
            </a:lvl5pPr>
            <a:lvl6pPr marL="2514600" indent="-228600" eaLnBrk="0" fontAlgn="base" hangingPunct="0">
              <a:spcBef>
                <a:spcPct val="50000"/>
              </a:spcBef>
              <a:spcAft>
                <a:spcPct val="0"/>
              </a:spcAft>
              <a:defRPr kumimoji="1" sz="2800">
                <a:solidFill>
                  <a:schemeClr val="tx1"/>
                </a:solidFill>
                <a:latin typeface="Times New Roman" pitchFamily="18" charset="0"/>
                <a:ea typeface="宋体" charset="-122"/>
              </a:defRPr>
            </a:lvl6pPr>
            <a:lvl7pPr marL="2971800" indent="-228600" eaLnBrk="0" fontAlgn="base" hangingPunct="0">
              <a:spcBef>
                <a:spcPct val="50000"/>
              </a:spcBef>
              <a:spcAft>
                <a:spcPct val="0"/>
              </a:spcAft>
              <a:defRPr kumimoji="1" sz="2800">
                <a:solidFill>
                  <a:schemeClr val="tx1"/>
                </a:solidFill>
                <a:latin typeface="Times New Roman" pitchFamily="18" charset="0"/>
                <a:ea typeface="宋体" charset="-122"/>
              </a:defRPr>
            </a:lvl7pPr>
            <a:lvl8pPr marL="3429000" indent="-228600" eaLnBrk="0" fontAlgn="base" hangingPunct="0">
              <a:spcBef>
                <a:spcPct val="50000"/>
              </a:spcBef>
              <a:spcAft>
                <a:spcPct val="0"/>
              </a:spcAft>
              <a:defRPr kumimoji="1" sz="2800">
                <a:solidFill>
                  <a:schemeClr val="tx1"/>
                </a:solidFill>
                <a:latin typeface="Times New Roman" pitchFamily="18" charset="0"/>
                <a:ea typeface="宋体" charset="-122"/>
              </a:defRPr>
            </a:lvl8pPr>
            <a:lvl9pPr marL="3886200" indent="-228600" eaLnBrk="0" fontAlgn="base" hangingPunct="0">
              <a:spcBef>
                <a:spcPct val="50000"/>
              </a:spcBef>
              <a:spcAft>
                <a:spcPct val="0"/>
              </a:spcAft>
              <a:defRPr kumimoji="1" sz="2800">
                <a:solidFill>
                  <a:schemeClr val="tx1"/>
                </a:solidFill>
                <a:latin typeface="Times New Roman" pitchFamily="18" charset="0"/>
                <a:ea typeface="宋体" charset="-122"/>
              </a:defRPr>
            </a:lvl9pPr>
          </a:lstStyle>
          <a:p>
            <a:pPr eaLnBrk="1" hangingPunct="1"/>
            <a:r>
              <a:rPr lang="en-US" altLang="zh-CN" sz="1800" b="1" dirty="0" smtClean="0">
                <a:solidFill>
                  <a:srgbClr val="C00000"/>
                </a:solidFill>
                <a:cs typeface="Times New Roman" panose="02020603050405020304" pitchFamily="18" charset="0"/>
              </a:rPr>
              <a:t>O</a:t>
            </a:r>
            <a:endParaRPr lang="en-US" altLang="zh-CN" sz="1800" b="1" baseline="-25000" dirty="0">
              <a:solidFill>
                <a:srgbClr val="C00000"/>
              </a:solidFill>
              <a:cs typeface="Times New Roman" panose="02020603050405020304" pitchFamily="18" charset="0"/>
            </a:endParaRPr>
          </a:p>
        </p:txBody>
      </p:sp>
      <p:sp>
        <p:nvSpPr>
          <p:cNvPr id="3" name="椭圆 2"/>
          <p:cNvSpPr/>
          <p:nvPr/>
        </p:nvSpPr>
        <p:spPr bwMode="auto">
          <a:xfrm>
            <a:off x="7763721" y="4324392"/>
            <a:ext cx="72716" cy="72716"/>
          </a:xfrm>
          <a:prstGeom prst="ellipse">
            <a:avLst/>
          </a:prstGeom>
          <a:solidFill>
            <a:srgbClr val="FFFF00"/>
          </a:solidFill>
          <a:ln w="6350" cap="flat" cmpd="sng" algn="ctr">
            <a:solidFill>
              <a:srgbClr val="0000FF"/>
            </a:solid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Tree>
    <p:extLst>
      <p:ext uri="{BB962C8B-B14F-4D97-AF65-F5344CB8AC3E}">
        <p14:creationId xmlns:p14="http://schemas.microsoft.com/office/powerpoint/2010/main" val="735410222"/>
      </p:ext>
    </p:extLst>
  </p:cSld>
  <p:clrMapOvr>
    <a:masterClrMapping/>
  </p:clrMapOvr>
  <p:transition spd="med">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24"/>
                                        </p:tgtEl>
                                        <p:attrNameLst>
                                          <p:attrName>style.visibility</p:attrName>
                                        </p:attrNameLst>
                                      </p:cBhvr>
                                      <p:to>
                                        <p:strVal val="visible"/>
                                      </p:to>
                                    </p:set>
                                    <p:animEffect transition="in" filter="wipe(left)">
                                      <p:cBhvr>
                                        <p:cTn id="7" dur="1000"/>
                                        <p:tgtEl>
                                          <p:spTgt spid="124"/>
                                        </p:tgtEl>
                                      </p:cBhvr>
                                    </p:animEffect>
                                  </p:childTnLst>
                                </p:cTn>
                              </p:par>
                            </p:childTnLst>
                          </p:cTn>
                        </p:par>
                        <p:par>
                          <p:cTn id="8" fill="hold">
                            <p:stCondLst>
                              <p:cond delay="1000"/>
                            </p:stCondLst>
                            <p:childTnLst>
                              <p:par>
                                <p:cTn id="9" presetID="22" presetClass="entr" presetSubtype="8" fill="hold" nodeType="afterEffect">
                                  <p:stCondLst>
                                    <p:cond delay="0"/>
                                  </p:stCondLst>
                                  <p:childTnLst>
                                    <p:set>
                                      <p:cBhvr>
                                        <p:cTn id="10" dur="1" fill="hold">
                                          <p:stCondLst>
                                            <p:cond delay="0"/>
                                          </p:stCondLst>
                                        </p:cTn>
                                        <p:tgtEl>
                                          <p:spTgt spid="68"/>
                                        </p:tgtEl>
                                        <p:attrNameLst>
                                          <p:attrName>style.visibility</p:attrName>
                                        </p:attrNameLst>
                                      </p:cBhvr>
                                      <p:to>
                                        <p:strVal val="visible"/>
                                      </p:to>
                                    </p:set>
                                    <p:animEffect transition="in" filter="wipe(left)">
                                      <p:cBhvr>
                                        <p:cTn id="11" dur="500"/>
                                        <p:tgtEl>
                                          <p:spTgt spid="68"/>
                                        </p:tgtEl>
                                      </p:cBhvr>
                                    </p:animEffect>
                                  </p:childTnLst>
                                </p:cTn>
                              </p:par>
                            </p:childTnLst>
                          </p:cTn>
                        </p:par>
                      </p:childTnLst>
                    </p:cTn>
                  </p:par>
                  <p:par>
                    <p:cTn id="12" fill="hold">
                      <p:stCondLst>
                        <p:cond delay="indefinite"/>
                      </p:stCondLst>
                      <p:childTnLst>
                        <p:par>
                          <p:cTn id="13" fill="hold">
                            <p:stCondLst>
                              <p:cond delay="0"/>
                            </p:stCondLst>
                            <p:childTnLst>
                              <p:par>
                                <p:cTn id="14" presetID="31" presetClass="entr" presetSubtype="0" fill="hold" grpId="0" nodeType="clickEffect">
                                  <p:stCondLst>
                                    <p:cond delay="0"/>
                                  </p:stCondLst>
                                  <p:childTnLst>
                                    <p:set>
                                      <p:cBhvr>
                                        <p:cTn id="15" dur="1" fill="hold">
                                          <p:stCondLst>
                                            <p:cond delay="0"/>
                                          </p:stCondLst>
                                        </p:cTn>
                                        <p:tgtEl>
                                          <p:spTgt spid="219"/>
                                        </p:tgtEl>
                                        <p:attrNameLst>
                                          <p:attrName>style.visibility</p:attrName>
                                        </p:attrNameLst>
                                      </p:cBhvr>
                                      <p:to>
                                        <p:strVal val="visible"/>
                                      </p:to>
                                    </p:set>
                                    <p:anim calcmode="lin" valueType="num">
                                      <p:cBhvr>
                                        <p:cTn id="16" dur="1000" fill="hold"/>
                                        <p:tgtEl>
                                          <p:spTgt spid="219"/>
                                        </p:tgtEl>
                                        <p:attrNameLst>
                                          <p:attrName>ppt_w</p:attrName>
                                        </p:attrNameLst>
                                      </p:cBhvr>
                                      <p:tavLst>
                                        <p:tav tm="0">
                                          <p:val>
                                            <p:fltVal val="0"/>
                                          </p:val>
                                        </p:tav>
                                        <p:tav tm="100000">
                                          <p:val>
                                            <p:strVal val="#ppt_w"/>
                                          </p:val>
                                        </p:tav>
                                      </p:tavLst>
                                    </p:anim>
                                    <p:anim calcmode="lin" valueType="num">
                                      <p:cBhvr>
                                        <p:cTn id="17" dur="1000" fill="hold"/>
                                        <p:tgtEl>
                                          <p:spTgt spid="219"/>
                                        </p:tgtEl>
                                        <p:attrNameLst>
                                          <p:attrName>ppt_h</p:attrName>
                                        </p:attrNameLst>
                                      </p:cBhvr>
                                      <p:tavLst>
                                        <p:tav tm="0">
                                          <p:val>
                                            <p:fltVal val="0"/>
                                          </p:val>
                                        </p:tav>
                                        <p:tav tm="100000">
                                          <p:val>
                                            <p:strVal val="#ppt_h"/>
                                          </p:val>
                                        </p:tav>
                                      </p:tavLst>
                                    </p:anim>
                                    <p:anim calcmode="lin" valueType="num">
                                      <p:cBhvr>
                                        <p:cTn id="18" dur="1000" fill="hold"/>
                                        <p:tgtEl>
                                          <p:spTgt spid="219"/>
                                        </p:tgtEl>
                                        <p:attrNameLst>
                                          <p:attrName>style.rotation</p:attrName>
                                        </p:attrNameLst>
                                      </p:cBhvr>
                                      <p:tavLst>
                                        <p:tav tm="0">
                                          <p:val>
                                            <p:fltVal val="90"/>
                                          </p:val>
                                        </p:tav>
                                        <p:tav tm="100000">
                                          <p:val>
                                            <p:fltVal val="0"/>
                                          </p:val>
                                        </p:tav>
                                      </p:tavLst>
                                    </p:anim>
                                    <p:animEffect transition="in" filter="fade">
                                      <p:cBhvr>
                                        <p:cTn id="19" dur="1000"/>
                                        <p:tgtEl>
                                          <p:spTgt spid="219"/>
                                        </p:tgtEl>
                                      </p:cBhvr>
                                    </p:animEffect>
                                  </p:childTnLst>
                                </p:cTn>
                              </p:par>
                            </p:childTnLst>
                          </p:cTn>
                        </p:par>
                        <p:par>
                          <p:cTn id="20" fill="hold">
                            <p:stCondLst>
                              <p:cond delay="1000"/>
                            </p:stCondLst>
                            <p:childTnLst>
                              <p:par>
                                <p:cTn id="21" presetID="22" presetClass="entr" presetSubtype="8" fill="hold" grpId="0" nodeType="afterEffect">
                                  <p:stCondLst>
                                    <p:cond delay="0"/>
                                  </p:stCondLst>
                                  <p:childTnLst>
                                    <p:set>
                                      <p:cBhvr>
                                        <p:cTn id="22" dur="1" fill="hold">
                                          <p:stCondLst>
                                            <p:cond delay="0"/>
                                          </p:stCondLst>
                                        </p:cTn>
                                        <p:tgtEl>
                                          <p:spTgt spid="69">
                                            <p:txEl>
                                              <p:pRg st="0" end="0"/>
                                            </p:txEl>
                                          </p:spTgt>
                                        </p:tgtEl>
                                        <p:attrNameLst>
                                          <p:attrName>style.visibility</p:attrName>
                                        </p:attrNameLst>
                                      </p:cBhvr>
                                      <p:to>
                                        <p:strVal val="visible"/>
                                      </p:to>
                                    </p:set>
                                    <p:animEffect transition="in" filter="wipe(left)">
                                      <p:cBhvr>
                                        <p:cTn id="23" dur="1000"/>
                                        <p:tgtEl>
                                          <p:spTgt spid="69">
                                            <p:txEl>
                                              <p:pRg st="0" end="0"/>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69">
                                            <p:txEl>
                                              <p:pRg st="1" end="1"/>
                                            </p:txEl>
                                          </p:spTgt>
                                        </p:tgtEl>
                                        <p:attrNameLst>
                                          <p:attrName>style.visibility</p:attrName>
                                        </p:attrNameLst>
                                      </p:cBhvr>
                                      <p:to>
                                        <p:strVal val="visible"/>
                                      </p:to>
                                    </p:set>
                                    <p:animEffect transition="in" filter="wipe(left)">
                                      <p:cBhvr>
                                        <p:cTn id="28" dur="1000"/>
                                        <p:tgtEl>
                                          <p:spTgt spid="69">
                                            <p:txEl>
                                              <p:pRg st="1" end="1"/>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69">
                                            <p:txEl>
                                              <p:pRg st="2" end="2"/>
                                            </p:txEl>
                                          </p:spTgt>
                                        </p:tgtEl>
                                        <p:attrNameLst>
                                          <p:attrName>style.visibility</p:attrName>
                                        </p:attrNameLst>
                                      </p:cBhvr>
                                      <p:to>
                                        <p:strVal val="visible"/>
                                      </p:to>
                                    </p:set>
                                    <p:animEffect transition="in" filter="wipe(left)">
                                      <p:cBhvr>
                                        <p:cTn id="33" dur="1000"/>
                                        <p:tgtEl>
                                          <p:spTgt spid="69">
                                            <p:txEl>
                                              <p:pRg st="2" end="2"/>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69">
                                            <p:txEl>
                                              <p:pRg st="3" end="3"/>
                                            </p:txEl>
                                          </p:spTgt>
                                        </p:tgtEl>
                                        <p:attrNameLst>
                                          <p:attrName>style.visibility</p:attrName>
                                        </p:attrNameLst>
                                      </p:cBhvr>
                                      <p:to>
                                        <p:strVal val="visible"/>
                                      </p:to>
                                    </p:set>
                                    <p:animEffect transition="in" filter="wipe(left)">
                                      <p:cBhvr>
                                        <p:cTn id="38" dur="1000"/>
                                        <p:tgtEl>
                                          <p:spTgt spid="6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9" grpId="0"/>
      <p:bldP spid="124" grpId="0" animBg="1"/>
      <p:bldP spid="69" grpId="0" build="p"/>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60</a:t>
            </a:fld>
            <a:endParaRPr lang="zh-CN" altLang="en-US" dirty="0">
              <a:solidFill>
                <a:srgbClr val="C00000"/>
              </a:solidFill>
            </a:endParaRPr>
          </a:p>
        </p:txBody>
      </p:sp>
      <p:sp>
        <p:nvSpPr>
          <p:cNvPr id="219" name="Text Box 4"/>
          <p:cNvSpPr txBox="1">
            <a:spLocks noChangeArrowheads="1"/>
          </p:cNvSpPr>
          <p:nvPr/>
        </p:nvSpPr>
        <p:spPr bwMode="auto">
          <a:xfrm>
            <a:off x="356695" y="710924"/>
            <a:ext cx="4083330" cy="535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358775" indent="-358775" eaLnBrk="1" hangingPunct="1">
              <a:lnSpc>
                <a:spcPct val="120000"/>
              </a:lnSpc>
              <a:spcBef>
                <a:spcPts val="600"/>
              </a:spcBef>
              <a:spcAft>
                <a:spcPts val="0"/>
              </a:spcAft>
              <a:buClr>
                <a:srgbClr val="A50021"/>
              </a:buClr>
              <a:buSzPct val="100000"/>
              <a:buFont typeface="Wingdings" panose="05000000000000000000" pitchFamily="2" charset="2"/>
              <a:buChar char="n"/>
            </a:pPr>
            <a:r>
              <a:rPr lang="zh-CN" altLang="en-US" sz="2400" b="1" dirty="0" smtClean="0">
                <a:solidFill>
                  <a:srgbClr val="A50021"/>
                </a:solidFill>
                <a:latin typeface="微软雅黑" panose="020B0503020204020204" pitchFamily="34" charset="-122"/>
                <a:ea typeface="微软雅黑" panose="020B0503020204020204" pitchFamily="34" charset="-122"/>
              </a:rPr>
              <a:t>最危险滑动面的确定方法</a:t>
            </a:r>
            <a:endParaRPr lang="zh-CN" altLang="en-US" sz="2400" b="1" dirty="0">
              <a:solidFill>
                <a:srgbClr val="000066"/>
              </a:solidFill>
              <a:ea typeface="幼圆" pitchFamily="49" charset="-122"/>
            </a:endParaRPr>
          </a:p>
        </p:txBody>
      </p:sp>
      <p:sp>
        <p:nvSpPr>
          <p:cNvPr id="85" name="Text Box 2"/>
          <p:cNvSpPr txBox="1">
            <a:spLocks noChangeArrowheads="1"/>
          </p:cNvSpPr>
          <p:nvPr/>
        </p:nvSpPr>
        <p:spPr bwMode="auto">
          <a:xfrm>
            <a:off x="2083325" y="5682288"/>
            <a:ext cx="580691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gn="ctr" eaLnBrk="1" hangingPunct="1">
              <a:lnSpc>
                <a:spcPct val="100000"/>
              </a:lnSpc>
              <a:spcBef>
                <a:spcPct val="0"/>
              </a:spcBef>
              <a:spcAft>
                <a:spcPct val="0"/>
              </a:spcAft>
            </a:pPr>
            <a:r>
              <a:rPr kumimoji="1" lang="zh-CN" altLang="en-US" sz="4000" b="1" dirty="0">
                <a:solidFill>
                  <a:srgbClr val="000066"/>
                </a:solidFill>
                <a:latin typeface="黑体" pitchFamily="2" charset="-122"/>
                <a:ea typeface="黑体" pitchFamily="2" charset="-122"/>
              </a:rPr>
              <a:t>最危险滑动面</a:t>
            </a:r>
          </a:p>
        </p:txBody>
      </p:sp>
      <p:sp>
        <p:nvSpPr>
          <p:cNvPr id="86" name="Text Box 7"/>
          <p:cNvSpPr txBox="1">
            <a:spLocks noChangeArrowheads="1"/>
          </p:cNvSpPr>
          <p:nvPr/>
        </p:nvSpPr>
        <p:spPr bwMode="auto">
          <a:xfrm>
            <a:off x="0" y="0"/>
            <a:ext cx="5495827"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1800" b="1" kern="900" spc="130" dirty="0" smtClean="0">
                <a:solidFill>
                  <a:srgbClr val="000066"/>
                </a:solidFill>
                <a:ea typeface="黑体" panose="02010609060101010101" pitchFamily="49" charset="-122"/>
                <a:cs typeface="Times New Roman" panose="02020603050405020304" pitchFamily="18" charset="0"/>
              </a:rPr>
              <a:t>§7.3  </a:t>
            </a:r>
            <a:r>
              <a:rPr lang="zh-CN" altLang="en-US" sz="1800" b="1" kern="900" spc="130" dirty="0" smtClean="0">
                <a:solidFill>
                  <a:srgbClr val="000066"/>
                </a:solidFill>
                <a:ea typeface="黑体" panose="02010609060101010101" pitchFamily="49" charset="-122"/>
                <a:cs typeface="Times New Roman" panose="02020603050405020304" pitchFamily="18" charset="0"/>
              </a:rPr>
              <a:t>黏性</a:t>
            </a:r>
            <a:r>
              <a:rPr lang="zh-CN" altLang="en-US" sz="1800" b="1" kern="900" spc="130" dirty="0">
                <a:solidFill>
                  <a:srgbClr val="000066"/>
                </a:solidFill>
                <a:ea typeface="黑体" panose="02010609060101010101" pitchFamily="49" charset="-122"/>
                <a:cs typeface="Times New Roman" panose="02020603050405020304" pitchFamily="18" charset="0"/>
              </a:rPr>
              <a:t>土坡的稳定</a:t>
            </a:r>
            <a:r>
              <a:rPr lang="zh-CN" altLang="en-US" sz="1800" b="1" kern="900" spc="130" dirty="0" smtClean="0">
                <a:solidFill>
                  <a:srgbClr val="000066"/>
                </a:solidFill>
                <a:ea typeface="黑体" panose="02010609060101010101" pitchFamily="49" charset="-122"/>
                <a:cs typeface="Times New Roman" panose="02020603050405020304" pitchFamily="18" charset="0"/>
              </a:rPr>
              <a:t>分析 </a:t>
            </a:r>
            <a:r>
              <a:rPr lang="en-US" altLang="zh-CN" sz="1800" b="1" kern="900" spc="130" dirty="0" smtClean="0">
                <a:solidFill>
                  <a:srgbClr val="000066"/>
                </a:solidFill>
                <a:ea typeface="黑体" panose="02010609060101010101" pitchFamily="49" charset="-122"/>
                <a:cs typeface="Times New Roman" panose="02020603050405020304" pitchFamily="18" charset="0"/>
              </a:rPr>
              <a:t>- </a:t>
            </a:r>
            <a:r>
              <a:rPr lang="zh-CN" altLang="en-US" sz="1800" b="1" kern="900" spc="130" dirty="0" smtClean="0">
                <a:solidFill>
                  <a:srgbClr val="000066"/>
                </a:solidFill>
                <a:ea typeface="黑体" panose="02010609060101010101" pitchFamily="49" charset="-122"/>
                <a:cs typeface="Times New Roman" panose="02020603050405020304" pitchFamily="18" charset="0"/>
              </a:rPr>
              <a:t>最</a:t>
            </a:r>
            <a:r>
              <a:rPr lang="zh-CN" altLang="en-US" sz="1800" b="1" kern="900" spc="130" dirty="0">
                <a:solidFill>
                  <a:srgbClr val="000066"/>
                </a:solidFill>
                <a:ea typeface="黑体" panose="02010609060101010101" pitchFamily="49" charset="-122"/>
                <a:cs typeface="Times New Roman" panose="02020603050405020304" pitchFamily="18" charset="0"/>
              </a:rPr>
              <a:t>危险</a:t>
            </a:r>
            <a:r>
              <a:rPr lang="zh-CN" altLang="en-US" sz="1800" b="1" kern="900" spc="130" dirty="0" smtClean="0">
                <a:solidFill>
                  <a:srgbClr val="000066"/>
                </a:solidFill>
                <a:ea typeface="黑体" panose="02010609060101010101" pitchFamily="49" charset="-122"/>
                <a:cs typeface="Times New Roman" panose="02020603050405020304" pitchFamily="18" charset="0"/>
              </a:rPr>
              <a:t>滑动面确定</a:t>
            </a:r>
            <a:endParaRPr lang="zh-CN" altLang="en-US" sz="1800" b="1" kern="900" spc="130" dirty="0">
              <a:solidFill>
                <a:srgbClr val="000066"/>
              </a:solidFill>
              <a:ea typeface="黑体" panose="02010609060101010101" pitchFamily="49" charset="-122"/>
              <a:cs typeface="Times New Roman" panose="02020603050405020304" pitchFamily="18" charset="0"/>
            </a:endParaRPr>
          </a:p>
        </p:txBody>
      </p:sp>
      <p:sp>
        <p:nvSpPr>
          <p:cNvPr id="67" name="Text Box 4"/>
          <p:cNvSpPr txBox="1">
            <a:spLocks noChangeArrowheads="1"/>
          </p:cNvSpPr>
          <p:nvPr/>
        </p:nvSpPr>
        <p:spPr bwMode="auto">
          <a:xfrm>
            <a:off x="935037" y="1578520"/>
            <a:ext cx="7096600" cy="31270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444500" indent="-444500" eaLnBrk="1" hangingPunct="1">
              <a:lnSpc>
                <a:spcPct val="130000"/>
              </a:lnSpc>
              <a:spcBef>
                <a:spcPts val="600"/>
              </a:spcBef>
              <a:spcAft>
                <a:spcPts val="0"/>
              </a:spcAft>
              <a:buClr>
                <a:srgbClr val="A50021"/>
              </a:buClr>
              <a:buSzPct val="130000"/>
              <a:buFont typeface="Wingdings" panose="05000000000000000000" pitchFamily="2" charset="2"/>
              <a:buChar char="F"/>
            </a:pPr>
            <a:r>
              <a:rPr lang="zh-CN" altLang="en-US" sz="2400" b="1" dirty="0" smtClean="0">
                <a:solidFill>
                  <a:srgbClr val="000066"/>
                </a:solidFill>
                <a:ea typeface="幼圆" pitchFamily="49" charset="-122"/>
              </a:rPr>
              <a:t>前面介绍的是计算某个确定滑动面安全系数的方法，所得</a:t>
            </a:r>
            <a:r>
              <a:rPr lang="zh-CN" altLang="en-US" sz="2400" b="1" dirty="0">
                <a:solidFill>
                  <a:srgbClr val="000066"/>
                </a:solidFill>
                <a:ea typeface="幼圆" pitchFamily="49" charset="-122"/>
              </a:rPr>
              <a:t>安全系数并不</a:t>
            </a:r>
            <a:r>
              <a:rPr lang="zh-CN" altLang="en-US" sz="2400" b="1" dirty="0" smtClean="0">
                <a:solidFill>
                  <a:srgbClr val="000066"/>
                </a:solidFill>
                <a:ea typeface="幼圆" pitchFamily="49" charset="-122"/>
              </a:rPr>
              <a:t>真正代表边坡</a:t>
            </a:r>
            <a:r>
              <a:rPr lang="zh-CN" altLang="en-US" sz="2400" b="1" dirty="0">
                <a:solidFill>
                  <a:srgbClr val="000066"/>
                </a:solidFill>
                <a:ea typeface="幼圆" pitchFamily="49" charset="-122"/>
              </a:rPr>
              <a:t>的稳定性</a:t>
            </a:r>
            <a:endParaRPr lang="en-US" altLang="zh-CN" sz="2400" b="1" dirty="0" smtClean="0">
              <a:solidFill>
                <a:srgbClr val="000066"/>
              </a:solidFill>
              <a:ea typeface="幼圆" pitchFamily="49" charset="-122"/>
            </a:endParaRPr>
          </a:p>
          <a:p>
            <a:pPr marL="444500" indent="-444500" eaLnBrk="1" hangingPunct="1">
              <a:lnSpc>
                <a:spcPct val="130000"/>
              </a:lnSpc>
              <a:spcBef>
                <a:spcPts val="600"/>
              </a:spcBef>
              <a:spcAft>
                <a:spcPts val="0"/>
              </a:spcAft>
              <a:buClr>
                <a:srgbClr val="A50021"/>
              </a:buClr>
              <a:buSzPct val="130000"/>
              <a:buFont typeface="Wingdings" panose="05000000000000000000" pitchFamily="2" charset="2"/>
              <a:buChar char="F"/>
            </a:pPr>
            <a:r>
              <a:rPr lang="zh-CN" altLang="en-US" sz="2400" b="1" dirty="0" smtClean="0">
                <a:solidFill>
                  <a:srgbClr val="000066"/>
                </a:solidFill>
                <a:ea typeface="幼圆" pitchFamily="49" charset="-122"/>
              </a:rPr>
              <a:t>具有最小安全系数的滑动面称为</a:t>
            </a:r>
            <a:r>
              <a:rPr lang="zh-CN" altLang="en-US" sz="2400" b="1" dirty="0" smtClean="0">
                <a:solidFill>
                  <a:srgbClr val="C00000"/>
                </a:solidFill>
                <a:ea typeface="幼圆" pitchFamily="49" charset="-122"/>
              </a:rPr>
              <a:t>最危险滑动面</a:t>
            </a:r>
            <a:r>
              <a:rPr lang="zh-CN" altLang="en-US" sz="2400" b="1" dirty="0" smtClean="0">
                <a:solidFill>
                  <a:srgbClr val="000066"/>
                </a:solidFill>
                <a:ea typeface="幼圆" pitchFamily="49" charset="-122"/>
              </a:rPr>
              <a:t>，该面才是最可能发生滑动的滑动面</a:t>
            </a:r>
            <a:endParaRPr lang="en-US" altLang="zh-CN" sz="2400" b="1" dirty="0" smtClean="0">
              <a:solidFill>
                <a:srgbClr val="000066"/>
              </a:solidFill>
              <a:ea typeface="幼圆" pitchFamily="49" charset="-122"/>
            </a:endParaRPr>
          </a:p>
          <a:p>
            <a:pPr marL="444500" indent="-444500" eaLnBrk="1" hangingPunct="1">
              <a:lnSpc>
                <a:spcPct val="130000"/>
              </a:lnSpc>
              <a:spcBef>
                <a:spcPts val="600"/>
              </a:spcBef>
              <a:spcAft>
                <a:spcPts val="0"/>
              </a:spcAft>
              <a:buClr>
                <a:srgbClr val="A50021"/>
              </a:buClr>
              <a:buSzPct val="130000"/>
              <a:buFont typeface="Wingdings" panose="05000000000000000000" pitchFamily="2" charset="2"/>
              <a:buChar char="F"/>
            </a:pPr>
            <a:r>
              <a:rPr lang="zh-CN" altLang="en-US" sz="2400" b="1" dirty="0" smtClean="0">
                <a:solidFill>
                  <a:srgbClr val="000066"/>
                </a:solidFill>
                <a:ea typeface="幼圆" pitchFamily="49" charset="-122"/>
              </a:rPr>
              <a:t>确定</a:t>
            </a:r>
            <a:r>
              <a:rPr lang="zh-CN" altLang="en-US" sz="2400" b="1" dirty="0">
                <a:solidFill>
                  <a:srgbClr val="000066"/>
                </a:solidFill>
                <a:ea typeface="幼圆" pitchFamily="49" charset="-122"/>
              </a:rPr>
              <a:t>最危险滑动面</a:t>
            </a:r>
            <a:r>
              <a:rPr lang="zh-CN" altLang="en-US" sz="2400" b="1" dirty="0" smtClean="0">
                <a:solidFill>
                  <a:srgbClr val="000066"/>
                </a:solidFill>
                <a:ea typeface="幼圆" pitchFamily="49" charset="-122"/>
              </a:rPr>
              <a:t>位置是稳定分析中工作量很大的工作</a:t>
            </a:r>
            <a:endParaRPr lang="en-US" altLang="zh-CN" sz="2400" b="1" dirty="0" smtClean="0">
              <a:solidFill>
                <a:srgbClr val="000066"/>
              </a:solidFill>
              <a:ea typeface="幼圆" pitchFamily="49" charset="-122"/>
            </a:endParaRPr>
          </a:p>
        </p:txBody>
      </p:sp>
    </p:spTree>
    <p:extLst>
      <p:ext uri="{BB962C8B-B14F-4D97-AF65-F5344CB8AC3E}">
        <p14:creationId xmlns:p14="http://schemas.microsoft.com/office/powerpoint/2010/main" val="3513611791"/>
      </p:ext>
    </p:extLst>
  </p:cSld>
  <p:clrMapOvr>
    <a:masterClrMapping/>
  </p:clrMapOvr>
  <p:transition spd="med">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7">
                                            <p:txEl>
                                              <p:pRg st="0" end="0"/>
                                            </p:txEl>
                                          </p:spTgt>
                                        </p:tgtEl>
                                        <p:attrNameLst>
                                          <p:attrName>style.visibility</p:attrName>
                                        </p:attrNameLst>
                                      </p:cBhvr>
                                      <p:to>
                                        <p:strVal val="visible"/>
                                      </p:to>
                                    </p:set>
                                    <p:animEffect transition="in" filter="wipe(left)">
                                      <p:cBhvr>
                                        <p:cTn id="7" dur="1000"/>
                                        <p:tgtEl>
                                          <p:spTgt spid="6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7">
                                            <p:txEl>
                                              <p:pRg st="1" end="1"/>
                                            </p:txEl>
                                          </p:spTgt>
                                        </p:tgtEl>
                                        <p:attrNameLst>
                                          <p:attrName>style.visibility</p:attrName>
                                        </p:attrNameLst>
                                      </p:cBhvr>
                                      <p:to>
                                        <p:strVal val="visible"/>
                                      </p:to>
                                    </p:set>
                                    <p:animEffect transition="in" filter="wipe(left)">
                                      <p:cBhvr>
                                        <p:cTn id="12" dur="1000"/>
                                        <p:tgtEl>
                                          <p:spTgt spid="6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7">
                                            <p:txEl>
                                              <p:pRg st="2" end="2"/>
                                            </p:txEl>
                                          </p:spTgt>
                                        </p:tgtEl>
                                        <p:attrNameLst>
                                          <p:attrName>style.visibility</p:attrName>
                                        </p:attrNameLst>
                                      </p:cBhvr>
                                      <p:to>
                                        <p:strVal val="visible"/>
                                      </p:to>
                                    </p:set>
                                    <p:animEffect transition="in" filter="wipe(left)">
                                      <p:cBhvr>
                                        <p:cTn id="17" dur="1000"/>
                                        <p:tgtEl>
                                          <p:spTgt spid="6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 grpId="0" build="p"/>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4743422" y="2342931"/>
            <a:ext cx="1182355" cy="1200514"/>
            <a:chOff x="4743422" y="2342931"/>
            <a:chExt cx="1182355" cy="1200514"/>
          </a:xfrm>
        </p:grpSpPr>
        <p:cxnSp>
          <p:nvCxnSpPr>
            <p:cNvPr id="125" name="直接连接符 124"/>
            <p:cNvCxnSpPr/>
            <p:nvPr/>
          </p:nvCxnSpPr>
          <p:spPr bwMode="auto">
            <a:xfrm flipV="1">
              <a:off x="4997089" y="2561131"/>
              <a:ext cx="559594" cy="719064"/>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1" name="Text Box 2450"/>
            <p:cNvSpPr txBox="1">
              <a:spLocks noChangeArrowheads="1"/>
            </p:cNvSpPr>
            <p:nvPr/>
          </p:nvSpPr>
          <p:spPr bwMode="auto">
            <a:xfrm>
              <a:off x="4743422" y="3190656"/>
              <a:ext cx="382255" cy="3527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en-US" altLang="zh-CN" sz="1600" b="1" dirty="0">
                  <a:solidFill>
                    <a:srgbClr val="002060"/>
                  </a:solidFill>
                </a:rPr>
                <a:t>E</a:t>
              </a:r>
              <a:endParaRPr kumimoji="1" lang="en-US" altLang="zh-CN" sz="1600" b="1" baseline="-25000" dirty="0">
                <a:solidFill>
                  <a:srgbClr val="002060"/>
                </a:solidFill>
              </a:endParaRPr>
            </a:p>
          </p:txBody>
        </p:sp>
        <p:sp>
          <p:nvSpPr>
            <p:cNvPr id="152" name="Text Box 2450"/>
            <p:cNvSpPr txBox="1">
              <a:spLocks noChangeArrowheads="1"/>
            </p:cNvSpPr>
            <p:nvPr/>
          </p:nvSpPr>
          <p:spPr bwMode="auto">
            <a:xfrm>
              <a:off x="5543522" y="2342931"/>
              <a:ext cx="382255" cy="3527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en-US" altLang="zh-CN" sz="1600" b="1" dirty="0" smtClean="0">
                  <a:solidFill>
                    <a:srgbClr val="002060"/>
                  </a:solidFill>
                </a:rPr>
                <a:t>F</a:t>
              </a:r>
              <a:endParaRPr kumimoji="1" lang="en-US" altLang="zh-CN" sz="1600" b="1" baseline="-25000" dirty="0">
                <a:solidFill>
                  <a:srgbClr val="002060"/>
                </a:solidFill>
              </a:endParaRPr>
            </a:p>
          </p:txBody>
        </p:sp>
      </p:grpSp>
      <p:grpSp>
        <p:nvGrpSpPr>
          <p:cNvPr id="4" name="组合 3"/>
          <p:cNvGrpSpPr/>
          <p:nvPr/>
        </p:nvGrpSpPr>
        <p:grpSpPr>
          <a:xfrm>
            <a:off x="4990790" y="2776808"/>
            <a:ext cx="4150565" cy="2692468"/>
            <a:chOff x="4990790" y="2776808"/>
            <a:chExt cx="4150565" cy="2692468"/>
          </a:xfrm>
        </p:grpSpPr>
        <p:cxnSp>
          <p:nvCxnSpPr>
            <p:cNvPr id="80" name="直接连接符 79"/>
            <p:cNvCxnSpPr/>
            <p:nvPr/>
          </p:nvCxnSpPr>
          <p:spPr bwMode="auto">
            <a:xfrm flipH="1" flipV="1">
              <a:off x="5031719" y="2776808"/>
              <a:ext cx="3949984" cy="2418869"/>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6" name="Text Box 136"/>
            <p:cNvSpPr txBox="1">
              <a:spLocks noChangeArrowheads="1"/>
            </p:cNvSpPr>
            <p:nvPr/>
          </p:nvSpPr>
          <p:spPr bwMode="auto">
            <a:xfrm>
              <a:off x="5768615" y="3407850"/>
              <a:ext cx="43576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lnSpc>
                  <a:spcPct val="100000"/>
                </a:lnSpc>
                <a:spcBef>
                  <a:spcPts val="0"/>
                </a:spcBef>
                <a:spcAft>
                  <a:spcPts val="0"/>
                </a:spcAft>
              </a:pPr>
              <a:r>
                <a:rPr kumimoji="1" lang="en-US" altLang="zh-CN" sz="1800" b="1" i="1" dirty="0" smtClean="0">
                  <a:solidFill>
                    <a:srgbClr val="C00000"/>
                  </a:solidFill>
                  <a:latin typeface="Times New Roman" panose="02020603050405020304" pitchFamily="18" charset="0"/>
                  <a:sym typeface="Symbol" panose="05050102010706020507" pitchFamily="18" charset="2"/>
                </a:rPr>
                <a:t></a:t>
              </a:r>
              <a:r>
                <a:rPr kumimoji="1" lang="en-US" altLang="zh-CN" sz="1800" b="1" baseline="-25000" dirty="0" smtClean="0">
                  <a:solidFill>
                    <a:srgbClr val="C00000"/>
                  </a:solidFill>
                  <a:latin typeface="Times New Roman" panose="02020603050405020304" pitchFamily="18" charset="0"/>
                  <a:sym typeface="Symbol" panose="05050102010706020507" pitchFamily="18" charset="2"/>
                </a:rPr>
                <a:t>2</a:t>
              </a:r>
              <a:endParaRPr kumimoji="1" lang="en-US" altLang="zh-CN" sz="1800" b="1" baseline="-25000" dirty="0">
                <a:solidFill>
                  <a:srgbClr val="C00000"/>
                </a:solidFill>
                <a:latin typeface="Times New Roman" panose="02020603050405020304" pitchFamily="18" charset="0"/>
              </a:endParaRPr>
            </a:p>
          </p:txBody>
        </p:sp>
        <p:sp>
          <p:nvSpPr>
            <p:cNvPr id="68" name="Arc 52"/>
            <p:cNvSpPr>
              <a:spLocks/>
            </p:cNvSpPr>
            <p:nvPr/>
          </p:nvSpPr>
          <p:spPr bwMode="auto">
            <a:xfrm rot="1896615">
              <a:off x="5602473" y="4324007"/>
              <a:ext cx="128897" cy="156831"/>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9525">
              <a:solidFill>
                <a:schemeClr val="tx1"/>
              </a:solidFill>
              <a:round/>
              <a:headEnd type="triangle" w="sm" len="sm"/>
              <a:tailEnd type="triangl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cxnSp>
          <p:nvCxnSpPr>
            <p:cNvPr id="69" name="直接连接符 68"/>
            <p:cNvCxnSpPr/>
            <p:nvPr/>
          </p:nvCxnSpPr>
          <p:spPr bwMode="auto">
            <a:xfrm flipH="1">
              <a:off x="5434392" y="3364521"/>
              <a:ext cx="564299" cy="1127830"/>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0" name="直接连接符 69"/>
            <p:cNvCxnSpPr>
              <a:endCxn id="71" idx="2"/>
            </p:cNvCxnSpPr>
            <p:nvPr/>
          </p:nvCxnSpPr>
          <p:spPr bwMode="auto">
            <a:xfrm>
              <a:off x="6001313" y="3370372"/>
              <a:ext cx="269737" cy="347085"/>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1" name="任意多边形 70"/>
            <p:cNvSpPr/>
            <p:nvPr/>
          </p:nvSpPr>
          <p:spPr bwMode="auto">
            <a:xfrm>
              <a:off x="4990790" y="3717457"/>
              <a:ext cx="2740204" cy="780508"/>
            </a:xfrm>
            <a:custGeom>
              <a:avLst/>
              <a:gdLst>
                <a:gd name="connsiteX0" fmla="*/ 0 w 1940118"/>
                <a:gd name="connsiteY0" fmla="*/ 504908 h 504908"/>
                <a:gd name="connsiteX1" fmla="*/ 322028 w 1940118"/>
                <a:gd name="connsiteY1" fmla="*/ 504908 h 504908"/>
                <a:gd name="connsiteX2" fmla="*/ 906449 w 1940118"/>
                <a:gd name="connsiteY2" fmla="*/ 0 h 504908"/>
                <a:gd name="connsiteX3" fmla="*/ 1940118 w 1940118"/>
                <a:gd name="connsiteY3" fmla="*/ 0 h 504908"/>
              </a:gdLst>
              <a:ahLst/>
              <a:cxnLst>
                <a:cxn ang="0">
                  <a:pos x="connsiteX0" y="connsiteY0"/>
                </a:cxn>
                <a:cxn ang="0">
                  <a:pos x="connsiteX1" y="connsiteY1"/>
                </a:cxn>
                <a:cxn ang="0">
                  <a:pos x="connsiteX2" y="connsiteY2"/>
                </a:cxn>
                <a:cxn ang="0">
                  <a:pos x="connsiteX3" y="connsiteY3"/>
                </a:cxn>
              </a:cxnLst>
              <a:rect l="l" t="t" r="r" b="b"/>
              <a:pathLst>
                <a:path w="1940118" h="504908">
                  <a:moveTo>
                    <a:pt x="0" y="504908"/>
                  </a:moveTo>
                  <a:lnTo>
                    <a:pt x="322028" y="504908"/>
                  </a:lnTo>
                  <a:lnTo>
                    <a:pt x="906449" y="0"/>
                  </a:lnTo>
                  <a:lnTo>
                    <a:pt x="1940118" y="0"/>
                  </a:lnTo>
                </a:path>
              </a:pathLst>
            </a:custGeom>
            <a:noFill/>
            <a:ln w="2857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cxnSp>
          <p:nvCxnSpPr>
            <p:cNvPr id="72" name="直接连接符 71"/>
            <p:cNvCxnSpPr/>
            <p:nvPr/>
          </p:nvCxnSpPr>
          <p:spPr bwMode="auto">
            <a:xfrm>
              <a:off x="5462465" y="4503581"/>
              <a:ext cx="404293" cy="0"/>
            </a:xfrm>
            <a:prstGeom prst="line">
              <a:avLst/>
            </a:prstGeom>
            <a:noFill/>
            <a:ln w="63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3" name="直接连接符 72"/>
            <p:cNvCxnSpPr/>
            <p:nvPr/>
          </p:nvCxnSpPr>
          <p:spPr bwMode="auto">
            <a:xfrm>
              <a:off x="6029452" y="3719943"/>
              <a:ext cx="237533" cy="0"/>
            </a:xfrm>
            <a:prstGeom prst="line">
              <a:avLst/>
            </a:prstGeom>
            <a:noFill/>
            <a:ln w="63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4" name="Arc 52"/>
            <p:cNvSpPr>
              <a:spLocks/>
            </p:cNvSpPr>
            <p:nvPr/>
          </p:nvSpPr>
          <p:spPr bwMode="auto">
            <a:xfrm rot="14281431">
              <a:off x="6073283" y="3581970"/>
              <a:ext cx="107473" cy="122682"/>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9525">
              <a:solidFill>
                <a:schemeClr val="tx1"/>
              </a:solidFill>
              <a:round/>
              <a:headEnd type="triangle" w="sm" len="sm"/>
              <a:tailEnd type="triangl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5" name="Text Box 136"/>
            <p:cNvSpPr txBox="1">
              <a:spLocks noChangeArrowheads="1"/>
            </p:cNvSpPr>
            <p:nvPr/>
          </p:nvSpPr>
          <p:spPr bwMode="auto">
            <a:xfrm>
              <a:off x="5605871" y="3785077"/>
              <a:ext cx="40562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lnSpc>
                  <a:spcPct val="100000"/>
                </a:lnSpc>
                <a:spcBef>
                  <a:spcPts val="0"/>
                </a:spcBef>
                <a:spcAft>
                  <a:spcPts val="0"/>
                </a:spcAft>
              </a:pPr>
              <a:r>
                <a:rPr kumimoji="1" lang="en-US" altLang="zh-CN" sz="1800" b="1" i="1" dirty="0" smtClean="0">
                  <a:solidFill>
                    <a:srgbClr val="C00000"/>
                  </a:solidFill>
                  <a:latin typeface="Times New Roman" panose="02020603050405020304" pitchFamily="18" charset="0"/>
                  <a:sym typeface="Symbol" panose="05050102010706020507" pitchFamily="18" charset="2"/>
                </a:rPr>
                <a:t></a:t>
              </a:r>
              <a:r>
                <a:rPr kumimoji="1" lang="en-US" altLang="zh-CN" sz="1800" b="1" baseline="-25000" dirty="0" smtClean="0">
                  <a:solidFill>
                    <a:srgbClr val="C00000"/>
                  </a:solidFill>
                  <a:latin typeface="Times New Roman" panose="02020603050405020304" pitchFamily="18" charset="0"/>
                  <a:sym typeface="Symbol" panose="05050102010706020507" pitchFamily="18" charset="2"/>
                </a:rPr>
                <a:t>1</a:t>
              </a:r>
              <a:endParaRPr kumimoji="1" lang="en-US" altLang="zh-CN" sz="1800" b="1" baseline="-25000" dirty="0">
                <a:solidFill>
                  <a:srgbClr val="C00000"/>
                </a:solidFill>
                <a:latin typeface="Times New Roman" panose="02020603050405020304" pitchFamily="18" charset="0"/>
              </a:endParaRPr>
            </a:p>
          </p:txBody>
        </p:sp>
        <p:sp>
          <p:nvSpPr>
            <p:cNvPr id="76" name="Text Box 136"/>
            <p:cNvSpPr txBox="1">
              <a:spLocks noChangeArrowheads="1"/>
            </p:cNvSpPr>
            <p:nvPr/>
          </p:nvSpPr>
          <p:spPr bwMode="auto">
            <a:xfrm>
              <a:off x="5688693" y="4187806"/>
              <a:ext cx="342651" cy="304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lnSpc>
                  <a:spcPct val="100000"/>
                </a:lnSpc>
                <a:spcBef>
                  <a:spcPts val="0"/>
                </a:spcBef>
                <a:spcAft>
                  <a:spcPts val="0"/>
                </a:spcAft>
              </a:pPr>
              <a:r>
                <a:rPr kumimoji="1" lang="en-US" altLang="zh-CN" sz="1800" b="1" i="1" dirty="0" smtClean="0">
                  <a:solidFill>
                    <a:srgbClr val="C00000"/>
                  </a:solidFill>
                  <a:latin typeface="Times New Roman" panose="02020603050405020304" pitchFamily="18" charset="0"/>
                  <a:sym typeface="Symbol" panose="05050102010706020507" pitchFamily="18" charset="2"/>
                </a:rPr>
                <a:t></a:t>
              </a:r>
              <a:endParaRPr kumimoji="1" lang="en-US" altLang="zh-CN" sz="1800" b="1" i="1" baseline="-25000" dirty="0">
                <a:solidFill>
                  <a:srgbClr val="C00000"/>
                </a:solidFill>
                <a:latin typeface="Times New Roman" panose="02020603050405020304" pitchFamily="18" charset="0"/>
              </a:endParaRPr>
            </a:p>
          </p:txBody>
        </p:sp>
        <p:sp>
          <p:nvSpPr>
            <p:cNvPr id="77" name="Arc 52"/>
            <p:cNvSpPr>
              <a:spLocks/>
            </p:cNvSpPr>
            <p:nvPr/>
          </p:nvSpPr>
          <p:spPr bwMode="auto">
            <a:xfrm rot="20621503">
              <a:off x="5613527" y="4138213"/>
              <a:ext cx="101827" cy="105784"/>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9525">
              <a:solidFill>
                <a:schemeClr val="tx1"/>
              </a:solidFill>
              <a:round/>
              <a:headEnd type="triangle" w="sm" len="sm"/>
              <a:tailEnd type="triangl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cxnSp>
          <p:nvCxnSpPr>
            <p:cNvPr id="88" name="直接连接符 87"/>
            <p:cNvCxnSpPr/>
            <p:nvPr/>
          </p:nvCxnSpPr>
          <p:spPr bwMode="auto">
            <a:xfrm>
              <a:off x="5449298" y="4615916"/>
              <a:ext cx="0" cy="277694"/>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0" name="直接连接符 89"/>
            <p:cNvCxnSpPr/>
            <p:nvPr/>
          </p:nvCxnSpPr>
          <p:spPr bwMode="auto">
            <a:xfrm>
              <a:off x="8978396" y="4582855"/>
              <a:ext cx="0" cy="277694"/>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1" name="直接箭头连接符 90"/>
            <p:cNvCxnSpPr/>
            <p:nvPr/>
          </p:nvCxnSpPr>
          <p:spPr bwMode="auto">
            <a:xfrm>
              <a:off x="5449298" y="4774598"/>
              <a:ext cx="3532404" cy="0"/>
            </a:xfrm>
            <a:prstGeom prst="straightConnector1">
              <a:avLst/>
            </a:prstGeom>
            <a:noFill/>
            <a:ln w="12700" cap="flat" cmpd="sng" algn="ctr">
              <a:solidFill>
                <a:schemeClr val="tx1"/>
              </a:solidFill>
              <a:prstDash val="solid"/>
              <a:round/>
              <a:headEnd type="triangl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3" name="直接连接符 92"/>
            <p:cNvCxnSpPr/>
            <p:nvPr/>
          </p:nvCxnSpPr>
          <p:spPr bwMode="auto">
            <a:xfrm>
              <a:off x="6244005" y="4496643"/>
              <a:ext cx="287612" cy="0"/>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5" name="直接箭头连接符 94"/>
            <p:cNvCxnSpPr/>
            <p:nvPr/>
          </p:nvCxnSpPr>
          <p:spPr bwMode="auto">
            <a:xfrm>
              <a:off x="6382982" y="3728057"/>
              <a:ext cx="0" cy="768068"/>
            </a:xfrm>
            <a:prstGeom prst="straightConnector1">
              <a:avLst/>
            </a:prstGeom>
            <a:noFill/>
            <a:ln w="12700" cap="flat" cmpd="sng" algn="ctr">
              <a:solidFill>
                <a:schemeClr val="tx1"/>
              </a:solidFill>
              <a:prstDash val="solid"/>
              <a:round/>
              <a:headEnd type="triangl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7" name="直接箭头连接符 96"/>
            <p:cNvCxnSpPr/>
            <p:nvPr/>
          </p:nvCxnSpPr>
          <p:spPr bwMode="auto">
            <a:xfrm>
              <a:off x="6385445" y="4503514"/>
              <a:ext cx="0" cy="711868"/>
            </a:xfrm>
            <a:prstGeom prst="straightConnector1">
              <a:avLst/>
            </a:prstGeom>
            <a:noFill/>
            <a:ln w="12700" cap="flat" cmpd="sng" algn="ctr">
              <a:solidFill>
                <a:schemeClr val="tx1"/>
              </a:solidFill>
              <a:prstDash val="solid"/>
              <a:round/>
              <a:headEnd type="triangl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2" name="直接连接符 101"/>
            <p:cNvCxnSpPr/>
            <p:nvPr/>
          </p:nvCxnSpPr>
          <p:spPr bwMode="auto">
            <a:xfrm>
              <a:off x="6241153" y="5203070"/>
              <a:ext cx="226615" cy="0"/>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5" name="Text Box 136"/>
            <p:cNvSpPr txBox="1">
              <a:spLocks noChangeArrowheads="1"/>
            </p:cNvSpPr>
            <p:nvPr/>
          </p:nvSpPr>
          <p:spPr bwMode="auto">
            <a:xfrm>
              <a:off x="6368892" y="3938948"/>
              <a:ext cx="342651" cy="304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lnSpc>
                  <a:spcPct val="100000"/>
                </a:lnSpc>
                <a:spcBef>
                  <a:spcPts val="0"/>
                </a:spcBef>
                <a:spcAft>
                  <a:spcPts val="0"/>
                </a:spcAft>
              </a:pPr>
              <a:r>
                <a:rPr kumimoji="1" lang="en-US" altLang="zh-CN" sz="1800" b="1" i="1" dirty="0">
                  <a:solidFill>
                    <a:srgbClr val="C00000"/>
                  </a:solidFill>
                  <a:latin typeface="Times New Roman" panose="02020603050405020304" pitchFamily="18" charset="0"/>
                  <a:sym typeface="Symbol" panose="05050102010706020507" pitchFamily="18" charset="2"/>
                </a:rPr>
                <a:t>H</a:t>
              </a:r>
              <a:endParaRPr kumimoji="1" lang="en-US" altLang="zh-CN" sz="1800" b="1" baseline="-25000" dirty="0">
                <a:solidFill>
                  <a:srgbClr val="C00000"/>
                </a:solidFill>
                <a:latin typeface="Times New Roman" panose="02020603050405020304" pitchFamily="18" charset="0"/>
              </a:endParaRPr>
            </a:p>
          </p:txBody>
        </p:sp>
        <p:sp>
          <p:nvSpPr>
            <p:cNvPr id="106" name="Text Box 2450"/>
            <p:cNvSpPr txBox="1">
              <a:spLocks noChangeArrowheads="1"/>
            </p:cNvSpPr>
            <p:nvPr/>
          </p:nvSpPr>
          <p:spPr bwMode="auto">
            <a:xfrm>
              <a:off x="8865827" y="5151622"/>
              <a:ext cx="275528" cy="3176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en-US" altLang="zh-CN" sz="1800" b="1" dirty="0">
                  <a:solidFill>
                    <a:srgbClr val="002060"/>
                  </a:solidFill>
                </a:rPr>
                <a:t>D</a:t>
              </a:r>
              <a:endParaRPr kumimoji="1" lang="en-US" altLang="zh-CN" sz="1800" b="1" baseline="-25000" dirty="0">
                <a:solidFill>
                  <a:srgbClr val="002060"/>
                </a:solidFill>
              </a:endParaRPr>
            </a:p>
          </p:txBody>
        </p:sp>
        <p:sp>
          <p:nvSpPr>
            <p:cNvPr id="108" name="Text Box 136"/>
            <p:cNvSpPr txBox="1">
              <a:spLocks noChangeArrowheads="1"/>
            </p:cNvSpPr>
            <p:nvPr/>
          </p:nvSpPr>
          <p:spPr bwMode="auto">
            <a:xfrm>
              <a:off x="6361503" y="4778901"/>
              <a:ext cx="342651" cy="304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lnSpc>
                  <a:spcPct val="100000"/>
                </a:lnSpc>
                <a:spcBef>
                  <a:spcPts val="0"/>
                </a:spcBef>
                <a:spcAft>
                  <a:spcPts val="0"/>
                </a:spcAft>
              </a:pPr>
              <a:r>
                <a:rPr kumimoji="1" lang="en-US" altLang="zh-CN" sz="1800" b="1" i="1" dirty="0">
                  <a:solidFill>
                    <a:srgbClr val="C00000"/>
                  </a:solidFill>
                  <a:latin typeface="Times New Roman" panose="02020603050405020304" pitchFamily="18" charset="0"/>
                  <a:sym typeface="Symbol" panose="05050102010706020507" pitchFamily="18" charset="2"/>
                </a:rPr>
                <a:t>H</a:t>
              </a:r>
              <a:endParaRPr kumimoji="1" lang="en-US" altLang="zh-CN" sz="1800" b="1" baseline="-25000" dirty="0">
                <a:solidFill>
                  <a:srgbClr val="C00000"/>
                </a:solidFill>
                <a:latin typeface="Times New Roman" panose="02020603050405020304" pitchFamily="18" charset="0"/>
              </a:endParaRPr>
            </a:p>
          </p:txBody>
        </p:sp>
        <p:sp>
          <p:nvSpPr>
            <p:cNvPr id="109" name="Text Box 136"/>
            <p:cNvSpPr txBox="1">
              <a:spLocks noChangeArrowheads="1"/>
            </p:cNvSpPr>
            <p:nvPr/>
          </p:nvSpPr>
          <p:spPr bwMode="auto">
            <a:xfrm>
              <a:off x="7014254" y="4485779"/>
              <a:ext cx="554568" cy="304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lnSpc>
                  <a:spcPct val="100000"/>
                </a:lnSpc>
                <a:spcBef>
                  <a:spcPts val="0"/>
                </a:spcBef>
                <a:spcAft>
                  <a:spcPts val="0"/>
                </a:spcAft>
              </a:pPr>
              <a:r>
                <a:rPr kumimoji="1" lang="en-US" altLang="zh-CN" sz="1800" b="1" dirty="0" smtClean="0">
                  <a:solidFill>
                    <a:srgbClr val="C00000"/>
                  </a:solidFill>
                  <a:latin typeface="Times New Roman" panose="02020603050405020304" pitchFamily="18" charset="0"/>
                  <a:sym typeface="Symbol" panose="05050102010706020507" pitchFamily="18" charset="2"/>
                </a:rPr>
                <a:t>4.5</a:t>
              </a:r>
              <a:r>
                <a:rPr kumimoji="1" lang="en-US" altLang="zh-CN" sz="1800" b="1" i="1" dirty="0" smtClean="0">
                  <a:solidFill>
                    <a:srgbClr val="C00000"/>
                  </a:solidFill>
                  <a:latin typeface="Times New Roman" panose="02020603050405020304" pitchFamily="18" charset="0"/>
                  <a:sym typeface="Symbol" panose="05050102010706020507" pitchFamily="18" charset="2"/>
                </a:rPr>
                <a:t>H</a:t>
              </a:r>
              <a:endParaRPr kumimoji="1" lang="en-US" altLang="zh-CN" sz="1800" b="1" baseline="-25000" dirty="0">
                <a:solidFill>
                  <a:srgbClr val="C00000"/>
                </a:solidFill>
                <a:latin typeface="Times New Roman" panose="02020603050405020304" pitchFamily="18" charset="0"/>
              </a:endParaRPr>
            </a:p>
          </p:txBody>
        </p:sp>
        <p:cxnSp>
          <p:nvCxnSpPr>
            <p:cNvPr id="110" name="直接连接符 109"/>
            <p:cNvCxnSpPr/>
            <p:nvPr/>
          </p:nvCxnSpPr>
          <p:spPr bwMode="auto">
            <a:xfrm>
              <a:off x="6558907" y="5210456"/>
              <a:ext cx="2354824" cy="0"/>
            </a:xfrm>
            <a:prstGeom prst="line">
              <a:avLst/>
            </a:prstGeom>
            <a:noFill/>
            <a:ln w="12700" cap="flat" cmpd="sng" algn="ctr">
              <a:solidFill>
                <a:schemeClr val="tx1"/>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0" name="Text Box 2450"/>
            <p:cNvSpPr txBox="1">
              <a:spLocks noChangeArrowheads="1"/>
            </p:cNvSpPr>
            <p:nvPr/>
          </p:nvSpPr>
          <p:spPr bwMode="auto">
            <a:xfrm>
              <a:off x="5876897" y="3085881"/>
              <a:ext cx="382255" cy="3825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en-US" altLang="zh-CN" sz="1600" b="1" dirty="0">
                  <a:solidFill>
                    <a:srgbClr val="002060"/>
                  </a:solidFill>
                </a:rPr>
                <a:t>C</a:t>
              </a:r>
              <a:endParaRPr kumimoji="1" lang="en-US" altLang="zh-CN" sz="1600" b="1" baseline="-25000" dirty="0">
                <a:solidFill>
                  <a:srgbClr val="002060"/>
                </a:solidFill>
              </a:endParaRPr>
            </a:p>
          </p:txBody>
        </p:sp>
        <p:sp>
          <p:nvSpPr>
            <p:cNvPr id="149" name="Text Box 2450"/>
            <p:cNvSpPr txBox="1">
              <a:spLocks noChangeArrowheads="1"/>
            </p:cNvSpPr>
            <p:nvPr/>
          </p:nvSpPr>
          <p:spPr bwMode="auto">
            <a:xfrm>
              <a:off x="5124422" y="4171731"/>
              <a:ext cx="382255" cy="3527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en-US" altLang="zh-CN" sz="1600" b="1" dirty="0" smtClean="0">
                  <a:solidFill>
                    <a:srgbClr val="002060"/>
                  </a:solidFill>
                </a:rPr>
                <a:t>A</a:t>
              </a:r>
              <a:endParaRPr kumimoji="1" lang="en-US" altLang="zh-CN" sz="1600" b="1" baseline="-25000" dirty="0">
                <a:solidFill>
                  <a:srgbClr val="002060"/>
                </a:solidFill>
              </a:endParaRPr>
            </a:p>
          </p:txBody>
        </p:sp>
        <p:sp>
          <p:nvSpPr>
            <p:cNvPr id="150" name="Text Box 2450"/>
            <p:cNvSpPr txBox="1">
              <a:spLocks noChangeArrowheads="1"/>
            </p:cNvSpPr>
            <p:nvPr/>
          </p:nvSpPr>
          <p:spPr bwMode="auto">
            <a:xfrm>
              <a:off x="6105497" y="3685956"/>
              <a:ext cx="382255" cy="3527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en-US" altLang="zh-CN" sz="1600" b="1" dirty="0">
                  <a:solidFill>
                    <a:srgbClr val="002060"/>
                  </a:solidFill>
                </a:rPr>
                <a:t>B</a:t>
              </a:r>
              <a:endParaRPr kumimoji="1" lang="en-US" altLang="zh-CN" sz="1600" b="1" baseline="-25000" dirty="0">
                <a:solidFill>
                  <a:srgbClr val="002060"/>
                </a:solidFill>
              </a:endParaRPr>
            </a:p>
          </p:txBody>
        </p:sp>
        <p:grpSp>
          <p:nvGrpSpPr>
            <p:cNvPr id="166" name="Group 12"/>
            <p:cNvGrpSpPr>
              <a:grpSpLocks/>
            </p:cNvGrpSpPr>
            <p:nvPr/>
          </p:nvGrpSpPr>
          <p:grpSpPr bwMode="auto">
            <a:xfrm>
              <a:off x="6939086" y="3721804"/>
              <a:ext cx="410560" cy="57195"/>
              <a:chOff x="2274" y="1204"/>
              <a:chExt cx="270" cy="44"/>
            </a:xfrm>
          </p:grpSpPr>
          <p:sp>
            <p:nvSpPr>
              <p:cNvPr id="167" name="Line 13"/>
              <p:cNvSpPr>
                <a:spLocks noChangeShapeType="1"/>
              </p:cNvSpPr>
              <p:nvPr/>
            </p:nvSpPr>
            <p:spPr bwMode="auto">
              <a:xfrm flipH="1">
                <a:off x="2274" y="1210"/>
                <a:ext cx="28" cy="34"/>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8" name="Line 14"/>
              <p:cNvSpPr>
                <a:spLocks noChangeShapeType="1"/>
              </p:cNvSpPr>
              <p:nvPr/>
            </p:nvSpPr>
            <p:spPr bwMode="auto">
              <a:xfrm flipH="1">
                <a:off x="2304" y="1214"/>
                <a:ext cx="34" cy="34"/>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9" name="Line 15"/>
              <p:cNvSpPr>
                <a:spLocks noChangeShapeType="1"/>
              </p:cNvSpPr>
              <p:nvPr/>
            </p:nvSpPr>
            <p:spPr bwMode="auto">
              <a:xfrm flipH="1">
                <a:off x="2346" y="1206"/>
                <a:ext cx="36" cy="42"/>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0" name="Line 16"/>
              <p:cNvSpPr>
                <a:spLocks noChangeShapeType="1"/>
              </p:cNvSpPr>
              <p:nvPr/>
            </p:nvSpPr>
            <p:spPr bwMode="auto">
              <a:xfrm>
                <a:off x="2376" y="1206"/>
                <a:ext cx="40" cy="38"/>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1" name="Line 17"/>
              <p:cNvSpPr>
                <a:spLocks noChangeShapeType="1"/>
              </p:cNvSpPr>
              <p:nvPr/>
            </p:nvSpPr>
            <p:spPr bwMode="auto">
              <a:xfrm>
                <a:off x="2420" y="1210"/>
                <a:ext cx="40" cy="34"/>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2" name="Line 18"/>
              <p:cNvSpPr>
                <a:spLocks noChangeShapeType="1"/>
              </p:cNvSpPr>
              <p:nvPr/>
            </p:nvSpPr>
            <p:spPr bwMode="auto">
              <a:xfrm flipV="1">
                <a:off x="2460" y="1204"/>
                <a:ext cx="46" cy="42"/>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3" name="Line 19"/>
              <p:cNvSpPr>
                <a:spLocks noChangeShapeType="1"/>
              </p:cNvSpPr>
              <p:nvPr/>
            </p:nvSpPr>
            <p:spPr bwMode="auto">
              <a:xfrm flipV="1">
                <a:off x="2512" y="1208"/>
                <a:ext cx="32" cy="36"/>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3" name="椭圆 2"/>
            <p:cNvSpPr/>
            <p:nvPr/>
          </p:nvSpPr>
          <p:spPr bwMode="auto">
            <a:xfrm>
              <a:off x="8969577" y="5169266"/>
              <a:ext cx="63427" cy="63427"/>
            </a:xfrm>
            <a:prstGeom prst="ellipse">
              <a:avLst/>
            </a:prstGeom>
            <a:solidFill>
              <a:srgbClr val="C00000"/>
            </a:solidFill>
            <a:ln w="12700" cap="flat" cmpd="sng" algn="ctr">
              <a:solidFill>
                <a:srgbClr val="000066"/>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92" name="椭圆 91"/>
            <p:cNvSpPr/>
            <p:nvPr/>
          </p:nvSpPr>
          <p:spPr bwMode="auto">
            <a:xfrm>
              <a:off x="5971789" y="3344870"/>
              <a:ext cx="63427" cy="63427"/>
            </a:xfrm>
            <a:prstGeom prst="ellipse">
              <a:avLst/>
            </a:prstGeom>
            <a:solidFill>
              <a:srgbClr val="C00000"/>
            </a:solidFill>
            <a:ln w="12700" cap="flat" cmpd="sng" algn="ctr">
              <a:solidFill>
                <a:srgbClr val="000066"/>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grpSp>
      <p:sp>
        <p:nvSpPr>
          <p:cNvPr id="6"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61</a:t>
            </a:fld>
            <a:endParaRPr lang="zh-CN" altLang="en-US" dirty="0">
              <a:solidFill>
                <a:srgbClr val="C00000"/>
              </a:solidFill>
            </a:endParaRPr>
          </a:p>
        </p:txBody>
      </p:sp>
      <p:sp>
        <p:nvSpPr>
          <p:cNvPr id="219" name="Text Box 4"/>
          <p:cNvSpPr txBox="1">
            <a:spLocks noChangeArrowheads="1"/>
          </p:cNvSpPr>
          <p:nvPr/>
        </p:nvSpPr>
        <p:spPr bwMode="auto">
          <a:xfrm>
            <a:off x="356694" y="693506"/>
            <a:ext cx="2867769" cy="535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358775" indent="-358775" eaLnBrk="1" hangingPunct="1">
              <a:lnSpc>
                <a:spcPct val="120000"/>
              </a:lnSpc>
              <a:spcBef>
                <a:spcPts val="600"/>
              </a:spcBef>
              <a:spcAft>
                <a:spcPts val="0"/>
              </a:spcAft>
              <a:buClr>
                <a:srgbClr val="A50021"/>
              </a:buClr>
              <a:buSzPct val="100000"/>
              <a:buFont typeface="Wingdings" panose="05000000000000000000" pitchFamily="2" charset="2"/>
              <a:buChar char="n"/>
            </a:pPr>
            <a:r>
              <a:rPr lang="zh-CN" altLang="en-US" sz="2400" b="1" dirty="0" smtClean="0">
                <a:solidFill>
                  <a:srgbClr val="A50021"/>
                </a:solidFill>
                <a:latin typeface="微软雅黑" panose="020B0503020204020204" pitchFamily="34" charset="-122"/>
                <a:ea typeface="微软雅黑" panose="020B0503020204020204" pitchFamily="34" charset="-122"/>
              </a:rPr>
              <a:t>费伦纽斯</a:t>
            </a:r>
            <a:r>
              <a:rPr lang="zh-CN" altLang="en-US" sz="2400" b="1" dirty="0">
                <a:solidFill>
                  <a:srgbClr val="A50021"/>
                </a:solidFill>
                <a:latin typeface="微软雅黑" panose="020B0503020204020204" pitchFamily="34" charset="-122"/>
                <a:ea typeface="微软雅黑" panose="020B0503020204020204" pitchFamily="34" charset="-122"/>
              </a:rPr>
              <a:t>经验</a:t>
            </a:r>
            <a:r>
              <a:rPr lang="zh-CN" altLang="en-US" sz="2400" b="1" dirty="0" smtClean="0">
                <a:solidFill>
                  <a:srgbClr val="A50021"/>
                </a:solidFill>
                <a:latin typeface="微软雅黑" panose="020B0503020204020204" pitchFamily="34" charset="-122"/>
                <a:ea typeface="微软雅黑" panose="020B0503020204020204" pitchFamily="34" charset="-122"/>
              </a:rPr>
              <a:t>法</a:t>
            </a:r>
            <a:endParaRPr lang="zh-CN" altLang="en-US" sz="2400" b="1" dirty="0">
              <a:solidFill>
                <a:srgbClr val="A50021"/>
              </a:solidFill>
              <a:latin typeface="微软雅黑" panose="020B0503020204020204" pitchFamily="34" charset="-122"/>
              <a:ea typeface="微软雅黑" panose="020B0503020204020204" pitchFamily="34" charset="-122"/>
            </a:endParaRPr>
          </a:p>
        </p:txBody>
      </p:sp>
      <p:sp>
        <p:nvSpPr>
          <p:cNvPr id="85" name="Text Box 2"/>
          <p:cNvSpPr txBox="1">
            <a:spLocks noChangeArrowheads="1"/>
          </p:cNvSpPr>
          <p:nvPr/>
        </p:nvSpPr>
        <p:spPr bwMode="auto">
          <a:xfrm>
            <a:off x="2083325" y="5682288"/>
            <a:ext cx="580691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gn="ctr" eaLnBrk="1" hangingPunct="1">
              <a:lnSpc>
                <a:spcPct val="100000"/>
              </a:lnSpc>
              <a:spcBef>
                <a:spcPct val="0"/>
              </a:spcBef>
              <a:spcAft>
                <a:spcPct val="0"/>
              </a:spcAft>
            </a:pPr>
            <a:r>
              <a:rPr kumimoji="1" lang="zh-CN" altLang="en-US" sz="4000" b="1" dirty="0">
                <a:solidFill>
                  <a:srgbClr val="000066"/>
                </a:solidFill>
                <a:latin typeface="黑体" pitchFamily="2" charset="-122"/>
                <a:ea typeface="黑体" pitchFamily="2" charset="-122"/>
              </a:rPr>
              <a:t>最危险滑动面</a:t>
            </a:r>
          </a:p>
        </p:txBody>
      </p:sp>
      <p:sp>
        <p:nvSpPr>
          <p:cNvPr id="86" name="Text Box 7"/>
          <p:cNvSpPr txBox="1">
            <a:spLocks noChangeArrowheads="1"/>
          </p:cNvSpPr>
          <p:nvPr/>
        </p:nvSpPr>
        <p:spPr bwMode="auto">
          <a:xfrm>
            <a:off x="0" y="0"/>
            <a:ext cx="5495827"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1800" b="1" kern="900" spc="130" dirty="0" smtClean="0">
                <a:solidFill>
                  <a:srgbClr val="000066"/>
                </a:solidFill>
                <a:ea typeface="黑体" panose="02010609060101010101" pitchFamily="49" charset="-122"/>
                <a:cs typeface="Times New Roman" panose="02020603050405020304" pitchFamily="18" charset="0"/>
              </a:rPr>
              <a:t>§7.3  </a:t>
            </a:r>
            <a:r>
              <a:rPr lang="zh-CN" altLang="en-US" sz="1800" b="1" kern="900" spc="130" dirty="0" smtClean="0">
                <a:solidFill>
                  <a:srgbClr val="000066"/>
                </a:solidFill>
                <a:ea typeface="黑体" panose="02010609060101010101" pitchFamily="49" charset="-122"/>
                <a:cs typeface="Times New Roman" panose="02020603050405020304" pitchFamily="18" charset="0"/>
              </a:rPr>
              <a:t>黏性</a:t>
            </a:r>
            <a:r>
              <a:rPr lang="zh-CN" altLang="en-US" sz="1800" b="1" kern="900" spc="130" dirty="0">
                <a:solidFill>
                  <a:srgbClr val="000066"/>
                </a:solidFill>
                <a:ea typeface="黑体" panose="02010609060101010101" pitchFamily="49" charset="-122"/>
                <a:cs typeface="Times New Roman" panose="02020603050405020304" pitchFamily="18" charset="0"/>
              </a:rPr>
              <a:t>土坡的稳定</a:t>
            </a:r>
            <a:r>
              <a:rPr lang="zh-CN" altLang="en-US" sz="1800" b="1" kern="900" spc="130" dirty="0" smtClean="0">
                <a:solidFill>
                  <a:srgbClr val="000066"/>
                </a:solidFill>
                <a:ea typeface="黑体" panose="02010609060101010101" pitchFamily="49" charset="-122"/>
                <a:cs typeface="Times New Roman" panose="02020603050405020304" pitchFamily="18" charset="0"/>
              </a:rPr>
              <a:t>分析 </a:t>
            </a:r>
            <a:r>
              <a:rPr lang="en-US" altLang="zh-CN" sz="1800" b="1" kern="900" spc="130" dirty="0" smtClean="0">
                <a:solidFill>
                  <a:srgbClr val="000066"/>
                </a:solidFill>
                <a:ea typeface="黑体" panose="02010609060101010101" pitchFamily="49" charset="-122"/>
                <a:cs typeface="Times New Roman" panose="02020603050405020304" pitchFamily="18" charset="0"/>
              </a:rPr>
              <a:t>- </a:t>
            </a:r>
            <a:r>
              <a:rPr lang="zh-CN" altLang="en-US" sz="1800" b="1" kern="900" spc="130" dirty="0" smtClean="0">
                <a:solidFill>
                  <a:srgbClr val="000066"/>
                </a:solidFill>
                <a:ea typeface="黑体" panose="02010609060101010101" pitchFamily="49" charset="-122"/>
                <a:cs typeface="Times New Roman" panose="02020603050405020304" pitchFamily="18" charset="0"/>
              </a:rPr>
              <a:t>最</a:t>
            </a:r>
            <a:r>
              <a:rPr lang="zh-CN" altLang="en-US" sz="1800" b="1" kern="900" spc="130" dirty="0">
                <a:solidFill>
                  <a:srgbClr val="000066"/>
                </a:solidFill>
                <a:ea typeface="黑体" panose="02010609060101010101" pitchFamily="49" charset="-122"/>
                <a:cs typeface="Times New Roman" panose="02020603050405020304" pitchFamily="18" charset="0"/>
              </a:rPr>
              <a:t>危险</a:t>
            </a:r>
            <a:r>
              <a:rPr lang="zh-CN" altLang="en-US" sz="1800" b="1" kern="900" spc="130" dirty="0" smtClean="0">
                <a:solidFill>
                  <a:srgbClr val="000066"/>
                </a:solidFill>
                <a:ea typeface="黑体" panose="02010609060101010101" pitchFamily="49" charset="-122"/>
                <a:cs typeface="Times New Roman" panose="02020603050405020304" pitchFamily="18" charset="0"/>
              </a:rPr>
              <a:t>滑动面确定</a:t>
            </a:r>
            <a:endParaRPr lang="zh-CN" altLang="en-US" sz="1800" b="1" kern="900" spc="130" dirty="0">
              <a:solidFill>
                <a:srgbClr val="000066"/>
              </a:solidFill>
              <a:ea typeface="黑体" panose="02010609060101010101" pitchFamily="49" charset="-122"/>
              <a:cs typeface="Times New Roman" panose="02020603050405020304" pitchFamily="18" charset="0"/>
            </a:endParaRPr>
          </a:p>
        </p:txBody>
      </p:sp>
      <p:sp>
        <p:nvSpPr>
          <p:cNvPr id="64" name="Text Box 46"/>
          <p:cNvSpPr txBox="1">
            <a:spLocks noChangeArrowheads="1"/>
          </p:cNvSpPr>
          <p:nvPr/>
        </p:nvSpPr>
        <p:spPr bwMode="auto">
          <a:xfrm>
            <a:off x="622300" y="1302919"/>
            <a:ext cx="5314950" cy="477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342900" indent="-342900" eaLnBrk="1" hangingPunct="1">
              <a:lnSpc>
                <a:spcPct val="125000"/>
              </a:lnSpc>
              <a:spcBef>
                <a:spcPct val="0"/>
              </a:spcBef>
              <a:spcAft>
                <a:spcPct val="0"/>
              </a:spcAft>
              <a:buClr>
                <a:srgbClr val="C00000"/>
              </a:buClr>
              <a:buSzPct val="130000"/>
              <a:buFont typeface="Wingdings" panose="05000000000000000000" pitchFamily="2" charset="2"/>
              <a:buChar char="F"/>
            </a:pPr>
            <a:r>
              <a:rPr lang="en-US" altLang="zh-CN" sz="2000" b="1" dirty="0" smtClean="0">
                <a:solidFill>
                  <a:srgbClr val="C00000"/>
                </a:solidFill>
                <a:ea typeface="幼圆" panose="02010509060101010101" pitchFamily="49" charset="-122"/>
                <a:cs typeface="Times New Roman" panose="02020603050405020304" pitchFamily="18" charset="0"/>
              </a:rPr>
              <a:t> </a:t>
            </a:r>
            <a:r>
              <a:rPr lang="zh-CN" altLang="en-US" sz="2000" b="1" dirty="0" smtClean="0">
                <a:solidFill>
                  <a:srgbClr val="000066"/>
                </a:solidFill>
                <a:ea typeface="幼圆" panose="02010509060101010101" pitchFamily="49" charset="-122"/>
                <a:cs typeface="Times New Roman" panose="02020603050405020304" pitchFamily="18" charset="0"/>
              </a:rPr>
              <a:t>均匀黏性土坡的最危险滑动面通过坡脚</a:t>
            </a:r>
            <a:r>
              <a:rPr lang="en-US" altLang="zh-CN" sz="2000" b="1" dirty="0" smtClean="0">
                <a:solidFill>
                  <a:srgbClr val="000066"/>
                </a:solidFill>
                <a:ea typeface="幼圆" panose="02010509060101010101" pitchFamily="49" charset="-122"/>
                <a:cs typeface="Times New Roman" panose="02020603050405020304" pitchFamily="18" charset="0"/>
              </a:rPr>
              <a:t>A</a:t>
            </a:r>
          </a:p>
        </p:txBody>
      </p:sp>
      <p:sp>
        <p:nvSpPr>
          <p:cNvPr id="122" name="任意多边形 121"/>
          <p:cNvSpPr/>
          <p:nvPr/>
        </p:nvSpPr>
        <p:spPr bwMode="auto">
          <a:xfrm>
            <a:off x="5267739" y="2671581"/>
            <a:ext cx="407194" cy="250139"/>
          </a:xfrm>
          <a:custGeom>
            <a:avLst/>
            <a:gdLst>
              <a:gd name="connsiteX0" fmla="*/ 0 w 269081"/>
              <a:gd name="connsiteY0" fmla="*/ 0 h 147638"/>
              <a:gd name="connsiteX1" fmla="*/ 21431 w 269081"/>
              <a:gd name="connsiteY1" fmla="*/ 69056 h 147638"/>
              <a:gd name="connsiteX2" fmla="*/ 57150 w 269081"/>
              <a:gd name="connsiteY2" fmla="*/ 121444 h 147638"/>
              <a:gd name="connsiteX3" fmla="*/ 157163 w 269081"/>
              <a:gd name="connsiteY3" fmla="*/ 142875 h 147638"/>
              <a:gd name="connsiteX4" fmla="*/ 269081 w 269081"/>
              <a:gd name="connsiteY4" fmla="*/ 147638 h 147638"/>
              <a:gd name="connsiteX0" fmla="*/ 0 w 269081"/>
              <a:gd name="connsiteY0" fmla="*/ 0 h 147702"/>
              <a:gd name="connsiteX1" fmla="*/ 21431 w 269081"/>
              <a:gd name="connsiteY1" fmla="*/ 69056 h 147702"/>
              <a:gd name="connsiteX2" fmla="*/ 42988 w 269081"/>
              <a:gd name="connsiteY2" fmla="*/ 110195 h 147702"/>
              <a:gd name="connsiteX3" fmla="*/ 157163 w 269081"/>
              <a:gd name="connsiteY3" fmla="*/ 142875 h 147702"/>
              <a:gd name="connsiteX4" fmla="*/ 269081 w 269081"/>
              <a:gd name="connsiteY4" fmla="*/ 147638 h 147702"/>
              <a:gd name="connsiteX0" fmla="*/ 0 w 269081"/>
              <a:gd name="connsiteY0" fmla="*/ 0 h 147702"/>
              <a:gd name="connsiteX1" fmla="*/ 10416 w 269081"/>
              <a:gd name="connsiteY1" fmla="*/ 69056 h 147702"/>
              <a:gd name="connsiteX2" fmla="*/ 42988 w 269081"/>
              <a:gd name="connsiteY2" fmla="*/ 110195 h 147702"/>
              <a:gd name="connsiteX3" fmla="*/ 157163 w 269081"/>
              <a:gd name="connsiteY3" fmla="*/ 142875 h 147702"/>
              <a:gd name="connsiteX4" fmla="*/ 269081 w 269081"/>
              <a:gd name="connsiteY4" fmla="*/ 147638 h 147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9081" h="147702">
                <a:moveTo>
                  <a:pt x="0" y="0"/>
                </a:moveTo>
                <a:cubicBezTo>
                  <a:pt x="5953" y="24407"/>
                  <a:pt x="3251" y="50690"/>
                  <a:pt x="10416" y="69056"/>
                </a:cubicBezTo>
                <a:cubicBezTo>
                  <a:pt x="17581" y="87422"/>
                  <a:pt x="18530" y="97892"/>
                  <a:pt x="42988" y="110195"/>
                </a:cubicBezTo>
                <a:cubicBezTo>
                  <a:pt x="67446" y="122498"/>
                  <a:pt x="119481" y="136635"/>
                  <a:pt x="157163" y="142875"/>
                </a:cubicBezTo>
                <a:cubicBezTo>
                  <a:pt x="194845" y="149116"/>
                  <a:pt x="230783" y="147439"/>
                  <a:pt x="269081" y="147638"/>
                </a:cubicBezTo>
              </a:path>
            </a:pathLst>
          </a:cu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grpSp>
        <p:nvGrpSpPr>
          <p:cNvPr id="12" name="组合 11"/>
          <p:cNvGrpSpPr/>
          <p:nvPr/>
        </p:nvGrpSpPr>
        <p:grpSpPr>
          <a:xfrm>
            <a:off x="4912491" y="2662970"/>
            <a:ext cx="844217" cy="728076"/>
            <a:chOff x="4912491" y="2662970"/>
            <a:chExt cx="844217" cy="728076"/>
          </a:xfrm>
        </p:grpSpPr>
        <p:cxnSp>
          <p:nvCxnSpPr>
            <p:cNvPr id="119" name="直接连接符 118"/>
            <p:cNvCxnSpPr/>
            <p:nvPr/>
          </p:nvCxnSpPr>
          <p:spPr bwMode="auto">
            <a:xfrm flipV="1">
              <a:off x="5146752" y="2662970"/>
              <a:ext cx="121443" cy="164306"/>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9" name="组合 8"/>
            <p:cNvGrpSpPr/>
            <p:nvPr/>
          </p:nvGrpSpPr>
          <p:grpSpPr>
            <a:xfrm>
              <a:off x="4912491" y="2712026"/>
              <a:ext cx="757251" cy="586151"/>
              <a:chOff x="4912491" y="2712026"/>
              <a:chExt cx="757251" cy="586151"/>
            </a:xfrm>
          </p:grpSpPr>
          <p:cxnSp>
            <p:nvCxnSpPr>
              <p:cNvPr id="121" name="直接连接符 120"/>
              <p:cNvCxnSpPr/>
              <p:nvPr/>
            </p:nvCxnSpPr>
            <p:spPr bwMode="auto">
              <a:xfrm flipV="1">
                <a:off x="5544777" y="2927844"/>
                <a:ext cx="124965" cy="169071"/>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7" name="直接连接符 126"/>
              <p:cNvCxnSpPr>
                <a:endCxn id="122" idx="3"/>
              </p:cNvCxnSpPr>
              <p:nvPr/>
            </p:nvCxnSpPr>
            <p:spPr bwMode="auto">
              <a:xfrm flipV="1">
                <a:off x="5429665" y="2913545"/>
                <a:ext cx="75905" cy="98559"/>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2" name="直接连接符 131"/>
              <p:cNvCxnSpPr>
                <a:endCxn id="122" idx="2"/>
              </p:cNvCxnSpPr>
              <p:nvPr/>
            </p:nvCxnSpPr>
            <p:spPr bwMode="auto">
              <a:xfrm flipV="1">
                <a:off x="5284409" y="2858200"/>
                <a:ext cx="48383" cy="65799"/>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4" name="Text Box 2450"/>
              <p:cNvSpPr txBox="1">
                <a:spLocks noChangeArrowheads="1"/>
              </p:cNvSpPr>
              <p:nvPr/>
            </p:nvSpPr>
            <p:spPr bwMode="auto">
              <a:xfrm>
                <a:off x="4912491" y="2712026"/>
                <a:ext cx="382255" cy="3527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en-US" altLang="zh-CN" sz="1600" b="1" dirty="0" smtClean="0">
                    <a:solidFill>
                      <a:srgbClr val="002060"/>
                    </a:solidFill>
                  </a:rPr>
                  <a:t>1</a:t>
                </a:r>
                <a:endParaRPr kumimoji="1" lang="en-US" altLang="zh-CN" sz="1600" b="1" baseline="-25000" dirty="0">
                  <a:solidFill>
                    <a:srgbClr val="002060"/>
                  </a:solidFill>
                </a:endParaRPr>
              </a:p>
            </p:txBody>
          </p:sp>
          <p:sp>
            <p:nvSpPr>
              <p:cNvPr id="133" name="椭圆 132"/>
              <p:cNvSpPr/>
              <p:nvPr/>
            </p:nvSpPr>
            <p:spPr bwMode="auto">
              <a:xfrm>
                <a:off x="5109008" y="2815926"/>
                <a:ext cx="45719" cy="45719"/>
              </a:xfrm>
              <a:prstGeom prst="ellipse">
                <a:avLst/>
              </a:prstGeom>
              <a:solidFill>
                <a:srgbClr val="0000FF"/>
              </a:solidFill>
              <a:ln w="12700" cap="flat" cmpd="sng" algn="ctr">
                <a:solidFill>
                  <a:srgbClr val="0000FF"/>
                </a:solidFill>
                <a:prstDash val="solid"/>
                <a:round/>
                <a:headEnd type="none" w="med" len="med"/>
                <a:tailEnd type="none" w="med" len="med"/>
              </a:ln>
              <a:effectLst/>
              <a:extLst/>
            </p:spPr>
            <p:txBody>
              <a:bodyPr rot="0" spcFirstLastPara="0" vertOverflow="overflow" horzOverflow="overflow" vert="horz" wrap="none" lIns="90000" tIns="46800" rIns="90000" bIns="46800" numCol="1" spcCol="0" rtlCol="0" fromWordArt="0" anchor="t" anchorCtr="0" forceAA="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136" name="椭圆 135"/>
              <p:cNvSpPr/>
              <p:nvPr/>
            </p:nvSpPr>
            <p:spPr bwMode="auto">
              <a:xfrm>
                <a:off x="5247121" y="2904032"/>
                <a:ext cx="45719" cy="45719"/>
              </a:xfrm>
              <a:prstGeom prst="ellipse">
                <a:avLst/>
              </a:prstGeom>
              <a:solidFill>
                <a:srgbClr val="0000FF"/>
              </a:solidFill>
              <a:ln w="12700" cap="flat" cmpd="sng" algn="ctr">
                <a:solidFill>
                  <a:srgbClr val="0000FF"/>
                </a:solidFill>
                <a:prstDash val="solid"/>
                <a:round/>
                <a:headEnd type="none" w="med" len="med"/>
                <a:tailEnd type="none" w="med" len="med"/>
              </a:ln>
              <a:effectLst/>
              <a:extLst/>
            </p:spPr>
            <p:txBody>
              <a:bodyPr rot="0" spcFirstLastPara="0" vertOverflow="overflow" horzOverflow="overflow" vert="horz" wrap="none" lIns="90000" tIns="46800" rIns="90000" bIns="46800" numCol="1" spcCol="0" rtlCol="0" fromWordArt="0" anchor="t" anchorCtr="0" forceAA="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137" name="椭圆 136"/>
              <p:cNvSpPr/>
              <p:nvPr/>
            </p:nvSpPr>
            <p:spPr bwMode="auto">
              <a:xfrm>
                <a:off x="5387615" y="2987376"/>
                <a:ext cx="45719" cy="45719"/>
              </a:xfrm>
              <a:prstGeom prst="ellipse">
                <a:avLst/>
              </a:prstGeom>
              <a:solidFill>
                <a:srgbClr val="0000FF"/>
              </a:solidFill>
              <a:ln w="12700" cap="flat" cmpd="sng" algn="ctr">
                <a:solidFill>
                  <a:srgbClr val="0000FF"/>
                </a:solidFill>
                <a:prstDash val="solid"/>
                <a:round/>
                <a:headEnd type="none" w="med" len="med"/>
                <a:tailEnd type="none" w="med" len="med"/>
              </a:ln>
              <a:effectLst/>
              <a:extLst/>
            </p:spPr>
            <p:txBody>
              <a:bodyPr rot="0" spcFirstLastPara="0" vertOverflow="overflow" horzOverflow="overflow" vert="horz" wrap="none" lIns="90000" tIns="46800" rIns="90000" bIns="46800" numCol="1" spcCol="0" rtlCol="0" fromWordArt="0" anchor="t" anchorCtr="0" forceAA="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138" name="椭圆 137"/>
              <p:cNvSpPr/>
              <p:nvPr/>
            </p:nvSpPr>
            <p:spPr bwMode="auto">
              <a:xfrm>
                <a:off x="5528109" y="3070720"/>
                <a:ext cx="45719" cy="45719"/>
              </a:xfrm>
              <a:prstGeom prst="ellipse">
                <a:avLst/>
              </a:prstGeom>
              <a:solidFill>
                <a:srgbClr val="0000FF"/>
              </a:solidFill>
              <a:ln w="12700" cap="flat" cmpd="sng" algn="ctr">
                <a:solidFill>
                  <a:srgbClr val="0000FF"/>
                </a:solidFill>
                <a:prstDash val="solid"/>
                <a:round/>
                <a:headEnd type="none" w="med" len="med"/>
                <a:tailEnd type="none" w="med" len="med"/>
              </a:ln>
              <a:effectLst/>
              <a:extLst/>
            </p:spPr>
            <p:txBody>
              <a:bodyPr rot="0" spcFirstLastPara="0" vertOverflow="overflow" horzOverflow="overflow" vert="horz" wrap="none" lIns="90000" tIns="46800" rIns="90000" bIns="46800" numCol="1" spcCol="0" rtlCol="0" fromWordArt="0" anchor="t" anchorCtr="0" forceAA="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139" name="Text Box 2450"/>
              <p:cNvSpPr txBox="1">
                <a:spLocks noChangeArrowheads="1"/>
              </p:cNvSpPr>
              <p:nvPr/>
            </p:nvSpPr>
            <p:spPr bwMode="auto">
              <a:xfrm>
                <a:off x="5122041" y="2864426"/>
                <a:ext cx="382255" cy="3527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en-US" altLang="zh-CN" sz="1600" b="1" dirty="0">
                    <a:solidFill>
                      <a:srgbClr val="002060"/>
                    </a:solidFill>
                  </a:rPr>
                  <a:t>2</a:t>
                </a:r>
                <a:endParaRPr kumimoji="1" lang="en-US" altLang="zh-CN" sz="1600" b="1" baseline="-25000" dirty="0">
                  <a:solidFill>
                    <a:srgbClr val="002060"/>
                  </a:solidFill>
                </a:endParaRPr>
              </a:p>
            </p:txBody>
          </p:sp>
          <p:sp>
            <p:nvSpPr>
              <p:cNvPr id="140" name="Text Box 2450"/>
              <p:cNvSpPr txBox="1">
                <a:spLocks noChangeArrowheads="1"/>
              </p:cNvSpPr>
              <p:nvPr/>
            </p:nvSpPr>
            <p:spPr bwMode="auto">
              <a:xfrm>
                <a:off x="5255391" y="2945388"/>
                <a:ext cx="382255" cy="3527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en-US" altLang="zh-CN" sz="1600" b="1" dirty="0" smtClean="0">
                    <a:solidFill>
                      <a:srgbClr val="002060"/>
                    </a:solidFill>
                  </a:rPr>
                  <a:t>3</a:t>
                </a:r>
                <a:endParaRPr kumimoji="1" lang="en-US" altLang="zh-CN" sz="1600" b="1" baseline="-25000" dirty="0">
                  <a:solidFill>
                    <a:srgbClr val="002060"/>
                  </a:solidFill>
                </a:endParaRPr>
              </a:p>
            </p:txBody>
          </p:sp>
        </p:grpSp>
        <p:sp>
          <p:nvSpPr>
            <p:cNvPr id="141" name="Text Box 2450"/>
            <p:cNvSpPr txBox="1">
              <a:spLocks noChangeArrowheads="1"/>
            </p:cNvSpPr>
            <p:nvPr/>
          </p:nvSpPr>
          <p:spPr bwMode="auto">
            <a:xfrm>
              <a:off x="5374453" y="3038257"/>
              <a:ext cx="382255" cy="3527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en-US" altLang="zh-CN" sz="1600" b="1" dirty="0">
                  <a:solidFill>
                    <a:srgbClr val="002060"/>
                  </a:solidFill>
                </a:rPr>
                <a:t>4</a:t>
              </a:r>
              <a:endParaRPr kumimoji="1" lang="en-US" altLang="zh-CN" sz="1600" b="1" baseline="-25000" dirty="0">
                <a:solidFill>
                  <a:srgbClr val="002060"/>
                </a:solidFill>
              </a:endParaRPr>
            </a:p>
          </p:txBody>
        </p:sp>
      </p:grpSp>
      <p:grpSp>
        <p:nvGrpSpPr>
          <p:cNvPr id="8" name="组合 7"/>
          <p:cNvGrpSpPr/>
          <p:nvPr/>
        </p:nvGrpSpPr>
        <p:grpSpPr>
          <a:xfrm>
            <a:off x="4986310" y="2592964"/>
            <a:ext cx="748967" cy="859995"/>
            <a:chOff x="4986310" y="2592964"/>
            <a:chExt cx="748967" cy="859995"/>
          </a:xfrm>
        </p:grpSpPr>
        <p:sp>
          <p:nvSpPr>
            <p:cNvPr id="142" name="椭圆 141"/>
            <p:cNvSpPr/>
            <p:nvPr/>
          </p:nvSpPr>
          <p:spPr bwMode="auto">
            <a:xfrm>
              <a:off x="5339989" y="2784969"/>
              <a:ext cx="45719" cy="45719"/>
            </a:xfrm>
            <a:prstGeom prst="ellipse">
              <a:avLst/>
            </a:prstGeom>
            <a:solidFill>
              <a:srgbClr val="C00000"/>
            </a:solidFill>
            <a:ln w="12700" cap="flat" cmpd="sng" algn="ctr">
              <a:solidFill>
                <a:srgbClr val="C00000"/>
              </a:solidFill>
              <a:prstDash val="solid"/>
              <a:round/>
              <a:headEnd type="none" w="med" len="med"/>
              <a:tailEnd type="none" w="med" len="med"/>
            </a:ln>
            <a:effectLst/>
            <a:extLst/>
          </p:spPr>
          <p:txBody>
            <a:bodyPr rot="0" spcFirstLastPara="0" vertOverflow="overflow" horzOverflow="overflow" vert="horz" wrap="none" lIns="90000" tIns="46800" rIns="90000" bIns="46800" numCol="1" spcCol="0" rtlCol="0" fromWordArt="0" anchor="t" anchorCtr="0" forceAA="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143" name="椭圆 142"/>
            <p:cNvSpPr/>
            <p:nvPr/>
          </p:nvSpPr>
          <p:spPr bwMode="auto">
            <a:xfrm>
              <a:off x="5170920" y="3008806"/>
              <a:ext cx="45719" cy="45719"/>
            </a:xfrm>
            <a:prstGeom prst="ellipse">
              <a:avLst/>
            </a:prstGeom>
            <a:solidFill>
              <a:srgbClr val="C00000"/>
            </a:solidFill>
            <a:ln w="12700" cap="flat" cmpd="sng" algn="ctr">
              <a:solidFill>
                <a:srgbClr val="C00000"/>
              </a:solidFill>
              <a:prstDash val="solid"/>
              <a:round/>
              <a:headEnd type="none" w="med" len="med"/>
              <a:tailEnd type="none" w="med" len="med"/>
            </a:ln>
            <a:effectLst/>
            <a:extLst/>
          </p:spPr>
          <p:txBody>
            <a:bodyPr rot="0" spcFirstLastPara="0" vertOverflow="overflow" horzOverflow="overflow" vert="horz" wrap="none" lIns="90000" tIns="46800" rIns="90000" bIns="46800" numCol="1" spcCol="0" rtlCol="0" fromWordArt="0" anchor="t" anchorCtr="0" forceAA="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144" name="椭圆 143"/>
            <p:cNvSpPr/>
            <p:nvPr/>
          </p:nvSpPr>
          <p:spPr bwMode="auto">
            <a:xfrm>
              <a:off x="5078051" y="3120724"/>
              <a:ext cx="45719" cy="45719"/>
            </a:xfrm>
            <a:prstGeom prst="ellipse">
              <a:avLst/>
            </a:prstGeom>
            <a:solidFill>
              <a:srgbClr val="C00000"/>
            </a:solidFill>
            <a:ln w="12700" cap="flat" cmpd="sng" algn="ctr">
              <a:solidFill>
                <a:srgbClr val="C00000"/>
              </a:solidFill>
              <a:prstDash val="solid"/>
              <a:round/>
              <a:headEnd type="none" w="med" len="med"/>
              <a:tailEnd type="none" w="med" len="med"/>
            </a:ln>
            <a:effectLst/>
            <a:extLst/>
          </p:spPr>
          <p:txBody>
            <a:bodyPr rot="0" spcFirstLastPara="0" vertOverflow="overflow" horzOverflow="overflow" vert="horz" wrap="none" lIns="90000" tIns="46800" rIns="90000" bIns="46800" numCol="1" spcCol="0" rtlCol="0" fromWordArt="0" anchor="t" anchorCtr="0" forceAA="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grpSp>
          <p:nvGrpSpPr>
            <p:cNvPr id="7" name="组合 6"/>
            <p:cNvGrpSpPr/>
            <p:nvPr/>
          </p:nvGrpSpPr>
          <p:grpSpPr>
            <a:xfrm>
              <a:off x="4986310" y="2592964"/>
              <a:ext cx="748967" cy="859995"/>
              <a:chOff x="4986310" y="2592964"/>
              <a:chExt cx="748967" cy="859995"/>
            </a:xfrm>
          </p:grpSpPr>
          <p:sp>
            <p:nvSpPr>
              <p:cNvPr id="146" name="Text Box 2450"/>
              <p:cNvSpPr txBox="1">
                <a:spLocks noChangeArrowheads="1"/>
              </p:cNvSpPr>
              <p:nvPr/>
            </p:nvSpPr>
            <p:spPr bwMode="auto">
              <a:xfrm>
                <a:off x="5353022" y="2592964"/>
                <a:ext cx="382255" cy="3527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en-US" altLang="zh-CN" sz="1600" b="1" dirty="0" smtClean="0">
                    <a:solidFill>
                      <a:srgbClr val="C00000"/>
                    </a:solidFill>
                  </a:rPr>
                  <a:t>5</a:t>
                </a:r>
                <a:endParaRPr kumimoji="1" lang="en-US" altLang="zh-CN" sz="1600" b="1" baseline="-25000" dirty="0">
                  <a:solidFill>
                    <a:srgbClr val="C00000"/>
                  </a:solidFill>
                </a:endParaRPr>
              </a:p>
            </p:txBody>
          </p:sp>
          <p:sp>
            <p:nvSpPr>
              <p:cNvPr id="148" name="Text Box 2450"/>
              <p:cNvSpPr txBox="1">
                <a:spLocks noChangeArrowheads="1"/>
              </p:cNvSpPr>
              <p:nvPr/>
            </p:nvSpPr>
            <p:spPr bwMode="auto">
              <a:xfrm>
                <a:off x="4986310" y="3100170"/>
                <a:ext cx="382255" cy="3527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en-US" altLang="zh-CN" sz="1600" b="1" dirty="0" smtClean="0">
                    <a:solidFill>
                      <a:srgbClr val="C00000"/>
                    </a:solidFill>
                  </a:rPr>
                  <a:t>7</a:t>
                </a:r>
                <a:endParaRPr kumimoji="1" lang="en-US" altLang="zh-CN" sz="1600" b="1" baseline="-25000" dirty="0">
                  <a:solidFill>
                    <a:srgbClr val="C00000"/>
                  </a:solidFill>
                </a:endParaRPr>
              </a:p>
            </p:txBody>
          </p:sp>
          <p:sp>
            <p:nvSpPr>
              <p:cNvPr id="147" name="Text Box 2450"/>
              <p:cNvSpPr txBox="1">
                <a:spLocks noChangeArrowheads="1"/>
              </p:cNvSpPr>
              <p:nvPr/>
            </p:nvSpPr>
            <p:spPr bwMode="auto">
              <a:xfrm>
                <a:off x="5095847" y="2981108"/>
                <a:ext cx="382255" cy="3527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en-US" altLang="zh-CN" sz="1600" b="1" dirty="0">
                    <a:solidFill>
                      <a:srgbClr val="C00000"/>
                    </a:solidFill>
                  </a:rPr>
                  <a:t>6</a:t>
                </a:r>
                <a:endParaRPr kumimoji="1" lang="en-US" altLang="zh-CN" sz="1600" b="1" baseline="-25000" dirty="0">
                  <a:solidFill>
                    <a:srgbClr val="C00000"/>
                  </a:solidFill>
                </a:endParaRPr>
              </a:p>
            </p:txBody>
          </p:sp>
        </p:grpSp>
      </p:grpSp>
      <p:sp>
        <p:nvSpPr>
          <p:cNvPr id="155" name="Text Box 46"/>
          <p:cNvSpPr txBox="1">
            <a:spLocks noChangeArrowheads="1"/>
          </p:cNvSpPr>
          <p:nvPr/>
        </p:nvSpPr>
        <p:spPr bwMode="auto">
          <a:xfrm>
            <a:off x="628650" y="1738163"/>
            <a:ext cx="4866459" cy="86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342900" indent="-342900" eaLnBrk="1" hangingPunct="1">
              <a:lnSpc>
                <a:spcPct val="125000"/>
              </a:lnSpc>
              <a:spcBef>
                <a:spcPct val="0"/>
              </a:spcBef>
              <a:spcAft>
                <a:spcPct val="0"/>
              </a:spcAft>
              <a:buClr>
                <a:srgbClr val="C00000"/>
              </a:buClr>
              <a:buSzPct val="130000"/>
              <a:buFont typeface="Wingdings" panose="05000000000000000000" pitchFamily="2" charset="2"/>
              <a:buChar char="F"/>
            </a:pPr>
            <a:r>
              <a:rPr lang="zh-CN" altLang="en-US" sz="2000" b="1" i="1" dirty="0" smtClean="0">
                <a:solidFill>
                  <a:srgbClr val="000066"/>
                </a:solidFill>
                <a:ea typeface="幼圆" panose="02010509060101010101" pitchFamily="49" charset="-122"/>
                <a:cs typeface="Times New Roman" panose="02020603050405020304" pitchFamily="18" charset="0"/>
                <a:sym typeface="Symbol" panose="05050102010706020507" pitchFamily="18" charset="2"/>
              </a:rPr>
              <a:t> </a:t>
            </a:r>
            <a:r>
              <a:rPr lang="en-US" altLang="zh-CN" sz="2000" b="1" dirty="0" smtClean="0">
                <a:solidFill>
                  <a:srgbClr val="000066"/>
                </a:solidFill>
                <a:ea typeface="幼圆" panose="02010509060101010101" pitchFamily="49" charset="-122"/>
                <a:cs typeface="Times New Roman" panose="02020603050405020304" pitchFamily="18" charset="0"/>
                <a:sym typeface="Symbol" panose="05050102010706020507" pitchFamily="18" charset="2"/>
              </a:rPr>
              <a:t>= 0</a:t>
            </a:r>
            <a:r>
              <a:rPr lang="zh-CN" altLang="en-US" sz="2000" b="1" dirty="0" smtClean="0">
                <a:solidFill>
                  <a:srgbClr val="000066"/>
                </a:solidFill>
                <a:ea typeface="幼圆" panose="02010509060101010101" pitchFamily="49" charset="-122"/>
                <a:cs typeface="Times New Roman" panose="02020603050405020304" pitchFamily="18" charset="0"/>
                <a:sym typeface="Symbol" panose="05050102010706020507" pitchFamily="18" charset="2"/>
              </a:rPr>
              <a:t>时，</a:t>
            </a:r>
            <a:r>
              <a:rPr lang="en-US" altLang="zh-CN" sz="2000" b="1" dirty="0" err="1" smtClean="0">
                <a:solidFill>
                  <a:srgbClr val="000066"/>
                </a:solidFill>
                <a:ea typeface="幼圆" panose="02010509060101010101" pitchFamily="49" charset="-122"/>
                <a:cs typeface="Times New Roman" panose="02020603050405020304" pitchFamily="18" charset="0"/>
              </a:rPr>
              <a:t>最危险</a:t>
            </a:r>
            <a:r>
              <a:rPr lang="zh-CN" altLang="en-US" sz="2000" b="1" dirty="0" smtClean="0">
                <a:solidFill>
                  <a:srgbClr val="000066"/>
                </a:solidFill>
                <a:ea typeface="幼圆" panose="02010509060101010101" pitchFamily="49" charset="-122"/>
                <a:cs typeface="Times New Roman" panose="02020603050405020304" pitchFamily="18" charset="0"/>
              </a:rPr>
              <a:t>滑裂面为</a:t>
            </a:r>
            <a:r>
              <a:rPr lang="en-US" altLang="zh-CN" sz="2000" b="1" dirty="0" err="1" smtClean="0">
                <a:solidFill>
                  <a:srgbClr val="000066"/>
                </a:solidFill>
                <a:ea typeface="幼圆" panose="02010509060101010101" pitchFamily="49" charset="-122"/>
                <a:cs typeface="Times New Roman" panose="02020603050405020304" pitchFamily="18" charset="0"/>
              </a:rPr>
              <a:t>图中O</a:t>
            </a:r>
            <a:r>
              <a:rPr lang="zh-CN" altLang="en-US" sz="2000" b="1" dirty="0" smtClean="0">
                <a:solidFill>
                  <a:srgbClr val="000066"/>
                </a:solidFill>
                <a:ea typeface="幼圆" panose="02010509060101010101" pitchFamily="49" charset="-122"/>
                <a:cs typeface="Times New Roman" panose="02020603050405020304" pitchFamily="18" charset="0"/>
              </a:rPr>
              <a:t>点，</a:t>
            </a:r>
            <a:r>
              <a:rPr kumimoji="1" lang="en-US" altLang="zh-CN" sz="2000" b="1" i="1" dirty="0">
                <a:solidFill>
                  <a:srgbClr val="000066"/>
                </a:solidFill>
                <a:ea typeface="幼圆" panose="02010509060101010101" pitchFamily="49" charset="-122"/>
                <a:cs typeface="Times New Roman" panose="02020603050405020304" pitchFamily="18" charset="0"/>
                <a:sym typeface="Symbol" panose="05050102010706020507" pitchFamily="18" charset="2"/>
              </a:rPr>
              <a:t></a:t>
            </a:r>
            <a:r>
              <a:rPr kumimoji="1" lang="en-US" altLang="zh-CN" sz="2000" b="1" baseline="-25000" dirty="0">
                <a:solidFill>
                  <a:srgbClr val="000066"/>
                </a:solidFill>
                <a:ea typeface="幼圆" panose="02010509060101010101" pitchFamily="49" charset="-122"/>
                <a:cs typeface="Times New Roman" panose="02020603050405020304" pitchFamily="18" charset="0"/>
                <a:sym typeface="Symbol" panose="05050102010706020507" pitchFamily="18" charset="2"/>
              </a:rPr>
              <a:t>1</a:t>
            </a:r>
            <a:r>
              <a:rPr lang="zh-CN" altLang="en-US" sz="2000" b="1" dirty="0">
                <a:solidFill>
                  <a:srgbClr val="000066"/>
                </a:solidFill>
                <a:ea typeface="幼圆" panose="02010509060101010101" pitchFamily="49" charset="-122"/>
                <a:cs typeface="Times New Roman" panose="02020603050405020304" pitchFamily="18" charset="0"/>
              </a:rPr>
              <a:t>和</a:t>
            </a:r>
            <a:r>
              <a:rPr kumimoji="1" lang="en-US" altLang="zh-CN" sz="2000" b="1" i="1" dirty="0">
                <a:solidFill>
                  <a:srgbClr val="000066"/>
                </a:solidFill>
                <a:ea typeface="幼圆" panose="02010509060101010101" pitchFamily="49" charset="-122"/>
                <a:cs typeface="Times New Roman" panose="02020603050405020304" pitchFamily="18" charset="0"/>
                <a:sym typeface="Symbol" panose="05050102010706020507" pitchFamily="18" charset="2"/>
              </a:rPr>
              <a:t></a:t>
            </a:r>
            <a:r>
              <a:rPr kumimoji="1" lang="en-US" altLang="zh-CN" sz="2000" b="1" baseline="-25000" dirty="0" smtClean="0">
                <a:solidFill>
                  <a:srgbClr val="000066"/>
                </a:solidFill>
                <a:ea typeface="幼圆" panose="02010509060101010101" pitchFamily="49" charset="-122"/>
                <a:cs typeface="Times New Roman" panose="02020603050405020304" pitchFamily="18" charset="0"/>
                <a:sym typeface="Symbol" panose="05050102010706020507" pitchFamily="18" charset="2"/>
              </a:rPr>
              <a:t>2</a:t>
            </a:r>
            <a:r>
              <a:rPr lang="zh-CN" altLang="en-US" sz="2000" b="1" dirty="0">
                <a:solidFill>
                  <a:srgbClr val="000066"/>
                </a:solidFill>
                <a:ea typeface="幼圆" panose="02010509060101010101" pitchFamily="49" charset="-122"/>
                <a:cs typeface="Times New Roman" panose="02020603050405020304" pitchFamily="18" charset="0"/>
              </a:rPr>
              <a:t>取值</a:t>
            </a:r>
            <a:r>
              <a:rPr lang="zh-CN" altLang="en-US" sz="2000" b="1" dirty="0" smtClean="0">
                <a:solidFill>
                  <a:srgbClr val="000066"/>
                </a:solidFill>
                <a:ea typeface="幼圆" panose="02010509060101010101" pitchFamily="49" charset="-122"/>
                <a:cs typeface="Times New Roman" panose="02020603050405020304" pitchFamily="18" charset="0"/>
              </a:rPr>
              <a:t>见教材</a:t>
            </a:r>
            <a:r>
              <a:rPr lang="en-US" altLang="zh-CN" sz="2000" b="1" dirty="0">
                <a:solidFill>
                  <a:srgbClr val="000066"/>
                </a:solidFill>
                <a:ea typeface="幼圆" panose="02010509060101010101" pitchFamily="49" charset="-122"/>
                <a:cs typeface="Times New Roman" panose="02020603050405020304" pitchFamily="18" charset="0"/>
              </a:rPr>
              <a:t>P274</a:t>
            </a:r>
            <a:r>
              <a:rPr lang="zh-CN" altLang="en-US" sz="2000" b="1" dirty="0">
                <a:solidFill>
                  <a:srgbClr val="000066"/>
                </a:solidFill>
                <a:ea typeface="幼圆" panose="02010509060101010101" pitchFamily="49" charset="-122"/>
                <a:cs typeface="Times New Roman" panose="02020603050405020304" pitchFamily="18" charset="0"/>
              </a:rPr>
              <a:t>页表</a:t>
            </a:r>
            <a:r>
              <a:rPr lang="en-US" altLang="zh-CN" sz="2000" b="1" dirty="0" smtClean="0">
                <a:solidFill>
                  <a:srgbClr val="000066"/>
                </a:solidFill>
                <a:ea typeface="幼圆" panose="02010509060101010101" pitchFamily="49" charset="-122"/>
                <a:cs typeface="Times New Roman" panose="02020603050405020304" pitchFamily="18" charset="0"/>
              </a:rPr>
              <a:t>7-4</a:t>
            </a:r>
            <a:endParaRPr lang="zh-CN" altLang="en-US" sz="2000" b="1" dirty="0">
              <a:solidFill>
                <a:srgbClr val="000066"/>
              </a:solidFill>
              <a:ea typeface="幼圆" panose="02010509060101010101" pitchFamily="49" charset="-122"/>
              <a:cs typeface="Times New Roman" panose="02020603050405020304" pitchFamily="18" charset="0"/>
            </a:endParaRPr>
          </a:p>
        </p:txBody>
      </p:sp>
      <p:sp>
        <p:nvSpPr>
          <p:cNvPr id="156" name="Text Box 46"/>
          <p:cNvSpPr txBox="1">
            <a:spLocks noChangeArrowheads="1"/>
          </p:cNvSpPr>
          <p:nvPr/>
        </p:nvSpPr>
        <p:spPr bwMode="auto">
          <a:xfrm>
            <a:off x="642080" y="2576542"/>
            <a:ext cx="1619250" cy="4378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342900" indent="-342900" eaLnBrk="1" hangingPunct="1">
              <a:lnSpc>
                <a:spcPct val="125000"/>
              </a:lnSpc>
              <a:spcBef>
                <a:spcPct val="0"/>
              </a:spcBef>
              <a:spcAft>
                <a:spcPct val="0"/>
              </a:spcAft>
              <a:buClr>
                <a:srgbClr val="C00000"/>
              </a:buClr>
              <a:buSzPct val="130000"/>
              <a:buFont typeface="Wingdings" panose="05000000000000000000" pitchFamily="2" charset="2"/>
              <a:buChar char="F"/>
            </a:pPr>
            <a:r>
              <a:rPr lang="zh-CN" altLang="en-US" sz="2000" b="1" i="1" dirty="0" smtClean="0">
                <a:solidFill>
                  <a:srgbClr val="000066"/>
                </a:solidFill>
                <a:ea typeface="幼圆" panose="02010509060101010101" pitchFamily="49" charset="-122"/>
                <a:cs typeface="Times New Roman" panose="02020603050405020304" pitchFamily="18" charset="0"/>
                <a:sym typeface="Symbol" panose="05050102010706020507" pitchFamily="18" charset="2"/>
              </a:rPr>
              <a:t></a:t>
            </a:r>
            <a:r>
              <a:rPr lang="en-US" altLang="zh-CN" sz="2000" b="1" dirty="0">
                <a:solidFill>
                  <a:srgbClr val="000066"/>
                </a:solidFill>
                <a:ea typeface="幼圆" panose="02010509060101010101" pitchFamily="49" charset="-122"/>
                <a:cs typeface="Times New Roman" panose="02020603050405020304" pitchFamily="18" charset="0"/>
                <a:sym typeface="Symbol" panose="05050102010706020507" pitchFamily="18" charset="2"/>
              </a:rPr>
              <a:t> </a:t>
            </a:r>
            <a:r>
              <a:rPr lang="en-US" altLang="zh-CN" sz="2000" b="1" dirty="0" smtClean="0">
                <a:solidFill>
                  <a:srgbClr val="000066"/>
                </a:solidFill>
                <a:ea typeface="幼圆" panose="02010509060101010101" pitchFamily="49" charset="-122"/>
                <a:cs typeface="Times New Roman" panose="02020603050405020304" pitchFamily="18" charset="0"/>
                <a:sym typeface="Symbol" panose="05050102010706020507" pitchFamily="18" charset="2"/>
              </a:rPr>
              <a:t>0</a:t>
            </a:r>
            <a:r>
              <a:rPr lang="zh-CN" altLang="en-US" sz="2000" b="1" dirty="0" smtClean="0">
                <a:solidFill>
                  <a:srgbClr val="000066"/>
                </a:solidFill>
                <a:ea typeface="幼圆" panose="02010509060101010101" pitchFamily="49" charset="-122"/>
                <a:cs typeface="Times New Roman" panose="02020603050405020304" pitchFamily="18" charset="0"/>
                <a:sym typeface="Symbol" panose="05050102010706020507" pitchFamily="18" charset="2"/>
              </a:rPr>
              <a:t>时</a:t>
            </a:r>
            <a:endParaRPr lang="zh-CN" altLang="en-US" sz="2000" b="1" dirty="0">
              <a:solidFill>
                <a:srgbClr val="000066"/>
              </a:solidFill>
              <a:ea typeface="幼圆" panose="02010509060101010101" pitchFamily="49" charset="-122"/>
              <a:cs typeface="Times New Roman" panose="02020603050405020304" pitchFamily="18" charset="0"/>
            </a:endParaRPr>
          </a:p>
        </p:txBody>
      </p:sp>
      <p:sp>
        <p:nvSpPr>
          <p:cNvPr id="157" name="Text Box 46"/>
          <p:cNvSpPr txBox="1">
            <a:spLocks noChangeArrowheads="1"/>
          </p:cNvSpPr>
          <p:nvPr/>
        </p:nvSpPr>
        <p:spPr bwMode="auto">
          <a:xfrm>
            <a:off x="954213" y="3066190"/>
            <a:ext cx="3696164" cy="24006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269875" indent="-269875" eaLnBrk="1" hangingPunct="1">
              <a:lnSpc>
                <a:spcPct val="125000"/>
              </a:lnSpc>
              <a:spcBef>
                <a:spcPct val="0"/>
              </a:spcBef>
              <a:spcAft>
                <a:spcPct val="0"/>
              </a:spcAft>
              <a:buClr>
                <a:srgbClr val="C00000"/>
              </a:buClr>
              <a:buSzPct val="100000"/>
              <a:buFont typeface="+mj-lt"/>
              <a:buAutoNum type="arabicPeriod"/>
            </a:pPr>
            <a:r>
              <a:rPr lang="zh-CN" altLang="en-US" sz="2000" b="1" dirty="0" smtClean="0">
                <a:solidFill>
                  <a:srgbClr val="000066"/>
                </a:solidFill>
                <a:ea typeface="幼圆" panose="02010509060101010101" pitchFamily="49" charset="-122"/>
                <a:cs typeface="Times New Roman" panose="02020603050405020304" pitchFamily="18" charset="0"/>
              </a:rPr>
              <a:t>确定</a:t>
            </a:r>
            <a:r>
              <a:rPr lang="en-US" altLang="zh-CN" sz="2000" b="1" dirty="0" smtClean="0">
                <a:solidFill>
                  <a:srgbClr val="000066"/>
                </a:solidFill>
                <a:ea typeface="幼圆" panose="02010509060101010101" pitchFamily="49" charset="-122"/>
                <a:cs typeface="Times New Roman" panose="02020603050405020304" pitchFamily="18" charset="0"/>
              </a:rPr>
              <a:t>DC</a:t>
            </a:r>
            <a:r>
              <a:rPr lang="zh-CN" altLang="en-US" sz="2000" b="1" dirty="0" smtClean="0">
                <a:solidFill>
                  <a:srgbClr val="000066"/>
                </a:solidFill>
                <a:ea typeface="幼圆" panose="02010509060101010101" pitchFamily="49" charset="-122"/>
                <a:cs typeface="Times New Roman" panose="02020603050405020304" pitchFamily="18" charset="0"/>
              </a:rPr>
              <a:t>，在</a:t>
            </a:r>
            <a:r>
              <a:rPr lang="en-US" altLang="zh-CN" sz="2000" b="1" dirty="0" err="1" smtClean="0">
                <a:solidFill>
                  <a:srgbClr val="000066"/>
                </a:solidFill>
                <a:ea typeface="幼圆" panose="02010509060101010101" pitchFamily="49" charset="-122"/>
                <a:cs typeface="Times New Roman" panose="02020603050405020304" pitchFamily="18" charset="0"/>
              </a:rPr>
              <a:t>延长段上</a:t>
            </a:r>
            <a:r>
              <a:rPr lang="zh-CN" altLang="en-US" sz="2000" b="1" dirty="0" smtClean="0">
                <a:solidFill>
                  <a:srgbClr val="000066"/>
                </a:solidFill>
                <a:ea typeface="幼圆" panose="02010509060101010101" pitchFamily="49" charset="-122"/>
                <a:cs typeface="Times New Roman" panose="02020603050405020304" pitchFamily="18" charset="0"/>
              </a:rPr>
              <a:t>取若干圆心，计算</a:t>
            </a:r>
            <a:r>
              <a:rPr lang="en-US" altLang="zh-CN" sz="2000" b="1" i="1" dirty="0" smtClean="0">
                <a:solidFill>
                  <a:srgbClr val="000066"/>
                </a:solidFill>
                <a:ea typeface="幼圆" panose="02010509060101010101" pitchFamily="49" charset="-122"/>
                <a:cs typeface="Times New Roman" panose="02020603050405020304" pitchFamily="18" charset="0"/>
              </a:rPr>
              <a:t>F</a:t>
            </a:r>
            <a:r>
              <a:rPr lang="en-US" altLang="zh-CN" sz="2000" b="1" baseline="-25000" dirty="0" smtClean="0">
                <a:solidFill>
                  <a:srgbClr val="000066"/>
                </a:solidFill>
                <a:ea typeface="幼圆" panose="02010509060101010101" pitchFamily="49" charset="-122"/>
                <a:cs typeface="Times New Roman" panose="02020603050405020304" pitchFamily="18" charset="0"/>
              </a:rPr>
              <a:t>s</a:t>
            </a:r>
          </a:p>
          <a:p>
            <a:pPr marL="269875" indent="-269875" eaLnBrk="1" hangingPunct="1">
              <a:lnSpc>
                <a:spcPct val="125000"/>
              </a:lnSpc>
              <a:spcBef>
                <a:spcPct val="0"/>
              </a:spcBef>
              <a:spcAft>
                <a:spcPct val="0"/>
              </a:spcAft>
              <a:buClr>
                <a:srgbClr val="C00000"/>
              </a:buClr>
              <a:buSzPct val="100000"/>
              <a:buFont typeface="+mj-lt"/>
              <a:buAutoNum type="arabicPeriod"/>
            </a:pPr>
            <a:r>
              <a:rPr lang="zh-CN" altLang="en-US" sz="2000" b="1" dirty="0" smtClean="0">
                <a:solidFill>
                  <a:srgbClr val="000066"/>
                </a:solidFill>
                <a:ea typeface="幼圆" panose="02010509060101010101" pitchFamily="49" charset="-122"/>
                <a:cs typeface="Times New Roman" panose="02020603050405020304" pitchFamily="18" charset="0"/>
              </a:rPr>
              <a:t>在</a:t>
            </a:r>
            <a:r>
              <a:rPr lang="en-US" altLang="zh-CN" sz="2000" b="1" i="1" dirty="0" smtClean="0">
                <a:solidFill>
                  <a:srgbClr val="000066"/>
                </a:solidFill>
                <a:ea typeface="幼圆" panose="02010509060101010101" pitchFamily="49" charset="-122"/>
                <a:cs typeface="Times New Roman" panose="02020603050405020304" pitchFamily="18" charset="0"/>
              </a:rPr>
              <a:t>F</a:t>
            </a:r>
            <a:r>
              <a:rPr lang="en-US" altLang="zh-CN" sz="2000" b="1" baseline="-25000" dirty="0" smtClean="0">
                <a:solidFill>
                  <a:srgbClr val="000066"/>
                </a:solidFill>
                <a:ea typeface="幼圆" panose="02010509060101010101" pitchFamily="49" charset="-122"/>
                <a:cs typeface="Times New Roman" panose="02020603050405020304" pitchFamily="18" charset="0"/>
              </a:rPr>
              <a:t>s</a:t>
            </a:r>
            <a:r>
              <a:rPr lang="zh-CN" altLang="en-US" sz="2000" b="1" dirty="0" smtClean="0">
                <a:solidFill>
                  <a:srgbClr val="000066"/>
                </a:solidFill>
                <a:ea typeface="幼圆" panose="02010509060101010101" pitchFamily="49" charset="-122"/>
                <a:cs typeface="Times New Roman" panose="02020603050405020304" pitchFamily="18" charset="0"/>
              </a:rPr>
              <a:t>最小处，做垂线</a:t>
            </a:r>
            <a:r>
              <a:rPr lang="en-US" altLang="zh-CN" sz="2000" b="1" dirty="0" smtClean="0">
                <a:solidFill>
                  <a:srgbClr val="000066"/>
                </a:solidFill>
                <a:ea typeface="幼圆" panose="02010509060101010101" pitchFamily="49" charset="-122"/>
                <a:cs typeface="Times New Roman" panose="02020603050405020304" pitchFamily="18" charset="0"/>
              </a:rPr>
              <a:t>EF</a:t>
            </a:r>
          </a:p>
          <a:p>
            <a:pPr marL="269875" indent="-269875" eaLnBrk="1" hangingPunct="1">
              <a:lnSpc>
                <a:spcPct val="125000"/>
              </a:lnSpc>
              <a:spcBef>
                <a:spcPct val="0"/>
              </a:spcBef>
              <a:spcAft>
                <a:spcPct val="0"/>
              </a:spcAft>
              <a:buClr>
                <a:srgbClr val="C00000"/>
              </a:buClr>
              <a:buSzPct val="100000"/>
              <a:buFont typeface="+mj-lt"/>
              <a:buAutoNum type="arabicPeriod"/>
            </a:pPr>
            <a:r>
              <a:rPr lang="zh-CN" altLang="en-US" sz="2000" b="1" dirty="0" smtClean="0">
                <a:solidFill>
                  <a:srgbClr val="000066"/>
                </a:solidFill>
                <a:ea typeface="幼圆" panose="02010509060101010101" pitchFamily="49" charset="-122"/>
                <a:cs typeface="Times New Roman" panose="02020603050405020304" pitchFamily="18" charset="0"/>
              </a:rPr>
              <a:t>在</a:t>
            </a:r>
            <a:r>
              <a:rPr lang="en-US" altLang="zh-CN" sz="2000" b="1" dirty="0" smtClean="0">
                <a:solidFill>
                  <a:srgbClr val="000066"/>
                </a:solidFill>
                <a:ea typeface="幼圆" panose="02010509060101010101" pitchFamily="49" charset="-122"/>
                <a:cs typeface="Times New Roman" panose="02020603050405020304" pitchFamily="18" charset="0"/>
              </a:rPr>
              <a:t>EF</a:t>
            </a:r>
            <a:r>
              <a:rPr lang="zh-CN" altLang="en-US" sz="2000" b="1" dirty="0">
                <a:solidFill>
                  <a:srgbClr val="000066"/>
                </a:solidFill>
                <a:ea typeface="幼圆" panose="02010509060101010101" pitchFamily="49" charset="-122"/>
                <a:cs typeface="Times New Roman" panose="02020603050405020304" pitchFamily="18" charset="0"/>
              </a:rPr>
              <a:t>上取若干圆心，</a:t>
            </a:r>
            <a:r>
              <a:rPr lang="zh-CN" altLang="en-US" sz="2000" b="1" dirty="0" smtClean="0">
                <a:solidFill>
                  <a:srgbClr val="000066"/>
                </a:solidFill>
                <a:ea typeface="幼圆" panose="02010509060101010101" pitchFamily="49" charset="-122"/>
                <a:cs typeface="Times New Roman" panose="02020603050405020304" pitchFamily="18" charset="0"/>
              </a:rPr>
              <a:t>计算</a:t>
            </a:r>
            <a:r>
              <a:rPr lang="en-US" altLang="zh-CN" sz="2000" b="1" i="1" dirty="0">
                <a:solidFill>
                  <a:srgbClr val="000066"/>
                </a:solidFill>
                <a:ea typeface="幼圆" panose="02010509060101010101" pitchFamily="49" charset="-122"/>
                <a:cs typeface="Times New Roman" panose="02020603050405020304" pitchFamily="18" charset="0"/>
              </a:rPr>
              <a:t>F</a:t>
            </a:r>
            <a:r>
              <a:rPr lang="en-US" altLang="zh-CN" sz="2000" b="1" baseline="-25000" dirty="0">
                <a:solidFill>
                  <a:srgbClr val="000066"/>
                </a:solidFill>
                <a:ea typeface="幼圆" panose="02010509060101010101" pitchFamily="49" charset="-122"/>
                <a:cs typeface="Times New Roman" panose="02020603050405020304" pitchFamily="18" charset="0"/>
              </a:rPr>
              <a:t>s</a:t>
            </a:r>
          </a:p>
          <a:p>
            <a:pPr marL="269875" indent="-269875" eaLnBrk="1" hangingPunct="1">
              <a:lnSpc>
                <a:spcPct val="125000"/>
              </a:lnSpc>
              <a:spcBef>
                <a:spcPct val="0"/>
              </a:spcBef>
              <a:spcAft>
                <a:spcPct val="0"/>
              </a:spcAft>
              <a:buClr>
                <a:srgbClr val="C00000"/>
              </a:buClr>
              <a:buSzPct val="100000"/>
              <a:buFont typeface="+mj-lt"/>
              <a:buAutoNum type="arabicPeriod"/>
            </a:pPr>
            <a:r>
              <a:rPr lang="zh-CN" altLang="en-US" sz="2000" b="1" dirty="0" smtClean="0">
                <a:solidFill>
                  <a:srgbClr val="000066"/>
                </a:solidFill>
                <a:ea typeface="幼圆" panose="02010509060101010101" pitchFamily="49" charset="-122"/>
                <a:cs typeface="Times New Roman" panose="02020603050405020304" pitchFamily="18" charset="0"/>
              </a:rPr>
              <a:t>最小</a:t>
            </a:r>
            <a:r>
              <a:rPr lang="en-US" altLang="zh-CN" sz="2000" b="1" i="1" dirty="0" smtClean="0">
                <a:solidFill>
                  <a:srgbClr val="000066"/>
                </a:solidFill>
                <a:ea typeface="幼圆" panose="02010509060101010101" pitchFamily="49" charset="-122"/>
                <a:cs typeface="Times New Roman" panose="02020603050405020304" pitchFamily="18" charset="0"/>
              </a:rPr>
              <a:t>F</a:t>
            </a:r>
            <a:r>
              <a:rPr lang="en-US" altLang="zh-CN" sz="2000" b="1" baseline="-25000" dirty="0" smtClean="0">
                <a:solidFill>
                  <a:srgbClr val="000066"/>
                </a:solidFill>
                <a:ea typeface="幼圆" panose="02010509060101010101" pitchFamily="49" charset="-122"/>
                <a:cs typeface="Times New Roman" panose="02020603050405020304" pitchFamily="18" charset="0"/>
              </a:rPr>
              <a:t>s</a:t>
            </a:r>
            <a:r>
              <a:rPr lang="zh-CN" altLang="en-US" sz="2000" b="1" dirty="0" smtClean="0">
                <a:solidFill>
                  <a:srgbClr val="000066"/>
                </a:solidFill>
                <a:ea typeface="幼圆" panose="02010509060101010101" pitchFamily="49" charset="-122"/>
                <a:cs typeface="Times New Roman" panose="02020603050405020304" pitchFamily="18" charset="0"/>
              </a:rPr>
              <a:t>对应的滑裂面是最危险滑裂面</a:t>
            </a:r>
            <a:endParaRPr lang="en-US" altLang="zh-CN" sz="2000" b="1" dirty="0">
              <a:solidFill>
                <a:srgbClr val="000066"/>
              </a:solidFill>
              <a:ea typeface="幼圆" panose="02010509060101010101" pitchFamily="49" charset="-122"/>
              <a:cs typeface="Times New Roman" panose="02020603050405020304" pitchFamily="18" charset="0"/>
            </a:endParaRPr>
          </a:p>
        </p:txBody>
      </p:sp>
      <p:grpSp>
        <p:nvGrpSpPr>
          <p:cNvPr id="2" name="组合 1"/>
          <p:cNvGrpSpPr/>
          <p:nvPr/>
        </p:nvGrpSpPr>
        <p:grpSpPr>
          <a:xfrm>
            <a:off x="6282519" y="595304"/>
            <a:ext cx="2533821" cy="1694465"/>
            <a:chOff x="6282519" y="595304"/>
            <a:chExt cx="2533821" cy="1694465"/>
          </a:xfrm>
        </p:grpSpPr>
        <p:sp>
          <p:nvSpPr>
            <p:cNvPr id="10" name="Text Box 136"/>
            <p:cNvSpPr txBox="1">
              <a:spLocks noChangeArrowheads="1"/>
            </p:cNvSpPr>
            <p:nvPr/>
          </p:nvSpPr>
          <p:spPr bwMode="auto">
            <a:xfrm>
              <a:off x="7279456" y="945657"/>
              <a:ext cx="41568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lnSpc>
                  <a:spcPct val="100000"/>
                </a:lnSpc>
                <a:spcBef>
                  <a:spcPts val="0"/>
                </a:spcBef>
                <a:spcAft>
                  <a:spcPts val="0"/>
                </a:spcAft>
              </a:pPr>
              <a:r>
                <a:rPr kumimoji="1" lang="en-US" altLang="zh-CN" sz="1800" b="1" i="1" dirty="0" smtClean="0">
                  <a:solidFill>
                    <a:srgbClr val="C00000"/>
                  </a:solidFill>
                  <a:latin typeface="Times New Roman" panose="02020603050405020304" pitchFamily="18" charset="0"/>
                  <a:sym typeface="Symbol" panose="05050102010706020507" pitchFamily="18" charset="2"/>
                </a:rPr>
                <a:t></a:t>
              </a:r>
              <a:r>
                <a:rPr kumimoji="1" lang="en-US" altLang="zh-CN" sz="1800" b="1" baseline="-25000" dirty="0" smtClean="0">
                  <a:solidFill>
                    <a:srgbClr val="C00000"/>
                  </a:solidFill>
                  <a:latin typeface="Times New Roman" panose="02020603050405020304" pitchFamily="18" charset="0"/>
                  <a:sym typeface="Symbol" panose="05050102010706020507" pitchFamily="18" charset="2"/>
                </a:rPr>
                <a:t>2</a:t>
              </a:r>
              <a:endParaRPr kumimoji="1" lang="en-US" altLang="zh-CN" sz="1800" b="1" baseline="-25000" dirty="0">
                <a:solidFill>
                  <a:srgbClr val="C00000"/>
                </a:solidFill>
                <a:latin typeface="Times New Roman" panose="02020603050405020304" pitchFamily="18" charset="0"/>
              </a:endParaRPr>
            </a:p>
          </p:txBody>
        </p:sp>
        <p:sp>
          <p:nvSpPr>
            <p:cNvPr id="11" name="Arc 52"/>
            <p:cNvSpPr>
              <a:spLocks/>
            </p:cNvSpPr>
            <p:nvPr/>
          </p:nvSpPr>
          <p:spPr bwMode="auto">
            <a:xfrm rot="1896615">
              <a:off x="7024581" y="2054204"/>
              <a:ext cx="156371" cy="190259"/>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9525">
              <a:solidFill>
                <a:schemeClr val="tx1"/>
              </a:solidFill>
              <a:round/>
              <a:headEnd type="triangle" w="sm" len="sm"/>
              <a:tailEnd type="triangl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cxnSp>
          <p:nvCxnSpPr>
            <p:cNvPr id="31" name="直接连接符 30"/>
            <p:cNvCxnSpPr/>
            <p:nvPr/>
          </p:nvCxnSpPr>
          <p:spPr bwMode="auto">
            <a:xfrm flipH="1">
              <a:off x="6820674" y="890204"/>
              <a:ext cx="684579" cy="1368226"/>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3" name="直接连接符 32"/>
            <p:cNvCxnSpPr/>
            <p:nvPr/>
          </p:nvCxnSpPr>
          <p:spPr bwMode="auto">
            <a:xfrm>
              <a:off x="7505253" y="892585"/>
              <a:ext cx="323601" cy="439407"/>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7" name="任意多边形 36"/>
            <p:cNvSpPr/>
            <p:nvPr/>
          </p:nvSpPr>
          <p:spPr bwMode="auto">
            <a:xfrm>
              <a:off x="6282519" y="1314450"/>
              <a:ext cx="2533821" cy="950790"/>
            </a:xfrm>
            <a:custGeom>
              <a:avLst/>
              <a:gdLst>
                <a:gd name="connsiteX0" fmla="*/ 0 w 1940118"/>
                <a:gd name="connsiteY0" fmla="*/ 504908 h 504908"/>
                <a:gd name="connsiteX1" fmla="*/ 322028 w 1940118"/>
                <a:gd name="connsiteY1" fmla="*/ 504908 h 504908"/>
                <a:gd name="connsiteX2" fmla="*/ 906449 w 1940118"/>
                <a:gd name="connsiteY2" fmla="*/ 0 h 504908"/>
                <a:gd name="connsiteX3" fmla="*/ 1940118 w 1940118"/>
                <a:gd name="connsiteY3" fmla="*/ 0 h 504908"/>
                <a:gd name="connsiteX0" fmla="*/ 0 w 1940118"/>
                <a:gd name="connsiteY0" fmla="*/ 506997 h 506997"/>
                <a:gd name="connsiteX1" fmla="*/ 322028 w 1940118"/>
                <a:gd name="connsiteY1" fmla="*/ 506997 h 506997"/>
                <a:gd name="connsiteX2" fmla="*/ 906449 w 1940118"/>
                <a:gd name="connsiteY2" fmla="*/ 2089 h 506997"/>
                <a:gd name="connsiteX3" fmla="*/ 1478792 w 1940118"/>
                <a:gd name="connsiteY3" fmla="*/ 0 h 506997"/>
                <a:gd name="connsiteX4" fmla="*/ 1940118 w 1940118"/>
                <a:gd name="connsiteY4" fmla="*/ 2089 h 506997"/>
                <a:gd name="connsiteX0" fmla="*/ 0 w 1478792"/>
                <a:gd name="connsiteY0" fmla="*/ 506997 h 506997"/>
                <a:gd name="connsiteX1" fmla="*/ 322028 w 1478792"/>
                <a:gd name="connsiteY1" fmla="*/ 506997 h 506997"/>
                <a:gd name="connsiteX2" fmla="*/ 906449 w 1478792"/>
                <a:gd name="connsiteY2" fmla="*/ 2089 h 506997"/>
                <a:gd name="connsiteX3" fmla="*/ 1478792 w 1478792"/>
                <a:gd name="connsiteY3" fmla="*/ 0 h 506997"/>
              </a:gdLst>
              <a:ahLst/>
              <a:cxnLst>
                <a:cxn ang="0">
                  <a:pos x="connsiteX0" y="connsiteY0"/>
                </a:cxn>
                <a:cxn ang="0">
                  <a:pos x="connsiteX1" y="connsiteY1"/>
                </a:cxn>
                <a:cxn ang="0">
                  <a:pos x="connsiteX2" y="connsiteY2"/>
                </a:cxn>
                <a:cxn ang="0">
                  <a:pos x="connsiteX3" y="connsiteY3"/>
                </a:cxn>
              </a:cxnLst>
              <a:rect l="l" t="t" r="r" b="b"/>
              <a:pathLst>
                <a:path w="1478792" h="506997">
                  <a:moveTo>
                    <a:pt x="0" y="506997"/>
                  </a:moveTo>
                  <a:lnTo>
                    <a:pt x="322028" y="506997"/>
                  </a:lnTo>
                  <a:lnTo>
                    <a:pt x="906449" y="2089"/>
                  </a:lnTo>
                  <a:lnTo>
                    <a:pt x="1478792" y="0"/>
                  </a:lnTo>
                </a:path>
              </a:pathLst>
            </a:custGeom>
            <a:noFill/>
            <a:ln w="2857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cxnSp>
          <p:nvCxnSpPr>
            <p:cNvPr id="44" name="直接连接符 43"/>
            <p:cNvCxnSpPr/>
            <p:nvPr/>
          </p:nvCxnSpPr>
          <p:spPr bwMode="auto">
            <a:xfrm>
              <a:off x="6854731" y="2272053"/>
              <a:ext cx="490467" cy="0"/>
            </a:xfrm>
            <a:prstGeom prst="line">
              <a:avLst/>
            </a:prstGeom>
            <a:noFill/>
            <a:ln w="63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3" name="直接连接符 52"/>
            <p:cNvCxnSpPr/>
            <p:nvPr/>
          </p:nvCxnSpPr>
          <p:spPr bwMode="auto">
            <a:xfrm>
              <a:off x="7542570" y="1321384"/>
              <a:ext cx="288163" cy="0"/>
            </a:xfrm>
            <a:prstGeom prst="line">
              <a:avLst/>
            </a:prstGeom>
            <a:noFill/>
            <a:ln w="63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5" name="Arc 52"/>
            <p:cNvSpPr>
              <a:spLocks/>
            </p:cNvSpPr>
            <p:nvPr/>
          </p:nvSpPr>
          <p:spPr bwMode="auto">
            <a:xfrm rot="14281431">
              <a:off x="7595744" y="1154002"/>
              <a:ext cx="130381" cy="148832"/>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9525">
              <a:solidFill>
                <a:schemeClr val="tx1"/>
              </a:solidFill>
              <a:round/>
              <a:headEnd type="triangle" w="sm" len="sm"/>
              <a:tailEnd type="triangl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7" name="Text Box 136"/>
            <p:cNvSpPr txBox="1">
              <a:spLocks noChangeArrowheads="1"/>
            </p:cNvSpPr>
            <p:nvPr/>
          </p:nvSpPr>
          <p:spPr bwMode="auto">
            <a:xfrm>
              <a:off x="7048927" y="1446623"/>
              <a:ext cx="41568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lnSpc>
                  <a:spcPct val="100000"/>
                </a:lnSpc>
                <a:spcBef>
                  <a:spcPts val="0"/>
                </a:spcBef>
                <a:spcAft>
                  <a:spcPts val="0"/>
                </a:spcAft>
              </a:pPr>
              <a:r>
                <a:rPr kumimoji="1" lang="en-US" altLang="zh-CN" sz="1800" b="1" i="1" dirty="0" smtClean="0">
                  <a:solidFill>
                    <a:srgbClr val="C00000"/>
                  </a:solidFill>
                  <a:latin typeface="Times New Roman" panose="02020603050405020304" pitchFamily="18" charset="0"/>
                  <a:sym typeface="Symbol" panose="05050102010706020507" pitchFamily="18" charset="2"/>
                </a:rPr>
                <a:t></a:t>
              </a:r>
              <a:r>
                <a:rPr kumimoji="1" lang="en-US" altLang="zh-CN" sz="1800" b="1" baseline="-25000" dirty="0" smtClean="0">
                  <a:solidFill>
                    <a:srgbClr val="C00000"/>
                  </a:solidFill>
                  <a:latin typeface="Times New Roman" panose="02020603050405020304" pitchFamily="18" charset="0"/>
                  <a:sym typeface="Symbol" panose="05050102010706020507" pitchFamily="18" charset="2"/>
                </a:rPr>
                <a:t>1</a:t>
              </a:r>
              <a:endParaRPr kumimoji="1" lang="en-US" altLang="zh-CN" sz="1800" b="1" baseline="-25000" dirty="0">
                <a:solidFill>
                  <a:srgbClr val="C00000"/>
                </a:solidFill>
                <a:latin typeface="Times New Roman" panose="02020603050405020304" pitchFamily="18" charset="0"/>
              </a:endParaRPr>
            </a:p>
          </p:txBody>
        </p:sp>
        <p:sp>
          <p:nvSpPr>
            <p:cNvPr id="58" name="Text Box 136"/>
            <p:cNvSpPr txBox="1">
              <a:spLocks noChangeArrowheads="1"/>
            </p:cNvSpPr>
            <p:nvPr/>
          </p:nvSpPr>
          <p:spPr bwMode="auto">
            <a:xfrm>
              <a:off x="7129179" y="1888971"/>
              <a:ext cx="41568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lnSpc>
                  <a:spcPct val="100000"/>
                </a:lnSpc>
                <a:spcBef>
                  <a:spcPts val="0"/>
                </a:spcBef>
                <a:spcAft>
                  <a:spcPts val="0"/>
                </a:spcAft>
              </a:pPr>
              <a:r>
                <a:rPr kumimoji="1" lang="en-US" altLang="zh-CN" sz="1800" b="1" i="1" dirty="0" smtClean="0">
                  <a:solidFill>
                    <a:srgbClr val="C00000"/>
                  </a:solidFill>
                  <a:latin typeface="Times New Roman" panose="02020603050405020304" pitchFamily="18" charset="0"/>
                  <a:sym typeface="Symbol" panose="05050102010706020507" pitchFamily="18" charset="2"/>
                </a:rPr>
                <a:t></a:t>
              </a:r>
              <a:endParaRPr kumimoji="1" lang="en-US" altLang="zh-CN" sz="1800" b="1" i="1" baseline="-25000" dirty="0">
                <a:solidFill>
                  <a:srgbClr val="C00000"/>
                </a:solidFill>
                <a:latin typeface="Times New Roman" panose="02020603050405020304" pitchFamily="18" charset="0"/>
              </a:endParaRPr>
            </a:p>
          </p:txBody>
        </p:sp>
        <p:sp>
          <p:nvSpPr>
            <p:cNvPr id="59" name="Arc 52"/>
            <p:cNvSpPr>
              <a:spLocks/>
            </p:cNvSpPr>
            <p:nvPr/>
          </p:nvSpPr>
          <p:spPr bwMode="auto">
            <a:xfrm rot="20621503">
              <a:off x="7037992" y="1828808"/>
              <a:ext cx="123531" cy="128332"/>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9525">
              <a:solidFill>
                <a:schemeClr val="tx1"/>
              </a:solidFill>
              <a:round/>
              <a:headEnd type="triangle" w="sm" len="sm"/>
              <a:tailEnd type="triangl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62" name="Text Box 2450"/>
            <p:cNvSpPr txBox="1">
              <a:spLocks noChangeArrowheads="1"/>
            </p:cNvSpPr>
            <p:nvPr/>
          </p:nvSpPr>
          <p:spPr bwMode="auto">
            <a:xfrm>
              <a:off x="7258473" y="595304"/>
              <a:ext cx="334257" cy="385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en-US" altLang="zh-CN" sz="1800" b="1" dirty="0">
                  <a:solidFill>
                    <a:srgbClr val="002060"/>
                  </a:solidFill>
                </a:rPr>
                <a:t>O</a:t>
              </a:r>
              <a:endParaRPr kumimoji="1" lang="en-US" altLang="zh-CN" sz="1800" b="1" baseline="-25000" dirty="0">
                <a:solidFill>
                  <a:srgbClr val="002060"/>
                </a:solidFill>
              </a:endParaRPr>
            </a:p>
          </p:txBody>
        </p:sp>
        <p:sp>
          <p:nvSpPr>
            <p:cNvPr id="153" name="Text Box 2450"/>
            <p:cNvSpPr txBox="1">
              <a:spLocks noChangeArrowheads="1"/>
            </p:cNvSpPr>
            <p:nvPr/>
          </p:nvSpPr>
          <p:spPr bwMode="auto">
            <a:xfrm>
              <a:off x="6507903" y="1904407"/>
              <a:ext cx="334257" cy="385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en-US" altLang="zh-CN" sz="1800" b="1" dirty="0">
                  <a:solidFill>
                    <a:srgbClr val="002060"/>
                  </a:solidFill>
                </a:rPr>
                <a:t>A</a:t>
              </a:r>
              <a:endParaRPr kumimoji="1" lang="en-US" altLang="zh-CN" sz="1800" b="1" baseline="-25000" dirty="0">
                <a:solidFill>
                  <a:srgbClr val="002060"/>
                </a:solidFill>
              </a:endParaRPr>
            </a:p>
          </p:txBody>
        </p:sp>
        <p:sp>
          <p:nvSpPr>
            <p:cNvPr id="154" name="Text Box 2450"/>
            <p:cNvSpPr txBox="1">
              <a:spLocks noChangeArrowheads="1"/>
            </p:cNvSpPr>
            <p:nvPr/>
          </p:nvSpPr>
          <p:spPr bwMode="auto">
            <a:xfrm>
              <a:off x="7820448" y="933777"/>
              <a:ext cx="334257" cy="385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en-US" altLang="zh-CN" sz="1800" b="1" dirty="0">
                  <a:solidFill>
                    <a:srgbClr val="002060"/>
                  </a:solidFill>
                </a:rPr>
                <a:t>B</a:t>
              </a:r>
              <a:endParaRPr kumimoji="1" lang="en-US" altLang="zh-CN" sz="1800" b="1" baseline="-25000" dirty="0">
                <a:solidFill>
                  <a:srgbClr val="002060"/>
                </a:solidFill>
              </a:endParaRPr>
            </a:p>
          </p:txBody>
        </p:sp>
        <p:grpSp>
          <p:nvGrpSpPr>
            <p:cNvPr id="158" name="Group 12"/>
            <p:cNvGrpSpPr>
              <a:grpSpLocks/>
            </p:cNvGrpSpPr>
            <p:nvPr/>
          </p:nvGrpSpPr>
          <p:grpSpPr bwMode="auto">
            <a:xfrm>
              <a:off x="8214892" y="1331301"/>
              <a:ext cx="410560" cy="57195"/>
              <a:chOff x="2274" y="1204"/>
              <a:chExt cx="270" cy="44"/>
            </a:xfrm>
          </p:grpSpPr>
          <p:sp>
            <p:nvSpPr>
              <p:cNvPr id="159" name="Line 13"/>
              <p:cNvSpPr>
                <a:spLocks noChangeShapeType="1"/>
              </p:cNvSpPr>
              <p:nvPr/>
            </p:nvSpPr>
            <p:spPr bwMode="auto">
              <a:xfrm flipH="1">
                <a:off x="2274" y="1210"/>
                <a:ext cx="28" cy="34"/>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0" name="Line 14"/>
              <p:cNvSpPr>
                <a:spLocks noChangeShapeType="1"/>
              </p:cNvSpPr>
              <p:nvPr/>
            </p:nvSpPr>
            <p:spPr bwMode="auto">
              <a:xfrm flipH="1">
                <a:off x="2304" y="1214"/>
                <a:ext cx="34" cy="34"/>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1" name="Line 15"/>
              <p:cNvSpPr>
                <a:spLocks noChangeShapeType="1"/>
              </p:cNvSpPr>
              <p:nvPr/>
            </p:nvSpPr>
            <p:spPr bwMode="auto">
              <a:xfrm flipH="1">
                <a:off x="2346" y="1206"/>
                <a:ext cx="36" cy="42"/>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2" name="Line 16"/>
              <p:cNvSpPr>
                <a:spLocks noChangeShapeType="1"/>
              </p:cNvSpPr>
              <p:nvPr/>
            </p:nvSpPr>
            <p:spPr bwMode="auto">
              <a:xfrm>
                <a:off x="2376" y="1206"/>
                <a:ext cx="40" cy="38"/>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3" name="Line 17"/>
              <p:cNvSpPr>
                <a:spLocks noChangeShapeType="1"/>
              </p:cNvSpPr>
              <p:nvPr/>
            </p:nvSpPr>
            <p:spPr bwMode="auto">
              <a:xfrm>
                <a:off x="2420" y="1210"/>
                <a:ext cx="40" cy="34"/>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4" name="Line 18"/>
              <p:cNvSpPr>
                <a:spLocks noChangeShapeType="1"/>
              </p:cNvSpPr>
              <p:nvPr/>
            </p:nvSpPr>
            <p:spPr bwMode="auto">
              <a:xfrm flipV="1">
                <a:off x="2460" y="1204"/>
                <a:ext cx="46" cy="42"/>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5" name="Line 19"/>
              <p:cNvSpPr>
                <a:spLocks noChangeShapeType="1"/>
              </p:cNvSpPr>
              <p:nvPr/>
            </p:nvSpPr>
            <p:spPr bwMode="auto">
              <a:xfrm flipV="1">
                <a:off x="2512" y="1208"/>
                <a:ext cx="32" cy="36"/>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spTree>
    <p:extLst>
      <p:ext uri="{BB962C8B-B14F-4D97-AF65-F5344CB8AC3E}">
        <p14:creationId xmlns:p14="http://schemas.microsoft.com/office/powerpoint/2010/main" val="4026965567"/>
      </p:ext>
    </p:extLst>
  </p:cSld>
  <p:clrMapOvr>
    <a:masterClrMapping/>
  </p:clrMapOvr>
  <p:transition spd="med">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4"/>
                                        </p:tgtEl>
                                        <p:attrNameLst>
                                          <p:attrName>style.visibility</p:attrName>
                                        </p:attrNameLst>
                                      </p:cBhvr>
                                      <p:to>
                                        <p:strVal val="visible"/>
                                      </p:to>
                                    </p:set>
                                    <p:animEffect transition="in" filter="wipe(left)">
                                      <p:cBhvr>
                                        <p:cTn id="7" dur="1000"/>
                                        <p:tgtEl>
                                          <p:spTgt spid="6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55"/>
                                        </p:tgtEl>
                                        <p:attrNameLst>
                                          <p:attrName>style.visibility</p:attrName>
                                        </p:attrNameLst>
                                      </p:cBhvr>
                                      <p:to>
                                        <p:strVal val="visible"/>
                                      </p:to>
                                    </p:set>
                                    <p:animEffect transition="in" filter="wipe(left)">
                                      <p:cBhvr>
                                        <p:cTn id="12" dur="1000"/>
                                        <p:tgtEl>
                                          <p:spTgt spid="155"/>
                                        </p:tgtEl>
                                      </p:cBhvr>
                                    </p:animEffect>
                                  </p:childTnLst>
                                </p:cTn>
                              </p:par>
                            </p:childTnLst>
                          </p:cTn>
                        </p:par>
                        <p:par>
                          <p:cTn id="13" fill="hold">
                            <p:stCondLst>
                              <p:cond delay="1000"/>
                            </p:stCondLst>
                            <p:childTnLst>
                              <p:par>
                                <p:cTn id="14" presetID="22" presetClass="entr" presetSubtype="8" fill="hold" nodeType="after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wipe(left)">
                                      <p:cBhvr>
                                        <p:cTn id="16" dur="1000"/>
                                        <p:tgtEl>
                                          <p:spTgt spid="2"/>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156"/>
                                        </p:tgtEl>
                                        <p:attrNameLst>
                                          <p:attrName>style.visibility</p:attrName>
                                        </p:attrNameLst>
                                      </p:cBhvr>
                                      <p:to>
                                        <p:strVal val="visible"/>
                                      </p:to>
                                    </p:set>
                                    <p:animEffect transition="in" filter="wipe(left)">
                                      <p:cBhvr>
                                        <p:cTn id="21" dur="1000"/>
                                        <p:tgtEl>
                                          <p:spTgt spid="156"/>
                                        </p:tgtEl>
                                      </p:cBhvr>
                                    </p:animEffect>
                                  </p:childTnLst>
                                </p:cTn>
                              </p:par>
                            </p:childTnLst>
                          </p:cTn>
                        </p:par>
                        <p:par>
                          <p:cTn id="22" fill="hold">
                            <p:stCondLst>
                              <p:cond delay="1000"/>
                            </p:stCondLst>
                            <p:childTnLst>
                              <p:par>
                                <p:cTn id="23" presetID="1" presetClass="entr" presetSubtype="0" fill="hold" nodeType="afterEffect">
                                  <p:stCondLst>
                                    <p:cond delay="0"/>
                                  </p:stCondLst>
                                  <p:childTnLst>
                                    <p:set>
                                      <p:cBhvr>
                                        <p:cTn id="24" dur="1" fill="hold">
                                          <p:stCondLst>
                                            <p:cond delay="0"/>
                                          </p:stCondLst>
                                        </p:cTn>
                                        <p:tgtEl>
                                          <p:spTgt spid="4"/>
                                        </p:tgtEl>
                                        <p:attrNameLst>
                                          <p:attrName>style.visibility</p:attrName>
                                        </p:attrNameLst>
                                      </p:cBhvr>
                                      <p:to>
                                        <p:strVal val="visible"/>
                                      </p:to>
                                    </p:set>
                                  </p:childTnLst>
                                </p:cTn>
                              </p:par>
                            </p:childTnLst>
                          </p:cTn>
                        </p:par>
                        <p:par>
                          <p:cTn id="25" fill="hold">
                            <p:stCondLst>
                              <p:cond delay="1000"/>
                            </p:stCondLst>
                            <p:childTnLst>
                              <p:par>
                                <p:cTn id="26" presetID="31" presetClass="entr" presetSubtype="0" fill="hold" grpId="0" nodeType="afterEffect">
                                  <p:stCondLst>
                                    <p:cond delay="0"/>
                                  </p:stCondLst>
                                  <p:childTnLst>
                                    <p:set>
                                      <p:cBhvr>
                                        <p:cTn id="27" dur="1" fill="hold">
                                          <p:stCondLst>
                                            <p:cond delay="0"/>
                                          </p:stCondLst>
                                        </p:cTn>
                                        <p:tgtEl>
                                          <p:spTgt spid="157">
                                            <p:txEl>
                                              <p:pRg st="0" end="0"/>
                                            </p:txEl>
                                          </p:spTgt>
                                        </p:tgtEl>
                                        <p:attrNameLst>
                                          <p:attrName>style.visibility</p:attrName>
                                        </p:attrNameLst>
                                      </p:cBhvr>
                                      <p:to>
                                        <p:strVal val="visible"/>
                                      </p:to>
                                    </p:set>
                                    <p:anim calcmode="lin" valueType="num">
                                      <p:cBhvr>
                                        <p:cTn id="28" dur="1000" fill="hold"/>
                                        <p:tgtEl>
                                          <p:spTgt spid="157">
                                            <p:txEl>
                                              <p:pRg st="0" end="0"/>
                                            </p:txEl>
                                          </p:spTgt>
                                        </p:tgtEl>
                                        <p:attrNameLst>
                                          <p:attrName>ppt_w</p:attrName>
                                        </p:attrNameLst>
                                      </p:cBhvr>
                                      <p:tavLst>
                                        <p:tav tm="0">
                                          <p:val>
                                            <p:fltVal val="0"/>
                                          </p:val>
                                        </p:tav>
                                        <p:tav tm="100000">
                                          <p:val>
                                            <p:strVal val="#ppt_w"/>
                                          </p:val>
                                        </p:tav>
                                      </p:tavLst>
                                    </p:anim>
                                    <p:anim calcmode="lin" valueType="num">
                                      <p:cBhvr>
                                        <p:cTn id="29" dur="1000" fill="hold"/>
                                        <p:tgtEl>
                                          <p:spTgt spid="157">
                                            <p:txEl>
                                              <p:pRg st="0" end="0"/>
                                            </p:txEl>
                                          </p:spTgt>
                                        </p:tgtEl>
                                        <p:attrNameLst>
                                          <p:attrName>ppt_h</p:attrName>
                                        </p:attrNameLst>
                                      </p:cBhvr>
                                      <p:tavLst>
                                        <p:tav tm="0">
                                          <p:val>
                                            <p:fltVal val="0"/>
                                          </p:val>
                                        </p:tav>
                                        <p:tav tm="100000">
                                          <p:val>
                                            <p:strVal val="#ppt_h"/>
                                          </p:val>
                                        </p:tav>
                                      </p:tavLst>
                                    </p:anim>
                                    <p:anim calcmode="lin" valueType="num">
                                      <p:cBhvr>
                                        <p:cTn id="30" dur="1000" fill="hold"/>
                                        <p:tgtEl>
                                          <p:spTgt spid="157">
                                            <p:txEl>
                                              <p:pRg st="0" end="0"/>
                                            </p:txEl>
                                          </p:spTgt>
                                        </p:tgtEl>
                                        <p:attrNameLst>
                                          <p:attrName>style.rotation</p:attrName>
                                        </p:attrNameLst>
                                      </p:cBhvr>
                                      <p:tavLst>
                                        <p:tav tm="0">
                                          <p:val>
                                            <p:fltVal val="90"/>
                                          </p:val>
                                        </p:tav>
                                        <p:tav tm="100000">
                                          <p:val>
                                            <p:fltVal val="0"/>
                                          </p:val>
                                        </p:tav>
                                      </p:tavLst>
                                    </p:anim>
                                    <p:animEffect transition="in" filter="fade">
                                      <p:cBhvr>
                                        <p:cTn id="31" dur="1000"/>
                                        <p:tgtEl>
                                          <p:spTgt spid="157">
                                            <p:txEl>
                                              <p:pRg st="0" end="0"/>
                                            </p:txEl>
                                          </p:spTgt>
                                        </p:tgtEl>
                                      </p:cBhvr>
                                    </p:animEffect>
                                  </p:childTnLst>
                                </p:cTn>
                              </p:par>
                            </p:childTnLst>
                          </p:cTn>
                        </p:par>
                        <p:par>
                          <p:cTn id="32" fill="hold">
                            <p:stCondLst>
                              <p:cond delay="2000"/>
                            </p:stCondLst>
                            <p:childTnLst>
                              <p:par>
                                <p:cTn id="33" presetID="22" presetClass="entr" presetSubtype="8" fill="hold" nodeType="after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wipe(left)">
                                      <p:cBhvr>
                                        <p:cTn id="35" dur="1000"/>
                                        <p:tgtEl>
                                          <p:spTgt spid="12"/>
                                        </p:tgtEl>
                                      </p:cBhvr>
                                    </p:animEffect>
                                  </p:childTnLst>
                                </p:cTn>
                              </p:par>
                            </p:childTnLst>
                          </p:cTn>
                        </p:par>
                      </p:childTnLst>
                    </p:cTn>
                  </p:par>
                  <p:par>
                    <p:cTn id="36" fill="hold">
                      <p:stCondLst>
                        <p:cond delay="indefinite"/>
                      </p:stCondLst>
                      <p:childTnLst>
                        <p:par>
                          <p:cTn id="37" fill="hold">
                            <p:stCondLst>
                              <p:cond delay="0"/>
                            </p:stCondLst>
                            <p:childTnLst>
                              <p:par>
                                <p:cTn id="38" presetID="31" presetClass="entr" presetSubtype="0" fill="hold" grpId="0" nodeType="clickEffect">
                                  <p:stCondLst>
                                    <p:cond delay="0"/>
                                  </p:stCondLst>
                                  <p:childTnLst>
                                    <p:set>
                                      <p:cBhvr>
                                        <p:cTn id="39" dur="1" fill="hold">
                                          <p:stCondLst>
                                            <p:cond delay="0"/>
                                          </p:stCondLst>
                                        </p:cTn>
                                        <p:tgtEl>
                                          <p:spTgt spid="157">
                                            <p:txEl>
                                              <p:pRg st="1" end="1"/>
                                            </p:txEl>
                                          </p:spTgt>
                                        </p:tgtEl>
                                        <p:attrNameLst>
                                          <p:attrName>style.visibility</p:attrName>
                                        </p:attrNameLst>
                                      </p:cBhvr>
                                      <p:to>
                                        <p:strVal val="visible"/>
                                      </p:to>
                                    </p:set>
                                    <p:anim calcmode="lin" valueType="num">
                                      <p:cBhvr>
                                        <p:cTn id="40" dur="1000" fill="hold"/>
                                        <p:tgtEl>
                                          <p:spTgt spid="157">
                                            <p:txEl>
                                              <p:pRg st="1" end="1"/>
                                            </p:txEl>
                                          </p:spTgt>
                                        </p:tgtEl>
                                        <p:attrNameLst>
                                          <p:attrName>ppt_w</p:attrName>
                                        </p:attrNameLst>
                                      </p:cBhvr>
                                      <p:tavLst>
                                        <p:tav tm="0">
                                          <p:val>
                                            <p:fltVal val="0"/>
                                          </p:val>
                                        </p:tav>
                                        <p:tav tm="100000">
                                          <p:val>
                                            <p:strVal val="#ppt_w"/>
                                          </p:val>
                                        </p:tav>
                                      </p:tavLst>
                                    </p:anim>
                                    <p:anim calcmode="lin" valueType="num">
                                      <p:cBhvr>
                                        <p:cTn id="41" dur="1000" fill="hold"/>
                                        <p:tgtEl>
                                          <p:spTgt spid="157">
                                            <p:txEl>
                                              <p:pRg st="1" end="1"/>
                                            </p:txEl>
                                          </p:spTgt>
                                        </p:tgtEl>
                                        <p:attrNameLst>
                                          <p:attrName>ppt_h</p:attrName>
                                        </p:attrNameLst>
                                      </p:cBhvr>
                                      <p:tavLst>
                                        <p:tav tm="0">
                                          <p:val>
                                            <p:fltVal val="0"/>
                                          </p:val>
                                        </p:tav>
                                        <p:tav tm="100000">
                                          <p:val>
                                            <p:strVal val="#ppt_h"/>
                                          </p:val>
                                        </p:tav>
                                      </p:tavLst>
                                    </p:anim>
                                    <p:anim calcmode="lin" valueType="num">
                                      <p:cBhvr>
                                        <p:cTn id="42" dur="1000" fill="hold"/>
                                        <p:tgtEl>
                                          <p:spTgt spid="157">
                                            <p:txEl>
                                              <p:pRg st="1" end="1"/>
                                            </p:txEl>
                                          </p:spTgt>
                                        </p:tgtEl>
                                        <p:attrNameLst>
                                          <p:attrName>style.rotation</p:attrName>
                                        </p:attrNameLst>
                                      </p:cBhvr>
                                      <p:tavLst>
                                        <p:tav tm="0">
                                          <p:val>
                                            <p:fltVal val="90"/>
                                          </p:val>
                                        </p:tav>
                                        <p:tav tm="100000">
                                          <p:val>
                                            <p:fltVal val="0"/>
                                          </p:val>
                                        </p:tav>
                                      </p:tavLst>
                                    </p:anim>
                                    <p:animEffect transition="in" filter="fade">
                                      <p:cBhvr>
                                        <p:cTn id="43" dur="1000"/>
                                        <p:tgtEl>
                                          <p:spTgt spid="157">
                                            <p:txEl>
                                              <p:pRg st="1" end="1"/>
                                            </p:txEl>
                                          </p:spTgt>
                                        </p:tgtEl>
                                      </p:cBhvr>
                                    </p:animEffect>
                                  </p:childTnLst>
                                </p:cTn>
                              </p:par>
                            </p:childTnLst>
                          </p:cTn>
                        </p:par>
                        <p:par>
                          <p:cTn id="44" fill="hold">
                            <p:stCondLst>
                              <p:cond delay="1000"/>
                            </p:stCondLst>
                            <p:childTnLst>
                              <p:par>
                                <p:cTn id="45" presetID="22" presetClass="entr" presetSubtype="8" fill="hold" grpId="0" nodeType="afterEffect">
                                  <p:stCondLst>
                                    <p:cond delay="0"/>
                                  </p:stCondLst>
                                  <p:childTnLst>
                                    <p:set>
                                      <p:cBhvr>
                                        <p:cTn id="46" dur="1" fill="hold">
                                          <p:stCondLst>
                                            <p:cond delay="0"/>
                                          </p:stCondLst>
                                        </p:cTn>
                                        <p:tgtEl>
                                          <p:spTgt spid="122"/>
                                        </p:tgtEl>
                                        <p:attrNameLst>
                                          <p:attrName>style.visibility</p:attrName>
                                        </p:attrNameLst>
                                      </p:cBhvr>
                                      <p:to>
                                        <p:strVal val="visible"/>
                                      </p:to>
                                    </p:set>
                                    <p:animEffect transition="in" filter="wipe(left)">
                                      <p:cBhvr>
                                        <p:cTn id="47" dur="1000"/>
                                        <p:tgtEl>
                                          <p:spTgt spid="122"/>
                                        </p:tgtEl>
                                      </p:cBhvr>
                                    </p:animEffect>
                                  </p:childTnLst>
                                </p:cTn>
                              </p:par>
                            </p:childTnLst>
                          </p:cTn>
                        </p:par>
                        <p:par>
                          <p:cTn id="48" fill="hold">
                            <p:stCondLst>
                              <p:cond delay="2000"/>
                            </p:stCondLst>
                            <p:childTnLst>
                              <p:par>
                                <p:cTn id="49" presetID="22" presetClass="entr" presetSubtype="1" fill="hold" nodeType="afterEffect">
                                  <p:stCondLst>
                                    <p:cond delay="0"/>
                                  </p:stCondLst>
                                  <p:childTnLst>
                                    <p:set>
                                      <p:cBhvr>
                                        <p:cTn id="50" dur="1" fill="hold">
                                          <p:stCondLst>
                                            <p:cond delay="0"/>
                                          </p:stCondLst>
                                        </p:cTn>
                                        <p:tgtEl>
                                          <p:spTgt spid="5"/>
                                        </p:tgtEl>
                                        <p:attrNameLst>
                                          <p:attrName>style.visibility</p:attrName>
                                        </p:attrNameLst>
                                      </p:cBhvr>
                                      <p:to>
                                        <p:strVal val="visible"/>
                                      </p:to>
                                    </p:set>
                                    <p:animEffect transition="in" filter="wipe(up)">
                                      <p:cBhvr>
                                        <p:cTn id="51" dur="1000"/>
                                        <p:tgtEl>
                                          <p:spTgt spid="5"/>
                                        </p:tgtEl>
                                      </p:cBhvr>
                                    </p:animEffect>
                                  </p:childTnLst>
                                </p:cTn>
                              </p:par>
                            </p:childTnLst>
                          </p:cTn>
                        </p:par>
                      </p:childTnLst>
                    </p:cTn>
                  </p:par>
                  <p:par>
                    <p:cTn id="52" fill="hold">
                      <p:stCondLst>
                        <p:cond delay="indefinite"/>
                      </p:stCondLst>
                      <p:childTnLst>
                        <p:par>
                          <p:cTn id="53" fill="hold">
                            <p:stCondLst>
                              <p:cond delay="0"/>
                            </p:stCondLst>
                            <p:childTnLst>
                              <p:par>
                                <p:cTn id="54" presetID="31" presetClass="entr" presetSubtype="0" fill="hold" grpId="0" nodeType="clickEffect">
                                  <p:stCondLst>
                                    <p:cond delay="0"/>
                                  </p:stCondLst>
                                  <p:childTnLst>
                                    <p:set>
                                      <p:cBhvr>
                                        <p:cTn id="55" dur="1" fill="hold">
                                          <p:stCondLst>
                                            <p:cond delay="0"/>
                                          </p:stCondLst>
                                        </p:cTn>
                                        <p:tgtEl>
                                          <p:spTgt spid="157">
                                            <p:txEl>
                                              <p:pRg st="2" end="2"/>
                                            </p:txEl>
                                          </p:spTgt>
                                        </p:tgtEl>
                                        <p:attrNameLst>
                                          <p:attrName>style.visibility</p:attrName>
                                        </p:attrNameLst>
                                      </p:cBhvr>
                                      <p:to>
                                        <p:strVal val="visible"/>
                                      </p:to>
                                    </p:set>
                                    <p:anim calcmode="lin" valueType="num">
                                      <p:cBhvr>
                                        <p:cTn id="56" dur="1000" fill="hold"/>
                                        <p:tgtEl>
                                          <p:spTgt spid="157">
                                            <p:txEl>
                                              <p:pRg st="2" end="2"/>
                                            </p:txEl>
                                          </p:spTgt>
                                        </p:tgtEl>
                                        <p:attrNameLst>
                                          <p:attrName>ppt_w</p:attrName>
                                        </p:attrNameLst>
                                      </p:cBhvr>
                                      <p:tavLst>
                                        <p:tav tm="0">
                                          <p:val>
                                            <p:fltVal val="0"/>
                                          </p:val>
                                        </p:tav>
                                        <p:tav tm="100000">
                                          <p:val>
                                            <p:strVal val="#ppt_w"/>
                                          </p:val>
                                        </p:tav>
                                      </p:tavLst>
                                    </p:anim>
                                    <p:anim calcmode="lin" valueType="num">
                                      <p:cBhvr>
                                        <p:cTn id="57" dur="1000" fill="hold"/>
                                        <p:tgtEl>
                                          <p:spTgt spid="157">
                                            <p:txEl>
                                              <p:pRg st="2" end="2"/>
                                            </p:txEl>
                                          </p:spTgt>
                                        </p:tgtEl>
                                        <p:attrNameLst>
                                          <p:attrName>ppt_h</p:attrName>
                                        </p:attrNameLst>
                                      </p:cBhvr>
                                      <p:tavLst>
                                        <p:tav tm="0">
                                          <p:val>
                                            <p:fltVal val="0"/>
                                          </p:val>
                                        </p:tav>
                                        <p:tav tm="100000">
                                          <p:val>
                                            <p:strVal val="#ppt_h"/>
                                          </p:val>
                                        </p:tav>
                                      </p:tavLst>
                                    </p:anim>
                                    <p:anim calcmode="lin" valueType="num">
                                      <p:cBhvr>
                                        <p:cTn id="58" dur="1000" fill="hold"/>
                                        <p:tgtEl>
                                          <p:spTgt spid="157">
                                            <p:txEl>
                                              <p:pRg st="2" end="2"/>
                                            </p:txEl>
                                          </p:spTgt>
                                        </p:tgtEl>
                                        <p:attrNameLst>
                                          <p:attrName>style.rotation</p:attrName>
                                        </p:attrNameLst>
                                      </p:cBhvr>
                                      <p:tavLst>
                                        <p:tav tm="0">
                                          <p:val>
                                            <p:fltVal val="90"/>
                                          </p:val>
                                        </p:tav>
                                        <p:tav tm="100000">
                                          <p:val>
                                            <p:fltVal val="0"/>
                                          </p:val>
                                        </p:tav>
                                      </p:tavLst>
                                    </p:anim>
                                    <p:animEffect transition="in" filter="fade">
                                      <p:cBhvr>
                                        <p:cTn id="59" dur="1000"/>
                                        <p:tgtEl>
                                          <p:spTgt spid="157">
                                            <p:txEl>
                                              <p:pRg st="2" end="2"/>
                                            </p:txEl>
                                          </p:spTgt>
                                        </p:tgtEl>
                                      </p:cBhvr>
                                    </p:animEffect>
                                  </p:childTnLst>
                                </p:cTn>
                              </p:par>
                            </p:childTnLst>
                          </p:cTn>
                        </p:par>
                        <p:par>
                          <p:cTn id="60" fill="hold">
                            <p:stCondLst>
                              <p:cond delay="1000"/>
                            </p:stCondLst>
                            <p:childTnLst>
                              <p:par>
                                <p:cTn id="61" presetID="22" presetClass="entr" presetSubtype="1" fill="hold" nodeType="afterEffect">
                                  <p:stCondLst>
                                    <p:cond delay="0"/>
                                  </p:stCondLst>
                                  <p:childTnLst>
                                    <p:set>
                                      <p:cBhvr>
                                        <p:cTn id="62" dur="1" fill="hold">
                                          <p:stCondLst>
                                            <p:cond delay="0"/>
                                          </p:stCondLst>
                                        </p:cTn>
                                        <p:tgtEl>
                                          <p:spTgt spid="8"/>
                                        </p:tgtEl>
                                        <p:attrNameLst>
                                          <p:attrName>style.visibility</p:attrName>
                                        </p:attrNameLst>
                                      </p:cBhvr>
                                      <p:to>
                                        <p:strVal val="visible"/>
                                      </p:to>
                                    </p:set>
                                    <p:animEffect transition="in" filter="wipe(up)">
                                      <p:cBhvr>
                                        <p:cTn id="63" dur="1000"/>
                                        <p:tgtEl>
                                          <p:spTgt spid="8"/>
                                        </p:tgtEl>
                                      </p:cBhvr>
                                    </p:animEffect>
                                  </p:childTnLst>
                                </p:cTn>
                              </p:par>
                            </p:childTnLst>
                          </p:cTn>
                        </p:par>
                      </p:childTnLst>
                    </p:cTn>
                  </p:par>
                  <p:par>
                    <p:cTn id="64" fill="hold">
                      <p:stCondLst>
                        <p:cond delay="indefinite"/>
                      </p:stCondLst>
                      <p:childTnLst>
                        <p:par>
                          <p:cTn id="65" fill="hold">
                            <p:stCondLst>
                              <p:cond delay="0"/>
                            </p:stCondLst>
                            <p:childTnLst>
                              <p:par>
                                <p:cTn id="66" presetID="31" presetClass="entr" presetSubtype="0" fill="hold" grpId="0" nodeType="clickEffect">
                                  <p:stCondLst>
                                    <p:cond delay="0"/>
                                  </p:stCondLst>
                                  <p:childTnLst>
                                    <p:set>
                                      <p:cBhvr>
                                        <p:cTn id="67" dur="1" fill="hold">
                                          <p:stCondLst>
                                            <p:cond delay="0"/>
                                          </p:stCondLst>
                                        </p:cTn>
                                        <p:tgtEl>
                                          <p:spTgt spid="157">
                                            <p:txEl>
                                              <p:pRg st="3" end="3"/>
                                            </p:txEl>
                                          </p:spTgt>
                                        </p:tgtEl>
                                        <p:attrNameLst>
                                          <p:attrName>style.visibility</p:attrName>
                                        </p:attrNameLst>
                                      </p:cBhvr>
                                      <p:to>
                                        <p:strVal val="visible"/>
                                      </p:to>
                                    </p:set>
                                    <p:anim calcmode="lin" valueType="num">
                                      <p:cBhvr>
                                        <p:cTn id="68" dur="1000" fill="hold"/>
                                        <p:tgtEl>
                                          <p:spTgt spid="157">
                                            <p:txEl>
                                              <p:pRg st="3" end="3"/>
                                            </p:txEl>
                                          </p:spTgt>
                                        </p:tgtEl>
                                        <p:attrNameLst>
                                          <p:attrName>ppt_w</p:attrName>
                                        </p:attrNameLst>
                                      </p:cBhvr>
                                      <p:tavLst>
                                        <p:tav tm="0">
                                          <p:val>
                                            <p:fltVal val="0"/>
                                          </p:val>
                                        </p:tav>
                                        <p:tav tm="100000">
                                          <p:val>
                                            <p:strVal val="#ppt_w"/>
                                          </p:val>
                                        </p:tav>
                                      </p:tavLst>
                                    </p:anim>
                                    <p:anim calcmode="lin" valueType="num">
                                      <p:cBhvr>
                                        <p:cTn id="69" dur="1000" fill="hold"/>
                                        <p:tgtEl>
                                          <p:spTgt spid="157">
                                            <p:txEl>
                                              <p:pRg st="3" end="3"/>
                                            </p:txEl>
                                          </p:spTgt>
                                        </p:tgtEl>
                                        <p:attrNameLst>
                                          <p:attrName>ppt_h</p:attrName>
                                        </p:attrNameLst>
                                      </p:cBhvr>
                                      <p:tavLst>
                                        <p:tav tm="0">
                                          <p:val>
                                            <p:fltVal val="0"/>
                                          </p:val>
                                        </p:tav>
                                        <p:tav tm="100000">
                                          <p:val>
                                            <p:strVal val="#ppt_h"/>
                                          </p:val>
                                        </p:tav>
                                      </p:tavLst>
                                    </p:anim>
                                    <p:anim calcmode="lin" valueType="num">
                                      <p:cBhvr>
                                        <p:cTn id="70" dur="1000" fill="hold"/>
                                        <p:tgtEl>
                                          <p:spTgt spid="157">
                                            <p:txEl>
                                              <p:pRg st="3" end="3"/>
                                            </p:txEl>
                                          </p:spTgt>
                                        </p:tgtEl>
                                        <p:attrNameLst>
                                          <p:attrName>style.rotation</p:attrName>
                                        </p:attrNameLst>
                                      </p:cBhvr>
                                      <p:tavLst>
                                        <p:tav tm="0">
                                          <p:val>
                                            <p:fltVal val="90"/>
                                          </p:val>
                                        </p:tav>
                                        <p:tav tm="100000">
                                          <p:val>
                                            <p:fltVal val="0"/>
                                          </p:val>
                                        </p:tav>
                                      </p:tavLst>
                                    </p:anim>
                                    <p:animEffect transition="in" filter="fade">
                                      <p:cBhvr>
                                        <p:cTn id="71" dur="1000"/>
                                        <p:tgtEl>
                                          <p:spTgt spid="15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 grpId="0"/>
      <p:bldP spid="122" grpId="0" animBg="1"/>
      <p:bldP spid="155" grpId="0"/>
      <p:bldP spid="156" grpId="0"/>
      <p:bldP spid="157" grpId="0" uiExpand="1" build="p"/>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62</a:t>
            </a:fld>
            <a:endParaRPr lang="zh-CN" altLang="en-US" dirty="0">
              <a:solidFill>
                <a:srgbClr val="C00000"/>
              </a:solidFill>
            </a:endParaRPr>
          </a:p>
        </p:txBody>
      </p:sp>
      <p:sp>
        <p:nvSpPr>
          <p:cNvPr id="219" name="Text Box 4"/>
          <p:cNvSpPr txBox="1">
            <a:spLocks noChangeArrowheads="1"/>
          </p:cNvSpPr>
          <p:nvPr/>
        </p:nvSpPr>
        <p:spPr bwMode="auto">
          <a:xfrm>
            <a:off x="356694" y="737051"/>
            <a:ext cx="4032426" cy="535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358775" indent="-358775" eaLnBrk="1" hangingPunct="1">
              <a:lnSpc>
                <a:spcPct val="120000"/>
              </a:lnSpc>
              <a:spcBef>
                <a:spcPts val="600"/>
              </a:spcBef>
              <a:spcAft>
                <a:spcPts val="0"/>
              </a:spcAft>
              <a:buClr>
                <a:srgbClr val="A50021"/>
              </a:buClr>
              <a:buSzPct val="100000"/>
              <a:buFont typeface="Wingdings" panose="05000000000000000000" pitchFamily="2" charset="2"/>
              <a:buChar char="n"/>
            </a:pPr>
            <a:r>
              <a:rPr lang="zh-CN" altLang="en-US" sz="2400" b="1" dirty="0">
                <a:solidFill>
                  <a:srgbClr val="A50021"/>
                </a:solidFill>
                <a:latin typeface="微软雅黑" panose="020B0503020204020204" pitchFamily="34" charset="-122"/>
                <a:ea typeface="微软雅黑" panose="020B0503020204020204" pitchFamily="34" charset="-122"/>
              </a:rPr>
              <a:t>最小安全系数的</a:t>
            </a:r>
            <a:r>
              <a:rPr lang="zh-CN" altLang="en-US" sz="2400" b="1" dirty="0" smtClean="0">
                <a:solidFill>
                  <a:srgbClr val="A50021"/>
                </a:solidFill>
                <a:latin typeface="微软雅黑" panose="020B0503020204020204" pitchFamily="34" charset="-122"/>
                <a:ea typeface="微软雅黑" panose="020B0503020204020204" pitchFamily="34" charset="-122"/>
              </a:rPr>
              <a:t>搜索</a:t>
            </a:r>
            <a:r>
              <a:rPr lang="zh-CN" altLang="en-US" sz="2400" b="1" dirty="0">
                <a:solidFill>
                  <a:srgbClr val="A50021"/>
                </a:solidFill>
                <a:latin typeface="微软雅黑" panose="020B0503020204020204" pitchFamily="34" charset="-122"/>
                <a:ea typeface="微软雅黑" panose="020B0503020204020204" pitchFamily="34" charset="-122"/>
              </a:rPr>
              <a:t>方法</a:t>
            </a:r>
          </a:p>
        </p:txBody>
      </p:sp>
      <p:sp>
        <p:nvSpPr>
          <p:cNvPr id="85" name="Text Box 2"/>
          <p:cNvSpPr txBox="1">
            <a:spLocks noChangeArrowheads="1"/>
          </p:cNvSpPr>
          <p:nvPr/>
        </p:nvSpPr>
        <p:spPr bwMode="auto">
          <a:xfrm>
            <a:off x="2083325" y="5682288"/>
            <a:ext cx="580691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gn="ctr" eaLnBrk="1" hangingPunct="1">
              <a:lnSpc>
                <a:spcPct val="100000"/>
              </a:lnSpc>
              <a:spcBef>
                <a:spcPct val="0"/>
              </a:spcBef>
              <a:spcAft>
                <a:spcPct val="0"/>
              </a:spcAft>
            </a:pPr>
            <a:r>
              <a:rPr kumimoji="1" lang="zh-CN" altLang="en-US" sz="4000" b="1" dirty="0">
                <a:solidFill>
                  <a:srgbClr val="000066"/>
                </a:solidFill>
                <a:latin typeface="黑体" pitchFamily="2" charset="-122"/>
                <a:ea typeface="黑体" pitchFamily="2" charset="-122"/>
              </a:rPr>
              <a:t>最危险滑动面</a:t>
            </a:r>
          </a:p>
        </p:txBody>
      </p:sp>
      <p:sp>
        <p:nvSpPr>
          <p:cNvPr id="86" name="Text Box 7"/>
          <p:cNvSpPr txBox="1">
            <a:spLocks noChangeArrowheads="1"/>
          </p:cNvSpPr>
          <p:nvPr/>
        </p:nvSpPr>
        <p:spPr bwMode="auto">
          <a:xfrm>
            <a:off x="0" y="0"/>
            <a:ext cx="5495827"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1800" b="1" kern="900" spc="130" dirty="0" smtClean="0">
                <a:solidFill>
                  <a:srgbClr val="000066"/>
                </a:solidFill>
                <a:ea typeface="黑体" panose="02010609060101010101" pitchFamily="49" charset="-122"/>
                <a:cs typeface="Times New Roman" panose="02020603050405020304" pitchFamily="18" charset="0"/>
              </a:rPr>
              <a:t>§7.3  </a:t>
            </a:r>
            <a:r>
              <a:rPr lang="zh-CN" altLang="en-US" sz="1800" b="1" kern="900" spc="130" dirty="0" smtClean="0">
                <a:solidFill>
                  <a:srgbClr val="000066"/>
                </a:solidFill>
                <a:ea typeface="黑体" panose="02010609060101010101" pitchFamily="49" charset="-122"/>
                <a:cs typeface="Times New Roman" panose="02020603050405020304" pitchFamily="18" charset="0"/>
              </a:rPr>
              <a:t>黏性</a:t>
            </a:r>
            <a:r>
              <a:rPr lang="zh-CN" altLang="en-US" sz="1800" b="1" kern="900" spc="130" dirty="0">
                <a:solidFill>
                  <a:srgbClr val="000066"/>
                </a:solidFill>
                <a:ea typeface="黑体" panose="02010609060101010101" pitchFamily="49" charset="-122"/>
                <a:cs typeface="Times New Roman" panose="02020603050405020304" pitchFamily="18" charset="0"/>
              </a:rPr>
              <a:t>土坡的稳定</a:t>
            </a:r>
            <a:r>
              <a:rPr lang="zh-CN" altLang="en-US" sz="1800" b="1" kern="900" spc="130" dirty="0" smtClean="0">
                <a:solidFill>
                  <a:srgbClr val="000066"/>
                </a:solidFill>
                <a:ea typeface="黑体" panose="02010609060101010101" pitchFamily="49" charset="-122"/>
                <a:cs typeface="Times New Roman" panose="02020603050405020304" pitchFamily="18" charset="0"/>
              </a:rPr>
              <a:t>分析 </a:t>
            </a:r>
            <a:r>
              <a:rPr lang="en-US" altLang="zh-CN" sz="1800" b="1" kern="900" spc="130" dirty="0" smtClean="0">
                <a:solidFill>
                  <a:srgbClr val="000066"/>
                </a:solidFill>
                <a:ea typeface="黑体" panose="02010609060101010101" pitchFamily="49" charset="-122"/>
                <a:cs typeface="Times New Roman" panose="02020603050405020304" pitchFamily="18" charset="0"/>
              </a:rPr>
              <a:t>- </a:t>
            </a:r>
            <a:r>
              <a:rPr lang="zh-CN" altLang="en-US" sz="1800" b="1" kern="900" spc="130" dirty="0" smtClean="0">
                <a:solidFill>
                  <a:srgbClr val="000066"/>
                </a:solidFill>
                <a:ea typeface="黑体" panose="02010609060101010101" pitchFamily="49" charset="-122"/>
                <a:cs typeface="Times New Roman" panose="02020603050405020304" pitchFamily="18" charset="0"/>
              </a:rPr>
              <a:t>最</a:t>
            </a:r>
            <a:r>
              <a:rPr lang="zh-CN" altLang="en-US" sz="1800" b="1" kern="900" spc="130" dirty="0">
                <a:solidFill>
                  <a:srgbClr val="000066"/>
                </a:solidFill>
                <a:ea typeface="黑体" panose="02010609060101010101" pitchFamily="49" charset="-122"/>
                <a:cs typeface="Times New Roman" panose="02020603050405020304" pitchFamily="18" charset="0"/>
              </a:rPr>
              <a:t>危险</a:t>
            </a:r>
            <a:r>
              <a:rPr lang="zh-CN" altLang="en-US" sz="1800" b="1" kern="900" spc="130" dirty="0" smtClean="0">
                <a:solidFill>
                  <a:srgbClr val="000066"/>
                </a:solidFill>
                <a:ea typeface="黑体" panose="02010609060101010101" pitchFamily="49" charset="-122"/>
                <a:cs typeface="Times New Roman" panose="02020603050405020304" pitchFamily="18" charset="0"/>
              </a:rPr>
              <a:t>滑动面确定</a:t>
            </a:r>
            <a:endParaRPr lang="zh-CN" altLang="en-US" sz="1800" b="1" kern="900" spc="130" dirty="0">
              <a:solidFill>
                <a:srgbClr val="000066"/>
              </a:solidFill>
              <a:ea typeface="黑体" panose="02010609060101010101" pitchFamily="49" charset="-122"/>
              <a:cs typeface="Times New Roman" panose="02020603050405020304" pitchFamily="18" charset="0"/>
            </a:endParaRPr>
          </a:p>
        </p:txBody>
      </p:sp>
      <p:sp>
        <p:nvSpPr>
          <p:cNvPr id="78" name="Rectangle 14"/>
          <p:cNvSpPr txBox="1">
            <a:spLocks noChangeArrowheads="1"/>
          </p:cNvSpPr>
          <p:nvPr/>
        </p:nvSpPr>
        <p:spPr bwMode="auto">
          <a:xfrm>
            <a:off x="766354" y="1500052"/>
            <a:ext cx="6278880" cy="196596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lr>
                <a:schemeClr val="tx2"/>
              </a:buClr>
              <a:buSzPct val="70000"/>
              <a:buFont typeface="Wingdings" pitchFamily="2" charset="2"/>
              <a:buChar char="¡"/>
              <a:defRPr sz="2900">
                <a:solidFill>
                  <a:schemeClr val="tx1"/>
                </a:solidFill>
                <a:latin typeface="+mn-lt"/>
                <a:ea typeface="+mn-ea"/>
                <a:cs typeface="+mn-cs"/>
              </a:defRPr>
            </a:lvl1pPr>
            <a:lvl2pPr marL="742950" indent="-285750" algn="l" rtl="0" fontAlgn="base">
              <a:spcBef>
                <a:spcPct val="20000"/>
              </a:spcBef>
              <a:spcAft>
                <a:spcPct val="0"/>
              </a:spcAft>
              <a:buClr>
                <a:schemeClr val="accent2"/>
              </a:buClr>
              <a:buSzPct val="70000"/>
              <a:buFont typeface="Wingdings" pitchFamily="2" charset="2"/>
              <a:buChar char="l"/>
              <a:defRPr sz="2500">
                <a:solidFill>
                  <a:schemeClr val="tx1"/>
                </a:solidFill>
                <a:latin typeface="+mn-lt"/>
                <a:ea typeface="+mn-ea"/>
              </a:defRPr>
            </a:lvl2pPr>
            <a:lvl3pPr marL="1143000" indent="-228600" algn="l" rtl="0" fontAlgn="base">
              <a:spcBef>
                <a:spcPct val="20000"/>
              </a:spcBef>
              <a:spcAft>
                <a:spcPct val="0"/>
              </a:spcAft>
              <a:buClr>
                <a:schemeClr val="tx2"/>
              </a:buClr>
              <a:buSzPct val="65000"/>
              <a:buFont typeface="Wingdings" pitchFamily="2" charset="2"/>
              <a:buChar char="¡"/>
              <a:defRPr sz="2200">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itchFamily="2" charset="2"/>
              <a:buChar char="l"/>
              <a:defRPr sz="1900">
                <a:solidFill>
                  <a:schemeClr val="tx1"/>
                </a:solidFill>
                <a:latin typeface="+mn-lt"/>
                <a:ea typeface="+mn-ea"/>
              </a:defRPr>
            </a:lvl4pPr>
            <a:lvl5pPr marL="20574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5pPr>
            <a:lvl6pPr marL="25146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6pPr>
            <a:lvl7pPr marL="29718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7pPr>
            <a:lvl8pPr marL="34290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8pPr>
            <a:lvl9pPr marL="38862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9pPr>
          </a:lstStyle>
          <a:p>
            <a:pPr marL="444500" indent="-444500">
              <a:lnSpc>
                <a:spcPct val="120000"/>
              </a:lnSpc>
              <a:buClr>
                <a:srgbClr val="C00000"/>
              </a:buClr>
              <a:buSzPct val="130000"/>
              <a:buFont typeface="Wingdings" panose="05000000000000000000" pitchFamily="2" charset="2"/>
              <a:buChar char="F"/>
            </a:pPr>
            <a:r>
              <a:rPr lang="zh-CN" altLang="en-US" sz="2200" b="1" kern="0"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初级方法： 枚举法</a:t>
            </a:r>
          </a:p>
          <a:p>
            <a:pPr marL="444500" indent="-444500">
              <a:lnSpc>
                <a:spcPct val="120000"/>
              </a:lnSpc>
              <a:buClr>
                <a:srgbClr val="C00000"/>
              </a:buClr>
              <a:buSzPct val="130000"/>
              <a:buFont typeface="Wingdings" panose="05000000000000000000" pitchFamily="2" charset="2"/>
              <a:buChar char="F"/>
            </a:pPr>
            <a:r>
              <a:rPr lang="zh-CN" altLang="en-US" sz="2200" b="1" kern="0"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解析法：单纯形法、负梯度法、</a:t>
            </a:r>
            <a:r>
              <a:rPr lang="en-US" altLang="zh-CN" sz="2200" b="1" kern="0"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DFP</a:t>
            </a:r>
            <a:r>
              <a:rPr lang="zh-CN" altLang="en-US" sz="2200" b="1" kern="0"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法</a:t>
            </a:r>
          </a:p>
          <a:p>
            <a:pPr marL="444500" indent="-444500">
              <a:lnSpc>
                <a:spcPct val="120000"/>
              </a:lnSpc>
              <a:buClr>
                <a:srgbClr val="C00000"/>
              </a:buClr>
              <a:buSzPct val="130000"/>
              <a:buFont typeface="Wingdings" panose="05000000000000000000" pitchFamily="2" charset="2"/>
              <a:buChar char="F"/>
            </a:pPr>
            <a:r>
              <a:rPr lang="zh-CN" altLang="en-US" sz="2200" b="1" kern="0"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随机搜索法</a:t>
            </a:r>
          </a:p>
          <a:p>
            <a:pPr marL="444500" indent="-444500">
              <a:lnSpc>
                <a:spcPct val="120000"/>
              </a:lnSpc>
              <a:buClr>
                <a:srgbClr val="C00000"/>
              </a:buClr>
              <a:buSzPct val="130000"/>
              <a:buFont typeface="Wingdings" panose="05000000000000000000" pitchFamily="2" charset="2"/>
              <a:buChar char="F"/>
            </a:pPr>
            <a:r>
              <a:rPr lang="zh-CN" altLang="en-US" sz="2200" b="1" kern="0"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智能优化方法</a:t>
            </a:r>
            <a:endParaRPr lang="en-US" altLang="zh-CN" sz="2200" b="1" kern="0"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p:txBody>
      </p:sp>
      <p:sp>
        <p:nvSpPr>
          <p:cNvPr id="79" name="Text Box 46"/>
          <p:cNvSpPr txBox="1">
            <a:spLocks noChangeArrowheads="1"/>
          </p:cNvSpPr>
          <p:nvPr/>
        </p:nvSpPr>
        <p:spPr bwMode="auto">
          <a:xfrm>
            <a:off x="1182189" y="3431949"/>
            <a:ext cx="2459549" cy="1631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182563" indent="-182563" eaLnBrk="1" hangingPunct="1">
              <a:lnSpc>
                <a:spcPct val="125000"/>
              </a:lnSpc>
              <a:spcBef>
                <a:spcPct val="0"/>
              </a:spcBef>
              <a:spcAft>
                <a:spcPct val="0"/>
              </a:spcAft>
              <a:buClr>
                <a:srgbClr val="C00000"/>
              </a:buClr>
              <a:buSzPct val="100000"/>
              <a:buFont typeface="Arial" panose="020B0604020202020204" pitchFamily="34" charset="0"/>
              <a:buChar char="•"/>
            </a:pPr>
            <a:r>
              <a:rPr lang="zh-CN" altLang="en-US" sz="2000" b="1" dirty="0" smtClean="0">
                <a:solidFill>
                  <a:srgbClr val="000066"/>
                </a:solidFill>
                <a:ea typeface="幼圆" panose="02010509060101010101" pitchFamily="49" charset="-122"/>
                <a:cs typeface="Times New Roman" panose="02020603050405020304" pitchFamily="18" charset="0"/>
              </a:rPr>
              <a:t>模拟</a:t>
            </a:r>
            <a:r>
              <a:rPr lang="zh-CN" altLang="en-US" sz="2000" b="1" dirty="0">
                <a:solidFill>
                  <a:srgbClr val="000066"/>
                </a:solidFill>
                <a:ea typeface="幼圆" panose="02010509060101010101" pitchFamily="49" charset="-122"/>
                <a:cs typeface="Times New Roman" panose="02020603050405020304" pitchFamily="18" charset="0"/>
              </a:rPr>
              <a:t>退火</a:t>
            </a:r>
            <a:r>
              <a:rPr lang="zh-CN" altLang="en-US" sz="2000" b="1" dirty="0" smtClean="0">
                <a:solidFill>
                  <a:srgbClr val="000066"/>
                </a:solidFill>
                <a:ea typeface="幼圆" panose="02010509060101010101" pitchFamily="49" charset="-122"/>
                <a:cs typeface="Times New Roman" panose="02020603050405020304" pitchFamily="18" charset="0"/>
              </a:rPr>
              <a:t>算法</a:t>
            </a:r>
            <a:endParaRPr lang="en-US" altLang="zh-CN" sz="2000" b="1" dirty="0" smtClean="0">
              <a:solidFill>
                <a:srgbClr val="000066"/>
              </a:solidFill>
              <a:ea typeface="幼圆" panose="02010509060101010101" pitchFamily="49" charset="-122"/>
              <a:cs typeface="Times New Roman" panose="02020603050405020304" pitchFamily="18" charset="0"/>
            </a:endParaRPr>
          </a:p>
          <a:p>
            <a:pPr marL="182563" indent="-182563" eaLnBrk="1" hangingPunct="1">
              <a:lnSpc>
                <a:spcPct val="125000"/>
              </a:lnSpc>
              <a:spcBef>
                <a:spcPct val="0"/>
              </a:spcBef>
              <a:spcAft>
                <a:spcPct val="0"/>
              </a:spcAft>
              <a:buClr>
                <a:srgbClr val="C00000"/>
              </a:buClr>
              <a:buSzPct val="100000"/>
              <a:buFont typeface="Arial" panose="020B0604020202020204" pitchFamily="34" charset="0"/>
              <a:buChar char="•"/>
            </a:pPr>
            <a:r>
              <a:rPr lang="zh-CN" altLang="en-US" sz="2000" b="1" dirty="0" smtClean="0">
                <a:solidFill>
                  <a:srgbClr val="000066"/>
                </a:solidFill>
                <a:ea typeface="幼圆" panose="02010509060101010101" pitchFamily="49" charset="-122"/>
                <a:cs typeface="Times New Roman" panose="02020603050405020304" pitchFamily="18" charset="0"/>
              </a:rPr>
              <a:t>遗传算法</a:t>
            </a:r>
            <a:endParaRPr lang="en-US" altLang="zh-CN" sz="2000" b="1" dirty="0" smtClean="0">
              <a:solidFill>
                <a:srgbClr val="000066"/>
              </a:solidFill>
              <a:ea typeface="幼圆" panose="02010509060101010101" pitchFamily="49" charset="-122"/>
              <a:cs typeface="Times New Roman" panose="02020603050405020304" pitchFamily="18" charset="0"/>
            </a:endParaRPr>
          </a:p>
          <a:p>
            <a:pPr marL="182563" indent="-182563" eaLnBrk="1" hangingPunct="1">
              <a:lnSpc>
                <a:spcPct val="125000"/>
              </a:lnSpc>
              <a:spcBef>
                <a:spcPct val="0"/>
              </a:spcBef>
              <a:spcAft>
                <a:spcPct val="0"/>
              </a:spcAft>
              <a:buClr>
                <a:srgbClr val="C00000"/>
              </a:buClr>
              <a:buSzPct val="100000"/>
              <a:buFont typeface="Arial" panose="020B0604020202020204" pitchFamily="34" charset="0"/>
              <a:buChar char="•"/>
            </a:pPr>
            <a:r>
              <a:rPr lang="zh-CN" altLang="en-US" sz="2000" b="1" dirty="0" smtClean="0">
                <a:solidFill>
                  <a:srgbClr val="000066"/>
                </a:solidFill>
                <a:ea typeface="幼圆" panose="02010509060101010101" pitchFamily="49" charset="-122"/>
                <a:cs typeface="Times New Roman" panose="02020603050405020304" pitchFamily="18" charset="0"/>
              </a:rPr>
              <a:t>粒子</a:t>
            </a:r>
            <a:r>
              <a:rPr lang="zh-CN" altLang="en-US" sz="2000" b="1" dirty="0">
                <a:solidFill>
                  <a:srgbClr val="000066"/>
                </a:solidFill>
                <a:ea typeface="幼圆" panose="02010509060101010101" pitchFamily="49" charset="-122"/>
                <a:cs typeface="Times New Roman" panose="02020603050405020304" pitchFamily="18" charset="0"/>
              </a:rPr>
              <a:t>群优化</a:t>
            </a:r>
            <a:r>
              <a:rPr lang="zh-CN" altLang="en-US" sz="2000" b="1" dirty="0" smtClean="0">
                <a:solidFill>
                  <a:srgbClr val="000066"/>
                </a:solidFill>
                <a:ea typeface="幼圆" panose="02010509060101010101" pitchFamily="49" charset="-122"/>
                <a:cs typeface="Times New Roman" panose="02020603050405020304" pitchFamily="18" charset="0"/>
              </a:rPr>
              <a:t>算法</a:t>
            </a:r>
            <a:endParaRPr lang="en-US" altLang="zh-CN" sz="2000" b="1" dirty="0" smtClean="0">
              <a:solidFill>
                <a:srgbClr val="000066"/>
              </a:solidFill>
              <a:ea typeface="幼圆" panose="02010509060101010101" pitchFamily="49" charset="-122"/>
              <a:cs typeface="Times New Roman" panose="02020603050405020304" pitchFamily="18" charset="0"/>
            </a:endParaRPr>
          </a:p>
          <a:p>
            <a:pPr marL="182563" indent="-182563" eaLnBrk="1" hangingPunct="1">
              <a:lnSpc>
                <a:spcPct val="125000"/>
              </a:lnSpc>
              <a:spcBef>
                <a:spcPct val="0"/>
              </a:spcBef>
              <a:spcAft>
                <a:spcPct val="0"/>
              </a:spcAft>
              <a:buClr>
                <a:srgbClr val="C00000"/>
              </a:buClr>
              <a:buSzPct val="100000"/>
              <a:buFont typeface="Arial" panose="020B0604020202020204" pitchFamily="34" charset="0"/>
              <a:buChar char="•"/>
            </a:pPr>
            <a:r>
              <a:rPr lang="zh-CN" altLang="en-US" sz="2000" b="1" dirty="0" smtClean="0">
                <a:solidFill>
                  <a:srgbClr val="000066"/>
                </a:solidFill>
                <a:ea typeface="幼圆" panose="02010509060101010101" pitchFamily="49" charset="-122"/>
                <a:cs typeface="Times New Roman" panose="02020603050405020304" pitchFamily="18" charset="0"/>
              </a:rPr>
              <a:t>蚁</a:t>
            </a:r>
            <a:r>
              <a:rPr lang="zh-CN" altLang="en-US" sz="2000" b="1" dirty="0">
                <a:solidFill>
                  <a:srgbClr val="000066"/>
                </a:solidFill>
                <a:ea typeface="幼圆" panose="02010509060101010101" pitchFamily="49" charset="-122"/>
                <a:cs typeface="Times New Roman" panose="02020603050405020304" pitchFamily="18" charset="0"/>
              </a:rPr>
              <a:t>群算法 </a:t>
            </a:r>
            <a:r>
              <a:rPr lang="en-US" altLang="zh-CN" sz="2000" b="1" dirty="0">
                <a:solidFill>
                  <a:srgbClr val="000066"/>
                </a:solidFill>
                <a:ea typeface="幼圆" panose="02010509060101010101" pitchFamily="49" charset="-122"/>
                <a:cs typeface="Times New Roman" panose="02020603050405020304" pitchFamily="18" charset="0"/>
              </a:rPr>
              <a:t>·····</a:t>
            </a:r>
          </a:p>
        </p:txBody>
      </p:sp>
    </p:spTree>
    <p:extLst>
      <p:ext uri="{BB962C8B-B14F-4D97-AF65-F5344CB8AC3E}">
        <p14:creationId xmlns:p14="http://schemas.microsoft.com/office/powerpoint/2010/main" val="448845047"/>
      </p:ext>
    </p:extLst>
  </p:cSld>
  <p:clrMapOvr>
    <a:masterClrMapping/>
  </p:clrMapOvr>
  <p:transition spd="med">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78">
                                            <p:txEl>
                                              <p:pRg st="0" end="0"/>
                                            </p:txEl>
                                          </p:spTgt>
                                        </p:tgtEl>
                                        <p:attrNameLst>
                                          <p:attrName>style.visibility</p:attrName>
                                        </p:attrNameLst>
                                      </p:cBhvr>
                                      <p:to>
                                        <p:strVal val="visible"/>
                                      </p:to>
                                    </p:set>
                                    <p:animEffect transition="in" filter="wipe(left)">
                                      <p:cBhvr>
                                        <p:cTn id="7" dur="500"/>
                                        <p:tgtEl>
                                          <p:spTgt spid="78">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78">
                                            <p:txEl>
                                              <p:pRg st="1" end="1"/>
                                            </p:txEl>
                                          </p:spTgt>
                                        </p:tgtEl>
                                        <p:attrNameLst>
                                          <p:attrName>style.visibility</p:attrName>
                                        </p:attrNameLst>
                                      </p:cBhvr>
                                      <p:to>
                                        <p:strVal val="visible"/>
                                      </p:to>
                                    </p:set>
                                    <p:animEffect transition="in" filter="wipe(left)">
                                      <p:cBhvr>
                                        <p:cTn id="11" dur="500"/>
                                        <p:tgtEl>
                                          <p:spTgt spid="78">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78">
                                            <p:txEl>
                                              <p:pRg st="2" end="2"/>
                                            </p:txEl>
                                          </p:spTgt>
                                        </p:tgtEl>
                                        <p:attrNameLst>
                                          <p:attrName>style.visibility</p:attrName>
                                        </p:attrNameLst>
                                      </p:cBhvr>
                                      <p:to>
                                        <p:strVal val="visible"/>
                                      </p:to>
                                    </p:set>
                                    <p:animEffect transition="in" filter="wipe(left)">
                                      <p:cBhvr>
                                        <p:cTn id="15" dur="500"/>
                                        <p:tgtEl>
                                          <p:spTgt spid="78">
                                            <p:txEl>
                                              <p:pRg st="2" end="2"/>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78">
                                            <p:txEl>
                                              <p:pRg st="3" end="3"/>
                                            </p:txEl>
                                          </p:spTgt>
                                        </p:tgtEl>
                                        <p:attrNameLst>
                                          <p:attrName>style.visibility</p:attrName>
                                        </p:attrNameLst>
                                      </p:cBhvr>
                                      <p:to>
                                        <p:strVal val="visible"/>
                                      </p:to>
                                    </p:set>
                                    <p:animEffect transition="in" filter="wipe(left)">
                                      <p:cBhvr>
                                        <p:cTn id="19" dur="500"/>
                                        <p:tgtEl>
                                          <p:spTgt spid="78">
                                            <p:txEl>
                                              <p:pRg st="3" end="3"/>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79">
                                            <p:txEl>
                                              <p:pRg st="0" end="0"/>
                                            </p:txEl>
                                          </p:spTgt>
                                        </p:tgtEl>
                                        <p:attrNameLst>
                                          <p:attrName>style.visibility</p:attrName>
                                        </p:attrNameLst>
                                      </p:cBhvr>
                                      <p:to>
                                        <p:strVal val="visible"/>
                                      </p:to>
                                    </p:set>
                                    <p:animEffect transition="in" filter="wipe(left)">
                                      <p:cBhvr>
                                        <p:cTn id="23" dur="1000"/>
                                        <p:tgtEl>
                                          <p:spTgt spid="79">
                                            <p:txEl>
                                              <p:pRg st="0" end="0"/>
                                            </p:txEl>
                                          </p:spTgt>
                                        </p:tgtEl>
                                      </p:cBhvr>
                                    </p:animEffect>
                                  </p:childTnLst>
                                </p:cTn>
                              </p:par>
                            </p:childTnLst>
                          </p:cTn>
                        </p:par>
                        <p:par>
                          <p:cTn id="24" fill="hold">
                            <p:stCondLst>
                              <p:cond delay="3000"/>
                            </p:stCondLst>
                            <p:childTnLst>
                              <p:par>
                                <p:cTn id="25" presetID="22" presetClass="entr" presetSubtype="8" fill="hold" grpId="0" nodeType="afterEffect">
                                  <p:stCondLst>
                                    <p:cond delay="0"/>
                                  </p:stCondLst>
                                  <p:childTnLst>
                                    <p:set>
                                      <p:cBhvr>
                                        <p:cTn id="26" dur="1" fill="hold">
                                          <p:stCondLst>
                                            <p:cond delay="0"/>
                                          </p:stCondLst>
                                        </p:cTn>
                                        <p:tgtEl>
                                          <p:spTgt spid="79">
                                            <p:txEl>
                                              <p:pRg st="1" end="1"/>
                                            </p:txEl>
                                          </p:spTgt>
                                        </p:tgtEl>
                                        <p:attrNameLst>
                                          <p:attrName>style.visibility</p:attrName>
                                        </p:attrNameLst>
                                      </p:cBhvr>
                                      <p:to>
                                        <p:strVal val="visible"/>
                                      </p:to>
                                    </p:set>
                                    <p:animEffect transition="in" filter="wipe(left)">
                                      <p:cBhvr>
                                        <p:cTn id="27" dur="1000"/>
                                        <p:tgtEl>
                                          <p:spTgt spid="79">
                                            <p:txEl>
                                              <p:pRg st="1" end="1"/>
                                            </p:txEl>
                                          </p:spTgt>
                                        </p:tgtEl>
                                      </p:cBhvr>
                                    </p:animEffect>
                                  </p:childTnLst>
                                </p:cTn>
                              </p:par>
                            </p:childTnLst>
                          </p:cTn>
                        </p:par>
                        <p:par>
                          <p:cTn id="28" fill="hold">
                            <p:stCondLst>
                              <p:cond delay="4000"/>
                            </p:stCondLst>
                            <p:childTnLst>
                              <p:par>
                                <p:cTn id="29" presetID="22" presetClass="entr" presetSubtype="8" fill="hold" grpId="0" nodeType="afterEffect">
                                  <p:stCondLst>
                                    <p:cond delay="0"/>
                                  </p:stCondLst>
                                  <p:childTnLst>
                                    <p:set>
                                      <p:cBhvr>
                                        <p:cTn id="30" dur="1" fill="hold">
                                          <p:stCondLst>
                                            <p:cond delay="0"/>
                                          </p:stCondLst>
                                        </p:cTn>
                                        <p:tgtEl>
                                          <p:spTgt spid="79">
                                            <p:txEl>
                                              <p:pRg st="2" end="2"/>
                                            </p:txEl>
                                          </p:spTgt>
                                        </p:tgtEl>
                                        <p:attrNameLst>
                                          <p:attrName>style.visibility</p:attrName>
                                        </p:attrNameLst>
                                      </p:cBhvr>
                                      <p:to>
                                        <p:strVal val="visible"/>
                                      </p:to>
                                    </p:set>
                                    <p:animEffect transition="in" filter="wipe(left)">
                                      <p:cBhvr>
                                        <p:cTn id="31" dur="1000"/>
                                        <p:tgtEl>
                                          <p:spTgt spid="79">
                                            <p:txEl>
                                              <p:pRg st="2" end="2"/>
                                            </p:txEl>
                                          </p:spTgt>
                                        </p:tgtEl>
                                      </p:cBhvr>
                                    </p:animEffect>
                                  </p:childTnLst>
                                </p:cTn>
                              </p:par>
                            </p:childTnLst>
                          </p:cTn>
                        </p:par>
                        <p:par>
                          <p:cTn id="32" fill="hold">
                            <p:stCondLst>
                              <p:cond delay="5000"/>
                            </p:stCondLst>
                            <p:childTnLst>
                              <p:par>
                                <p:cTn id="33" presetID="22" presetClass="entr" presetSubtype="8" fill="hold" grpId="0" nodeType="afterEffect">
                                  <p:stCondLst>
                                    <p:cond delay="0"/>
                                  </p:stCondLst>
                                  <p:childTnLst>
                                    <p:set>
                                      <p:cBhvr>
                                        <p:cTn id="34" dur="1" fill="hold">
                                          <p:stCondLst>
                                            <p:cond delay="0"/>
                                          </p:stCondLst>
                                        </p:cTn>
                                        <p:tgtEl>
                                          <p:spTgt spid="79">
                                            <p:txEl>
                                              <p:pRg st="3" end="3"/>
                                            </p:txEl>
                                          </p:spTgt>
                                        </p:tgtEl>
                                        <p:attrNameLst>
                                          <p:attrName>style.visibility</p:attrName>
                                        </p:attrNameLst>
                                      </p:cBhvr>
                                      <p:to>
                                        <p:strVal val="visible"/>
                                      </p:to>
                                    </p:set>
                                    <p:animEffect transition="in" filter="wipe(left)">
                                      <p:cBhvr>
                                        <p:cTn id="35" dur="1000"/>
                                        <p:tgtEl>
                                          <p:spTgt spid="7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 grpId="0" build="p" autoUpdateAnimBg="0"/>
      <p:bldP spid="79" grpId="0" build="p"/>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63</a:t>
            </a:fld>
            <a:endParaRPr lang="zh-CN" altLang="en-US" dirty="0">
              <a:solidFill>
                <a:srgbClr val="C00000"/>
              </a:solidFill>
            </a:endParaRPr>
          </a:p>
        </p:txBody>
      </p:sp>
      <p:sp>
        <p:nvSpPr>
          <p:cNvPr id="61" name="Text Box 2"/>
          <p:cNvSpPr txBox="1">
            <a:spLocks noChangeArrowheads="1"/>
          </p:cNvSpPr>
          <p:nvPr/>
        </p:nvSpPr>
        <p:spPr bwMode="auto">
          <a:xfrm>
            <a:off x="2687513" y="5701142"/>
            <a:ext cx="364361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gn="ctr" eaLnBrk="1" hangingPunct="1">
              <a:lnSpc>
                <a:spcPct val="100000"/>
              </a:lnSpc>
              <a:spcBef>
                <a:spcPct val="0"/>
              </a:spcBef>
              <a:spcAft>
                <a:spcPct val="0"/>
              </a:spcAft>
            </a:pPr>
            <a:r>
              <a:rPr kumimoji="1" lang="zh-CN" altLang="en-US" sz="4000" b="1" dirty="0" smtClean="0">
                <a:solidFill>
                  <a:srgbClr val="000066"/>
                </a:solidFill>
                <a:latin typeface="黑体" pitchFamily="2" charset="-122"/>
                <a:ea typeface="黑体" pitchFamily="2" charset="-122"/>
              </a:rPr>
              <a:t>总    结</a:t>
            </a:r>
            <a:endParaRPr kumimoji="1" lang="zh-CN" altLang="en-US" sz="4000" b="1" dirty="0">
              <a:solidFill>
                <a:srgbClr val="000066"/>
              </a:solidFill>
              <a:latin typeface="黑体" pitchFamily="2" charset="-122"/>
              <a:ea typeface="黑体" pitchFamily="2" charset="-122"/>
            </a:endParaRPr>
          </a:p>
        </p:txBody>
      </p:sp>
      <p:sp>
        <p:nvSpPr>
          <p:cNvPr id="62" name="Text Box 3"/>
          <p:cNvSpPr txBox="1">
            <a:spLocks noChangeArrowheads="1"/>
          </p:cNvSpPr>
          <p:nvPr/>
        </p:nvSpPr>
        <p:spPr bwMode="auto">
          <a:xfrm>
            <a:off x="1053693" y="750608"/>
            <a:ext cx="3431222" cy="45427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444500" indent="-444500" eaLnBrk="1" hangingPunct="1">
              <a:lnSpc>
                <a:spcPct val="150000"/>
              </a:lnSpc>
              <a:spcBef>
                <a:spcPct val="30000"/>
              </a:spcBef>
              <a:spcAft>
                <a:spcPct val="0"/>
              </a:spcAft>
              <a:buClr>
                <a:srgbClr val="A50021"/>
              </a:buClr>
              <a:buSzPct val="110000"/>
              <a:buFont typeface="+mj-lt"/>
              <a:buAutoNum type="arabicPeriod"/>
            </a:pPr>
            <a:r>
              <a:rPr lang="zh-CN" altLang="en-US" sz="2400" b="1" dirty="0" smtClean="0">
                <a:solidFill>
                  <a:srgbClr val="000066"/>
                </a:solidFill>
                <a:ea typeface="幼圆" pitchFamily="49" charset="-122"/>
                <a:cs typeface="Times New Roman" panose="02020603050405020304" pitchFamily="18" charset="0"/>
              </a:rPr>
              <a:t>黏性土坡失稳的特点</a:t>
            </a:r>
            <a:endParaRPr lang="en-US" altLang="zh-CN" sz="2400" b="1" dirty="0" smtClean="0">
              <a:solidFill>
                <a:srgbClr val="000066"/>
              </a:solidFill>
              <a:ea typeface="幼圆" pitchFamily="49" charset="-122"/>
              <a:cs typeface="Times New Roman" panose="02020603050405020304" pitchFamily="18" charset="0"/>
            </a:endParaRPr>
          </a:p>
          <a:p>
            <a:pPr marL="444500" indent="-444500" eaLnBrk="1" hangingPunct="1">
              <a:lnSpc>
                <a:spcPct val="150000"/>
              </a:lnSpc>
              <a:spcBef>
                <a:spcPct val="30000"/>
              </a:spcBef>
              <a:spcAft>
                <a:spcPct val="0"/>
              </a:spcAft>
              <a:buClr>
                <a:srgbClr val="A50021"/>
              </a:buClr>
              <a:buSzPct val="110000"/>
              <a:buFont typeface="+mj-lt"/>
              <a:buAutoNum type="arabicPeriod"/>
            </a:pPr>
            <a:r>
              <a:rPr lang="zh-CN" altLang="en-US" sz="2400" b="1" dirty="0">
                <a:solidFill>
                  <a:srgbClr val="000066"/>
                </a:solidFill>
                <a:ea typeface="幼圆" pitchFamily="49" charset="-122"/>
                <a:cs typeface="Times New Roman" panose="02020603050405020304" pitchFamily="18" charset="0"/>
              </a:rPr>
              <a:t>瑞典</a:t>
            </a:r>
            <a:r>
              <a:rPr lang="zh-CN" altLang="en-US" sz="2400" b="1" dirty="0" smtClean="0">
                <a:solidFill>
                  <a:srgbClr val="000066"/>
                </a:solidFill>
                <a:ea typeface="幼圆" pitchFamily="49" charset="-122"/>
                <a:cs typeface="Times New Roman" panose="02020603050405020304" pitchFamily="18" charset="0"/>
              </a:rPr>
              <a:t>圆弧法</a:t>
            </a:r>
            <a:endParaRPr lang="en-US" altLang="zh-CN" sz="2400" b="1" dirty="0" smtClean="0">
              <a:solidFill>
                <a:srgbClr val="000066"/>
              </a:solidFill>
              <a:ea typeface="幼圆" pitchFamily="49" charset="-122"/>
              <a:cs typeface="Times New Roman" panose="02020603050405020304" pitchFamily="18" charset="0"/>
            </a:endParaRPr>
          </a:p>
          <a:p>
            <a:pPr marL="444500" indent="-444500" eaLnBrk="1" hangingPunct="1">
              <a:lnSpc>
                <a:spcPct val="150000"/>
              </a:lnSpc>
              <a:spcBef>
                <a:spcPct val="30000"/>
              </a:spcBef>
              <a:spcAft>
                <a:spcPct val="0"/>
              </a:spcAft>
              <a:buClr>
                <a:srgbClr val="A50021"/>
              </a:buClr>
              <a:buSzPct val="110000"/>
              <a:buFont typeface="+mj-lt"/>
              <a:buAutoNum type="arabicPeriod"/>
            </a:pPr>
            <a:r>
              <a:rPr lang="zh-CN" altLang="en-US" sz="2400" b="1" dirty="0" smtClean="0">
                <a:solidFill>
                  <a:srgbClr val="000066"/>
                </a:solidFill>
                <a:ea typeface="幼圆" pitchFamily="49" charset="-122"/>
                <a:cs typeface="Times New Roman" panose="02020603050405020304" pitchFamily="18" charset="0"/>
              </a:rPr>
              <a:t>条分法基本原理</a:t>
            </a:r>
          </a:p>
          <a:p>
            <a:pPr marL="444500" indent="-444500" eaLnBrk="1" hangingPunct="1">
              <a:lnSpc>
                <a:spcPct val="150000"/>
              </a:lnSpc>
              <a:spcBef>
                <a:spcPct val="30000"/>
              </a:spcBef>
              <a:spcAft>
                <a:spcPct val="0"/>
              </a:spcAft>
              <a:buClr>
                <a:srgbClr val="A50021"/>
              </a:buClr>
              <a:buSzPct val="110000"/>
              <a:buFont typeface="+mj-lt"/>
              <a:buAutoNum type="arabicPeriod"/>
            </a:pPr>
            <a:r>
              <a:rPr lang="zh-CN" altLang="en-US" sz="2400" b="1" dirty="0" smtClean="0">
                <a:solidFill>
                  <a:srgbClr val="000066"/>
                </a:solidFill>
                <a:ea typeface="幼圆" pitchFamily="49" charset="-122"/>
                <a:cs typeface="Times New Roman" panose="02020603050405020304" pitchFamily="18" charset="0"/>
              </a:rPr>
              <a:t>瑞典</a:t>
            </a:r>
            <a:r>
              <a:rPr lang="zh-CN" altLang="en-US" sz="2400" b="1" dirty="0">
                <a:solidFill>
                  <a:srgbClr val="000066"/>
                </a:solidFill>
                <a:ea typeface="幼圆" pitchFamily="49" charset="-122"/>
                <a:cs typeface="Times New Roman" panose="02020603050405020304" pitchFamily="18" charset="0"/>
              </a:rPr>
              <a:t>条分法</a:t>
            </a:r>
            <a:endParaRPr lang="en-US" altLang="zh-CN" sz="2400" b="1" dirty="0" smtClean="0">
              <a:solidFill>
                <a:srgbClr val="000066"/>
              </a:solidFill>
              <a:ea typeface="幼圆" pitchFamily="49" charset="-122"/>
              <a:cs typeface="Times New Roman" panose="02020603050405020304" pitchFamily="18" charset="0"/>
            </a:endParaRPr>
          </a:p>
          <a:p>
            <a:pPr marL="444500" indent="-444500" eaLnBrk="1" hangingPunct="1">
              <a:lnSpc>
                <a:spcPct val="150000"/>
              </a:lnSpc>
              <a:spcBef>
                <a:spcPct val="30000"/>
              </a:spcBef>
              <a:spcAft>
                <a:spcPct val="0"/>
              </a:spcAft>
              <a:buClr>
                <a:srgbClr val="A50021"/>
              </a:buClr>
              <a:buSzPct val="110000"/>
              <a:buFont typeface="+mj-lt"/>
              <a:buAutoNum type="arabicPeriod"/>
            </a:pPr>
            <a:r>
              <a:rPr lang="zh-CN" altLang="en-US" sz="2400" b="1" dirty="0">
                <a:solidFill>
                  <a:srgbClr val="000066"/>
                </a:solidFill>
                <a:ea typeface="幼圆" pitchFamily="49" charset="-122"/>
                <a:cs typeface="Times New Roman" panose="02020603050405020304" pitchFamily="18" charset="0"/>
              </a:rPr>
              <a:t>简化毕肖甫法</a:t>
            </a:r>
            <a:endParaRPr lang="en-US" altLang="zh-CN" sz="2400" b="1" dirty="0" smtClean="0">
              <a:solidFill>
                <a:srgbClr val="000066"/>
              </a:solidFill>
              <a:ea typeface="幼圆" pitchFamily="49" charset="-122"/>
              <a:cs typeface="Times New Roman" panose="02020603050405020304" pitchFamily="18" charset="0"/>
            </a:endParaRPr>
          </a:p>
          <a:p>
            <a:pPr marL="444500" indent="-444500" eaLnBrk="1" hangingPunct="1">
              <a:lnSpc>
                <a:spcPct val="150000"/>
              </a:lnSpc>
              <a:spcBef>
                <a:spcPct val="30000"/>
              </a:spcBef>
              <a:spcAft>
                <a:spcPct val="0"/>
              </a:spcAft>
              <a:buClr>
                <a:srgbClr val="A50021"/>
              </a:buClr>
              <a:buSzPct val="110000"/>
              <a:buFont typeface="+mj-lt"/>
              <a:buAutoNum type="arabicPeriod"/>
            </a:pPr>
            <a:r>
              <a:rPr lang="zh-CN" altLang="en-US" sz="2400" b="1" dirty="0" smtClean="0">
                <a:solidFill>
                  <a:srgbClr val="000066"/>
                </a:solidFill>
                <a:ea typeface="幼圆" pitchFamily="49" charset="-122"/>
                <a:cs typeface="Times New Roman" panose="02020603050405020304" pitchFamily="18" charset="0"/>
              </a:rPr>
              <a:t>简布法</a:t>
            </a:r>
            <a:endParaRPr lang="en-US" altLang="zh-CN" sz="2400" b="1" dirty="0" smtClean="0">
              <a:solidFill>
                <a:srgbClr val="000066"/>
              </a:solidFill>
              <a:ea typeface="幼圆" pitchFamily="49" charset="-122"/>
              <a:cs typeface="Times New Roman" panose="02020603050405020304" pitchFamily="18" charset="0"/>
            </a:endParaRPr>
          </a:p>
          <a:p>
            <a:pPr marL="444500" indent="-444500" eaLnBrk="1" hangingPunct="1">
              <a:lnSpc>
                <a:spcPct val="150000"/>
              </a:lnSpc>
              <a:spcBef>
                <a:spcPct val="30000"/>
              </a:spcBef>
              <a:spcAft>
                <a:spcPct val="0"/>
              </a:spcAft>
              <a:buClr>
                <a:srgbClr val="A50021"/>
              </a:buClr>
              <a:buSzPct val="110000"/>
              <a:buFont typeface="+mj-lt"/>
              <a:buAutoNum type="arabicPeriod"/>
            </a:pPr>
            <a:r>
              <a:rPr lang="zh-CN" altLang="en-US" sz="2400" b="1" dirty="0">
                <a:solidFill>
                  <a:srgbClr val="000066"/>
                </a:solidFill>
                <a:ea typeface="幼圆" pitchFamily="49" charset="-122"/>
                <a:cs typeface="Times New Roman" panose="02020603050405020304" pitchFamily="18" charset="0"/>
              </a:rPr>
              <a:t>最危险滑动面的确定</a:t>
            </a:r>
          </a:p>
        </p:txBody>
      </p:sp>
      <p:sp>
        <p:nvSpPr>
          <p:cNvPr id="63" name="Text Box 7"/>
          <p:cNvSpPr txBox="1">
            <a:spLocks noChangeArrowheads="1"/>
          </p:cNvSpPr>
          <p:nvPr/>
        </p:nvSpPr>
        <p:spPr bwMode="auto">
          <a:xfrm>
            <a:off x="0" y="0"/>
            <a:ext cx="4275138"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1800" b="1" kern="900" spc="130" dirty="0" smtClean="0">
                <a:solidFill>
                  <a:srgbClr val="000066"/>
                </a:solidFill>
                <a:ea typeface="黑体" panose="02010609060101010101" pitchFamily="49" charset="-122"/>
                <a:cs typeface="Times New Roman" panose="02020603050405020304" pitchFamily="18" charset="0"/>
              </a:rPr>
              <a:t>§7.3  </a:t>
            </a:r>
            <a:r>
              <a:rPr lang="zh-CN" altLang="en-US" sz="1800" b="1" kern="900" spc="130" dirty="0" smtClean="0">
                <a:solidFill>
                  <a:srgbClr val="000066"/>
                </a:solidFill>
                <a:ea typeface="黑体" panose="02010609060101010101" pitchFamily="49" charset="-122"/>
                <a:cs typeface="Times New Roman" panose="02020603050405020304" pitchFamily="18" charset="0"/>
              </a:rPr>
              <a:t>黏性</a:t>
            </a:r>
            <a:r>
              <a:rPr lang="zh-CN" altLang="en-US" sz="1800" b="1" kern="900" spc="130" dirty="0">
                <a:solidFill>
                  <a:srgbClr val="000066"/>
                </a:solidFill>
                <a:ea typeface="黑体" panose="02010609060101010101" pitchFamily="49" charset="-122"/>
                <a:cs typeface="Times New Roman" panose="02020603050405020304" pitchFamily="18" charset="0"/>
              </a:rPr>
              <a:t>土坡的稳定</a:t>
            </a:r>
            <a:r>
              <a:rPr lang="zh-CN" altLang="en-US" sz="1800" b="1" kern="900" spc="130" dirty="0" smtClean="0">
                <a:solidFill>
                  <a:srgbClr val="000066"/>
                </a:solidFill>
                <a:ea typeface="黑体" panose="02010609060101010101" pitchFamily="49" charset="-122"/>
                <a:cs typeface="Times New Roman" panose="02020603050405020304" pitchFamily="18" charset="0"/>
              </a:rPr>
              <a:t>分析 </a:t>
            </a:r>
            <a:r>
              <a:rPr lang="en-US" altLang="zh-CN" sz="1800" b="1" kern="900" spc="130" dirty="0" smtClean="0">
                <a:solidFill>
                  <a:srgbClr val="000066"/>
                </a:solidFill>
                <a:ea typeface="黑体" panose="02010609060101010101" pitchFamily="49" charset="-122"/>
                <a:cs typeface="Times New Roman" panose="02020603050405020304" pitchFamily="18" charset="0"/>
              </a:rPr>
              <a:t>– </a:t>
            </a:r>
            <a:r>
              <a:rPr lang="zh-CN" altLang="en-US" sz="1800" b="1" kern="900" spc="130" dirty="0" smtClean="0">
                <a:solidFill>
                  <a:srgbClr val="000066"/>
                </a:solidFill>
                <a:ea typeface="黑体" panose="02010609060101010101" pitchFamily="49" charset="-122"/>
                <a:cs typeface="Times New Roman" panose="02020603050405020304" pitchFamily="18" charset="0"/>
              </a:rPr>
              <a:t>总结</a:t>
            </a:r>
            <a:endParaRPr lang="zh-CN" altLang="en-US" sz="1800" b="1" kern="900" spc="130" dirty="0">
              <a:solidFill>
                <a:srgbClr val="000066"/>
              </a:solidFill>
              <a:ea typeface="黑体" panose="02010609060101010101" pitchFamily="49" charset="-122"/>
              <a:cs typeface="Times New Roman" panose="02020603050405020304" pitchFamily="18" charset="0"/>
            </a:endParaRPr>
          </a:p>
        </p:txBody>
      </p:sp>
      <p:sp>
        <p:nvSpPr>
          <p:cNvPr id="8" name="Text Box 7"/>
          <p:cNvSpPr txBox="1">
            <a:spLocks noChangeArrowheads="1"/>
          </p:cNvSpPr>
          <p:nvPr/>
        </p:nvSpPr>
        <p:spPr bwMode="auto">
          <a:xfrm>
            <a:off x="4769997" y="877267"/>
            <a:ext cx="3477018" cy="3724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spAutoFit/>
          </a:bodyPr>
          <a:lstStyle>
            <a:lvl1pPr marL="365125" indent="-365125"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269875" indent="-269875" eaLnBrk="1" hangingPunct="1">
              <a:lnSpc>
                <a:spcPct val="110000"/>
              </a:lnSpc>
              <a:spcBef>
                <a:spcPts val="200"/>
              </a:spcBef>
              <a:spcAft>
                <a:spcPts val="200"/>
              </a:spcAft>
              <a:buClr>
                <a:srgbClr val="A50021"/>
              </a:buClr>
              <a:buFontTx/>
              <a:buChar char="•"/>
            </a:pPr>
            <a:r>
              <a:rPr lang="zh-CN" altLang="en-US" sz="2200" b="1" dirty="0" smtClean="0">
                <a:solidFill>
                  <a:srgbClr val="000066"/>
                </a:solidFill>
                <a:latin typeface="幼圆" pitchFamily="49" charset="-122"/>
                <a:ea typeface="幼圆" pitchFamily="49" charset="-122"/>
              </a:rPr>
              <a:t>接近于圆弧的</a:t>
            </a:r>
            <a:r>
              <a:rPr lang="zh-CN" altLang="en-US" sz="2200" b="1" dirty="0">
                <a:solidFill>
                  <a:srgbClr val="000066"/>
                </a:solidFill>
                <a:latin typeface="幼圆" pitchFamily="49" charset="-122"/>
                <a:ea typeface="幼圆" pitchFamily="49" charset="-122"/>
              </a:rPr>
              <a:t>深层</a:t>
            </a:r>
            <a:r>
              <a:rPr lang="zh-CN" altLang="en-US" sz="2200" b="1" dirty="0" smtClean="0">
                <a:solidFill>
                  <a:srgbClr val="000066"/>
                </a:solidFill>
                <a:latin typeface="幼圆" pitchFamily="49" charset="-122"/>
                <a:ea typeface="幼圆" pitchFamily="49" charset="-122"/>
              </a:rPr>
              <a:t>滑动</a:t>
            </a:r>
            <a:endParaRPr lang="en-US" altLang="zh-CN" sz="2200" b="1" dirty="0" smtClean="0">
              <a:solidFill>
                <a:srgbClr val="000066"/>
              </a:solidFill>
              <a:latin typeface="幼圆" pitchFamily="49" charset="-122"/>
              <a:ea typeface="幼圆" pitchFamily="49" charset="-122"/>
            </a:endParaRPr>
          </a:p>
        </p:txBody>
      </p:sp>
      <p:sp>
        <p:nvSpPr>
          <p:cNvPr id="9" name="Text Box 7"/>
          <p:cNvSpPr txBox="1">
            <a:spLocks noChangeArrowheads="1"/>
          </p:cNvSpPr>
          <p:nvPr/>
        </p:nvSpPr>
        <p:spPr bwMode="auto">
          <a:xfrm>
            <a:off x="4761774" y="1533024"/>
            <a:ext cx="1835453" cy="3724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spAutoFit/>
          </a:bodyPr>
          <a:lstStyle>
            <a:lvl1pPr marL="365125" indent="-365125"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269875" indent="-269875" eaLnBrk="1" hangingPunct="1">
              <a:lnSpc>
                <a:spcPct val="110000"/>
              </a:lnSpc>
              <a:spcBef>
                <a:spcPts val="200"/>
              </a:spcBef>
              <a:spcAft>
                <a:spcPts val="200"/>
              </a:spcAft>
              <a:buClr>
                <a:srgbClr val="A50021"/>
              </a:buClr>
              <a:buFontTx/>
              <a:buChar char="•"/>
            </a:pPr>
            <a:r>
              <a:rPr lang="zh-CN" altLang="en-US" sz="2200" b="1" dirty="0">
                <a:solidFill>
                  <a:srgbClr val="000066"/>
                </a:solidFill>
                <a:latin typeface="幼圆" pitchFamily="49" charset="-122"/>
                <a:ea typeface="幼圆" pitchFamily="49" charset="-122"/>
              </a:rPr>
              <a:t>整体</a:t>
            </a:r>
            <a:r>
              <a:rPr lang="zh-CN" altLang="en-US" sz="2200" b="1" dirty="0" smtClean="0">
                <a:solidFill>
                  <a:srgbClr val="000066"/>
                </a:solidFill>
                <a:latin typeface="幼圆" pitchFamily="49" charset="-122"/>
                <a:ea typeface="幼圆" pitchFamily="49" charset="-122"/>
              </a:rPr>
              <a:t>圆弧法</a:t>
            </a:r>
            <a:endParaRPr lang="en-US" altLang="zh-CN" sz="2200" b="1" dirty="0" smtClean="0">
              <a:solidFill>
                <a:srgbClr val="000066"/>
              </a:solidFill>
              <a:latin typeface="幼圆" pitchFamily="49" charset="-122"/>
              <a:ea typeface="幼圆" pitchFamily="49" charset="-122"/>
            </a:endParaRPr>
          </a:p>
        </p:txBody>
      </p:sp>
      <p:sp>
        <p:nvSpPr>
          <p:cNvPr id="10" name="Text Box 7"/>
          <p:cNvSpPr txBox="1">
            <a:spLocks noChangeArrowheads="1"/>
          </p:cNvSpPr>
          <p:nvPr/>
        </p:nvSpPr>
        <p:spPr bwMode="auto">
          <a:xfrm>
            <a:off x="4753064" y="2158051"/>
            <a:ext cx="3864063" cy="3724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spAutoFit/>
          </a:bodyPr>
          <a:lstStyle>
            <a:lvl1pPr marL="365125" indent="-365125"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269875" indent="-269875" eaLnBrk="1" hangingPunct="1">
              <a:lnSpc>
                <a:spcPct val="110000"/>
              </a:lnSpc>
              <a:spcBef>
                <a:spcPts val="200"/>
              </a:spcBef>
              <a:spcAft>
                <a:spcPts val="200"/>
              </a:spcAft>
              <a:buClr>
                <a:srgbClr val="A50021"/>
              </a:buClr>
              <a:buFontTx/>
              <a:buChar char="•"/>
            </a:pPr>
            <a:r>
              <a:rPr lang="zh-CN" altLang="en-US" sz="2200" b="1" dirty="0" smtClean="0">
                <a:solidFill>
                  <a:srgbClr val="000066"/>
                </a:solidFill>
                <a:latin typeface="幼圆" pitchFamily="49" charset="-122"/>
                <a:ea typeface="幼圆" pitchFamily="49" charset="-122"/>
              </a:rPr>
              <a:t>条分法概念，土条受力分析</a:t>
            </a:r>
            <a:endParaRPr lang="zh-CN" altLang="en-US" sz="2200" b="1" dirty="0">
              <a:solidFill>
                <a:srgbClr val="000066"/>
              </a:solidFill>
              <a:latin typeface="幼圆" pitchFamily="49" charset="-122"/>
              <a:ea typeface="幼圆" pitchFamily="49" charset="-122"/>
            </a:endParaRPr>
          </a:p>
        </p:txBody>
      </p:sp>
      <p:sp>
        <p:nvSpPr>
          <p:cNvPr id="11" name="右大括号 10"/>
          <p:cNvSpPr/>
          <p:nvPr/>
        </p:nvSpPr>
        <p:spPr bwMode="auto">
          <a:xfrm>
            <a:off x="4009294" y="3021875"/>
            <a:ext cx="292742" cy="1347840"/>
          </a:xfrm>
          <a:prstGeom prst="rightBrace">
            <a:avLst>
              <a:gd name="adj1" fmla="val 24462"/>
              <a:gd name="adj2" fmla="val 50000"/>
            </a:avLst>
          </a:prstGeom>
          <a:noFill/>
          <a:ln w="28575" cap="flat" cmpd="sng" algn="ctr">
            <a:solidFill>
              <a:srgbClr val="C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12" name="Text Box 7"/>
          <p:cNvSpPr txBox="1">
            <a:spLocks noChangeArrowheads="1"/>
          </p:cNvSpPr>
          <p:nvPr/>
        </p:nvSpPr>
        <p:spPr bwMode="auto">
          <a:xfrm>
            <a:off x="4757422" y="3520938"/>
            <a:ext cx="2967083" cy="3724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spAutoFit/>
          </a:bodyPr>
          <a:lstStyle>
            <a:lvl1pPr marL="365125" indent="-365125"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269875" indent="-269875" eaLnBrk="1" hangingPunct="1">
              <a:lnSpc>
                <a:spcPct val="110000"/>
              </a:lnSpc>
              <a:spcBef>
                <a:spcPts val="200"/>
              </a:spcBef>
              <a:spcAft>
                <a:spcPts val="200"/>
              </a:spcAft>
              <a:buClr>
                <a:srgbClr val="A50021"/>
              </a:buClr>
              <a:buFontTx/>
              <a:buChar char="•"/>
            </a:pPr>
            <a:r>
              <a:rPr lang="zh-CN" altLang="en-US" sz="2200" b="1" dirty="0" smtClean="0">
                <a:solidFill>
                  <a:srgbClr val="000066"/>
                </a:solidFill>
                <a:latin typeface="幼圆" pitchFamily="49" charset="-122"/>
                <a:ea typeface="幼圆" pitchFamily="49" charset="-122"/>
              </a:rPr>
              <a:t>三种典型的条分法</a:t>
            </a:r>
            <a:endParaRPr lang="zh-CN" altLang="en-US" sz="2200" b="1" dirty="0">
              <a:solidFill>
                <a:srgbClr val="000066"/>
              </a:solidFill>
              <a:latin typeface="幼圆" pitchFamily="49" charset="-122"/>
              <a:ea typeface="幼圆" pitchFamily="49" charset="-122"/>
            </a:endParaRPr>
          </a:p>
        </p:txBody>
      </p:sp>
    </p:spTree>
    <p:extLst>
      <p:ext uri="{BB962C8B-B14F-4D97-AF65-F5344CB8AC3E}">
        <p14:creationId xmlns:p14="http://schemas.microsoft.com/office/powerpoint/2010/main" val="635859707"/>
      </p:ext>
    </p:extLst>
  </p:cSld>
  <p:clrMapOvr>
    <a:masterClrMapping/>
  </p:clrMapOvr>
  <p:transition spd="med">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62"/>
                                        </p:tgtEl>
                                        <p:attrNameLst>
                                          <p:attrName>style.visibility</p:attrName>
                                        </p:attrNameLst>
                                      </p:cBhvr>
                                      <p:to>
                                        <p:strVal val="visible"/>
                                      </p:to>
                                    </p:set>
                                    <p:animEffect transition="in" filter="wipe(up)">
                                      <p:cBhvr>
                                        <p:cTn id="7" dur="2000"/>
                                        <p:tgtEl>
                                          <p:spTgt spid="6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2"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 calcmode="lin" valueType="num">
                                      <p:cBhvr additive="base">
                                        <p:cTn id="12" dur="500" fill="hold"/>
                                        <p:tgtEl>
                                          <p:spTgt spid="8"/>
                                        </p:tgtEl>
                                        <p:attrNameLst>
                                          <p:attrName>ppt_x</p:attrName>
                                        </p:attrNameLst>
                                      </p:cBhvr>
                                      <p:tavLst>
                                        <p:tav tm="0">
                                          <p:val>
                                            <p:strVal val="1+#ppt_w/2"/>
                                          </p:val>
                                        </p:tav>
                                        <p:tav tm="100000">
                                          <p:val>
                                            <p:strVal val="#ppt_x"/>
                                          </p:val>
                                        </p:tav>
                                      </p:tavLst>
                                    </p:anim>
                                    <p:anim calcmode="lin" valueType="num">
                                      <p:cBhvr additive="base">
                                        <p:cTn id="13" dur="5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2" fill="hold" grpId="0" nodeType="clickEffect">
                                  <p:stCondLst>
                                    <p:cond delay="0"/>
                                  </p:stCondLst>
                                  <p:childTnLst>
                                    <p:set>
                                      <p:cBhvr>
                                        <p:cTn id="17" dur="1" fill="hold">
                                          <p:stCondLst>
                                            <p:cond delay="0"/>
                                          </p:stCondLst>
                                        </p:cTn>
                                        <p:tgtEl>
                                          <p:spTgt spid="9"/>
                                        </p:tgtEl>
                                        <p:attrNameLst>
                                          <p:attrName>style.visibility</p:attrName>
                                        </p:attrNameLst>
                                      </p:cBhvr>
                                      <p:to>
                                        <p:strVal val="visible"/>
                                      </p:to>
                                    </p:set>
                                    <p:anim calcmode="lin" valueType="num">
                                      <p:cBhvr additive="base">
                                        <p:cTn id="18" dur="500" fill="hold"/>
                                        <p:tgtEl>
                                          <p:spTgt spid="9"/>
                                        </p:tgtEl>
                                        <p:attrNameLst>
                                          <p:attrName>ppt_x</p:attrName>
                                        </p:attrNameLst>
                                      </p:cBhvr>
                                      <p:tavLst>
                                        <p:tav tm="0">
                                          <p:val>
                                            <p:strVal val="1+#ppt_w/2"/>
                                          </p:val>
                                        </p:tav>
                                        <p:tav tm="100000">
                                          <p:val>
                                            <p:strVal val="#ppt_x"/>
                                          </p:val>
                                        </p:tav>
                                      </p:tavLst>
                                    </p:anim>
                                    <p:anim calcmode="lin" valueType="num">
                                      <p:cBhvr additive="base">
                                        <p:cTn id="19" dur="500" fill="hold"/>
                                        <p:tgtEl>
                                          <p:spTgt spid="9"/>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2"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 calcmode="lin" valueType="num">
                                      <p:cBhvr additive="base">
                                        <p:cTn id="24" dur="500" fill="hold"/>
                                        <p:tgtEl>
                                          <p:spTgt spid="10"/>
                                        </p:tgtEl>
                                        <p:attrNameLst>
                                          <p:attrName>ppt_x</p:attrName>
                                        </p:attrNameLst>
                                      </p:cBhvr>
                                      <p:tavLst>
                                        <p:tav tm="0">
                                          <p:val>
                                            <p:strVal val="1+#ppt_w/2"/>
                                          </p:val>
                                        </p:tav>
                                        <p:tav tm="100000">
                                          <p:val>
                                            <p:strVal val="#ppt_x"/>
                                          </p:val>
                                        </p:tav>
                                      </p:tavLst>
                                    </p:anim>
                                    <p:anim calcmode="lin" valueType="num">
                                      <p:cBhvr additive="base">
                                        <p:cTn id="25" dur="500" fill="hold"/>
                                        <p:tgtEl>
                                          <p:spTgt spid="10"/>
                                        </p:tgtEl>
                                        <p:attrNameLst>
                                          <p:attrName>ppt_y</p:attrName>
                                        </p:attrNameLst>
                                      </p:cBhvr>
                                      <p:tavLst>
                                        <p:tav tm="0">
                                          <p:val>
                                            <p:strVal val="#ppt_y"/>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31" presetClass="entr" presetSubtype="0" fill="hold" grpId="0" nodeType="clickEffect">
                                  <p:stCondLst>
                                    <p:cond delay="0"/>
                                  </p:stCondLst>
                                  <p:childTnLst>
                                    <p:set>
                                      <p:cBhvr>
                                        <p:cTn id="29" dur="1" fill="hold">
                                          <p:stCondLst>
                                            <p:cond delay="0"/>
                                          </p:stCondLst>
                                        </p:cTn>
                                        <p:tgtEl>
                                          <p:spTgt spid="11"/>
                                        </p:tgtEl>
                                        <p:attrNameLst>
                                          <p:attrName>style.visibility</p:attrName>
                                        </p:attrNameLst>
                                      </p:cBhvr>
                                      <p:to>
                                        <p:strVal val="visible"/>
                                      </p:to>
                                    </p:set>
                                    <p:anim calcmode="lin" valueType="num">
                                      <p:cBhvr>
                                        <p:cTn id="30" dur="1000" fill="hold"/>
                                        <p:tgtEl>
                                          <p:spTgt spid="11"/>
                                        </p:tgtEl>
                                        <p:attrNameLst>
                                          <p:attrName>ppt_w</p:attrName>
                                        </p:attrNameLst>
                                      </p:cBhvr>
                                      <p:tavLst>
                                        <p:tav tm="0">
                                          <p:val>
                                            <p:fltVal val="0"/>
                                          </p:val>
                                        </p:tav>
                                        <p:tav tm="100000">
                                          <p:val>
                                            <p:strVal val="#ppt_w"/>
                                          </p:val>
                                        </p:tav>
                                      </p:tavLst>
                                    </p:anim>
                                    <p:anim calcmode="lin" valueType="num">
                                      <p:cBhvr>
                                        <p:cTn id="31" dur="1000" fill="hold"/>
                                        <p:tgtEl>
                                          <p:spTgt spid="11"/>
                                        </p:tgtEl>
                                        <p:attrNameLst>
                                          <p:attrName>ppt_h</p:attrName>
                                        </p:attrNameLst>
                                      </p:cBhvr>
                                      <p:tavLst>
                                        <p:tav tm="0">
                                          <p:val>
                                            <p:fltVal val="0"/>
                                          </p:val>
                                        </p:tav>
                                        <p:tav tm="100000">
                                          <p:val>
                                            <p:strVal val="#ppt_h"/>
                                          </p:val>
                                        </p:tav>
                                      </p:tavLst>
                                    </p:anim>
                                    <p:anim calcmode="lin" valueType="num">
                                      <p:cBhvr>
                                        <p:cTn id="32" dur="1000" fill="hold"/>
                                        <p:tgtEl>
                                          <p:spTgt spid="11"/>
                                        </p:tgtEl>
                                        <p:attrNameLst>
                                          <p:attrName>style.rotation</p:attrName>
                                        </p:attrNameLst>
                                      </p:cBhvr>
                                      <p:tavLst>
                                        <p:tav tm="0">
                                          <p:val>
                                            <p:fltVal val="90"/>
                                          </p:val>
                                        </p:tav>
                                        <p:tav tm="100000">
                                          <p:val>
                                            <p:fltVal val="0"/>
                                          </p:val>
                                        </p:tav>
                                      </p:tavLst>
                                    </p:anim>
                                    <p:animEffect transition="in" filter="fade">
                                      <p:cBhvr>
                                        <p:cTn id="33" dur="1000"/>
                                        <p:tgtEl>
                                          <p:spTgt spid="11"/>
                                        </p:tgtEl>
                                      </p:cBhvr>
                                    </p:animEffect>
                                  </p:childTnLst>
                                </p:cTn>
                              </p:par>
                            </p:childTnLst>
                          </p:cTn>
                        </p:par>
                        <p:par>
                          <p:cTn id="34" fill="hold">
                            <p:stCondLst>
                              <p:cond delay="1000"/>
                            </p:stCondLst>
                            <p:childTnLst>
                              <p:par>
                                <p:cTn id="35" presetID="2" presetClass="entr" presetSubtype="2" fill="hold" grpId="0" nodeType="afterEffect">
                                  <p:stCondLst>
                                    <p:cond delay="0"/>
                                  </p:stCondLst>
                                  <p:childTnLst>
                                    <p:set>
                                      <p:cBhvr>
                                        <p:cTn id="36" dur="1" fill="hold">
                                          <p:stCondLst>
                                            <p:cond delay="0"/>
                                          </p:stCondLst>
                                        </p:cTn>
                                        <p:tgtEl>
                                          <p:spTgt spid="12"/>
                                        </p:tgtEl>
                                        <p:attrNameLst>
                                          <p:attrName>style.visibility</p:attrName>
                                        </p:attrNameLst>
                                      </p:cBhvr>
                                      <p:to>
                                        <p:strVal val="visible"/>
                                      </p:to>
                                    </p:set>
                                    <p:anim calcmode="lin" valueType="num">
                                      <p:cBhvr additive="base">
                                        <p:cTn id="37" dur="500" fill="hold"/>
                                        <p:tgtEl>
                                          <p:spTgt spid="12"/>
                                        </p:tgtEl>
                                        <p:attrNameLst>
                                          <p:attrName>ppt_x</p:attrName>
                                        </p:attrNameLst>
                                      </p:cBhvr>
                                      <p:tavLst>
                                        <p:tav tm="0">
                                          <p:val>
                                            <p:strVal val="1+#ppt_w/2"/>
                                          </p:val>
                                        </p:tav>
                                        <p:tav tm="100000">
                                          <p:val>
                                            <p:strVal val="#ppt_x"/>
                                          </p:val>
                                        </p:tav>
                                      </p:tavLst>
                                    </p:anim>
                                    <p:anim calcmode="lin" valueType="num">
                                      <p:cBhvr additive="base">
                                        <p:cTn id="38" dur="500" fill="hold"/>
                                        <p:tgtEl>
                                          <p:spTgt spid="1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 grpId="0"/>
      <p:bldP spid="8" grpId="0"/>
      <p:bldP spid="9" grpId="0"/>
      <p:bldP spid="10" grpId="0"/>
      <p:bldP spid="11" grpId="0" animBg="1"/>
      <p:bldP spid="12"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64</a:t>
            </a:fld>
            <a:endParaRPr lang="zh-CN" altLang="en-US" dirty="0">
              <a:solidFill>
                <a:srgbClr val="C00000"/>
              </a:solidFill>
            </a:endParaRPr>
          </a:p>
        </p:txBody>
      </p:sp>
      <p:sp>
        <p:nvSpPr>
          <p:cNvPr id="4" name="Text Box 2"/>
          <p:cNvSpPr txBox="1">
            <a:spLocks noChangeArrowheads="1"/>
          </p:cNvSpPr>
          <p:nvPr/>
        </p:nvSpPr>
        <p:spPr bwMode="auto">
          <a:xfrm>
            <a:off x="2416215" y="5708004"/>
            <a:ext cx="5280025"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gn="ctr" eaLnBrk="1" hangingPunct="1">
              <a:lnSpc>
                <a:spcPct val="100000"/>
              </a:lnSpc>
              <a:spcBef>
                <a:spcPct val="0"/>
              </a:spcBef>
              <a:spcAft>
                <a:spcPct val="0"/>
              </a:spcAft>
            </a:pPr>
            <a:r>
              <a:rPr kumimoji="1" lang="zh-CN" altLang="en-US" sz="4000" b="1" dirty="0">
                <a:solidFill>
                  <a:srgbClr val="000066"/>
                </a:solidFill>
                <a:ea typeface="黑体" pitchFamily="2" charset="-122"/>
              </a:rPr>
              <a:t>总</a:t>
            </a:r>
            <a:r>
              <a:rPr kumimoji="1" lang="zh-CN" altLang="en-US" sz="4000" b="1" dirty="0" smtClean="0">
                <a:solidFill>
                  <a:srgbClr val="000066"/>
                </a:solidFill>
                <a:ea typeface="黑体" pitchFamily="2" charset="-122"/>
              </a:rPr>
              <a:t>   </a:t>
            </a:r>
            <a:r>
              <a:rPr kumimoji="1" lang="zh-CN" altLang="en-US" sz="4000" b="1" dirty="0">
                <a:solidFill>
                  <a:srgbClr val="000066"/>
                </a:solidFill>
                <a:ea typeface="黑体" pitchFamily="2" charset="-122"/>
              </a:rPr>
              <a:t>结</a:t>
            </a:r>
          </a:p>
        </p:txBody>
      </p:sp>
      <p:sp>
        <p:nvSpPr>
          <p:cNvPr id="14" name="Text Box 7"/>
          <p:cNvSpPr txBox="1">
            <a:spLocks noChangeArrowheads="1"/>
          </p:cNvSpPr>
          <p:nvPr/>
        </p:nvSpPr>
        <p:spPr bwMode="auto">
          <a:xfrm>
            <a:off x="0" y="0"/>
            <a:ext cx="5042263"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1800" b="1" kern="900" spc="130" dirty="0" smtClean="0">
                <a:solidFill>
                  <a:srgbClr val="000066"/>
                </a:solidFill>
                <a:ea typeface="黑体" panose="02010609060101010101" pitchFamily="49" charset="-122"/>
                <a:cs typeface="Times New Roman" panose="02020603050405020304" pitchFamily="18" charset="0"/>
              </a:rPr>
              <a:t>§7.3  </a:t>
            </a:r>
            <a:r>
              <a:rPr lang="zh-CN" altLang="en-US" sz="1800" b="1" kern="900" spc="130" dirty="0" smtClean="0">
                <a:solidFill>
                  <a:srgbClr val="000066"/>
                </a:solidFill>
                <a:ea typeface="黑体" panose="02010609060101010101" pitchFamily="49" charset="-122"/>
                <a:cs typeface="Times New Roman" panose="02020603050405020304" pitchFamily="18" charset="0"/>
              </a:rPr>
              <a:t>黏性</a:t>
            </a:r>
            <a:r>
              <a:rPr lang="zh-CN" altLang="en-US" sz="1800" b="1" kern="900" spc="130" dirty="0">
                <a:solidFill>
                  <a:srgbClr val="000066"/>
                </a:solidFill>
                <a:ea typeface="黑体" panose="02010609060101010101" pitchFamily="49" charset="-122"/>
                <a:cs typeface="Times New Roman" panose="02020603050405020304" pitchFamily="18" charset="0"/>
              </a:rPr>
              <a:t>土坡的稳定</a:t>
            </a:r>
            <a:r>
              <a:rPr lang="zh-CN" altLang="en-US" sz="1800" b="1" kern="900" spc="130" dirty="0" smtClean="0">
                <a:solidFill>
                  <a:srgbClr val="000066"/>
                </a:solidFill>
                <a:ea typeface="黑体" panose="02010609060101010101" pitchFamily="49" charset="-122"/>
                <a:cs typeface="Times New Roman" panose="02020603050405020304" pitchFamily="18" charset="0"/>
              </a:rPr>
              <a:t>分析 </a:t>
            </a:r>
            <a:r>
              <a:rPr lang="en-US" altLang="zh-CN" sz="1800" b="1" kern="900" spc="130" dirty="0" smtClean="0">
                <a:solidFill>
                  <a:srgbClr val="000066"/>
                </a:solidFill>
                <a:ea typeface="黑体" panose="02010609060101010101" pitchFamily="49" charset="-122"/>
                <a:cs typeface="Times New Roman" panose="02020603050405020304" pitchFamily="18" charset="0"/>
              </a:rPr>
              <a:t>- </a:t>
            </a:r>
            <a:r>
              <a:rPr lang="zh-CN" altLang="en-US" sz="1800" b="1" kern="900" spc="130" dirty="0" smtClean="0">
                <a:solidFill>
                  <a:srgbClr val="000066"/>
                </a:solidFill>
                <a:ea typeface="黑体" panose="02010609060101010101" pitchFamily="49" charset="-122"/>
                <a:cs typeface="Times New Roman" panose="02020603050405020304" pitchFamily="18" charset="0"/>
              </a:rPr>
              <a:t>简布法</a:t>
            </a:r>
            <a:endParaRPr lang="zh-CN" altLang="en-US" sz="1800" b="1" kern="900" spc="130" dirty="0">
              <a:solidFill>
                <a:srgbClr val="000066"/>
              </a:solidFill>
              <a:ea typeface="黑体" panose="02010609060101010101" pitchFamily="49" charset="-122"/>
              <a:cs typeface="Times New Roman" panose="02020603050405020304" pitchFamily="18" charset="0"/>
            </a:endParaRPr>
          </a:p>
        </p:txBody>
      </p:sp>
      <p:sp>
        <p:nvSpPr>
          <p:cNvPr id="16" name="Text Box 4"/>
          <p:cNvSpPr txBox="1">
            <a:spLocks noChangeArrowheads="1"/>
          </p:cNvSpPr>
          <p:nvPr/>
        </p:nvSpPr>
        <p:spPr bwMode="auto">
          <a:xfrm>
            <a:off x="337646" y="726532"/>
            <a:ext cx="3662854" cy="535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358775" indent="-358775" eaLnBrk="1" hangingPunct="1">
              <a:lnSpc>
                <a:spcPct val="120000"/>
              </a:lnSpc>
              <a:spcBef>
                <a:spcPts val="600"/>
              </a:spcBef>
              <a:spcAft>
                <a:spcPts val="0"/>
              </a:spcAft>
              <a:buClr>
                <a:srgbClr val="A50021"/>
              </a:buClr>
              <a:buSzPct val="100000"/>
              <a:buFont typeface="Wingdings" panose="05000000000000000000" pitchFamily="2" charset="2"/>
              <a:buChar char="n"/>
            </a:pPr>
            <a:r>
              <a:rPr lang="zh-CN" altLang="en-US" sz="2400" b="1" dirty="0" smtClean="0">
                <a:solidFill>
                  <a:srgbClr val="A50021"/>
                </a:solidFill>
                <a:latin typeface="微软雅黑" panose="020B0503020204020204" pitchFamily="34" charset="-122"/>
                <a:ea typeface="微软雅黑" panose="020B0503020204020204" pitchFamily="34" charset="-122"/>
              </a:rPr>
              <a:t>各种分析方法的比较</a:t>
            </a:r>
            <a:endParaRPr lang="zh-CN" altLang="en-US" sz="2400" b="1" dirty="0">
              <a:solidFill>
                <a:srgbClr val="000066"/>
              </a:solidFill>
              <a:ea typeface="幼圆" pitchFamily="49" charset="-122"/>
            </a:endParaRPr>
          </a:p>
        </p:txBody>
      </p:sp>
      <p:graphicFrame>
        <p:nvGraphicFramePr>
          <p:cNvPr id="11" name="表格 10"/>
          <p:cNvGraphicFramePr>
            <a:graphicFrameLocks noGrp="1"/>
          </p:cNvGraphicFramePr>
          <p:nvPr>
            <p:extLst>
              <p:ext uri="{D42A27DB-BD31-4B8C-83A1-F6EECF244321}">
                <p14:modId xmlns:p14="http://schemas.microsoft.com/office/powerpoint/2010/main" val="2475271241"/>
              </p:ext>
            </p:extLst>
          </p:nvPr>
        </p:nvGraphicFramePr>
        <p:xfrm>
          <a:off x="282576" y="1422400"/>
          <a:ext cx="8734423" cy="3688080"/>
        </p:xfrm>
        <a:graphic>
          <a:graphicData uri="http://schemas.openxmlformats.org/drawingml/2006/table">
            <a:tbl>
              <a:tblPr firstRow="1" bandRow="1"/>
              <a:tblGrid>
                <a:gridCol w="493071">
                  <a:extLst>
                    <a:ext uri="{9D8B030D-6E8A-4147-A177-3AD203B41FA5}">
                      <a16:colId xmlns:a16="http://schemas.microsoft.com/office/drawing/2014/main" val="2463955883"/>
                    </a:ext>
                  </a:extLst>
                </a:gridCol>
                <a:gridCol w="1434928">
                  <a:extLst>
                    <a:ext uri="{9D8B030D-6E8A-4147-A177-3AD203B41FA5}">
                      <a16:colId xmlns:a16="http://schemas.microsoft.com/office/drawing/2014/main" val="1494551815"/>
                    </a:ext>
                  </a:extLst>
                </a:gridCol>
                <a:gridCol w="1612125">
                  <a:extLst>
                    <a:ext uri="{9D8B030D-6E8A-4147-A177-3AD203B41FA5}">
                      <a16:colId xmlns:a16="http://schemas.microsoft.com/office/drawing/2014/main" val="624561892"/>
                    </a:ext>
                  </a:extLst>
                </a:gridCol>
                <a:gridCol w="1460500">
                  <a:extLst>
                    <a:ext uri="{9D8B030D-6E8A-4147-A177-3AD203B41FA5}">
                      <a16:colId xmlns:a16="http://schemas.microsoft.com/office/drawing/2014/main" val="1585831202"/>
                    </a:ext>
                  </a:extLst>
                </a:gridCol>
                <a:gridCol w="240029">
                  <a:extLst>
                    <a:ext uri="{9D8B030D-6E8A-4147-A177-3AD203B41FA5}">
                      <a16:colId xmlns:a16="http://schemas.microsoft.com/office/drawing/2014/main" val="3395253752"/>
                    </a:ext>
                  </a:extLst>
                </a:gridCol>
                <a:gridCol w="1690371">
                  <a:extLst>
                    <a:ext uri="{9D8B030D-6E8A-4147-A177-3AD203B41FA5}">
                      <a16:colId xmlns:a16="http://schemas.microsoft.com/office/drawing/2014/main" val="1209655999"/>
                    </a:ext>
                  </a:extLst>
                </a:gridCol>
                <a:gridCol w="1803399">
                  <a:extLst>
                    <a:ext uri="{9D8B030D-6E8A-4147-A177-3AD203B41FA5}">
                      <a16:colId xmlns:a16="http://schemas.microsoft.com/office/drawing/2014/main" val="2711106695"/>
                    </a:ext>
                  </a:extLst>
                </a:gridCol>
              </a:tblGrid>
              <a:tr h="185420">
                <a:tc rowSpan="2" gridSpan="2">
                  <a:txBody>
                    <a:bodyPr/>
                    <a:lstStyle/>
                    <a:p>
                      <a:pPr algn="ctr"/>
                      <a:r>
                        <a:rPr lang="zh-CN" altLang="en-US"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方法</a:t>
                      </a:r>
                    </a:p>
                  </a:txBody>
                  <a:tcPr anchor="ctr">
                    <a:solidFill>
                      <a:srgbClr val="CCECFF"/>
                    </a:solidFill>
                  </a:tcPr>
                </a:tc>
                <a:tc rowSpan="2" hMerge="1">
                  <a:txBody>
                    <a:bodyPr/>
                    <a:lstStyle/>
                    <a:p>
                      <a:endParaRPr lang="zh-CN" altLang="en-US"/>
                    </a:p>
                  </a:txBody>
                  <a:tcPr/>
                </a:tc>
                <a:tc>
                  <a:txBody>
                    <a:bodyPr/>
                    <a:lstStyle/>
                    <a:p>
                      <a:pPr algn="ctr"/>
                      <a:r>
                        <a:rPr lang="zh-CN" altLang="en-US" sz="1800" b="1" kern="1200"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瑞典圆弧法</a:t>
                      </a:r>
                      <a:endParaRPr lang="zh-CN" altLang="en-US" sz="1800" b="1" kern="1200"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a:txBody>
                  <a:tcPr anchor="ctr">
                    <a:solidFill>
                      <a:srgbClr val="CCECFF"/>
                    </a:solidFill>
                  </a:tcPr>
                </a:tc>
                <a:tc gridSpan="2">
                  <a:txBody>
                    <a:bodyPr/>
                    <a:lstStyle/>
                    <a:p>
                      <a:pPr algn="ctr"/>
                      <a:r>
                        <a:rPr lang="zh-CN" altLang="en-US" sz="1800" b="1" kern="1200"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瑞典条分法</a:t>
                      </a:r>
                      <a:endParaRPr lang="zh-CN" altLang="en-US" sz="1800" b="1" kern="1200"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a:txBody>
                  <a:tcPr anchor="ctr">
                    <a:solidFill>
                      <a:srgbClr val="CCECFF"/>
                    </a:solidFill>
                  </a:tcPr>
                </a:tc>
                <a:tc hMerge="1">
                  <a:txBody>
                    <a:bodyPr/>
                    <a:lstStyle/>
                    <a:p>
                      <a:endParaRPr lang="zh-CN" altLang="en-US"/>
                    </a:p>
                  </a:txBody>
                  <a:tcPr/>
                </a:tc>
                <a:tc>
                  <a:txBody>
                    <a:bodyPr/>
                    <a:lstStyle/>
                    <a:p>
                      <a:pPr algn="ctr"/>
                      <a:r>
                        <a:rPr lang="zh-CN" altLang="en-US" sz="1800" b="1" kern="1200"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毕肖普法</a:t>
                      </a:r>
                      <a:endParaRPr lang="zh-CN" altLang="en-US" sz="1800" b="1" kern="1200"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a:txBody>
                  <a:tcPr anchor="ctr">
                    <a:solidFill>
                      <a:srgbClr val="CCECFF"/>
                    </a:solidFill>
                  </a:tcPr>
                </a:tc>
                <a:tc>
                  <a:txBody>
                    <a:bodyPr/>
                    <a:lstStyle/>
                    <a:p>
                      <a:pPr algn="ctr"/>
                      <a:r>
                        <a:rPr lang="zh-CN" altLang="en-US" sz="1800" b="1" kern="1200"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简布法</a:t>
                      </a:r>
                      <a:endParaRPr lang="zh-CN" altLang="en-US" sz="1800" b="1" kern="1200"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a:txBody>
                  <a:tcPr anchor="ctr">
                    <a:solidFill>
                      <a:srgbClr val="CCECFF"/>
                    </a:solidFill>
                  </a:tcPr>
                </a:tc>
                <a:extLst>
                  <a:ext uri="{0D108BD9-81ED-4DB2-BD59-A6C34878D82A}">
                    <a16:rowId xmlns:a16="http://schemas.microsoft.com/office/drawing/2014/main" val="1928536054"/>
                  </a:ext>
                </a:extLst>
              </a:tr>
              <a:tr h="185420">
                <a:tc gridSpan="2" vMerge="1">
                  <a:txBody>
                    <a:bodyPr/>
                    <a:lstStyle/>
                    <a:p>
                      <a:endParaRPr lang="zh-CN" altLang="en-US" dirty="0" smtClean="0"/>
                    </a:p>
                  </a:txBody>
                  <a:tcPr/>
                </a:tc>
                <a:tc hMerge="1" vMerge="1">
                  <a:txBody>
                    <a:bodyPr/>
                    <a:lstStyle/>
                    <a:p>
                      <a:endParaRPr lang="zh-CN" altLang="en-US"/>
                    </a:p>
                  </a:txBody>
                  <a:tcPr/>
                </a:tc>
                <a:tc>
                  <a:txBody>
                    <a:bodyPr/>
                    <a:lstStyle/>
                    <a:p>
                      <a:pPr algn="ctr"/>
                      <a:r>
                        <a:rPr lang="zh-CN" altLang="en-US" sz="1800" b="1" kern="1200"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整体圆弧法</a:t>
                      </a:r>
                    </a:p>
                  </a:txBody>
                  <a:tcPr anchor="ctr">
                    <a:solidFill>
                      <a:srgbClr val="CCECFF"/>
                    </a:solidFill>
                  </a:tcPr>
                </a:tc>
                <a:tc gridSpan="3">
                  <a:txBody>
                    <a:bodyPr/>
                    <a:lstStyle/>
                    <a:p>
                      <a:pPr algn="ctr"/>
                      <a:r>
                        <a:rPr lang="zh-CN" altLang="en-US" sz="1800" b="1" kern="1200"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圆弧条分法</a:t>
                      </a:r>
                      <a:endParaRPr lang="zh-CN" altLang="en-US" sz="1800" b="1" kern="1200"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a:txBody>
                  <a:tcPr anchor="ctr">
                    <a:solidFill>
                      <a:srgbClr val="CCECFF"/>
                    </a:solidFill>
                  </a:tcPr>
                </a:tc>
                <a:tc hMerge="1">
                  <a:txBody>
                    <a:bodyPr/>
                    <a:lstStyle/>
                    <a:p>
                      <a:endParaRPr lang="zh-CN" altLang="en-US"/>
                    </a:p>
                  </a:txBody>
                  <a:tcPr/>
                </a:tc>
                <a:tc hMerge="1">
                  <a:txBody>
                    <a:bodyPr/>
                    <a:lstStyle/>
                    <a:p>
                      <a:pPr algn="ctr"/>
                      <a:endParaRPr lang="zh-CN" altLang="en-US" sz="1800" kern="1200" dirty="0">
                        <a:solidFill>
                          <a:schemeClr val="tx1"/>
                        </a:solidFill>
                        <a:latin typeface="+mn-lt"/>
                        <a:ea typeface="+mn-ea"/>
                        <a:cs typeface="+mn-cs"/>
                      </a:endParaRPr>
                    </a:p>
                  </a:txBody>
                  <a:tcPr anchor="ctr"/>
                </a:tc>
                <a:tc>
                  <a:txBody>
                    <a:bodyPr/>
                    <a:lstStyle/>
                    <a:p>
                      <a:pPr algn="ctr"/>
                      <a:r>
                        <a:rPr lang="zh-CN" altLang="en-US" sz="1800" b="1" kern="1200"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普遍条分法</a:t>
                      </a:r>
                      <a:endParaRPr lang="zh-CN" altLang="en-US" sz="1800" b="1" kern="1200"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a:txBody>
                  <a:tcPr anchor="ctr">
                    <a:solidFill>
                      <a:srgbClr val="CCECFF"/>
                    </a:solidFill>
                  </a:tcPr>
                </a:tc>
                <a:extLst>
                  <a:ext uri="{0D108BD9-81ED-4DB2-BD59-A6C34878D82A}">
                    <a16:rowId xmlns:a16="http://schemas.microsoft.com/office/drawing/2014/main" val="53751575"/>
                  </a:ext>
                </a:extLst>
              </a:tr>
              <a:tr h="370840">
                <a:tc gridSpan="2">
                  <a:txBody>
                    <a:bodyPr/>
                    <a:lstStyle/>
                    <a:p>
                      <a:pPr algn="ctr"/>
                      <a:r>
                        <a:rPr lang="zh-CN" altLang="en-US" sz="1800" b="1" kern="1200"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滑裂面形状</a:t>
                      </a:r>
                      <a:endParaRPr lang="zh-CN" altLang="en-US" sz="1800" b="1" kern="1200"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a:txBody>
                  <a:tcPr anchor="ctr"/>
                </a:tc>
                <a:tc hMerge="1">
                  <a:txBody>
                    <a:bodyPr/>
                    <a:lstStyle/>
                    <a:p>
                      <a:endParaRPr lang="zh-CN" altLang="en-US"/>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800" b="1" kern="1200"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圆弧</a:t>
                      </a:r>
                      <a:endParaRPr lang="zh-CN" altLang="en-US" sz="1800" b="1" kern="1200"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a:txBody>
                  <a:tcPr anchor="ctr"/>
                </a:tc>
                <a:tc>
                  <a:txBody>
                    <a:bodyPr/>
                    <a:lstStyle/>
                    <a:p>
                      <a:pPr algn="ctr"/>
                      <a:r>
                        <a:rPr lang="zh-CN" altLang="en-US" sz="1800" b="1" kern="1200"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圆弧</a:t>
                      </a:r>
                      <a:endParaRPr lang="zh-CN" altLang="en-US" sz="1800" b="1" kern="1200"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a:txBody>
                  <a:tcPr anchor="ctr"/>
                </a:tc>
                <a:tc gridSpan="2">
                  <a:txBody>
                    <a:bodyPr/>
                    <a:lstStyle/>
                    <a:p>
                      <a:pPr algn="ctr"/>
                      <a:r>
                        <a:rPr lang="zh-CN" altLang="en-US" sz="1800" b="1" kern="1200"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圆弧</a:t>
                      </a:r>
                      <a:endParaRPr lang="zh-CN" altLang="en-US" sz="1800" b="1" kern="1200"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a:txBody>
                  <a:tcPr anchor="ctr"/>
                </a:tc>
                <a:tc hMerge="1">
                  <a:txBody>
                    <a:bodyPr/>
                    <a:lstStyle/>
                    <a:p>
                      <a:pPr algn="ctr"/>
                      <a:endParaRPr lang="zh-CN" altLang="en-US" sz="1800" b="1" kern="1200"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a:txBody>
                  <a:tcPr anchor="ctr"/>
                </a:tc>
                <a:tc>
                  <a:txBody>
                    <a:bodyPr/>
                    <a:lstStyle/>
                    <a:p>
                      <a:pPr algn="ctr"/>
                      <a:r>
                        <a:rPr lang="zh-CN" altLang="en-US" sz="1800" b="1" kern="1200"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任意</a:t>
                      </a:r>
                      <a:endParaRPr lang="zh-CN" altLang="en-US" sz="1800" b="1" kern="1200"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a:txBody>
                  <a:tcPr anchor="ctr"/>
                </a:tc>
                <a:extLst>
                  <a:ext uri="{0D108BD9-81ED-4DB2-BD59-A6C34878D82A}">
                    <a16:rowId xmlns:a16="http://schemas.microsoft.com/office/drawing/2014/main" val="3059992923"/>
                  </a:ext>
                </a:extLst>
              </a:tr>
              <a:tr h="370840">
                <a:tc gridSpan="2">
                  <a:txBody>
                    <a:bodyPr/>
                    <a:lstStyle/>
                    <a:p>
                      <a:pPr algn="ctr"/>
                      <a:r>
                        <a:rPr lang="zh-CN" altLang="en-US" sz="1800" b="1" kern="1200"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基本假设</a:t>
                      </a:r>
                      <a:endParaRPr lang="zh-CN" altLang="en-US" sz="1800" b="1" kern="1200"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a:txBody>
                  <a:tcPr anchor="ctr"/>
                </a:tc>
                <a:tc hMerge="1">
                  <a:txBody>
                    <a:bodyPr/>
                    <a:lstStyle/>
                    <a:p>
                      <a:endParaRPr lang="zh-CN" altLang="en-US"/>
                    </a:p>
                  </a:txBody>
                  <a:tcPr/>
                </a:tc>
                <a:tc>
                  <a:txBody>
                    <a:bodyPr/>
                    <a:lstStyle/>
                    <a:p>
                      <a:pPr algn="ctr"/>
                      <a:r>
                        <a:rPr lang="zh-CN" altLang="en-US" sz="1800" b="1" kern="1200"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整体刚体转动</a:t>
                      </a:r>
                      <a:endParaRPr lang="zh-CN" altLang="en-US" sz="1800" b="1" kern="1200"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a:txBody>
                  <a:tcPr anchor="ctr"/>
                </a:tc>
                <a:tc>
                  <a:txBody>
                    <a:bodyPr/>
                    <a:lstStyle/>
                    <a:p>
                      <a:pPr algn="ctr"/>
                      <a:r>
                        <a:rPr lang="zh-CN" altLang="en-US" sz="1800" b="1" kern="1200"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忽略条间力</a:t>
                      </a:r>
                      <a:endParaRPr lang="zh-CN" altLang="en-US" sz="1800" b="1" kern="1200"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a:txBody>
                  <a:tcPr anchor="ctr"/>
                </a:tc>
                <a:tc gridSpan="2">
                  <a:txBody>
                    <a:bodyPr/>
                    <a:lstStyle/>
                    <a:p>
                      <a:pPr algn="ctr"/>
                      <a:r>
                        <a:rPr lang="zh-CN" altLang="en-US" sz="1800" b="1" kern="1200"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sym typeface="Symbol"/>
                        </a:rPr>
                        <a:t>忽略条间竖向力</a:t>
                      </a:r>
                    </a:p>
                  </a:txBody>
                  <a:tcPr anchor="ctr"/>
                </a:tc>
                <a:tc hMerge="1">
                  <a:txBody>
                    <a:bodyPr/>
                    <a:lstStyle/>
                    <a:p>
                      <a:pPr algn="ctr"/>
                      <a:endParaRPr lang="zh-CN" altLang="en-US" sz="1800" b="1" kern="1200"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sym typeface="Symbol"/>
                      </a:endParaRPr>
                    </a:p>
                  </a:txBody>
                  <a:tcPr anchor="ctr"/>
                </a:tc>
                <a:tc>
                  <a:txBody>
                    <a:bodyPr/>
                    <a:lstStyle/>
                    <a:p>
                      <a:pPr marL="0" indent="0" algn="ctr"/>
                      <a:r>
                        <a:rPr lang="zh-CN" altLang="en-US" sz="1800" b="1" kern="1200"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假定条间力位置</a:t>
                      </a:r>
                      <a:endParaRPr lang="zh-CN" altLang="en-US" sz="1800" b="1" kern="1200"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a:txBody>
                  <a:tcPr anchor="ctr"/>
                </a:tc>
                <a:extLst>
                  <a:ext uri="{0D108BD9-81ED-4DB2-BD59-A6C34878D82A}">
                    <a16:rowId xmlns:a16="http://schemas.microsoft.com/office/drawing/2014/main" val="2553311617"/>
                  </a:ext>
                </a:extLst>
              </a:tr>
              <a:tr h="370840">
                <a:tc gridSpan="2">
                  <a:txBody>
                    <a:bodyPr/>
                    <a:lstStyle/>
                    <a:p>
                      <a:pPr algn="ctr"/>
                      <a:r>
                        <a:rPr lang="zh-CN" altLang="en-US" sz="1800" b="1" kern="1200"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适用条件</a:t>
                      </a:r>
                      <a:endParaRPr lang="zh-CN" altLang="en-US" sz="1800" b="1" kern="1200"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a:txBody>
                  <a:tcPr anchor="ctr"/>
                </a:tc>
                <a:tc hMerge="1">
                  <a:txBody>
                    <a:bodyPr/>
                    <a:lstStyle/>
                    <a:p>
                      <a:endParaRPr lang="zh-CN" altLang="en-US"/>
                    </a:p>
                  </a:txBody>
                  <a:tcPr/>
                </a:tc>
                <a:tc>
                  <a:txBody>
                    <a:bodyPr/>
                    <a:lstStyle/>
                    <a:p>
                      <a:pPr algn="ctr"/>
                      <a:r>
                        <a:rPr lang="zh-CN" altLang="en-US" sz="1800" b="1" i="1" kern="1200"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 </a:t>
                      </a:r>
                      <a:r>
                        <a:rPr lang="en-US" altLang="zh-CN" sz="1800" b="1" kern="1200"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 0</a:t>
                      </a:r>
                      <a:r>
                        <a:rPr lang="zh-CN" altLang="en-US" sz="1800" b="1" kern="1200"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软黏土</a:t>
                      </a:r>
                      <a:endParaRPr lang="zh-CN" altLang="en-US" sz="1800" b="1" kern="1200"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a:txBody>
                  <a:tcPr anchor="ctr"/>
                </a:tc>
                <a:tc>
                  <a:txBody>
                    <a:bodyPr/>
                    <a:lstStyle/>
                    <a:p>
                      <a:pPr algn="ctr"/>
                      <a:r>
                        <a:rPr lang="zh-CN" altLang="en-US" sz="1800" b="1" kern="1200"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均匀土体*</a:t>
                      </a:r>
                      <a:endParaRPr lang="zh-CN" altLang="en-US" sz="1800" b="1" kern="1200"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a:txBody>
                  <a:tcPr anchor="ctr"/>
                </a:tc>
                <a:tc gridSpan="2">
                  <a:txBody>
                    <a:bodyPr/>
                    <a:lstStyle/>
                    <a:p>
                      <a:pPr algn="ctr"/>
                      <a:r>
                        <a:rPr lang="zh-CN" altLang="en-US" sz="1800" b="1" kern="1200"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均匀土体*</a:t>
                      </a:r>
                    </a:p>
                  </a:txBody>
                  <a:tcPr anchor="ctr"/>
                </a:tc>
                <a:tc hMerge="1">
                  <a:txBody>
                    <a:bodyPr/>
                    <a:lstStyle/>
                    <a:p>
                      <a:pPr algn="ctr"/>
                      <a:endParaRPr lang="zh-CN" altLang="en-US" sz="1800" b="1" kern="1200"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a:txBody>
                  <a:tcPr anchor="ctr"/>
                </a:tc>
                <a:tc>
                  <a:txBody>
                    <a:bodyPr/>
                    <a:lstStyle/>
                    <a:p>
                      <a:pPr algn="ctr"/>
                      <a:r>
                        <a:rPr lang="zh-CN" altLang="en-US" sz="1800" b="1" kern="1200"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任意土体</a:t>
                      </a:r>
                      <a:endParaRPr lang="zh-CN" altLang="en-US" sz="1800" b="1" kern="1200"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a:txBody>
                  <a:tcPr anchor="ctr"/>
                </a:tc>
                <a:extLst>
                  <a:ext uri="{0D108BD9-81ED-4DB2-BD59-A6C34878D82A}">
                    <a16:rowId xmlns:a16="http://schemas.microsoft.com/office/drawing/2014/main" val="3027962644"/>
                  </a:ext>
                </a:extLst>
              </a:tr>
              <a:tr h="370840">
                <a:tc rowSpan="4">
                  <a:txBody>
                    <a:bodyPr/>
                    <a:lstStyle/>
                    <a:p>
                      <a:pPr algn="ctr"/>
                      <a:r>
                        <a:rPr lang="zh-CN" altLang="en-US"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平衡条件</a:t>
                      </a:r>
                    </a:p>
                    <a:p>
                      <a:pPr algn="ctr"/>
                      <a:endParaRPr lang="zh-CN" altLang="en-US"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a:txBody>
                  <a:tcPr anchor="ctr"/>
                </a:tc>
                <a:tc>
                  <a:txBody>
                    <a:bodyPr/>
                    <a:lstStyle/>
                    <a:p>
                      <a:pPr algn="ctr"/>
                      <a:r>
                        <a:rPr lang="zh-CN" altLang="en-US" sz="1800" b="1" kern="1200"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整体力矩</a:t>
                      </a:r>
                      <a:endParaRPr lang="zh-CN" altLang="en-US" sz="1800" b="1" kern="1200"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a:txBody>
                  <a:tcPr anchor="ctr"/>
                </a:tc>
                <a:tc>
                  <a:txBody>
                    <a:bodyPr/>
                    <a:lstStyle/>
                    <a:p>
                      <a:pPr algn="ctr"/>
                      <a:r>
                        <a:rPr lang="zh-CN" altLang="en-US" sz="1800" b="1" kern="1200"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sym typeface="Symbol"/>
                        </a:rPr>
                        <a:t></a:t>
                      </a:r>
                      <a:endParaRPr lang="zh-CN" altLang="en-US" sz="1800" b="1" kern="1200"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a:txBody>
                  <a:tcPr anchor="ctr"/>
                </a:tc>
                <a:tc>
                  <a:txBody>
                    <a:bodyPr/>
                    <a:lstStyle/>
                    <a:p>
                      <a:pPr algn="ctr"/>
                      <a:r>
                        <a:rPr lang="zh-CN" altLang="en-US" sz="1800" b="1" kern="1200"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sym typeface="Symbol"/>
                        </a:rPr>
                        <a:t></a:t>
                      </a:r>
                      <a:endParaRPr lang="zh-CN" altLang="en-US" sz="1800" b="1" kern="1200"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a:txBody>
                  <a:tcPr anchor="ctr"/>
                </a:tc>
                <a:tc gridSpan="2">
                  <a:txBody>
                    <a:bodyPr/>
                    <a:lstStyle/>
                    <a:p>
                      <a:pPr algn="ctr"/>
                      <a:r>
                        <a:rPr lang="zh-CN" altLang="en-US" sz="1800" b="1" kern="1200"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sym typeface="Symbol"/>
                        </a:rPr>
                        <a:t></a:t>
                      </a:r>
                      <a:endParaRPr lang="zh-CN" altLang="en-US" sz="1800" b="1" kern="1200"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a:txBody>
                  <a:tcPr anchor="ctr"/>
                </a:tc>
                <a:tc hMerge="1">
                  <a:txBody>
                    <a:bodyPr/>
                    <a:lstStyle/>
                    <a:p>
                      <a:pPr algn="ctr"/>
                      <a:endParaRPr lang="zh-CN" altLang="en-US" sz="1800" b="1" kern="1200"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800" b="1" kern="1200"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sym typeface="Symbol"/>
                        </a:rPr>
                        <a:t></a:t>
                      </a:r>
                      <a:endParaRPr lang="zh-CN" altLang="en-US" sz="1800" b="1" kern="1200"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a:txBody>
                  <a:tcPr anchor="ctr"/>
                </a:tc>
                <a:extLst>
                  <a:ext uri="{0D108BD9-81ED-4DB2-BD59-A6C34878D82A}">
                    <a16:rowId xmlns:a16="http://schemas.microsoft.com/office/drawing/2014/main" val="1890167921"/>
                  </a:ext>
                </a:extLst>
              </a:tr>
              <a:tr h="370840">
                <a:tc vMerge="1">
                  <a:txBody>
                    <a:bodyPr/>
                    <a:lstStyle/>
                    <a:p>
                      <a:endParaRPr lang="zh-CN" altLang="en-US" dirty="0"/>
                    </a:p>
                  </a:txBody>
                  <a:tcPr/>
                </a:tc>
                <a:tc>
                  <a:txBody>
                    <a:bodyPr/>
                    <a:lstStyle/>
                    <a:p>
                      <a:pPr algn="ctr"/>
                      <a:r>
                        <a:rPr lang="zh-CN" altLang="en-US" sz="1800" b="1" kern="1200"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各条力矩</a:t>
                      </a:r>
                      <a:endParaRPr lang="zh-CN" altLang="en-US" sz="1800" b="1" kern="1200"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800" b="1" kern="1200"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sym typeface="Symbol"/>
                        </a:rPr>
                        <a:t>-</a:t>
                      </a:r>
                      <a:endParaRPr lang="zh-CN" altLang="en-US" sz="1800" b="1" kern="1200"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a:txBody>
                  <a:tcPr anchor="ctr"/>
                </a:tc>
                <a:tc>
                  <a:txBody>
                    <a:bodyPr/>
                    <a:lstStyle/>
                    <a:p>
                      <a:pPr algn="ctr"/>
                      <a:r>
                        <a:rPr lang="zh-CN" altLang="en-US" sz="1800" b="1" kern="1200"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sym typeface="Symbol"/>
                        </a:rPr>
                        <a:t></a:t>
                      </a:r>
                      <a:endParaRPr lang="zh-CN" altLang="en-US" sz="1800" b="1" kern="1200"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a:txBody>
                  <a:tcPr anchor="ctr"/>
                </a:tc>
                <a:tc gridSpan="2">
                  <a:txBody>
                    <a:bodyPr/>
                    <a:lstStyle/>
                    <a:p>
                      <a:pPr algn="ctr"/>
                      <a:r>
                        <a:rPr lang="zh-CN" altLang="en-US" sz="1800" b="1" kern="1200"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sym typeface="Symbol"/>
                        </a:rPr>
                        <a:t></a:t>
                      </a:r>
                      <a:endParaRPr lang="zh-CN" altLang="en-US" sz="1800" b="1" kern="1200"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a:txBody>
                  <a:tcPr anchor="ctr"/>
                </a:tc>
                <a:tc hMerge="1">
                  <a:txBody>
                    <a:bodyPr/>
                    <a:lstStyle/>
                    <a:p>
                      <a:pPr algn="ctr"/>
                      <a:endParaRPr lang="zh-CN" altLang="en-US" sz="1800" b="1" kern="1200"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a:txBody>
                  <a:tcPr anchor="ctr"/>
                </a:tc>
                <a:tc>
                  <a:txBody>
                    <a:bodyPr/>
                    <a:lstStyle/>
                    <a:p>
                      <a:pPr algn="ctr"/>
                      <a:r>
                        <a:rPr lang="zh-CN" altLang="en-US" sz="1800" b="1" kern="1200"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sym typeface="Symbol"/>
                        </a:rPr>
                        <a:t></a:t>
                      </a:r>
                      <a:endParaRPr lang="zh-CN" altLang="en-US" sz="1800" b="1" kern="1200"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a:txBody>
                  <a:tcPr anchor="ctr"/>
                </a:tc>
                <a:extLst>
                  <a:ext uri="{0D108BD9-81ED-4DB2-BD59-A6C34878D82A}">
                    <a16:rowId xmlns:a16="http://schemas.microsoft.com/office/drawing/2014/main" val="3556920775"/>
                  </a:ext>
                </a:extLst>
              </a:tr>
              <a:tr h="370840">
                <a:tc vMerge="1">
                  <a:txBody>
                    <a:bodyPr/>
                    <a:lstStyle/>
                    <a:p>
                      <a:endParaRPr lang="zh-CN" altLang="en-US" dirty="0"/>
                    </a:p>
                  </a:txBody>
                  <a:tcPr/>
                </a:tc>
                <a:tc>
                  <a:txBody>
                    <a:bodyPr/>
                    <a:lstStyle/>
                    <a:p>
                      <a:pPr algn="ctr"/>
                      <a:r>
                        <a:rPr lang="zh-CN" altLang="en-US" sz="1800" b="1" kern="1200"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各条垂直力</a:t>
                      </a:r>
                      <a:endParaRPr lang="zh-CN" altLang="en-US" sz="1800" b="1" kern="1200"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a:txBody>
                  <a:tcPr anchor="ctr"/>
                </a:tc>
                <a:tc>
                  <a:txBody>
                    <a:bodyPr/>
                    <a:lstStyle/>
                    <a:p>
                      <a:pPr algn="ctr"/>
                      <a:r>
                        <a:rPr lang="en-US" altLang="zh-CN" sz="1800" b="1" kern="1200"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sym typeface="Symbol"/>
                        </a:rPr>
                        <a:t>-</a:t>
                      </a:r>
                      <a:endParaRPr lang="zh-CN" altLang="en-US" sz="1800" b="1" kern="1200"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800" b="1" kern="1200"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sym typeface="Symbol"/>
                        </a:rPr>
                        <a:t></a:t>
                      </a:r>
                      <a:endParaRPr lang="zh-CN" altLang="en-US" sz="1800" b="1" kern="1200"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a:txBody>
                  <a:tcPr anchor="ctr"/>
                </a:tc>
                <a:tc gridSpan="2">
                  <a:txBody>
                    <a:bodyPr/>
                    <a:lstStyle/>
                    <a:p>
                      <a:pPr algn="ctr"/>
                      <a:r>
                        <a:rPr lang="zh-CN" altLang="en-US" sz="1800" b="1" kern="1200"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sym typeface="Symbol"/>
                        </a:rPr>
                        <a:t></a:t>
                      </a:r>
                      <a:endParaRPr lang="zh-CN" altLang="en-US" sz="1800" b="1" kern="1200"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a:txBody>
                  <a:tcPr anchor="ctr"/>
                </a:tc>
                <a:tc hMerge="1">
                  <a:txBody>
                    <a:bodyPr/>
                    <a:lstStyle/>
                    <a:p>
                      <a:pPr algn="ctr"/>
                      <a:endParaRPr lang="zh-CN" altLang="en-US" sz="1800" b="1" kern="1200"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a:txBody>
                  <a:tcPr anchor="ctr"/>
                </a:tc>
                <a:tc>
                  <a:txBody>
                    <a:bodyPr/>
                    <a:lstStyle/>
                    <a:p>
                      <a:pPr algn="ctr"/>
                      <a:r>
                        <a:rPr lang="zh-CN" altLang="en-US" sz="1800" b="1" kern="1200"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sym typeface="Symbol"/>
                        </a:rPr>
                        <a:t></a:t>
                      </a:r>
                      <a:endParaRPr lang="zh-CN" altLang="en-US" sz="1800" b="1" kern="1200"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a:txBody>
                  <a:tcPr anchor="ctr"/>
                </a:tc>
                <a:extLst>
                  <a:ext uri="{0D108BD9-81ED-4DB2-BD59-A6C34878D82A}">
                    <a16:rowId xmlns:a16="http://schemas.microsoft.com/office/drawing/2014/main" val="651771190"/>
                  </a:ext>
                </a:extLst>
              </a:tr>
              <a:tr h="185420">
                <a:tc vMerge="1">
                  <a:txBody>
                    <a:bodyPr/>
                    <a:lstStyle/>
                    <a:p>
                      <a:endParaRPr lang="zh-CN" altLang="en-US"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800" b="1" kern="1200"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各条水平力</a:t>
                      </a:r>
                      <a:endParaRPr lang="zh-CN" altLang="en-US" sz="1800" b="1" kern="1200"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a:txBody>
                  <a:tcPr anchor="ctr">
                    <a:lnR w="12700" cap="flat" cmpd="sng" algn="ctr">
                      <a:solidFill>
                        <a:schemeClr val="tx1"/>
                      </a:solidFill>
                      <a:prstDash val="solid"/>
                      <a:round/>
                      <a:headEnd type="none" w="med" len="med"/>
                      <a:tailEnd type="none" w="med" len="med"/>
                    </a:lnR>
                  </a:tcPr>
                </a:tc>
                <a:tc>
                  <a:txBody>
                    <a:bodyPr/>
                    <a:lstStyle/>
                    <a:p>
                      <a:pPr algn="ctr"/>
                      <a:r>
                        <a:rPr lang="en-US" altLang="zh-CN" sz="1800" b="1" kern="1200"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sym typeface="Symbol"/>
                        </a:rPr>
                        <a:t>-</a:t>
                      </a:r>
                      <a:endParaRPr lang="zh-CN" altLang="en-US" sz="1800" b="1" kern="1200"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tcPr>
                </a:tc>
                <a:tc>
                  <a:txBody>
                    <a:bodyPr/>
                    <a:lstStyle/>
                    <a:p>
                      <a:pPr algn="ctr"/>
                      <a:r>
                        <a:rPr lang="zh-CN" altLang="en-US" sz="1800" b="1" kern="1200"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sym typeface="Symbol"/>
                        </a:rPr>
                        <a:t></a:t>
                      </a:r>
                      <a:endParaRPr lang="zh-CN" altLang="en-US" sz="1800" b="1" kern="1200"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a:txBody>
                  <a:tcPr anchor="ctr"/>
                </a:tc>
                <a:tc gridSpan="2">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800" b="1" kern="1200"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sym typeface="Symbol"/>
                        </a:rPr>
                        <a:t></a:t>
                      </a:r>
                      <a:endParaRPr lang="zh-CN" altLang="en-US" sz="1800" b="1" kern="1200"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a:txBody>
                  <a:tcPr anchor="ctr"/>
                </a:tc>
                <a:tc hMerge="1">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zh-CN" altLang="en-US" sz="1800" b="1" kern="1200"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a:txBody>
                  <a:tcPr anchor="ctr"/>
                </a:tc>
                <a:tc>
                  <a:txBody>
                    <a:bodyPr/>
                    <a:lstStyle/>
                    <a:p>
                      <a:pPr algn="ctr"/>
                      <a:r>
                        <a:rPr lang="zh-CN" altLang="en-US" sz="1800" b="1" kern="1200"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sym typeface="Symbol"/>
                        </a:rPr>
                        <a:t></a:t>
                      </a:r>
                      <a:endParaRPr lang="zh-CN" altLang="en-US" sz="1800" b="1" kern="1200"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a:txBody>
                  <a:tcPr anchor="ctr"/>
                </a:tc>
                <a:extLst>
                  <a:ext uri="{0D108BD9-81ED-4DB2-BD59-A6C34878D82A}">
                    <a16:rowId xmlns:a16="http://schemas.microsoft.com/office/drawing/2014/main" val="2887372997"/>
                  </a:ext>
                </a:extLst>
              </a:tr>
              <a:tr h="185420">
                <a:tc gridSpan="2">
                  <a:txBody>
                    <a:bodyPr/>
                    <a:lstStyle/>
                    <a:p>
                      <a:pPr algn="ctr"/>
                      <a:r>
                        <a:rPr lang="en-US" altLang="zh-CN" sz="1800" b="1" i="1" kern="1200"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F</a:t>
                      </a:r>
                      <a:r>
                        <a:rPr lang="en-US" altLang="zh-CN" sz="1800" b="1" i="1" kern="1200" baseline="-25000"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s</a:t>
                      </a:r>
                      <a:r>
                        <a:rPr lang="zh-CN" altLang="en-US" sz="1800" b="1" kern="1200"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计算精度评价</a:t>
                      </a:r>
                      <a:endParaRPr lang="zh-CN" altLang="en-US" sz="1800" b="1" kern="1200"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a:txBody>
                  <a:tcPr anchor="ctr">
                    <a:lnR w="12700" cap="flat" cmpd="sng" algn="ctr">
                      <a:solidFill>
                        <a:schemeClr val="tx1"/>
                      </a:solidFill>
                      <a:prstDash val="solid"/>
                      <a:round/>
                      <a:headEnd type="none" w="med" len="med"/>
                      <a:tailEnd type="none" w="med" len="med"/>
                    </a:lnR>
                  </a:tcPr>
                </a:tc>
                <a:tc hMerge="1">
                  <a:txBody>
                    <a:bodyPr/>
                    <a:lstStyle/>
                    <a:p>
                      <a:endParaRPr lang="zh-CN"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800" b="1" i="1" kern="1200"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 </a:t>
                      </a:r>
                      <a:r>
                        <a:rPr lang="en-US" altLang="zh-CN" sz="1800" b="1" kern="1200"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=0</a:t>
                      </a:r>
                      <a:r>
                        <a:rPr lang="zh-CN" altLang="en-US" sz="1800" b="1" kern="1200"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时准确</a:t>
                      </a:r>
                      <a:endParaRPr lang="zh-CN" altLang="en-US" sz="1800" b="1" kern="1200"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800" b="1" kern="1200"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偏小</a:t>
                      </a:r>
                      <a:r>
                        <a:rPr lang="en-US" altLang="zh-CN" sz="1800" b="1" kern="1200"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10%</a:t>
                      </a:r>
                      <a:endParaRPr lang="zh-CN" altLang="en-US" sz="1800" b="1" kern="1200"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a:txBody>
                  <a:tcPr anchor="ctr"/>
                </a:tc>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800" b="1" kern="1200"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一般情况较准确</a:t>
                      </a:r>
                      <a:endParaRPr lang="zh-CN" altLang="en-US" sz="1800" b="1" kern="1200"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a:txBody>
                  <a:tcPr anchor="ct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800" b="1" kern="1200"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a:txBody>
                  <a:tcPr anchor="ctr"/>
                </a:tc>
                <a:tc>
                  <a:txBody>
                    <a:bodyPr/>
                    <a:lstStyle/>
                    <a:p>
                      <a:pPr algn="ctr"/>
                      <a:r>
                        <a:rPr lang="zh-CN" altLang="en-US" sz="1800" b="1" kern="1200"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准确</a:t>
                      </a:r>
                      <a:endParaRPr lang="zh-CN" altLang="en-US" sz="1800" b="1" kern="1200"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a:txBody>
                  <a:tcPr anchor="ctr"/>
                </a:tc>
                <a:extLst>
                  <a:ext uri="{0D108BD9-81ED-4DB2-BD59-A6C34878D82A}">
                    <a16:rowId xmlns:a16="http://schemas.microsoft.com/office/drawing/2014/main" val="2867917127"/>
                  </a:ext>
                </a:extLst>
              </a:tr>
            </a:tbl>
          </a:graphicData>
        </a:graphic>
      </p:graphicFrame>
      <p:sp>
        <p:nvSpPr>
          <p:cNvPr id="2" name="文本框 1"/>
          <p:cNvSpPr txBox="1"/>
          <p:nvPr/>
        </p:nvSpPr>
        <p:spPr>
          <a:xfrm>
            <a:off x="1446280" y="5207000"/>
            <a:ext cx="5347939" cy="401072"/>
          </a:xfrm>
          <a:prstGeom prst="rect">
            <a:avLst/>
          </a:prstGeom>
          <a:noFill/>
        </p:spPr>
        <p:txBody>
          <a:bodyPr wrap="none" rtlCol="0">
            <a:spAutoFit/>
          </a:bodyPr>
          <a:lstStyle/>
          <a:p>
            <a:r>
              <a:rPr lang="zh-CN" altLang="en-US" sz="2000" b="1" dirty="0" smtClean="0">
                <a:solidFill>
                  <a:srgbClr val="C00000"/>
                </a:solidFill>
                <a:latin typeface="幼圆" panose="02010509060101010101" pitchFamily="49" charset="-122"/>
                <a:ea typeface="幼圆" panose="02010509060101010101" pitchFamily="49" charset="-122"/>
              </a:rPr>
              <a:t>* 工程上也应用于具有不同土料分区的边坡。</a:t>
            </a:r>
            <a:endParaRPr lang="zh-CN" altLang="en-US" sz="2000" b="1" dirty="0">
              <a:solidFill>
                <a:srgbClr val="C00000"/>
              </a:solidFill>
              <a:latin typeface="幼圆" panose="02010509060101010101" pitchFamily="49" charset="-122"/>
              <a:ea typeface="幼圆" panose="02010509060101010101" pitchFamily="49" charset="-122"/>
            </a:endParaRPr>
          </a:p>
        </p:txBody>
      </p:sp>
    </p:spTree>
    <p:extLst>
      <p:ext uri="{BB962C8B-B14F-4D97-AF65-F5344CB8AC3E}">
        <p14:creationId xmlns:p14="http://schemas.microsoft.com/office/powerpoint/2010/main" val="4208101409"/>
      </p:ext>
    </p:extLst>
  </p:cSld>
  <p:clrMapOvr>
    <a:masterClrMapping/>
  </p:clrMapOvr>
  <p:transition spd="med">
    <p:wipe dir="d"/>
  </p:transition>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28"/>
          <p:cNvSpPr txBox="1">
            <a:spLocks noChangeArrowheads="1"/>
          </p:cNvSpPr>
          <p:nvPr/>
        </p:nvSpPr>
        <p:spPr bwMode="auto">
          <a:xfrm>
            <a:off x="1987550" y="1922463"/>
            <a:ext cx="5266690" cy="24991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spAutoFit/>
          </a:bodyPr>
          <a:lstStyle>
            <a:lvl1pPr marL="609600" indent="-609600"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30000"/>
              </a:lnSpc>
              <a:spcBef>
                <a:spcPct val="10000"/>
              </a:spcBef>
              <a:spcAft>
                <a:spcPct val="10000"/>
              </a:spcAft>
            </a:pPr>
            <a:r>
              <a:rPr kumimoji="1" lang="en-US" altLang="zh-CN" sz="2800" b="1" dirty="0" smtClean="0">
                <a:solidFill>
                  <a:srgbClr val="000066"/>
                </a:solidFill>
                <a:ea typeface="幼圆" pitchFamily="49" charset="-122"/>
                <a:cs typeface="Times New Roman" panose="02020603050405020304" pitchFamily="18" charset="0"/>
              </a:rPr>
              <a:t>§7.1 </a:t>
            </a:r>
            <a:r>
              <a:rPr kumimoji="1" lang="zh-CN" altLang="en-US" sz="2800" b="1" dirty="0" smtClean="0">
                <a:solidFill>
                  <a:srgbClr val="000066"/>
                </a:solidFill>
                <a:ea typeface="幼圆" pitchFamily="49" charset="-122"/>
                <a:cs typeface="Times New Roman" panose="02020603050405020304" pitchFamily="18" charset="0"/>
              </a:rPr>
              <a:t>概述 </a:t>
            </a:r>
            <a:r>
              <a:rPr kumimoji="1" lang="en-US" altLang="zh-CN" sz="2800" b="1" dirty="0" smtClean="0">
                <a:solidFill>
                  <a:srgbClr val="000066"/>
                </a:solidFill>
                <a:ea typeface="幼圆" pitchFamily="49" charset="-122"/>
                <a:cs typeface="Times New Roman" panose="02020603050405020304" pitchFamily="18" charset="0"/>
              </a:rPr>
              <a:t>– </a:t>
            </a:r>
            <a:r>
              <a:rPr kumimoji="1" lang="zh-CN" altLang="en-US" sz="2800" b="1" dirty="0">
                <a:solidFill>
                  <a:srgbClr val="000066"/>
                </a:solidFill>
                <a:ea typeface="幼圆" pitchFamily="49" charset="-122"/>
                <a:cs typeface="Times New Roman" panose="02020603050405020304" pitchFamily="18" charset="0"/>
              </a:rPr>
              <a:t>土</a:t>
            </a:r>
            <a:r>
              <a:rPr kumimoji="1" lang="zh-CN" altLang="en-US" sz="2800" b="1" dirty="0" smtClean="0">
                <a:solidFill>
                  <a:srgbClr val="000066"/>
                </a:solidFill>
                <a:ea typeface="幼圆" pitchFamily="49" charset="-122"/>
                <a:cs typeface="Times New Roman" panose="02020603050405020304" pitchFamily="18" charset="0"/>
              </a:rPr>
              <a:t>坡与滑坡 </a:t>
            </a:r>
            <a:r>
              <a:rPr kumimoji="1" lang="zh-CN" altLang="en-US" sz="2800" b="1" dirty="0" smtClean="0">
                <a:solidFill>
                  <a:srgbClr val="A50021"/>
                </a:solidFill>
                <a:latin typeface="幼圆" pitchFamily="49" charset="-122"/>
                <a:ea typeface="幼圆" pitchFamily="49" charset="-122"/>
                <a:sym typeface="Symbol" pitchFamily="18" charset="2"/>
              </a:rPr>
              <a:t></a:t>
            </a:r>
            <a:endParaRPr kumimoji="1" lang="zh-CN" altLang="en-US" sz="2800" b="1" dirty="0">
              <a:solidFill>
                <a:srgbClr val="000066"/>
              </a:solidFill>
              <a:ea typeface="幼圆" pitchFamily="49" charset="-122"/>
              <a:cs typeface="Times New Roman" panose="02020603050405020304" pitchFamily="18" charset="0"/>
            </a:endParaRPr>
          </a:p>
          <a:p>
            <a:pPr eaLnBrk="1" hangingPunct="1">
              <a:lnSpc>
                <a:spcPct val="130000"/>
              </a:lnSpc>
              <a:spcBef>
                <a:spcPct val="10000"/>
              </a:spcBef>
              <a:spcAft>
                <a:spcPct val="10000"/>
              </a:spcAft>
            </a:pPr>
            <a:r>
              <a:rPr kumimoji="1" lang="en-US" altLang="zh-CN" sz="2800" b="1" dirty="0" smtClean="0">
                <a:solidFill>
                  <a:srgbClr val="000066"/>
                </a:solidFill>
                <a:ea typeface="幼圆" pitchFamily="49" charset="-122"/>
                <a:cs typeface="Times New Roman" panose="02020603050405020304" pitchFamily="18" charset="0"/>
              </a:rPr>
              <a:t>§7.2 </a:t>
            </a:r>
            <a:r>
              <a:rPr kumimoji="1" lang="zh-CN" altLang="en-US" sz="2800" b="1" dirty="0" smtClean="0">
                <a:solidFill>
                  <a:srgbClr val="000066"/>
                </a:solidFill>
                <a:ea typeface="幼圆" pitchFamily="49" charset="-122"/>
                <a:cs typeface="Times New Roman" panose="02020603050405020304" pitchFamily="18" charset="0"/>
              </a:rPr>
              <a:t>无</a:t>
            </a:r>
            <a:r>
              <a:rPr kumimoji="1" lang="zh-CN" altLang="en-US" sz="2800" b="1" dirty="0">
                <a:solidFill>
                  <a:srgbClr val="000066"/>
                </a:solidFill>
                <a:ea typeface="幼圆" pitchFamily="49" charset="-122"/>
                <a:cs typeface="Times New Roman" panose="02020603050405020304" pitchFamily="18" charset="0"/>
              </a:rPr>
              <a:t>黏性土坡的稳定</a:t>
            </a:r>
            <a:r>
              <a:rPr kumimoji="1" lang="zh-CN" altLang="en-US" sz="2800" b="1" dirty="0" smtClean="0">
                <a:solidFill>
                  <a:srgbClr val="000066"/>
                </a:solidFill>
                <a:ea typeface="幼圆" pitchFamily="49" charset="-122"/>
                <a:cs typeface="Times New Roman" panose="02020603050405020304" pitchFamily="18" charset="0"/>
              </a:rPr>
              <a:t>分析 </a:t>
            </a:r>
            <a:r>
              <a:rPr kumimoji="1" lang="zh-CN" altLang="en-US" sz="2800" b="1" dirty="0">
                <a:solidFill>
                  <a:srgbClr val="A50021"/>
                </a:solidFill>
                <a:latin typeface="幼圆" pitchFamily="49" charset="-122"/>
                <a:ea typeface="幼圆" pitchFamily="49" charset="-122"/>
                <a:sym typeface="Symbol" pitchFamily="18" charset="2"/>
              </a:rPr>
              <a:t></a:t>
            </a:r>
            <a:endParaRPr kumimoji="1" lang="en-US" altLang="zh-CN" sz="2800" b="1" dirty="0" smtClean="0">
              <a:solidFill>
                <a:srgbClr val="000066"/>
              </a:solidFill>
              <a:ea typeface="幼圆" pitchFamily="49" charset="-122"/>
              <a:cs typeface="Times New Roman" panose="02020603050405020304" pitchFamily="18" charset="0"/>
            </a:endParaRPr>
          </a:p>
          <a:p>
            <a:pPr eaLnBrk="1" hangingPunct="1">
              <a:lnSpc>
                <a:spcPct val="130000"/>
              </a:lnSpc>
              <a:spcBef>
                <a:spcPct val="10000"/>
              </a:spcBef>
              <a:spcAft>
                <a:spcPct val="10000"/>
              </a:spcAft>
            </a:pPr>
            <a:r>
              <a:rPr kumimoji="1" lang="en-US" altLang="zh-CN" sz="2800" b="1" dirty="0" smtClean="0">
                <a:solidFill>
                  <a:srgbClr val="000066"/>
                </a:solidFill>
                <a:ea typeface="幼圆" pitchFamily="49" charset="-122"/>
                <a:cs typeface="Times New Roman" panose="02020603050405020304" pitchFamily="18" charset="0"/>
              </a:rPr>
              <a:t>§7.3 </a:t>
            </a:r>
            <a:r>
              <a:rPr kumimoji="1" lang="zh-CN" altLang="en-US" sz="2800" b="1" dirty="0">
                <a:solidFill>
                  <a:srgbClr val="000066"/>
                </a:solidFill>
                <a:ea typeface="幼圆" pitchFamily="49" charset="-122"/>
                <a:cs typeface="Times New Roman" panose="02020603050405020304" pitchFamily="18" charset="0"/>
              </a:rPr>
              <a:t>黏性土坡的稳定</a:t>
            </a:r>
            <a:r>
              <a:rPr kumimoji="1" lang="zh-CN" altLang="en-US" sz="2800" b="1" dirty="0" smtClean="0">
                <a:solidFill>
                  <a:srgbClr val="000066"/>
                </a:solidFill>
                <a:ea typeface="幼圆" pitchFamily="49" charset="-122"/>
                <a:cs typeface="Times New Roman" panose="02020603050405020304" pitchFamily="18" charset="0"/>
              </a:rPr>
              <a:t>分析 </a:t>
            </a:r>
            <a:r>
              <a:rPr kumimoji="1" lang="zh-CN" altLang="en-US" sz="2800" b="1" dirty="0">
                <a:solidFill>
                  <a:srgbClr val="A50021"/>
                </a:solidFill>
                <a:latin typeface="幼圆" pitchFamily="49" charset="-122"/>
                <a:ea typeface="幼圆" pitchFamily="49" charset="-122"/>
                <a:sym typeface="Symbol" pitchFamily="18" charset="2"/>
              </a:rPr>
              <a:t></a:t>
            </a:r>
            <a:endParaRPr kumimoji="1" lang="zh-CN" altLang="en-US" sz="2800" b="1" dirty="0">
              <a:solidFill>
                <a:srgbClr val="000066"/>
              </a:solidFill>
              <a:ea typeface="幼圆" pitchFamily="49" charset="-122"/>
              <a:cs typeface="Times New Roman" panose="02020603050405020304" pitchFamily="18" charset="0"/>
            </a:endParaRPr>
          </a:p>
          <a:p>
            <a:pPr eaLnBrk="1" hangingPunct="1">
              <a:lnSpc>
                <a:spcPct val="130000"/>
              </a:lnSpc>
              <a:spcBef>
                <a:spcPct val="10000"/>
              </a:spcBef>
              <a:spcAft>
                <a:spcPct val="10000"/>
              </a:spcAft>
            </a:pPr>
            <a:r>
              <a:rPr kumimoji="1" lang="en-US" altLang="zh-CN" sz="2800" b="1" dirty="0" smtClean="0">
                <a:solidFill>
                  <a:srgbClr val="000066"/>
                </a:solidFill>
                <a:ea typeface="幼圆" pitchFamily="49" charset="-122"/>
                <a:cs typeface="Times New Roman" panose="02020603050405020304" pitchFamily="18" charset="0"/>
              </a:rPr>
              <a:t>§7.4 </a:t>
            </a:r>
            <a:r>
              <a:rPr kumimoji="1" lang="zh-CN" altLang="en-US" sz="2800" b="1" dirty="0">
                <a:solidFill>
                  <a:srgbClr val="000066"/>
                </a:solidFill>
                <a:ea typeface="幼圆" pitchFamily="49" charset="-122"/>
                <a:cs typeface="Times New Roman" panose="02020603050405020304" pitchFamily="18" charset="0"/>
              </a:rPr>
              <a:t>总应力法与有效应力</a:t>
            </a:r>
            <a:r>
              <a:rPr kumimoji="1" lang="zh-CN" altLang="en-US" sz="2800" b="1" dirty="0" smtClean="0">
                <a:solidFill>
                  <a:srgbClr val="000066"/>
                </a:solidFill>
                <a:ea typeface="幼圆" pitchFamily="49" charset="-122"/>
                <a:cs typeface="Times New Roman" panose="02020603050405020304" pitchFamily="18" charset="0"/>
              </a:rPr>
              <a:t>法</a:t>
            </a:r>
            <a:endParaRPr kumimoji="1" lang="zh-CN" altLang="en-US" sz="2800" b="1" dirty="0">
              <a:solidFill>
                <a:srgbClr val="000066"/>
              </a:solidFill>
              <a:ea typeface="幼圆" pitchFamily="49" charset="-122"/>
              <a:cs typeface="Times New Roman" panose="02020603050405020304" pitchFamily="18" charset="0"/>
            </a:endParaRPr>
          </a:p>
        </p:txBody>
      </p:sp>
      <p:sp>
        <p:nvSpPr>
          <p:cNvPr id="5" name="Text Box 29"/>
          <p:cNvSpPr txBox="1">
            <a:spLocks noChangeArrowheads="1"/>
          </p:cNvSpPr>
          <p:nvPr/>
        </p:nvSpPr>
        <p:spPr bwMode="auto">
          <a:xfrm>
            <a:off x="1675722" y="863600"/>
            <a:ext cx="5136973"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1252538" indent="-1252538"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zh-CN" altLang="en-US" sz="3600" b="1" dirty="0">
                <a:solidFill>
                  <a:srgbClr val="000066"/>
                </a:solidFill>
                <a:latin typeface="黑体" pitchFamily="2" charset="-122"/>
                <a:ea typeface="黑体" pitchFamily="2" charset="-122"/>
              </a:rPr>
              <a:t>第七章：土坡稳定分析</a:t>
            </a:r>
            <a:endParaRPr lang="en-US" altLang="zh-CN" sz="3600" b="1" dirty="0">
              <a:solidFill>
                <a:srgbClr val="000066"/>
              </a:solidFill>
              <a:latin typeface="黑体" pitchFamily="2" charset="-122"/>
              <a:ea typeface="黑体" pitchFamily="2" charset="-122"/>
            </a:endParaRPr>
          </a:p>
        </p:txBody>
      </p:sp>
      <p:sp>
        <p:nvSpPr>
          <p:cNvPr id="6"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65</a:t>
            </a:fld>
            <a:endParaRPr lang="zh-CN" altLang="en-US" dirty="0">
              <a:solidFill>
                <a:srgbClr val="C00000"/>
              </a:solidFill>
            </a:endParaRPr>
          </a:p>
        </p:txBody>
      </p:sp>
      <p:sp>
        <p:nvSpPr>
          <p:cNvPr id="9" name="Text Box 4"/>
          <p:cNvSpPr txBox="1">
            <a:spLocks noChangeArrowheads="1"/>
          </p:cNvSpPr>
          <p:nvPr/>
        </p:nvSpPr>
        <p:spPr bwMode="auto">
          <a:xfrm>
            <a:off x="1998003" y="3857885"/>
            <a:ext cx="4713882" cy="633412"/>
          </a:xfrm>
          <a:prstGeom prst="rect">
            <a:avLst/>
          </a:prstGeom>
          <a:solidFill>
            <a:srgbClr val="FF9900"/>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lIns="0" tIns="0" rIns="0" bIns="0"/>
          <a:lstStyle>
            <a:lvl1pPr marL="609600" indent="-609600"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30000"/>
              </a:lnSpc>
              <a:spcBef>
                <a:spcPct val="10000"/>
              </a:spcBef>
              <a:spcAft>
                <a:spcPct val="10000"/>
              </a:spcAft>
            </a:pPr>
            <a:r>
              <a:rPr kumimoji="1" lang="en-US" altLang="zh-CN" sz="2800" b="1" dirty="0" smtClean="0">
                <a:solidFill>
                  <a:srgbClr val="003399"/>
                </a:solidFill>
                <a:ea typeface="幼圆" pitchFamily="49" charset="-122"/>
                <a:cs typeface="Times New Roman" panose="02020603050405020304" pitchFamily="18" charset="0"/>
              </a:rPr>
              <a:t>§7.4 </a:t>
            </a:r>
            <a:r>
              <a:rPr kumimoji="1" lang="zh-CN" altLang="en-US" sz="2800" b="1" dirty="0" smtClean="0">
                <a:solidFill>
                  <a:srgbClr val="003399"/>
                </a:solidFill>
                <a:ea typeface="幼圆" pitchFamily="49" charset="-122"/>
                <a:cs typeface="Times New Roman" panose="02020603050405020304" pitchFamily="18" charset="0"/>
              </a:rPr>
              <a:t>总</a:t>
            </a:r>
            <a:r>
              <a:rPr kumimoji="1" lang="zh-CN" altLang="en-US" sz="2800" b="1" dirty="0">
                <a:solidFill>
                  <a:srgbClr val="003399"/>
                </a:solidFill>
                <a:ea typeface="幼圆" pitchFamily="49" charset="-122"/>
                <a:cs typeface="Times New Roman" panose="02020603050405020304" pitchFamily="18" charset="0"/>
              </a:rPr>
              <a:t>应力法与有效应力法</a:t>
            </a:r>
          </a:p>
        </p:txBody>
      </p:sp>
    </p:spTree>
    <p:extLst>
      <p:ext uri="{BB962C8B-B14F-4D97-AF65-F5344CB8AC3E}">
        <p14:creationId xmlns:p14="http://schemas.microsoft.com/office/powerpoint/2010/main" val="873992675"/>
      </p:ext>
    </p:extLst>
  </p:cSld>
  <p:clrMapOvr>
    <a:masterClrMapping/>
  </p:clrMapOvr>
  <p:transition spd="med">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66</a:t>
            </a:fld>
            <a:endParaRPr lang="zh-CN" altLang="en-US" dirty="0">
              <a:solidFill>
                <a:srgbClr val="C00000"/>
              </a:solidFill>
            </a:endParaRPr>
          </a:p>
        </p:txBody>
      </p:sp>
      <p:sp>
        <p:nvSpPr>
          <p:cNvPr id="61" name="Text Box 2"/>
          <p:cNvSpPr txBox="1">
            <a:spLocks noChangeArrowheads="1"/>
          </p:cNvSpPr>
          <p:nvPr/>
        </p:nvSpPr>
        <p:spPr bwMode="auto">
          <a:xfrm>
            <a:off x="2369492" y="5701142"/>
            <a:ext cx="5398936"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gn="ctr" eaLnBrk="1" hangingPunct="1">
              <a:lnSpc>
                <a:spcPct val="100000"/>
              </a:lnSpc>
              <a:spcBef>
                <a:spcPct val="0"/>
              </a:spcBef>
              <a:spcAft>
                <a:spcPct val="0"/>
              </a:spcAft>
            </a:pPr>
            <a:r>
              <a:rPr kumimoji="1" lang="zh-CN" altLang="en-US" sz="4000" b="1" dirty="0">
                <a:solidFill>
                  <a:srgbClr val="000066"/>
                </a:solidFill>
                <a:latin typeface="黑体" pitchFamily="2" charset="-122"/>
                <a:ea typeface="黑体" pitchFamily="2" charset="-122"/>
              </a:rPr>
              <a:t>总应力法与有效应力法</a:t>
            </a:r>
          </a:p>
        </p:txBody>
      </p:sp>
      <p:sp>
        <p:nvSpPr>
          <p:cNvPr id="62" name="Text Box 3"/>
          <p:cNvSpPr txBox="1">
            <a:spLocks noChangeArrowheads="1"/>
          </p:cNvSpPr>
          <p:nvPr/>
        </p:nvSpPr>
        <p:spPr bwMode="auto">
          <a:xfrm>
            <a:off x="1898259" y="1929672"/>
            <a:ext cx="5663432" cy="21157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536575" indent="-536575" eaLnBrk="1" hangingPunct="1">
              <a:lnSpc>
                <a:spcPct val="150000"/>
              </a:lnSpc>
              <a:spcBef>
                <a:spcPct val="30000"/>
              </a:spcBef>
              <a:spcAft>
                <a:spcPct val="0"/>
              </a:spcAft>
              <a:buClr>
                <a:srgbClr val="A50021"/>
              </a:buClr>
              <a:buSzPct val="110000"/>
              <a:buFont typeface="+mj-lt"/>
              <a:buAutoNum type="arabicPeriod"/>
            </a:pPr>
            <a:r>
              <a:rPr lang="zh-CN" altLang="en-US" sz="2800" b="1" dirty="0" smtClean="0">
                <a:solidFill>
                  <a:srgbClr val="000066"/>
                </a:solidFill>
                <a:ea typeface="幼圆" pitchFamily="49" charset="-122"/>
                <a:cs typeface="Times New Roman" panose="02020603050405020304" pitchFamily="18" charset="0"/>
              </a:rPr>
              <a:t>基本概念</a:t>
            </a:r>
            <a:endParaRPr lang="en-US" altLang="zh-CN" sz="2800" b="1" dirty="0" smtClean="0">
              <a:solidFill>
                <a:srgbClr val="000066"/>
              </a:solidFill>
              <a:ea typeface="幼圆" pitchFamily="49" charset="-122"/>
              <a:cs typeface="Times New Roman" panose="02020603050405020304" pitchFamily="18" charset="0"/>
            </a:endParaRPr>
          </a:p>
          <a:p>
            <a:pPr marL="536575" indent="-536575" eaLnBrk="1" hangingPunct="1">
              <a:lnSpc>
                <a:spcPct val="150000"/>
              </a:lnSpc>
              <a:spcBef>
                <a:spcPct val="30000"/>
              </a:spcBef>
              <a:spcAft>
                <a:spcPct val="0"/>
              </a:spcAft>
              <a:buClr>
                <a:srgbClr val="A50021"/>
              </a:buClr>
              <a:buSzPct val="110000"/>
              <a:buFont typeface="+mj-lt"/>
              <a:buAutoNum type="arabicPeriod"/>
            </a:pPr>
            <a:r>
              <a:rPr lang="zh-CN" altLang="en-US" sz="2800" b="1" dirty="0">
                <a:solidFill>
                  <a:srgbClr val="000066"/>
                </a:solidFill>
                <a:ea typeface="幼圆" pitchFamily="49" charset="-122"/>
                <a:cs typeface="Times New Roman" panose="02020603050405020304" pitchFamily="18" charset="0"/>
              </a:rPr>
              <a:t>施工期</a:t>
            </a:r>
            <a:r>
              <a:rPr lang="zh-CN" altLang="en-US" sz="2800" b="1" dirty="0" smtClean="0">
                <a:solidFill>
                  <a:srgbClr val="000066"/>
                </a:solidFill>
                <a:ea typeface="幼圆" pitchFamily="49" charset="-122"/>
                <a:cs typeface="Times New Roman" panose="02020603050405020304" pitchFamily="18" charset="0"/>
              </a:rPr>
              <a:t>土坡稳定分析</a:t>
            </a:r>
            <a:endParaRPr lang="en-US" altLang="zh-CN" sz="2800" b="1" dirty="0" smtClean="0">
              <a:solidFill>
                <a:srgbClr val="000066"/>
              </a:solidFill>
              <a:ea typeface="幼圆" pitchFamily="49" charset="-122"/>
              <a:cs typeface="Times New Roman" panose="02020603050405020304" pitchFamily="18" charset="0"/>
            </a:endParaRPr>
          </a:p>
          <a:p>
            <a:pPr marL="536575" indent="-536575" eaLnBrk="1" hangingPunct="1">
              <a:lnSpc>
                <a:spcPct val="150000"/>
              </a:lnSpc>
              <a:spcBef>
                <a:spcPct val="30000"/>
              </a:spcBef>
              <a:spcAft>
                <a:spcPct val="0"/>
              </a:spcAft>
              <a:buClr>
                <a:srgbClr val="A50021"/>
              </a:buClr>
              <a:buSzPct val="110000"/>
              <a:buFont typeface="+mj-lt"/>
              <a:buAutoNum type="arabicPeriod"/>
            </a:pPr>
            <a:r>
              <a:rPr lang="zh-CN" altLang="en-US" sz="2800" b="1" dirty="0">
                <a:solidFill>
                  <a:srgbClr val="000066"/>
                </a:solidFill>
                <a:ea typeface="幼圆" pitchFamily="49" charset="-122"/>
                <a:cs typeface="Times New Roman" panose="02020603050405020304" pitchFamily="18" charset="0"/>
              </a:rPr>
              <a:t>稳定渗流期</a:t>
            </a:r>
            <a:r>
              <a:rPr lang="zh-CN" altLang="en-US" sz="2800" b="1" dirty="0" smtClean="0">
                <a:solidFill>
                  <a:srgbClr val="000066"/>
                </a:solidFill>
                <a:ea typeface="幼圆" pitchFamily="49" charset="-122"/>
                <a:cs typeface="Times New Roman" panose="02020603050405020304" pitchFamily="18" charset="0"/>
              </a:rPr>
              <a:t>土坡稳定分析</a:t>
            </a:r>
            <a:endParaRPr lang="en-US" altLang="zh-CN" sz="2800" b="1" dirty="0" smtClean="0">
              <a:solidFill>
                <a:srgbClr val="000066"/>
              </a:solidFill>
              <a:ea typeface="幼圆" pitchFamily="49" charset="-122"/>
              <a:cs typeface="Times New Roman" panose="02020603050405020304" pitchFamily="18" charset="0"/>
            </a:endParaRPr>
          </a:p>
        </p:txBody>
      </p:sp>
      <p:sp>
        <p:nvSpPr>
          <p:cNvPr id="63" name="Text Box 7"/>
          <p:cNvSpPr txBox="1">
            <a:spLocks noChangeArrowheads="1"/>
          </p:cNvSpPr>
          <p:nvPr/>
        </p:nvSpPr>
        <p:spPr bwMode="auto">
          <a:xfrm>
            <a:off x="0" y="0"/>
            <a:ext cx="5144494"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1800" b="1" kern="900" spc="130" dirty="0" smtClean="0">
                <a:solidFill>
                  <a:srgbClr val="000066"/>
                </a:solidFill>
                <a:ea typeface="黑体" panose="02010609060101010101" pitchFamily="49" charset="-122"/>
                <a:cs typeface="Times New Roman" panose="02020603050405020304" pitchFamily="18" charset="0"/>
              </a:rPr>
              <a:t>§7.4  </a:t>
            </a:r>
            <a:r>
              <a:rPr lang="zh-CN" altLang="en-US" sz="1800" b="1" kern="900" spc="130" dirty="0" smtClean="0">
                <a:solidFill>
                  <a:srgbClr val="000066"/>
                </a:solidFill>
                <a:ea typeface="黑体" panose="02010609060101010101" pitchFamily="49" charset="-122"/>
                <a:cs typeface="Times New Roman" panose="02020603050405020304" pitchFamily="18" charset="0"/>
              </a:rPr>
              <a:t>总</a:t>
            </a:r>
            <a:r>
              <a:rPr lang="zh-CN" altLang="en-US" sz="1800" b="1" kern="900" spc="130" dirty="0">
                <a:solidFill>
                  <a:srgbClr val="000066"/>
                </a:solidFill>
                <a:ea typeface="黑体" panose="02010609060101010101" pitchFamily="49" charset="-122"/>
                <a:cs typeface="Times New Roman" panose="02020603050405020304" pitchFamily="18" charset="0"/>
              </a:rPr>
              <a:t>应力法与有效应力</a:t>
            </a:r>
            <a:r>
              <a:rPr lang="zh-CN" altLang="en-US" sz="1800" b="1" kern="900" spc="130" dirty="0" smtClean="0">
                <a:solidFill>
                  <a:srgbClr val="000066"/>
                </a:solidFill>
                <a:ea typeface="黑体" panose="02010609060101010101" pitchFamily="49" charset="-122"/>
                <a:cs typeface="Times New Roman" panose="02020603050405020304" pitchFamily="18" charset="0"/>
              </a:rPr>
              <a:t>法</a:t>
            </a:r>
            <a:endParaRPr lang="zh-CN" altLang="en-US" sz="1800" b="1" kern="900" spc="130" dirty="0">
              <a:solidFill>
                <a:srgbClr val="000066"/>
              </a:solidFill>
              <a:ea typeface="黑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135327304"/>
      </p:ext>
    </p:extLst>
  </p:cSld>
  <p:clrMapOvr>
    <a:masterClrMapping/>
  </p:clrMapOvr>
  <p:transition spd="med">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grpId="0" nodeType="afterEffect">
                                  <p:stCondLst>
                                    <p:cond delay="0"/>
                                  </p:stCondLst>
                                  <p:childTnLst>
                                    <p:set>
                                      <p:cBhvr>
                                        <p:cTn id="6" dur="1" fill="hold">
                                          <p:stCondLst>
                                            <p:cond delay="0"/>
                                          </p:stCondLst>
                                        </p:cTn>
                                        <p:tgtEl>
                                          <p:spTgt spid="62">
                                            <p:txEl>
                                              <p:pRg st="0" end="0"/>
                                            </p:txEl>
                                          </p:spTgt>
                                        </p:tgtEl>
                                        <p:attrNameLst>
                                          <p:attrName>style.visibility</p:attrName>
                                        </p:attrNameLst>
                                      </p:cBhvr>
                                      <p:to>
                                        <p:strVal val="visible"/>
                                      </p:to>
                                    </p:set>
                                    <p:animEffect transition="in" filter="slide(fromLeft)">
                                      <p:cBhvr>
                                        <p:cTn id="7" dur="500"/>
                                        <p:tgtEl>
                                          <p:spTgt spid="62">
                                            <p:txEl>
                                              <p:pRg st="0" end="0"/>
                                            </p:txEl>
                                          </p:spTgt>
                                        </p:tgtEl>
                                      </p:cBhvr>
                                    </p:animEffect>
                                  </p:childTnLst>
                                </p:cTn>
                              </p:par>
                            </p:childTnLst>
                          </p:cTn>
                        </p:par>
                        <p:par>
                          <p:cTn id="8" fill="hold">
                            <p:stCondLst>
                              <p:cond delay="500"/>
                            </p:stCondLst>
                            <p:childTnLst>
                              <p:par>
                                <p:cTn id="9" presetID="12" presetClass="entr" presetSubtype="8" fill="hold" grpId="0" nodeType="afterEffect">
                                  <p:stCondLst>
                                    <p:cond delay="0"/>
                                  </p:stCondLst>
                                  <p:childTnLst>
                                    <p:set>
                                      <p:cBhvr>
                                        <p:cTn id="10" dur="1" fill="hold">
                                          <p:stCondLst>
                                            <p:cond delay="0"/>
                                          </p:stCondLst>
                                        </p:cTn>
                                        <p:tgtEl>
                                          <p:spTgt spid="62">
                                            <p:txEl>
                                              <p:pRg st="1" end="1"/>
                                            </p:txEl>
                                          </p:spTgt>
                                        </p:tgtEl>
                                        <p:attrNameLst>
                                          <p:attrName>style.visibility</p:attrName>
                                        </p:attrNameLst>
                                      </p:cBhvr>
                                      <p:to>
                                        <p:strVal val="visible"/>
                                      </p:to>
                                    </p:set>
                                    <p:animEffect transition="in" filter="slide(fromLeft)">
                                      <p:cBhvr>
                                        <p:cTn id="11" dur="500"/>
                                        <p:tgtEl>
                                          <p:spTgt spid="62">
                                            <p:txEl>
                                              <p:pRg st="1" end="1"/>
                                            </p:txEl>
                                          </p:spTgt>
                                        </p:tgtEl>
                                      </p:cBhvr>
                                    </p:animEffect>
                                  </p:childTnLst>
                                </p:cTn>
                              </p:par>
                            </p:childTnLst>
                          </p:cTn>
                        </p:par>
                        <p:par>
                          <p:cTn id="12" fill="hold">
                            <p:stCondLst>
                              <p:cond delay="1000"/>
                            </p:stCondLst>
                            <p:childTnLst>
                              <p:par>
                                <p:cTn id="13" presetID="12" presetClass="entr" presetSubtype="8" fill="hold" grpId="0" nodeType="afterEffect">
                                  <p:stCondLst>
                                    <p:cond delay="0"/>
                                  </p:stCondLst>
                                  <p:childTnLst>
                                    <p:set>
                                      <p:cBhvr>
                                        <p:cTn id="14" dur="1" fill="hold">
                                          <p:stCondLst>
                                            <p:cond delay="0"/>
                                          </p:stCondLst>
                                        </p:cTn>
                                        <p:tgtEl>
                                          <p:spTgt spid="62">
                                            <p:txEl>
                                              <p:pRg st="2" end="2"/>
                                            </p:txEl>
                                          </p:spTgt>
                                        </p:tgtEl>
                                        <p:attrNameLst>
                                          <p:attrName>style.visibility</p:attrName>
                                        </p:attrNameLst>
                                      </p:cBhvr>
                                      <p:to>
                                        <p:strVal val="visible"/>
                                      </p:to>
                                    </p:set>
                                    <p:animEffect transition="in" filter="slide(fromLeft)">
                                      <p:cBhvr>
                                        <p:cTn id="15" dur="500"/>
                                        <p:tgtEl>
                                          <p:spTgt spid="6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 grpId="0" uiExpand="1" build="p"/>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67</a:t>
            </a:fld>
            <a:endParaRPr lang="zh-CN" altLang="en-US" dirty="0">
              <a:solidFill>
                <a:srgbClr val="C00000"/>
              </a:solidFill>
            </a:endParaRPr>
          </a:p>
        </p:txBody>
      </p:sp>
      <p:sp>
        <p:nvSpPr>
          <p:cNvPr id="61" name="Text Box 2"/>
          <p:cNvSpPr txBox="1">
            <a:spLocks noChangeArrowheads="1"/>
          </p:cNvSpPr>
          <p:nvPr/>
        </p:nvSpPr>
        <p:spPr bwMode="auto">
          <a:xfrm>
            <a:off x="2456953" y="5701142"/>
            <a:ext cx="4890052"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gn="ctr" eaLnBrk="1" hangingPunct="1">
              <a:lnSpc>
                <a:spcPct val="100000"/>
              </a:lnSpc>
              <a:spcBef>
                <a:spcPct val="0"/>
              </a:spcBef>
              <a:spcAft>
                <a:spcPct val="0"/>
              </a:spcAft>
            </a:pPr>
            <a:r>
              <a:rPr kumimoji="1" lang="zh-CN" altLang="en-US" sz="4000" b="1" dirty="0" smtClean="0">
                <a:solidFill>
                  <a:srgbClr val="000066"/>
                </a:solidFill>
                <a:latin typeface="黑体" pitchFamily="2" charset="-122"/>
                <a:ea typeface="黑体" pitchFamily="2" charset="-122"/>
              </a:rPr>
              <a:t>基本概念</a:t>
            </a:r>
            <a:endParaRPr kumimoji="1" lang="zh-CN" altLang="en-US" sz="4000" b="1" dirty="0">
              <a:solidFill>
                <a:srgbClr val="000066"/>
              </a:solidFill>
              <a:latin typeface="黑体" pitchFamily="2" charset="-122"/>
              <a:ea typeface="黑体" pitchFamily="2" charset="-122"/>
            </a:endParaRPr>
          </a:p>
        </p:txBody>
      </p:sp>
      <p:sp>
        <p:nvSpPr>
          <p:cNvPr id="7" name="Text Box 4"/>
          <p:cNvSpPr txBox="1">
            <a:spLocks noChangeArrowheads="1"/>
          </p:cNvSpPr>
          <p:nvPr/>
        </p:nvSpPr>
        <p:spPr bwMode="auto">
          <a:xfrm>
            <a:off x="337646" y="726532"/>
            <a:ext cx="4091231" cy="535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358775" indent="-358775" eaLnBrk="1" hangingPunct="1">
              <a:lnSpc>
                <a:spcPct val="120000"/>
              </a:lnSpc>
              <a:spcBef>
                <a:spcPts val="600"/>
              </a:spcBef>
              <a:spcAft>
                <a:spcPts val="0"/>
              </a:spcAft>
              <a:buClr>
                <a:srgbClr val="A50021"/>
              </a:buClr>
              <a:buSzPct val="100000"/>
              <a:buFont typeface="Wingdings" panose="05000000000000000000" pitchFamily="2" charset="2"/>
              <a:buChar char="n"/>
            </a:pPr>
            <a:r>
              <a:rPr lang="zh-CN" altLang="en-US" sz="2400" b="1" dirty="0" smtClean="0">
                <a:solidFill>
                  <a:srgbClr val="A50021"/>
                </a:solidFill>
                <a:latin typeface="微软雅黑" panose="020B0503020204020204" pitchFamily="34" charset="-122"/>
                <a:ea typeface="微软雅黑" panose="020B0503020204020204" pitchFamily="34" charset="-122"/>
              </a:rPr>
              <a:t>稳定分析中的孔隙水压力</a:t>
            </a:r>
            <a:endParaRPr lang="zh-CN" altLang="en-US" sz="2400" b="1" dirty="0">
              <a:solidFill>
                <a:srgbClr val="000066"/>
              </a:solidFill>
              <a:ea typeface="幼圆" pitchFamily="49" charset="-122"/>
            </a:endParaRPr>
          </a:p>
        </p:txBody>
      </p:sp>
      <p:sp>
        <p:nvSpPr>
          <p:cNvPr id="131" name="Text Box 110"/>
          <p:cNvSpPr txBox="1">
            <a:spLocks noChangeArrowheads="1"/>
          </p:cNvSpPr>
          <p:nvPr/>
        </p:nvSpPr>
        <p:spPr bwMode="auto">
          <a:xfrm>
            <a:off x="886109" y="1414697"/>
            <a:ext cx="5313781" cy="3847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marL="446088" indent="-446088" defTabSz="739775" eaLnBrk="1" hangingPunct="1">
              <a:lnSpc>
                <a:spcPct val="125000"/>
              </a:lnSpc>
              <a:buClr>
                <a:srgbClr val="C00000"/>
              </a:buClr>
              <a:buSzPct val="130000"/>
              <a:buFont typeface="Wingdings" panose="05000000000000000000" pitchFamily="2" charset="2"/>
              <a:buChar char="F"/>
              <a:tabLst>
                <a:tab pos="3411538" algn="l"/>
              </a:tabLst>
            </a:pPr>
            <a:r>
              <a:rPr lang="zh-CN" altLang="en-US" sz="20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在许多情况下</a:t>
            </a:r>
            <a:r>
              <a:rPr lang="zh-CN" altLang="en-US"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边坡</a:t>
            </a:r>
            <a:r>
              <a:rPr lang="zh-CN" altLang="en-US" sz="20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土体内存在着孔隙水压力</a:t>
            </a:r>
            <a:endParaRPr lang="en-US" altLang="zh-CN" sz="20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p:txBody>
      </p:sp>
      <p:sp>
        <p:nvSpPr>
          <p:cNvPr id="132" name="Text Box 110"/>
          <p:cNvSpPr txBox="1">
            <a:spLocks noChangeArrowheads="1"/>
          </p:cNvSpPr>
          <p:nvPr/>
        </p:nvSpPr>
        <p:spPr bwMode="auto">
          <a:xfrm>
            <a:off x="886109" y="4095599"/>
            <a:ext cx="6961828"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marL="446088" indent="-446088" defTabSz="739775" eaLnBrk="1" hangingPunct="1">
              <a:lnSpc>
                <a:spcPct val="125000"/>
              </a:lnSpc>
              <a:buClr>
                <a:srgbClr val="C00000"/>
              </a:buClr>
              <a:buSzPct val="130000"/>
              <a:buFont typeface="Wingdings" panose="05000000000000000000" pitchFamily="2" charset="2"/>
              <a:buChar char="F"/>
              <a:tabLst>
                <a:tab pos="3411538" algn="l"/>
              </a:tabLst>
            </a:pPr>
            <a:r>
              <a:rPr lang="zh-CN" altLang="en-US" sz="20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在边坡的稳定计算分析中，如何正确</a:t>
            </a:r>
            <a:r>
              <a:rPr lang="zh-CN" altLang="en-US"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地</a:t>
            </a:r>
            <a:r>
              <a:rPr lang="zh-CN" altLang="en-US" sz="20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考虑这些孔隙水压力的影响，是一个十分复杂但非常重要的问题</a:t>
            </a:r>
            <a:endParaRPr lang="zh-CN" altLang="en-US"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p:txBody>
      </p:sp>
      <p:sp>
        <p:nvSpPr>
          <p:cNvPr id="133" name="Text Box 4"/>
          <p:cNvSpPr txBox="1">
            <a:spLocks noChangeArrowheads="1"/>
          </p:cNvSpPr>
          <p:nvPr/>
        </p:nvSpPr>
        <p:spPr bwMode="auto">
          <a:xfrm>
            <a:off x="1343844" y="1883808"/>
            <a:ext cx="4420845" cy="20928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180975" indent="-180975" eaLnBrk="1" hangingPunct="1">
              <a:lnSpc>
                <a:spcPct val="130000"/>
              </a:lnSpc>
              <a:spcBef>
                <a:spcPts val="0"/>
              </a:spcBef>
              <a:spcAft>
                <a:spcPts val="0"/>
              </a:spcAft>
              <a:buClr>
                <a:srgbClr val="A50021"/>
              </a:buClr>
              <a:buSzPct val="130000"/>
              <a:buFont typeface="Arial" panose="020B0604020202020204" pitchFamily="34" charset="0"/>
              <a:buChar char="•"/>
            </a:pPr>
            <a:r>
              <a:rPr lang="zh-CN" altLang="en-US" sz="2000" b="1" dirty="0" smtClean="0">
                <a:solidFill>
                  <a:srgbClr val="000066"/>
                </a:solidFill>
                <a:ea typeface="幼圆" pitchFamily="49" charset="-122"/>
                <a:cs typeface="Times New Roman" panose="02020603050405020304" pitchFamily="18" charset="0"/>
              </a:rPr>
              <a:t>施工期产生的孔隙水压力</a:t>
            </a:r>
            <a:endParaRPr lang="en-US" altLang="zh-CN" sz="2000" b="1" dirty="0">
              <a:solidFill>
                <a:srgbClr val="000066"/>
              </a:solidFill>
              <a:ea typeface="幼圆" pitchFamily="49" charset="-122"/>
              <a:cs typeface="Times New Roman" panose="02020603050405020304" pitchFamily="18" charset="0"/>
            </a:endParaRPr>
          </a:p>
          <a:p>
            <a:pPr marL="180975" indent="-180975" eaLnBrk="1" hangingPunct="1">
              <a:lnSpc>
                <a:spcPct val="130000"/>
              </a:lnSpc>
              <a:spcBef>
                <a:spcPts val="0"/>
              </a:spcBef>
              <a:spcAft>
                <a:spcPts val="0"/>
              </a:spcAft>
              <a:buClr>
                <a:srgbClr val="A50021"/>
              </a:buClr>
              <a:buSzPct val="130000"/>
              <a:buFont typeface="Arial" panose="020B0604020202020204" pitchFamily="34" charset="0"/>
              <a:buChar char="•"/>
            </a:pPr>
            <a:r>
              <a:rPr lang="zh-CN" altLang="en-US" sz="2000" b="1" dirty="0" smtClean="0">
                <a:solidFill>
                  <a:srgbClr val="000066"/>
                </a:solidFill>
                <a:ea typeface="幼圆" pitchFamily="49" charset="-122"/>
                <a:cs typeface="Times New Roman" panose="02020603050405020304" pitchFamily="18" charset="0"/>
              </a:rPr>
              <a:t>渗流场中孔隙水压力</a:t>
            </a:r>
            <a:endParaRPr lang="en-US" altLang="zh-CN" sz="2000" b="1" dirty="0" smtClean="0">
              <a:solidFill>
                <a:srgbClr val="000066"/>
              </a:solidFill>
              <a:ea typeface="幼圆" pitchFamily="49" charset="-122"/>
              <a:cs typeface="Times New Roman" panose="02020603050405020304" pitchFamily="18" charset="0"/>
            </a:endParaRPr>
          </a:p>
          <a:p>
            <a:pPr marL="180975" indent="-180975" eaLnBrk="1" hangingPunct="1">
              <a:lnSpc>
                <a:spcPct val="130000"/>
              </a:lnSpc>
              <a:spcBef>
                <a:spcPts val="0"/>
              </a:spcBef>
              <a:spcAft>
                <a:spcPts val="0"/>
              </a:spcAft>
              <a:buClr>
                <a:srgbClr val="A50021"/>
              </a:buClr>
              <a:buSzPct val="130000"/>
              <a:buFont typeface="Arial" panose="020B0604020202020204" pitchFamily="34" charset="0"/>
              <a:buChar char="•"/>
            </a:pPr>
            <a:r>
              <a:rPr lang="zh-CN" altLang="en-US" sz="2000" b="1" dirty="0" smtClean="0">
                <a:solidFill>
                  <a:srgbClr val="000066"/>
                </a:solidFill>
                <a:ea typeface="幼圆" pitchFamily="49" charset="-122"/>
                <a:cs typeface="Times New Roman" panose="02020603050405020304" pitchFamily="18" charset="0"/>
              </a:rPr>
              <a:t>地震荷载</a:t>
            </a:r>
            <a:r>
              <a:rPr lang="zh-CN" altLang="en-US" sz="2000" b="1" dirty="0">
                <a:solidFill>
                  <a:srgbClr val="000066"/>
                </a:solidFill>
                <a:ea typeface="幼圆" pitchFamily="49" charset="-122"/>
                <a:cs typeface="Times New Roman" panose="02020603050405020304" pitchFamily="18" charset="0"/>
              </a:rPr>
              <a:t>引起的孔隙水压力</a:t>
            </a:r>
          </a:p>
          <a:p>
            <a:pPr marL="180975" indent="-180975" eaLnBrk="1" hangingPunct="1">
              <a:lnSpc>
                <a:spcPct val="130000"/>
              </a:lnSpc>
              <a:spcBef>
                <a:spcPts val="0"/>
              </a:spcBef>
              <a:spcAft>
                <a:spcPts val="0"/>
              </a:spcAft>
              <a:buClr>
                <a:srgbClr val="A50021"/>
              </a:buClr>
              <a:buSzPct val="130000"/>
              <a:buFont typeface="Arial" panose="020B0604020202020204" pitchFamily="34" charset="0"/>
              <a:buChar char="•"/>
            </a:pPr>
            <a:r>
              <a:rPr lang="zh-CN" altLang="en-US" sz="2000" b="1" dirty="0" smtClean="0">
                <a:solidFill>
                  <a:srgbClr val="000066"/>
                </a:solidFill>
                <a:ea typeface="幼圆" pitchFamily="49" charset="-122"/>
                <a:cs typeface="Times New Roman" panose="02020603050405020304" pitchFamily="18" charset="0"/>
              </a:rPr>
              <a:t>运行期水位突变</a:t>
            </a:r>
            <a:r>
              <a:rPr lang="zh-CN" altLang="en-US" sz="2000" b="1" dirty="0">
                <a:solidFill>
                  <a:srgbClr val="000066"/>
                </a:solidFill>
                <a:ea typeface="幼圆" pitchFamily="49" charset="-122"/>
                <a:cs typeface="Times New Roman" panose="02020603050405020304" pitchFamily="18" charset="0"/>
              </a:rPr>
              <a:t>引起的</a:t>
            </a:r>
            <a:r>
              <a:rPr lang="zh-CN" altLang="en-US" sz="2000" b="1" dirty="0" smtClean="0">
                <a:solidFill>
                  <a:srgbClr val="000066"/>
                </a:solidFill>
                <a:ea typeface="幼圆" pitchFamily="49" charset="-122"/>
                <a:cs typeface="Times New Roman" panose="02020603050405020304" pitchFamily="18" charset="0"/>
              </a:rPr>
              <a:t>孔隙水压力</a:t>
            </a:r>
            <a:endParaRPr lang="en-US" altLang="zh-CN" sz="2000" b="1" dirty="0" smtClean="0">
              <a:solidFill>
                <a:srgbClr val="000066"/>
              </a:solidFill>
              <a:ea typeface="幼圆" pitchFamily="49" charset="-122"/>
              <a:cs typeface="Times New Roman" panose="02020603050405020304" pitchFamily="18" charset="0"/>
            </a:endParaRPr>
          </a:p>
          <a:p>
            <a:pPr marL="180975" indent="-180975" eaLnBrk="1" hangingPunct="1">
              <a:lnSpc>
                <a:spcPct val="130000"/>
              </a:lnSpc>
              <a:spcBef>
                <a:spcPts val="0"/>
              </a:spcBef>
              <a:spcAft>
                <a:spcPts val="0"/>
              </a:spcAft>
              <a:buClr>
                <a:srgbClr val="A50021"/>
              </a:buClr>
              <a:buSzPct val="130000"/>
              <a:buFont typeface="Arial" panose="020B0604020202020204" pitchFamily="34" charset="0"/>
              <a:buChar char="•"/>
            </a:pPr>
            <a:r>
              <a:rPr lang="en-US" altLang="zh-CN" sz="2000" b="1" dirty="0" smtClean="0">
                <a:solidFill>
                  <a:srgbClr val="000066"/>
                </a:solidFill>
                <a:ea typeface="幼圆" pitchFamily="49" charset="-122"/>
                <a:cs typeface="Times New Roman" panose="02020603050405020304" pitchFamily="18" charset="0"/>
              </a:rPr>
              <a:t>……</a:t>
            </a:r>
          </a:p>
        </p:txBody>
      </p:sp>
      <p:sp>
        <p:nvSpPr>
          <p:cNvPr id="134" name="Text Box 7"/>
          <p:cNvSpPr txBox="1">
            <a:spLocks noChangeArrowheads="1"/>
          </p:cNvSpPr>
          <p:nvPr/>
        </p:nvSpPr>
        <p:spPr bwMode="auto">
          <a:xfrm>
            <a:off x="0" y="0"/>
            <a:ext cx="5144494"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1800" b="1" kern="900" spc="130" dirty="0" smtClean="0">
                <a:solidFill>
                  <a:srgbClr val="000066"/>
                </a:solidFill>
                <a:ea typeface="黑体" panose="02010609060101010101" pitchFamily="49" charset="-122"/>
                <a:cs typeface="Times New Roman" panose="02020603050405020304" pitchFamily="18" charset="0"/>
              </a:rPr>
              <a:t>§7.4  </a:t>
            </a:r>
            <a:r>
              <a:rPr lang="zh-CN" altLang="en-US" sz="1800" b="1" kern="900" spc="130" dirty="0" smtClean="0">
                <a:solidFill>
                  <a:srgbClr val="000066"/>
                </a:solidFill>
                <a:ea typeface="黑体" panose="02010609060101010101" pitchFamily="49" charset="-122"/>
                <a:cs typeface="Times New Roman" panose="02020603050405020304" pitchFamily="18" charset="0"/>
              </a:rPr>
              <a:t>总</a:t>
            </a:r>
            <a:r>
              <a:rPr lang="zh-CN" altLang="en-US" sz="1800" b="1" kern="900" spc="130" dirty="0">
                <a:solidFill>
                  <a:srgbClr val="000066"/>
                </a:solidFill>
                <a:ea typeface="黑体" panose="02010609060101010101" pitchFamily="49" charset="-122"/>
                <a:cs typeface="Times New Roman" panose="02020603050405020304" pitchFamily="18" charset="0"/>
              </a:rPr>
              <a:t>应力法与有效应力</a:t>
            </a:r>
            <a:r>
              <a:rPr lang="zh-CN" altLang="en-US" sz="1800" b="1" kern="900" spc="130" dirty="0" smtClean="0">
                <a:solidFill>
                  <a:srgbClr val="000066"/>
                </a:solidFill>
                <a:ea typeface="黑体" panose="02010609060101010101" pitchFamily="49" charset="-122"/>
                <a:cs typeface="Times New Roman" panose="02020603050405020304" pitchFamily="18" charset="0"/>
              </a:rPr>
              <a:t>法 </a:t>
            </a:r>
            <a:r>
              <a:rPr lang="en-US" altLang="zh-CN" sz="1800" b="1" kern="900" spc="130" dirty="0" smtClean="0">
                <a:solidFill>
                  <a:srgbClr val="000066"/>
                </a:solidFill>
                <a:ea typeface="黑体" panose="02010609060101010101" pitchFamily="49" charset="-122"/>
                <a:cs typeface="Times New Roman" panose="02020603050405020304" pitchFamily="18" charset="0"/>
              </a:rPr>
              <a:t>- </a:t>
            </a:r>
            <a:r>
              <a:rPr lang="zh-CN" altLang="en-US" sz="1800" b="1" kern="900" spc="130" dirty="0" smtClean="0">
                <a:solidFill>
                  <a:srgbClr val="000066"/>
                </a:solidFill>
                <a:ea typeface="黑体" panose="02010609060101010101" pitchFamily="49" charset="-122"/>
                <a:cs typeface="Times New Roman" panose="02020603050405020304" pitchFamily="18" charset="0"/>
              </a:rPr>
              <a:t>基本概念</a:t>
            </a:r>
            <a:endParaRPr lang="zh-CN" altLang="en-US" sz="1800" b="1" kern="900" spc="130" dirty="0">
              <a:solidFill>
                <a:srgbClr val="000066"/>
              </a:solidFill>
              <a:ea typeface="黑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2647026150"/>
      </p:ext>
    </p:extLst>
  </p:cSld>
  <p:clrMapOvr>
    <a:masterClrMapping/>
  </p:clrMapOvr>
  <p:transition spd="med">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131"/>
                                        </p:tgtEl>
                                        <p:attrNameLst>
                                          <p:attrName>style.visibility</p:attrName>
                                        </p:attrNameLst>
                                      </p:cBhvr>
                                      <p:to>
                                        <p:strVal val="visible"/>
                                      </p:to>
                                    </p:set>
                                    <p:animEffect transition="in" filter="dissolve">
                                      <p:cBhvr>
                                        <p:cTn id="7" dur="500"/>
                                        <p:tgtEl>
                                          <p:spTgt spid="131"/>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133"/>
                                        </p:tgtEl>
                                        <p:attrNameLst>
                                          <p:attrName>style.visibility</p:attrName>
                                        </p:attrNameLst>
                                      </p:cBhvr>
                                      <p:to>
                                        <p:strVal val="visible"/>
                                      </p:to>
                                    </p:set>
                                    <p:animEffect transition="in" filter="wipe(up)">
                                      <p:cBhvr>
                                        <p:cTn id="11" dur="2000"/>
                                        <p:tgtEl>
                                          <p:spTgt spid="133"/>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grpId="0" nodeType="clickEffect">
                                  <p:stCondLst>
                                    <p:cond delay="0"/>
                                  </p:stCondLst>
                                  <p:childTnLst>
                                    <p:set>
                                      <p:cBhvr>
                                        <p:cTn id="15" dur="1" fill="hold">
                                          <p:stCondLst>
                                            <p:cond delay="0"/>
                                          </p:stCondLst>
                                        </p:cTn>
                                        <p:tgtEl>
                                          <p:spTgt spid="132"/>
                                        </p:tgtEl>
                                        <p:attrNameLst>
                                          <p:attrName>style.visibility</p:attrName>
                                        </p:attrNameLst>
                                      </p:cBhvr>
                                      <p:to>
                                        <p:strVal val="visible"/>
                                      </p:to>
                                    </p:set>
                                    <p:animEffect transition="in" filter="dissolve">
                                      <p:cBhvr>
                                        <p:cTn id="16" dur="500"/>
                                        <p:tgtEl>
                                          <p:spTgt spid="1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1" grpId="0" autoUpdateAnimBg="0"/>
      <p:bldP spid="132" grpId="0" autoUpdateAnimBg="0"/>
      <p:bldP spid="133"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68</a:t>
            </a:fld>
            <a:endParaRPr lang="zh-CN" altLang="en-US" dirty="0">
              <a:solidFill>
                <a:srgbClr val="C00000"/>
              </a:solidFill>
            </a:endParaRPr>
          </a:p>
        </p:txBody>
      </p:sp>
      <p:sp>
        <p:nvSpPr>
          <p:cNvPr id="7" name="Text Box 4"/>
          <p:cNvSpPr txBox="1">
            <a:spLocks noChangeArrowheads="1"/>
          </p:cNvSpPr>
          <p:nvPr/>
        </p:nvSpPr>
        <p:spPr bwMode="auto">
          <a:xfrm>
            <a:off x="337646" y="726532"/>
            <a:ext cx="4091231" cy="4977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358775" indent="-358775" eaLnBrk="1" hangingPunct="1">
              <a:lnSpc>
                <a:spcPct val="120000"/>
              </a:lnSpc>
              <a:spcBef>
                <a:spcPts val="600"/>
              </a:spcBef>
              <a:spcAft>
                <a:spcPts val="0"/>
              </a:spcAft>
              <a:buClr>
                <a:srgbClr val="A50021"/>
              </a:buClr>
              <a:buSzPct val="100000"/>
              <a:buFont typeface="Wingdings" panose="05000000000000000000" pitchFamily="2" charset="2"/>
              <a:buChar char="n"/>
            </a:pPr>
            <a:r>
              <a:rPr lang="zh-CN" altLang="en-US" sz="2400" b="1" dirty="0" smtClean="0">
                <a:solidFill>
                  <a:srgbClr val="A50021"/>
                </a:solidFill>
                <a:latin typeface="微软雅黑" panose="020B0503020204020204" pitchFamily="34" charset="-122"/>
                <a:ea typeface="微软雅黑" panose="020B0503020204020204" pitchFamily="34" charset="-122"/>
              </a:rPr>
              <a:t>考虑孔隙水压力的方法</a:t>
            </a:r>
            <a:endParaRPr lang="zh-CN" altLang="en-US" sz="2400" b="1" dirty="0">
              <a:solidFill>
                <a:srgbClr val="000066"/>
              </a:solidFill>
              <a:ea typeface="幼圆" pitchFamily="49" charset="-122"/>
            </a:endParaRPr>
          </a:p>
        </p:txBody>
      </p:sp>
      <p:sp>
        <p:nvSpPr>
          <p:cNvPr id="8" name="任意多边形 7"/>
          <p:cNvSpPr/>
          <p:nvPr/>
        </p:nvSpPr>
        <p:spPr bwMode="auto">
          <a:xfrm>
            <a:off x="5124684" y="1493814"/>
            <a:ext cx="3116307" cy="1612402"/>
          </a:xfrm>
          <a:custGeom>
            <a:avLst/>
            <a:gdLst>
              <a:gd name="connsiteX0" fmla="*/ 0 w 3450692"/>
              <a:gd name="connsiteY0" fmla="*/ 1561822 h 1785416"/>
              <a:gd name="connsiteX1" fmla="*/ 313700 w 3450692"/>
              <a:gd name="connsiteY1" fmla="*/ 1561822 h 1785416"/>
              <a:gd name="connsiteX2" fmla="*/ 2833305 w 3450692"/>
              <a:gd name="connsiteY2" fmla="*/ 0 h 1785416"/>
              <a:gd name="connsiteX3" fmla="*/ 3450692 w 3450692"/>
              <a:gd name="connsiteY3" fmla="*/ 0 h 1785416"/>
              <a:gd name="connsiteX4" fmla="*/ 3310529 w 3450692"/>
              <a:gd name="connsiteY4" fmla="*/ 367095 h 1785416"/>
              <a:gd name="connsiteX5" fmla="*/ 3080260 w 3450692"/>
              <a:gd name="connsiteY5" fmla="*/ 760888 h 1785416"/>
              <a:gd name="connsiteX6" fmla="*/ 2746538 w 3450692"/>
              <a:gd name="connsiteY6" fmla="*/ 1131320 h 1785416"/>
              <a:gd name="connsiteX7" fmla="*/ 2312698 w 3450692"/>
              <a:gd name="connsiteY7" fmla="*/ 1461706 h 1785416"/>
              <a:gd name="connsiteX8" fmla="*/ 1908894 w 3450692"/>
              <a:gd name="connsiteY8" fmla="*/ 1641916 h 1785416"/>
              <a:gd name="connsiteX9" fmla="*/ 1578508 w 3450692"/>
              <a:gd name="connsiteY9" fmla="*/ 1738695 h 1785416"/>
              <a:gd name="connsiteX10" fmla="*/ 1261472 w 3450692"/>
              <a:gd name="connsiteY10" fmla="*/ 1778742 h 1785416"/>
              <a:gd name="connsiteX11" fmla="*/ 957784 w 3450692"/>
              <a:gd name="connsiteY11" fmla="*/ 1785416 h 1785416"/>
              <a:gd name="connsiteX12" fmla="*/ 660771 w 3450692"/>
              <a:gd name="connsiteY12" fmla="*/ 1755381 h 1785416"/>
              <a:gd name="connsiteX13" fmla="*/ 323711 w 3450692"/>
              <a:gd name="connsiteY13" fmla="*/ 1678625 h 1785416"/>
              <a:gd name="connsiteX14" fmla="*/ 0 w 3450692"/>
              <a:gd name="connsiteY14" fmla="*/ 1561822 h 1785416"/>
              <a:gd name="connsiteX0" fmla="*/ 0 w 3450692"/>
              <a:gd name="connsiteY0" fmla="*/ 1561822 h 1785416"/>
              <a:gd name="connsiteX1" fmla="*/ 313700 w 3450692"/>
              <a:gd name="connsiteY1" fmla="*/ 1561822 h 1785416"/>
              <a:gd name="connsiteX2" fmla="*/ 2833305 w 3450692"/>
              <a:gd name="connsiteY2" fmla="*/ 0 h 1785416"/>
              <a:gd name="connsiteX3" fmla="*/ 3450692 w 3450692"/>
              <a:gd name="connsiteY3" fmla="*/ 0 h 1785416"/>
              <a:gd name="connsiteX4" fmla="*/ 3310529 w 3450692"/>
              <a:gd name="connsiteY4" fmla="*/ 367095 h 1785416"/>
              <a:gd name="connsiteX5" fmla="*/ 3080260 w 3450692"/>
              <a:gd name="connsiteY5" fmla="*/ 760888 h 1785416"/>
              <a:gd name="connsiteX6" fmla="*/ 2746538 w 3450692"/>
              <a:gd name="connsiteY6" fmla="*/ 1131320 h 1785416"/>
              <a:gd name="connsiteX7" fmla="*/ 2312698 w 3450692"/>
              <a:gd name="connsiteY7" fmla="*/ 1461706 h 1785416"/>
              <a:gd name="connsiteX8" fmla="*/ 1908894 w 3450692"/>
              <a:gd name="connsiteY8" fmla="*/ 1641916 h 1785416"/>
              <a:gd name="connsiteX9" fmla="*/ 1578508 w 3450692"/>
              <a:gd name="connsiteY9" fmla="*/ 1738695 h 1785416"/>
              <a:gd name="connsiteX10" fmla="*/ 1261472 w 3450692"/>
              <a:gd name="connsiteY10" fmla="*/ 1778742 h 1785416"/>
              <a:gd name="connsiteX11" fmla="*/ 957784 w 3450692"/>
              <a:gd name="connsiteY11" fmla="*/ 1785416 h 1785416"/>
              <a:gd name="connsiteX12" fmla="*/ 660771 w 3450692"/>
              <a:gd name="connsiteY12" fmla="*/ 1755381 h 1785416"/>
              <a:gd name="connsiteX13" fmla="*/ 489791 w 3450692"/>
              <a:gd name="connsiteY13" fmla="*/ 1727823 h 1785416"/>
              <a:gd name="connsiteX14" fmla="*/ 323711 w 3450692"/>
              <a:gd name="connsiteY14" fmla="*/ 1678625 h 1785416"/>
              <a:gd name="connsiteX15" fmla="*/ 0 w 3450692"/>
              <a:gd name="connsiteY15" fmla="*/ 1561822 h 1785416"/>
              <a:gd name="connsiteX0" fmla="*/ 0 w 3450692"/>
              <a:gd name="connsiteY0" fmla="*/ 1561822 h 1785416"/>
              <a:gd name="connsiteX1" fmla="*/ 313700 w 3450692"/>
              <a:gd name="connsiteY1" fmla="*/ 1561822 h 1785416"/>
              <a:gd name="connsiteX2" fmla="*/ 2833305 w 3450692"/>
              <a:gd name="connsiteY2" fmla="*/ 0 h 1785416"/>
              <a:gd name="connsiteX3" fmla="*/ 3450692 w 3450692"/>
              <a:gd name="connsiteY3" fmla="*/ 0 h 1785416"/>
              <a:gd name="connsiteX4" fmla="*/ 3343186 w 3450692"/>
              <a:gd name="connsiteY4" fmla="*/ 307224 h 1785416"/>
              <a:gd name="connsiteX5" fmla="*/ 3080260 w 3450692"/>
              <a:gd name="connsiteY5" fmla="*/ 760888 h 1785416"/>
              <a:gd name="connsiteX6" fmla="*/ 2746538 w 3450692"/>
              <a:gd name="connsiteY6" fmla="*/ 1131320 h 1785416"/>
              <a:gd name="connsiteX7" fmla="*/ 2312698 w 3450692"/>
              <a:gd name="connsiteY7" fmla="*/ 1461706 h 1785416"/>
              <a:gd name="connsiteX8" fmla="*/ 1908894 w 3450692"/>
              <a:gd name="connsiteY8" fmla="*/ 1641916 h 1785416"/>
              <a:gd name="connsiteX9" fmla="*/ 1578508 w 3450692"/>
              <a:gd name="connsiteY9" fmla="*/ 1738695 h 1785416"/>
              <a:gd name="connsiteX10" fmla="*/ 1261472 w 3450692"/>
              <a:gd name="connsiteY10" fmla="*/ 1778742 h 1785416"/>
              <a:gd name="connsiteX11" fmla="*/ 957784 w 3450692"/>
              <a:gd name="connsiteY11" fmla="*/ 1785416 h 1785416"/>
              <a:gd name="connsiteX12" fmla="*/ 660771 w 3450692"/>
              <a:gd name="connsiteY12" fmla="*/ 1755381 h 1785416"/>
              <a:gd name="connsiteX13" fmla="*/ 489791 w 3450692"/>
              <a:gd name="connsiteY13" fmla="*/ 1727823 h 1785416"/>
              <a:gd name="connsiteX14" fmla="*/ 323711 w 3450692"/>
              <a:gd name="connsiteY14" fmla="*/ 1678625 h 1785416"/>
              <a:gd name="connsiteX15" fmla="*/ 0 w 3450692"/>
              <a:gd name="connsiteY15" fmla="*/ 1561822 h 1785416"/>
              <a:gd name="connsiteX0" fmla="*/ 0 w 3450692"/>
              <a:gd name="connsiteY0" fmla="*/ 1561822 h 1785416"/>
              <a:gd name="connsiteX1" fmla="*/ 313700 w 3450692"/>
              <a:gd name="connsiteY1" fmla="*/ 1561822 h 1785416"/>
              <a:gd name="connsiteX2" fmla="*/ 2833305 w 3450692"/>
              <a:gd name="connsiteY2" fmla="*/ 0 h 1785416"/>
              <a:gd name="connsiteX3" fmla="*/ 3450692 w 3450692"/>
              <a:gd name="connsiteY3" fmla="*/ 0 h 1785416"/>
              <a:gd name="connsiteX4" fmla="*/ 3403534 w 3450692"/>
              <a:gd name="connsiteY4" fmla="*/ 151209 h 1785416"/>
              <a:gd name="connsiteX5" fmla="*/ 3343186 w 3450692"/>
              <a:gd name="connsiteY5" fmla="*/ 307224 h 1785416"/>
              <a:gd name="connsiteX6" fmla="*/ 3080260 w 3450692"/>
              <a:gd name="connsiteY6" fmla="*/ 760888 h 1785416"/>
              <a:gd name="connsiteX7" fmla="*/ 2746538 w 3450692"/>
              <a:gd name="connsiteY7" fmla="*/ 1131320 h 1785416"/>
              <a:gd name="connsiteX8" fmla="*/ 2312698 w 3450692"/>
              <a:gd name="connsiteY8" fmla="*/ 1461706 h 1785416"/>
              <a:gd name="connsiteX9" fmla="*/ 1908894 w 3450692"/>
              <a:gd name="connsiteY9" fmla="*/ 1641916 h 1785416"/>
              <a:gd name="connsiteX10" fmla="*/ 1578508 w 3450692"/>
              <a:gd name="connsiteY10" fmla="*/ 1738695 h 1785416"/>
              <a:gd name="connsiteX11" fmla="*/ 1261472 w 3450692"/>
              <a:gd name="connsiteY11" fmla="*/ 1778742 h 1785416"/>
              <a:gd name="connsiteX12" fmla="*/ 957784 w 3450692"/>
              <a:gd name="connsiteY12" fmla="*/ 1785416 h 1785416"/>
              <a:gd name="connsiteX13" fmla="*/ 660771 w 3450692"/>
              <a:gd name="connsiteY13" fmla="*/ 1755381 h 1785416"/>
              <a:gd name="connsiteX14" fmla="*/ 489791 w 3450692"/>
              <a:gd name="connsiteY14" fmla="*/ 1727823 h 1785416"/>
              <a:gd name="connsiteX15" fmla="*/ 323711 w 3450692"/>
              <a:gd name="connsiteY15" fmla="*/ 1678625 h 1785416"/>
              <a:gd name="connsiteX16" fmla="*/ 0 w 3450692"/>
              <a:gd name="connsiteY16" fmla="*/ 1561822 h 17854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450692" h="1785416">
                <a:moveTo>
                  <a:pt x="0" y="1561822"/>
                </a:moveTo>
                <a:lnTo>
                  <a:pt x="313700" y="1561822"/>
                </a:lnTo>
                <a:lnTo>
                  <a:pt x="2833305" y="0"/>
                </a:lnTo>
                <a:lnTo>
                  <a:pt x="3450692" y="0"/>
                </a:lnTo>
                <a:cubicBezTo>
                  <a:pt x="3431949" y="50403"/>
                  <a:pt x="3422277" y="100806"/>
                  <a:pt x="3403534" y="151209"/>
                </a:cubicBezTo>
                <a:lnTo>
                  <a:pt x="3343186" y="307224"/>
                </a:lnTo>
                <a:lnTo>
                  <a:pt x="3080260" y="760888"/>
                </a:lnTo>
                <a:lnTo>
                  <a:pt x="2746538" y="1131320"/>
                </a:lnTo>
                <a:lnTo>
                  <a:pt x="2312698" y="1461706"/>
                </a:lnTo>
                <a:lnTo>
                  <a:pt x="1908894" y="1641916"/>
                </a:lnTo>
                <a:lnTo>
                  <a:pt x="1578508" y="1738695"/>
                </a:lnTo>
                <a:lnTo>
                  <a:pt x="1261472" y="1778742"/>
                </a:lnTo>
                <a:lnTo>
                  <a:pt x="957784" y="1785416"/>
                </a:lnTo>
                <a:lnTo>
                  <a:pt x="660771" y="1755381"/>
                </a:lnTo>
                <a:cubicBezTo>
                  <a:pt x="604383" y="1742566"/>
                  <a:pt x="546179" y="1740638"/>
                  <a:pt x="489791" y="1727823"/>
                </a:cubicBezTo>
                <a:lnTo>
                  <a:pt x="323711" y="1678625"/>
                </a:lnTo>
                <a:lnTo>
                  <a:pt x="0" y="1561822"/>
                </a:lnTo>
                <a:close/>
              </a:path>
            </a:pathLst>
          </a:custGeom>
          <a:solidFill>
            <a:srgbClr val="FFC000"/>
          </a:solidFill>
          <a:ln w="12700" cap="flat" cmpd="sng" algn="ctr">
            <a:no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9" name="任意多边形 8"/>
          <p:cNvSpPr/>
          <p:nvPr/>
        </p:nvSpPr>
        <p:spPr bwMode="auto">
          <a:xfrm>
            <a:off x="7116830" y="1681317"/>
            <a:ext cx="283300" cy="1193478"/>
          </a:xfrm>
          <a:custGeom>
            <a:avLst/>
            <a:gdLst>
              <a:gd name="connsiteX0" fmla="*/ 0 w 313699"/>
              <a:gd name="connsiteY0" fmla="*/ 1321541 h 1321541"/>
              <a:gd name="connsiteX1" fmla="*/ 0 w 313699"/>
              <a:gd name="connsiteY1" fmla="*/ 180210 h 1321541"/>
              <a:gd name="connsiteX2" fmla="*/ 313699 w 313699"/>
              <a:gd name="connsiteY2" fmla="*/ 0 h 1321541"/>
              <a:gd name="connsiteX3" fmla="*/ 313699 w 313699"/>
              <a:gd name="connsiteY3" fmla="*/ 1124645 h 1321541"/>
              <a:gd name="connsiteX4" fmla="*/ 170198 w 313699"/>
              <a:gd name="connsiteY4" fmla="*/ 1224762 h 1321541"/>
              <a:gd name="connsiteX5" fmla="*/ 0 w 313699"/>
              <a:gd name="connsiteY5" fmla="*/ 1321541 h 1321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13699" h="1321541">
                <a:moveTo>
                  <a:pt x="0" y="1321541"/>
                </a:moveTo>
                <a:lnTo>
                  <a:pt x="0" y="180210"/>
                </a:lnTo>
                <a:lnTo>
                  <a:pt x="313699" y="0"/>
                </a:lnTo>
                <a:lnTo>
                  <a:pt x="313699" y="1124645"/>
                </a:lnTo>
                <a:lnTo>
                  <a:pt x="170198" y="1224762"/>
                </a:lnTo>
                <a:lnTo>
                  <a:pt x="0" y="1321541"/>
                </a:lnTo>
                <a:close/>
              </a:path>
            </a:pathLst>
          </a:custGeom>
          <a:solidFill>
            <a:srgbClr val="CCECFF"/>
          </a:solid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cxnSp>
        <p:nvCxnSpPr>
          <p:cNvPr id="10" name="直接连接符 9"/>
          <p:cNvCxnSpPr/>
          <p:nvPr/>
        </p:nvCxnSpPr>
        <p:spPr bwMode="auto">
          <a:xfrm>
            <a:off x="5989739" y="2533587"/>
            <a:ext cx="0" cy="569615"/>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 name="直接连接符 10"/>
          <p:cNvCxnSpPr/>
          <p:nvPr/>
        </p:nvCxnSpPr>
        <p:spPr bwMode="auto">
          <a:xfrm>
            <a:off x="5708741" y="2705376"/>
            <a:ext cx="0" cy="379744"/>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2" name="Text Box 115"/>
          <p:cNvSpPr txBox="1">
            <a:spLocks noChangeArrowheads="1"/>
          </p:cNvSpPr>
          <p:nvPr/>
        </p:nvSpPr>
        <p:spPr bwMode="auto">
          <a:xfrm>
            <a:off x="4740037" y="2811556"/>
            <a:ext cx="590670" cy="3480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1800" b="1">
                <a:solidFill>
                  <a:schemeClr val="tx1"/>
                </a:solidFill>
                <a:latin typeface="Times New Roman" panose="02020603050405020304" pitchFamily="18" charset="0"/>
              </a:rPr>
              <a:t>A</a:t>
            </a:r>
          </a:p>
        </p:txBody>
      </p:sp>
      <p:sp>
        <p:nvSpPr>
          <p:cNvPr id="13" name="Text Box 133"/>
          <p:cNvSpPr txBox="1">
            <a:spLocks noChangeArrowheads="1"/>
          </p:cNvSpPr>
          <p:nvPr/>
        </p:nvSpPr>
        <p:spPr bwMode="auto">
          <a:xfrm>
            <a:off x="6181153" y="596135"/>
            <a:ext cx="373979" cy="3710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1800" b="1" dirty="0">
                <a:solidFill>
                  <a:schemeClr val="tx1"/>
                </a:solidFill>
                <a:latin typeface="Times New Roman" panose="02020603050405020304" pitchFamily="18" charset="0"/>
              </a:rPr>
              <a:t>O</a:t>
            </a:r>
          </a:p>
        </p:txBody>
      </p:sp>
      <p:sp>
        <p:nvSpPr>
          <p:cNvPr id="15" name="Text Box 136"/>
          <p:cNvSpPr txBox="1">
            <a:spLocks noChangeArrowheads="1"/>
          </p:cNvSpPr>
          <p:nvPr/>
        </p:nvSpPr>
        <p:spPr bwMode="auto">
          <a:xfrm>
            <a:off x="6030739" y="1166755"/>
            <a:ext cx="478166" cy="3845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1800" b="1" dirty="0">
                <a:solidFill>
                  <a:srgbClr val="C00000"/>
                </a:solidFill>
                <a:latin typeface="Times New Roman" panose="02020603050405020304" pitchFamily="18" charset="0"/>
                <a:sym typeface="Symbol" panose="05050102010706020507" pitchFamily="18" charset="2"/>
              </a:rPr>
              <a:t> </a:t>
            </a:r>
            <a:r>
              <a:rPr kumimoji="1" lang="en-US" altLang="zh-CN" sz="1800" b="1" i="1" dirty="0">
                <a:solidFill>
                  <a:srgbClr val="C00000"/>
                </a:solidFill>
                <a:latin typeface="Times New Roman" panose="02020603050405020304" pitchFamily="18" charset="0"/>
                <a:sym typeface="Symbol" panose="05050102010706020507" pitchFamily="18" charset="2"/>
              </a:rPr>
              <a:t></a:t>
            </a:r>
            <a:r>
              <a:rPr kumimoji="1" lang="en-US" altLang="zh-CN" sz="1800" b="1" baseline="-25000" dirty="0" err="1">
                <a:solidFill>
                  <a:srgbClr val="C00000"/>
                </a:solidFill>
                <a:latin typeface="Times New Roman" panose="02020603050405020304" pitchFamily="18" charset="0"/>
                <a:sym typeface="Symbol" panose="05050102010706020507" pitchFamily="18" charset="2"/>
              </a:rPr>
              <a:t>i</a:t>
            </a:r>
            <a:endParaRPr kumimoji="1" lang="en-US" altLang="zh-CN" sz="1800" b="1" baseline="-25000" dirty="0">
              <a:solidFill>
                <a:srgbClr val="C00000"/>
              </a:solidFill>
              <a:latin typeface="Times New Roman" panose="02020603050405020304" pitchFamily="18" charset="0"/>
            </a:endParaRPr>
          </a:p>
        </p:txBody>
      </p:sp>
      <p:sp>
        <p:nvSpPr>
          <p:cNvPr id="16" name="Text Box 141"/>
          <p:cNvSpPr txBox="1">
            <a:spLocks noChangeArrowheads="1"/>
          </p:cNvSpPr>
          <p:nvPr/>
        </p:nvSpPr>
        <p:spPr bwMode="auto">
          <a:xfrm>
            <a:off x="7472197" y="1216726"/>
            <a:ext cx="407161" cy="3480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1800" b="1" dirty="0">
                <a:solidFill>
                  <a:schemeClr val="tx1"/>
                </a:solidFill>
                <a:latin typeface="Times New Roman" panose="02020603050405020304" pitchFamily="18" charset="0"/>
              </a:rPr>
              <a:t>B</a:t>
            </a:r>
          </a:p>
        </p:txBody>
      </p:sp>
      <p:sp>
        <p:nvSpPr>
          <p:cNvPr id="17" name="任意多边形 16"/>
          <p:cNvSpPr/>
          <p:nvPr/>
        </p:nvSpPr>
        <p:spPr bwMode="auto">
          <a:xfrm>
            <a:off x="4734279" y="1495295"/>
            <a:ext cx="4043035" cy="1403368"/>
          </a:xfrm>
          <a:custGeom>
            <a:avLst/>
            <a:gdLst>
              <a:gd name="connsiteX0" fmla="*/ 0 w 4476860"/>
              <a:gd name="connsiteY0" fmla="*/ 1553952 h 1553952"/>
              <a:gd name="connsiteX1" fmla="*/ 745263 w 4476860"/>
              <a:gd name="connsiteY1" fmla="*/ 1553952 h 1553952"/>
              <a:gd name="connsiteX2" fmla="*/ 3255898 w 4476860"/>
              <a:gd name="connsiteY2" fmla="*/ 0 h 1553952"/>
              <a:gd name="connsiteX3" fmla="*/ 4476860 w 4476860"/>
              <a:gd name="connsiteY3" fmla="*/ 0 h 1553952"/>
            </a:gdLst>
            <a:ahLst/>
            <a:cxnLst>
              <a:cxn ang="0">
                <a:pos x="connsiteX0" y="connsiteY0"/>
              </a:cxn>
              <a:cxn ang="0">
                <a:pos x="connsiteX1" y="connsiteY1"/>
              </a:cxn>
              <a:cxn ang="0">
                <a:pos x="connsiteX2" y="connsiteY2"/>
              </a:cxn>
              <a:cxn ang="0">
                <a:pos x="connsiteX3" y="connsiteY3"/>
              </a:cxn>
            </a:cxnLst>
            <a:rect l="l" t="t" r="r" b="b"/>
            <a:pathLst>
              <a:path w="4476860" h="1553952">
                <a:moveTo>
                  <a:pt x="0" y="1553952"/>
                </a:moveTo>
                <a:lnTo>
                  <a:pt x="745263" y="1553952"/>
                </a:lnTo>
                <a:lnTo>
                  <a:pt x="3255898" y="0"/>
                </a:lnTo>
                <a:lnTo>
                  <a:pt x="4476860" y="0"/>
                </a:lnTo>
              </a:path>
            </a:pathLst>
          </a:custGeom>
          <a:noFill/>
          <a:ln w="19050" cap="flat" cmpd="sng" algn="ctr">
            <a:solidFill>
              <a:srgbClr val="000066"/>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cxnSp>
        <p:nvCxnSpPr>
          <p:cNvPr id="18" name="直接连接符 17"/>
          <p:cNvCxnSpPr/>
          <p:nvPr/>
        </p:nvCxnSpPr>
        <p:spPr bwMode="auto">
          <a:xfrm>
            <a:off x="6097996" y="852914"/>
            <a:ext cx="0" cy="2398202"/>
          </a:xfrm>
          <a:prstGeom prst="line">
            <a:avLst/>
          </a:prstGeom>
          <a:noFill/>
          <a:ln w="12700" cap="flat" cmpd="sng" algn="ctr">
            <a:solidFill>
              <a:schemeClr val="tx1"/>
            </a:solidFill>
            <a:prstDash val="lgDashDot"/>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 name="直接连接符 18"/>
          <p:cNvCxnSpPr/>
          <p:nvPr/>
        </p:nvCxnSpPr>
        <p:spPr bwMode="auto">
          <a:xfrm>
            <a:off x="5412674" y="2890722"/>
            <a:ext cx="0" cy="111512"/>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 name="直接连接符 19"/>
          <p:cNvCxnSpPr/>
          <p:nvPr/>
        </p:nvCxnSpPr>
        <p:spPr bwMode="auto">
          <a:xfrm>
            <a:off x="6270737" y="2364813"/>
            <a:ext cx="0" cy="738544"/>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1" name="直接连接符 20"/>
          <p:cNvCxnSpPr/>
          <p:nvPr/>
        </p:nvCxnSpPr>
        <p:spPr bwMode="auto">
          <a:xfrm>
            <a:off x="6551736" y="2190011"/>
            <a:ext cx="0" cy="873789"/>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 name="直接连接符 21"/>
          <p:cNvCxnSpPr/>
          <p:nvPr/>
        </p:nvCxnSpPr>
        <p:spPr bwMode="auto">
          <a:xfrm>
            <a:off x="6832734" y="2009180"/>
            <a:ext cx="0" cy="974832"/>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 name="直接连接符 22"/>
          <p:cNvCxnSpPr/>
          <p:nvPr/>
        </p:nvCxnSpPr>
        <p:spPr bwMode="auto">
          <a:xfrm>
            <a:off x="7113732" y="1843420"/>
            <a:ext cx="0" cy="1018234"/>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 name="直接连接符 23"/>
          <p:cNvCxnSpPr/>
          <p:nvPr/>
        </p:nvCxnSpPr>
        <p:spPr bwMode="auto">
          <a:xfrm>
            <a:off x="7394731" y="1668617"/>
            <a:ext cx="0" cy="1025473"/>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 name="直接连接符 24"/>
          <p:cNvCxnSpPr>
            <a:stCxn id="17" idx="2"/>
          </p:cNvCxnSpPr>
          <p:nvPr/>
        </p:nvCxnSpPr>
        <p:spPr bwMode="auto">
          <a:xfrm>
            <a:off x="7674668" y="1495295"/>
            <a:ext cx="1061" cy="952877"/>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 name="直接连接符 25"/>
          <p:cNvCxnSpPr/>
          <p:nvPr/>
        </p:nvCxnSpPr>
        <p:spPr bwMode="auto">
          <a:xfrm>
            <a:off x="7956727" y="1487787"/>
            <a:ext cx="0" cy="615018"/>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 name="直接箭头连接符 26"/>
          <p:cNvCxnSpPr/>
          <p:nvPr/>
        </p:nvCxnSpPr>
        <p:spPr bwMode="auto">
          <a:xfrm>
            <a:off x="6094397" y="858795"/>
            <a:ext cx="2114656" cy="639415"/>
          </a:xfrm>
          <a:prstGeom prst="straightConnector1">
            <a:avLst/>
          </a:prstGeom>
          <a:noFill/>
          <a:ln w="12700" cap="flat" cmpd="sng" algn="ctr">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 name="直接箭头连接符 27"/>
          <p:cNvCxnSpPr>
            <a:endCxn id="47" idx="0"/>
          </p:cNvCxnSpPr>
          <p:nvPr/>
        </p:nvCxnSpPr>
        <p:spPr bwMode="auto">
          <a:xfrm flipH="1">
            <a:off x="5113761" y="855781"/>
            <a:ext cx="980636" cy="2045268"/>
          </a:xfrm>
          <a:prstGeom prst="straightConnector1">
            <a:avLst/>
          </a:prstGeom>
          <a:noFill/>
          <a:ln w="12700" cap="flat" cmpd="sng" algn="ctr">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29" name="Group 12"/>
          <p:cNvGrpSpPr>
            <a:grpSpLocks/>
          </p:cNvGrpSpPr>
          <p:nvPr/>
        </p:nvGrpSpPr>
        <p:grpSpPr bwMode="auto">
          <a:xfrm>
            <a:off x="8324860" y="1500928"/>
            <a:ext cx="410560" cy="57195"/>
            <a:chOff x="2274" y="1204"/>
            <a:chExt cx="270" cy="44"/>
          </a:xfrm>
        </p:grpSpPr>
        <p:sp>
          <p:nvSpPr>
            <p:cNvPr id="30" name="Line 13"/>
            <p:cNvSpPr>
              <a:spLocks noChangeShapeType="1"/>
            </p:cNvSpPr>
            <p:nvPr/>
          </p:nvSpPr>
          <p:spPr bwMode="auto">
            <a:xfrm flipH="1">
              <a:off x="2274" y="1210"/>
              <a:ext cx="28" cy="34"/>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 name="Line 14"/>
            <p:cNvSpPr>
              <a:spLocks noChangeShapeType="1"/>
            </p:cNvSpPr>
            <p:nvPr/>
          </p:nvSpPr>
          <p:spPr bwMode="auto">
            <a:xfrm flipH="1">
              <a:off x="2304" y="1214"/>
              <a:ext cx="34" cy="34"/>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 name="Line 15"/>
            <p:cNvSpPr>
              <a:spLocks noChangeShapeType="1"/>
            </p:cNvSpPr>
            <p:nvPr/>
          </p:nvSpPr>
          <p:spPr bwMode="auto">
            <a:xfrm flipH="1">
              <a:off x="2346" y="1206"/>
              <a:ext cx="36" cy="42"/>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3" name="Line 16"/>
            <p:cNvSpPr>
              <a:spLocks noChangeShapeType="1"/>
            </p:cNvSpPr>
            <p:nvPr/>
          </p:nvSpPr>
          <p:spPr bwMode="auto">
            <a:xfrm>
              <a:off x="2376" y="1206"/>
              <a:ext cx="40" cy="38"/>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4" name="Line 17"/>
            <p:cNvSpPr>
              <a:spLocks noChangeShapeType="1"/>
            </p:cNvSpPr>
            <p:nvPr/>
          </p:nvSpPr>
          <p:spPr bwMode="auto">
            <a:xfrm>
              <a:off x="2420" y="1210"/>
              <a:ext cx="40" cy="34"/>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 name="Line 18"/>
            <p:cNvSpPr>
              <a:spLocks noChangeShapeType="1"/>
            </p:cNvSpPr>
            <p:nvPr/>
          </p:nvSpPr>
          <p:spPr bwMode="auto">
            <a:xfrm flipV="1">
              <a:off x="2460" y="1204"/>
              <a:ext cx="46" cy="42"/>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 name="Line 19"/>
            <p:cNvSpPr>
              <a:spLocks noChangeShapeType="1"/>
            </p:cNvSpPr>
            <p:nvPr/>
          </p:nvSpPr>
          <p:spPr bwMode="auto">
            <a:xfrm flipV="1">
              <a:off x="2512" y="1208"/>
              <a:ext cx="32" cy="36"/>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43" name="Text Box 135"/>
          <p:cNvSpPr txBox="1">
            <a:spLocks noChangeArrowheads="1"/>
          </p:cNvSpPr>
          <p:nvPr/>
        </p:nvSpPr>
        <p:spPr bwMode="auto">
          <a:xfrm>
            <a:off x="7137375" y="1951358"/>
            <a:ext cx="284426" cy="3480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1800" b="1" i="1" dirty="0">
                <a:solidFill>
                  <a:srgbClr val="C00000"/>
                </a:solidFill>
                <a:latin typeface="Times New Roman" panose="02020603050405020304" pitchFamily="18" charset="0"/>
              </a:rPr>
              <a:t>i</a:t>
            </a:r>
          </a:p>
        </p:txBody>
      </p:sp>
      <p:cxnSp>
        <p:nvCxnSpPr>
          <p:cNvPr id="46" name="直接连接符 45"/>
          <p:cNvCxnSpPr>
            <a:endCxn id="47" idx="8"/>
          </p:cNvCxnSpPr>
          <p:nvPr/>
        </p:nvCxnSpPr>
        <p:spPr bwMode="auto">
          <a:xfrm>
            <a:off x="6094397" y="857626"/>
            <a:ext cx="1188856" cy="1909769"/>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7" name="任意多边形 46"/>
          <p:cNvSpPr/>
          <p:nvPr/>
        </p:nvSpPr>
        <p:spPr bwMode="auto">
          <a:xfrm>
            <a:off x="5113761" y="1492908"/>
            <a:ext cx="3128937" cy="1616062"/>
          </a:xfrm>
          <a:custGeom>
            <a:avLst/>
            <a:gdLst>
              <a:gd name="connsiteX0" fmla="*/ 0 w 3464678"/>
              <a:gd name="connsiteY0" fmla="*/ 1559237 h 1789468"/>
              <a:gd name="connsiteX1" fmla="*/ 224636 w 3464678"/>
              <a:gd name="connsiteY1" fmla="*/ 1646449 h 1789468"/>
              <a:gd name="connsiteX2" fmla="*/ 502127 w 3464678"/>
              <a:gd name="connsiteY2" fmla="*/ 1731018 h 1789468"/>
              <a:gd name="connsiteX3" fmla="*/ 824546 w 3464678"/>
              <a:gd name="connsiteY3" fmla="*/ 1778588 h 1789468"/>
              <a:gd name="connsiteX4" fmla="*/ 1218319 w 3464678"/>
              <a:gd name="connsiteY4" fmla="*/ 1786516 h 1789468"/>
              <a:gd name="connsiteX5" fmla="*/ 1585665 w 3464678"/>
              <a:gd name="connsiteY5" fmla="*/ 1738946 h 1789468"/>
              <a:gd name="connsiteX6" fmla="*/ 1910726 w 3464678"/>
              <a:gd name="connsiteY6" fmla="*/ 1646449 h 1789468"/>
              <a:gd name="connsiteX7" fmla="*/ 2145933 w 3464678"/>
              <a:gd name="connsiteY7" fmla="*/ 1548666 h 1789468"/>
              <a:gd name="connsiteX8" fmla="*/ 2402282 w 3464678"/>
              <a:gd name="connsiteY8" fmla="*/ 1411242 h 1789468"/>
              <a:gd name="connsiteX9" fmla="*/ 2648060 w 3464678"/>
              <a:gd name="connsiteY9" fmla="*/ 1228891 h 1789468"/>
              <a:gd name="connsiteX10" fmla="*/ 2880625 w 3464678"/>
              <a:gd name="connsiteY10" fmla="*/ 1001612 h 1789468"/>
              <a:gd name="connsiteX11" fmla="*/ 3121117 w 3464678"/>
              <a:gd name="connsiteY11" fmla="*/ 713549 h 1789468"/>
              <a:gd name="connsiteX12" fmla="*/ 3282326 w 3464678"/>
              <a:gd name="connsiteY12" fmla="*/ 443986 h 1789468"/>
              <a:gd name="connsiteX13" fmla="*/ 3409180 w 3464678"/>
              <a:gd name="connsiteY13" fmla="*/ 177066 h 1789468"/>
              <a:gd name="connsiteX14" fmla="*/ 3464678 w 3464678"/>
              <a:gd name="connsiteY14" fmla="*/ 0 h 1789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464678" h="1789468">
                <a:moveTo>
                  <a:pt x="0" y="1559237"/>
                </a:moveTo>
                <a:cubicBezTo>
                  <a:pt x="70474" y="1588528"/>
                  <a:pt x="140948" y="1617819"/>
                  <a:pt x="224636" y="1646449"/>
                </a:cubicBezTo>
                <a:cubicBezTo>
                  <a:pt x="308324" y="1675079"/>
                  <a:pt x="402142" y="1708995"/>
                  <a:pt x="502127" y="1731018"/>
                </a:cubicBezTo>
                <a:cubicBezTo>
                  <a:pt x="602112" y="1753041"/>
                  <a:pt x="705181" y="1769338"/>
                  <a:pt x="824546" y="1778588"/>
                </a:cubicBezTo>
                <a:cubicBezTo>
                  <a:pt x="943911" y="1787838"/>
                  <a:pt x="1091466" y="1793123"/>
                  <a:pt x="1218319" y="1786516"/>
                </a:cubicBezTo>
                <a:cubicBezTo>
                  <a:pt x="1345172" y="1779909"/>
                  <a:pt x="1470264" y="1762290"/>
                  <a:pt x="1585665" y="1738946"/>
                </a:cubicBezTo>
                <a:cubicBezTo>
                  <a:pt x="1701066" y="1715602"/>
                  <a:pt x="1817348" y="1678162"/>
                  <a:pt x="1910726" y="1646449"/>
                </a:cubicBezTo>
                <a:cubicBezTo>
                  <a:pt x="2004104" y="1614736"/>
                  <a:pt x="2064007" y="1587867"/>
                  <a:pt x="2145933" y="1548666"/>
                </a:cubicBezTo>
                <a:cubicBezTo>
                  <a:pt x="2227859" y="1509465"/>
                  <a:pt x="2318594" y="1464538"/>
                  <a:pt x="2402282" y="1411242"/>
                </a:cubicBezTo>
                <a:cubicBezTo>
                  <a:pt x="2485970" y="1357946"/>
                  <a:pt x="2568336" y="1297163"/>
                  <a:pt x="2648060" y="1228891"/>
                </a:cubicBezTo>
                <a:cubicBezTo>
                  <a:pt x="2727784" y="1160619"/>
                  <a:pt x="2801782" y="1087502"/>
                  <a:pt x="2880625" y="1001612"/>
                </a:cubicBezTo>
                <a:cubicBezTo>
                  <a:pt x="2959468" y="915722"/>
                  <a:pt x="3054167" y="806487"/>
                  <a:pt x="3121117" y="713549"/>
                </a:cubicBezTo>
                <a:cubicBezTo>
                  <a:pt x="3188067" y="620611"/>
                  <a:pt x="3234316" y="533400"/>
                  <a:pt x="3282326" y="443986"/>
                </a:cubicBezTo>
                <a:cubicBezTo>
                  <a:pt x="3330336" y="354572"/>
                  <a:pt x="3378788" y="251064"/>
                  <a:pt x="3409180" y="177066"/>
                </a:cubicBezTo>
                <a:cubicBezTo>
                  <a:pt x="3439572" y="103068"/>
                  <a:pt x="3452125" y="51534"/>
                  <a:pt x="3464678" y="0"/>
                </a:cubicBezTo>
              </a:path>
            </a:pathLst>
          </a:custGeom>
          <a:noFill/>
          <a:ln w="19050" cap="flat" cmpd="sng" algn="ctr">
            <a:solidFill>
              <a:srgbClr val="C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48" name="Arc 52"/>
          <p:cNvSpPr>
            <a:spLocks/>
          </p:cNvSpPr>
          <p:nvPr/>
        </p:nvSpPr>
        <p:spPr bwMode="auto">
          <a:xfrm rot="6458630">
            <a:off x="6123775" y="1107463"/>
            <a:ext cx="123066" cy="151653"/>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9525">
            <a:solidFill>
              <a:schemeClr val="tx1"/>
            </a:solidFill>
            <a:round/>
            <a:headEnd type="triangle" w="med" len="me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49" name="Text Box 2450"/>
          <p:cNvSpPr txBox="1">
            <a:spLocks noChangeArrowheads="1"/>
          </p:cNvSpPr>
          <p:nvPr/>
        </p:nvSpPr>
        <p:spPr bwMode="auto">
          <a:xfrm>
            <a:off x="6636733" y="1061581"/>
            <a:ext cx="317328" cy="3480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800" b="1" i="1" dirty="0"/>
              <a:t>R</a:t>
            </a:r>
          </a:p>
        </p:txBody>
      </p:sp>
      <p:sp>
        <p:nvSpPr>
          <p:cNvPr id="88" name="Text Box 2450"/>
          <p:cNvSpPr txBox="1">
            <a:spLocks noChangeArrowheads="1"/>
          </p:cNvSpPr>
          <p:nvPr/>
        </p:nvSpPr>
        <p:spPr bwMode="auto">
          <a:xfrm>
            <a:off x="7339218" y="2791904"/>
            <a:ext cx="864339" cy="3845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800" b="1" i="1" dirty="0" err="1" smtClean="0">
                <a:solidFill>
                  <a:srgbClr val="C00000"/>
                </a:solidFill>
              </a:rPr>
              <a:t>u</a:t>
            </a:r>
            <a:r>
              <a:rPr kumimoji="1" lang="en-US" altLang="zh-CN" sz="1800" b="1" baseline="-25000" dirty="0" err="1" smtClean="0">
                <a:solidFill>
                  <a:srgbClr val="C00000"/>
                </a:solidFill>
              </a:rPr>
              <a:t>i</a:t>
            </a:r>
            <a:r>
              <a:rPr kumimoji="1" lang="en-US" altLang="zh-CN" sz="1800" b="1" i="1" dirty="0" smtClean="0">
                <a:solidFill>
                  <a:srgbClr val="C00000"/>
                </a:solidFill>
              </a:rPr>
              <a:t>=</a:t>
            </a:r>
            <a:r>
              <a:rPr kumimoji="1" lang="en-US" altLang="zh-CN" sz="1800" b="1" i="1" dirty="0" smtClean="0">
                <a:solidFill>
                  <a:srgbClr val="C00000"/>
                </a:solidFill>
                <a:sym typeface="Symbol"/>
              </a:rPr>
              <a:t></a:t>
            </a:r>
            <a:r>
              <a:rPr kumimoji="1" lang="en-US" altLang="zh-CN" sz="1800" b="1" baseline="-25000" dirty="0" err="1" smtClean="0">
                <a:solidFill>
                  <a:srgbClr val="C00000"/>
                </a:solidFill>
                <a:sym typeface="Symbol"/>
              </a:rPr>
              <a:t>w</a:t>
            </a:r>
            <a:r>
              <a:rPr kumimoji="1" lang="en-US" altLang="zh-CN" sz="1800" b="1" i="1" dirty="0" err="1" smtClean="0">
                <a:solidFill>
                  <a:srgbClr val="C00000"/>
                </a:solidFill>
                <a:sym typeface="Symbol"/>
              </a:rPr>
              <a:t>h</a:t>
            </a:r>
            <a:r>
              <a:rPr kumimoji="1" lang="en-US" altLang="zh-CN" sz="1800" b="1" baseline="-25000" dirty="0" err="1" smtClean="0">
                <a:solidFill>
                  <a:srgbClr val="C00000"/>
                </a:solidFill>
                <a:sym typeface="Symbol"/>
              </a:rPr>
              <a:t>i</a:t>
            </a:r>
            <a:endParaRPr kumimoji="1" lang="en-US" altLang="zh-CN" sz="1800" b="1" baseline="-25000" dirty="0">
              <a:solidFill>
                <a:srgbClr val="C00000"/>
              </a:solidFill>
            </a:endParaRPr>
          </a:p>
        </p:txBody>
      </p:sp>
      <p:grpSp>
        <p:nvGrpSpPr>
          <p:cNvPr id="4" name="组合 3"/>
          <p:cNvGrpSpPr/>
          <p:nvPr/>
        </p:nvGrpSpPr>
        <p:grpSpPr>
          <a:xfrm>
            <a:off x="7267187" y="1757446"/>
            <a:ext cx="1756420" cy="1040489"/>
            <a:chOff x="7267187" y="1757446"/>
            <a:chExt cx="1756420" cy="1040489"/>
          </a:xfrm>
        </p:grpSpPr>
        <p:sp>
          <p:nvSpPr>
            <p:cNvPr id="98" name="任意多边形 97"/>
            <p:cNvSpPr/>
            <p:nvPr/>
          </p:nvSpPr>
          <p:spPr bwMode="auto">
            <a:xfrm>
              <a:off x="7283990" y="2034347"/>
              <a:ext cx="1123950" cy="763588"/>
            </a:xfrm>
            <a:custGeom>
              <a:avLst/>
              <a:gdLst>
                <a:gd name="connsiteX0" fmla="*/ 41275 w 1123950"/>
                <a:gd name="connsiteY0" fmla="*/ 714375 h 763588"/>
                <a:gd name="connsiteX1" fmla="*/ 1066800 w 1123950"/>
                <a:gd name="connsiteY1" fmla="*/ 714375 h 763588"/>
                <a:gd name="connsiteX2" fmla="*/ 1066800 w 1123950"/>
                <a:gd name="connsiteY2" fmla="*/ 0 h 763588"/>
                <a:gd name="connsiteX3" fmla="*/ 1123950 w 1123950"/>
                <a:gd name="connsiteY3" fmla="*/ 0 h 763588"/>
                <a:gd name="connsiteX4" fmla="*/ 1123950 w 1123950"/>
                <a:gd name="connsiteY4" fmla="*/ 763588 h 763588"/>
                <a:gd name="connsiteX5" fmla="*/ 0 w 1123950"/>
                <a:gd name="connsiteY5" fmla="*/ 763588 h 763588"/>
                <a:gd name="connsiteX6" fmla="*/ 41275 w 1123950"/>
                <a:gd name="connsiteY6" fmla="*/ 714375 h 763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23950" h="763588">
                  <a:moveTo>
                    <a:pt x="41275" y="714375"/>
                  </a:moveTo>
                  <a:lnTo>
                    <a:pt x="1066800" y="714375"/>
                  </a:lnTo>
                  <a:lnTo>
                    <a:pt x="1066800" y="0"/>
                  </a:lnTo>
                  <a:lnTo>
                    <a:pt x="1123950" y="0"/>
                  </a:lnTo>
                  <a:lnTo>
                    <a:pt x="1123950" y="763588"/>
                  </a:lnTo>
                  <a:lnTo>
                    <a:pt x="0" y="763588"/>
                  </a:lnTo>
                  <a:lnTo>
                    <a:pt x="41275" y="714375"/>
                  </a:lnTo>
                  <a:close/>
                </a:path>
              </a:pathLst>
            </a:custGeom>
            <a:solidFill>
              <a:srgbClr val="3399FF"/>
            </a:solidFill>
            <a:ln w="12700" cap="flat" cmpd="sng" algn="ctr">
              <a:no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cxnSp>
          <p:nvCxnSpPr>
            <p:cNvPr id="37" name="直接连接符 36"/>
            <p:cNvCxnSpPr/>
            <p:nvPr/>
          </p:nvCxnSpPr>
          <p:spPr bwMode="auto">
            <a:xfrm rot="16200000">
              <a:off x="8637066" y="2698049"/>
              <a:ext cx="0" cy="196845"/>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8" name="直接连接符 37"/>
            <p:cNvCxnSpPr/>
            <p:nvPr/>
          </p:nvCxnSpPr>
          <p:spPr bwMode="auto">
            <a:xfrm rot="16200000">
              <a:off x="8625909" y="1937012"/>
              <a:ext cx="0" cy="196845"/>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9" name="直接箭头连接符 38"/>
            <p:cNvCxnSpPr/>
            <p:nvPr/>
          </p:nvCxnSpPr>
          <p:spPr bwMode="auto">
            <a:xfrm flipV="1">
              <a:off x="8630693" y="2045090"/>
              <a:ext cx="0" cy="744050"/>
            </a:xfrm>
            <a:prstGeom prst="straightConnector1">
              <a:avLst/>
            </a:prstGeom>
            <a:noFill/>
            <a:ln w="12700" cap="flat" cmpd="sng" algn="ctr">
              <a:solidFill>
                <a:schemeClr val="tx1"/>
              </a:solidFill>
              <a:prstDash val="solid"/>
              <a:round/>
              <a:headEnd type="triangl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0" name="Text Box 2450"/>
            <p:cNvSpPr txBox="1">
              <a:spLocks noChangeArrowheads="1"/>
            </p:cNvSpPr>
            <p:nvPr/>
          </p:nvSpPr>
          <p:spPr bwMode="auto">
            <a:xfrm>
              <a:off x="8667419" y="2182304"/>
              <a:ext cx="356188" cy="385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800" b="1" i="1" dirty="0" smtClean="0">
                  <a:solidFill>
                    <a:srgbClr val="C00000"/>
                  </a:solidFill>
                </a:rPr>
                <a:t>h</a:t>
              </a:r>
              <a:r>
                <a:rPr kumimoji="1" lang="en-US" altLang="zh-CN" sz="1800" b="1" baseline="-25000" dirty="0" smtClean="0">
                  <a:solidFill>
                    <a:srgbClr val="C00000"/>
                  </a:solidFill>
                </a:rPr>
                <a:t>i</a:t>
              </a:r>
              <a:endParaRPr kumimoji="1" lang="en-US" altLang="zh-CN" sz="1800" b="1" baseline="-25000" dirty="0">
                <a:solidFill>
                  <a:srgbClr val="C00000"/>
                </a:solidFill>
              </a:endParaRPr>
            </a:p>
          </p:txBody>
        </p:sp>
        <p:sp>
          <p:nvSpPr>
            <p:cNvPr id="86" name="任意多边形 85"/>
            <p:cNvSpPr/>
            <p:nvPr/>
          </p:nvSpPr>
          <p:spPr bwMode="auto">
            <a:xfrm>
              <a:off x="7279298" y="1757446"/>
              <a:ext cx="1071846" cy="987068"/>
            </a:xfrm>
            <a:custGeom>
              <a:avLst/>
              <a:gdLst>
                <a:gd name="connsiteX0" fmla="*/ 0 w 1071846"/>
                <a:gd name="connsiteY0" fmla="*/ 987068 h 987068"/>
                <a:gd name="connsiteX1" fmla="*/ 1071846 w 1071846"/>
                <a:gd name="connsiteY1" fmla="*/ 987068 h 987068"/>
                <a:gd name="connsiteX2" fmla="*/ 1071846 w 1071846"/>
                <a:gd name="connsiteY2" fmla="*/ 0 h 987068"/>
              </a:gdLst>
              <a:ahLst/>
              <a:cxnLst>
                <a:cxn ang="0">
                  <a:pos x="connsiteX0" y="connsiteY0"/>
                </a:cxn>
                <a:cxn ang="0">
                  <a:pos x="connsiteX1" y="connsiteY1"/>
                </a:cxn>
                <a:cxn ang="0">
                  <a:pos x="connsiteX2" y="connsiteY2"/>
                </a:cxn>
              </a:cxnLst>
              <a:rect l="l" t="t" r="r" b="b"/>
              <a:pathLst>
                <a:path w="1071846" h="987068">
                  <a:moveTo>
                    <a:pt x="0" y="987068"/>
                  </a:moveTo>
                  <a:lnTo>
                    <a:pt x="1071846" y="987068"/>
                  </a:lnTo>
                  <a:lnTo>
                    <a:pt x="1071846" y="0"/>
                  </a:lnTo>
                </a:path>
              </a:pathLst>
            </a:cu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87" name="任意多边形 86"/>
            <p:cNvSpPr/>
            <p:nvPr/>
          </p:nvSpPr>
          <p:spPr bwMode="auto">
            <a:xfrm>
              <a:off x="7267187" y="1760474"/>
              <a:ext cx="1144514" cy="1035512"/>
            </a:xfrm>
            <a:custGeom>
              <a:avLst/>
              <a:gdLst>
                <a:gd name="connsiteX0" fmla="*/ 1144514 w 1144514"/>
                <a:gd name="connsiteY0" fmla="*/ 0 h 1035512"/>
                <a:gd name="connsiteX1" fmla="*/ 1144514 w 1144514"/>
                <a:gd name="connsiteY1" fmla="*/ 1035512 h 1035512"/>
                <a:gd name="connsiteX2" fmla="*/ 0 w 1144514"/>
                <a:gd name="connsiteY2" fmla="*/ 1035512 h 1035512"/>
              </a:gdLst>
              <a:ahLst/>
              <a:cxnLst>
                <a:cxn ang="0">
                  <a:pos x="connsiteX0" y="connsiteY0"/>
                </a:cxn>
                <a:cxn ang="0">
                  <a:pos x="connsiteX1" y="connsiteY1"/>
                </a:cxn>
                <a:cxn ang="0">
                  <a:pos x="connsiteX2" y="connsiteY2"/>
                </a:cxn>
              </a:cxnLst>
              <a:rect l="l" t="t" r="r" b="b"/>
              <a:pathLst>
                <a:path w="1144514" h="1035512">
                  <a:moveTo>
                    <a:pt x="1144514" y="0"/>
                  </a:moveTo>
                  <a:lnTo>
                    <a:pt x="1144514" y="1035512"/>
                  </a:lnTo>
                  <a:lnTo>
                    <a:pt x="0" y="1035512"/>
                  </a:lnTo>
                </a:path>
              </a:pathLst>
            </a:cu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cxnSp>
          <p:nvCxnSpPr>
            <p:cNvPr id="93" name="直接连接符 92"/>
            <p:cNvCxnSpPr/>
            <p:nvPr/>
          </p:nvCxnSpPr>
          <p:spPr bwMode="auto">
            <a:xfrm>
              <a:off x="8347612" y="2032758"/>
              <a:ext cx="66675" cy="0"/>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5" name="直接连接符 94"/>
            <p:cNvCxnSpPr/>
            <p:nvPr/>
          </p:nvCxnSpPr>
          <p:spPr bwMode="auto">
            <a:xfrm>
              <a:off x="8349200" y="2054979"/>
              <a:ext cx="41275" cy="0"/>
            </a:xfrm>
            <a:prstGeom prst="line">
              <a:avLst/>
            </a:prstGeom>
            <a:noFill/>
            <a:ln w="63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7" name="直接连接符 96"/>
            <p:cNvCxnSpPr/>
            <p:nvPr/>
          </p:nvCxnSpPr>
          <p:spPr bwMode="auto">
            <a:xfrm>
              <a:off x="8350788" y="2077200"/>
              <a:ext cx="41275" cy="0"/>
            </a:xfrm>
            <a:prstGeom prst="line">
              <a:avLst/>
            </a:prstGeom>
            <a:noFill/>
            <a:ln w="63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101" name="Line 9"/>
          <p:cNvSpPr>
            <a:spLocks noChangeShapeType="1"/>
          </p:cNvSpPr>
          <p:nvPr/>
        </p:nvSpPr>
        <p:spPr bwMode="auto">
          <a:xfrm>
            <a:off x="7283211" y="3204697"/>
            <a:ext cx="0" cy="679240"/>
          </a:xfrm>
          <a:prstGeom prst="line">
            <a:avLst/>
          </a:prstGeom>
          <a:noFill/>
          <a:ln w="28575">
            <a:solidFill>
              <a:srgbClr val="000066"/>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00">
              <a:solidFill>
                <a:srgbClr val="000066"/>
              </a:solidFill>
              <a:cs typeface="Times New Roman" panose="02020603050405020304" pitchFamily="18" charset="0"/>
            </a:endParaRPr>
          </a:p>
        </p:txBody>
      </p:sp>
      <p:sp>
        <p:nvSpPr>
          <p:cNvPr id="102" name="Text Box 10"/>
          <p:cNvSpPr txBox="1">
            <a:spLocks noChangeArrowheads="1"/>
          </p:cNvSpPr>
          <p:nvPr/>
        </p:nvSpPr>
        <p:spPr bwMode="auto">
          <a:xfrm>
            <a:off x="7095534" y="3810532"/>
            <a:ext cx="549866" cy="410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800">
                <a:solidFill>
                  <a:schemeClr val="tx1"/>
                </a:solidFill>
                <a:latin typeface="Times New Roman" pitchFamily="18" charset="0"/>
                <a:ea typeface="宋体" charset="-122"/>
              </a:defRPr>
            </a:lvl1pPr>
            <a:lvl2pPr marL="742950" indent="-285750" eaLnBrk="0" hangingPunct="0">
              <a:defRPr kumimoji="1" sz="2800">
                <a:solidFill>
                  <a:schemeClr val="tx1"/>
                </a:solidFill>
                <a:latin typeface="Times New Roman" pitchFamily="18" charset="0"/>
                <a:ea typeface="宋体" charset="-122"/>
              </a:defRPr>
            </a:lvl2pPr>
            <a:lvl3pPr marL="1143000" indent="-228600" eaLnBrk="0" hangingPunct="0">
              <a:defRPr kumimoji="1" sz="2800">
                <a:solidFill>
                  <a:schemeClr val="tx1"/>
                </a:solidFill>
                <a:latin typeface="Times New Roman" pitchFamily="18" charset="0"/>
                <a:ea typeface="宋体" charset="-122"/>
              </a:defRPr>
            </a:lvl3pPr>
            <a:lvl4pPr marL="1600200" indent="-228600" eaLnBrk="0" hangingPunct="0">
              <a:defRPr kumimoji="1" sz="2800">
                <a:solidFill>
                  <a:schemeClr val="tx1"/>
                </a:solidFill>
                <a:latin typeface="Times New Roman" pitchFamily="18" charset="0"/>
                <a:ea typeface="宋体" charset="-122"/>
              </a:defRPr>
            </a:lvl4pPr>
            <a:lvl5pPr marL="2057400" indent="-228600" eaLnBrk="0" hangingPunct="0">
              <a:defRPr kumimoji="1" sz="2800">
                <a:solidFill>
                  <a:schemeClr val="tx1"/>
                </a:solidFill>
                <a:latin typeface="Times New Roman" pitchFamily="18" charset="0"/>
                <a:ea typeface="宋体" charset="-122"/>
              </a:defRPr>
            </a:lvl5pPr>
            <a:lvl6pPr marL="2514600" indent="-228600" eaLnBrk="0" fontAlgn="base" hangingPunct="0">
              <a:spcBef>
                <a:spcPct val="50000"/>
              </a:spcBef>
              <a:spcAft>
                <a:spcPct val="0"/>
              </a:spcAft>
              <a:defRPr kumimoji="1" sz="2800">
                <a:solidFill>
                  <a:schemeClr val="tx1"/>
                </a:solidFill>
                <a:latin typeface="Times New Roman" pitchFamily="18" charset="0"/>
                <a:ea typeface="宋体" charset="-122"/>
              </a:defRPr>
            </a:lvl6pPr>
            <a:lvl7pPr marL="2971800" indent="-228600" eaLnBrk="0" fontAlgn="base" hangingPunct="0">
              <a:spcBef>
                <a:spcPct val="50000"/>
              </a:spcBef>
              <a:spcAft>
                <a:spcPct val="0"/>
              </a:spcAft>
              <a:defRPr kumimoji="1" sz="2800">
                <a:solidFill>
                  <a:schemeClr val="tx1"/>
                </a:solidFill>
                <a:latin typeface="Times New Roman" pitchFamily="18" charset="0"/>
                <a:ea typeface="宋体" charset="-122"/>
              </a:defRPr>
            </a:lvl7pPr>
            <a:lvl8pPr marL="3429000" indent="-228600" eaLnBrk="0" fontAlgn="base" hangingPunct="0">
              <a:spcBef>
                <a:spcPct val="50000"/>
              </a:spcBef>
              <a:spcAft>
                <a:spcPct val="0"/>
              </a:spcAft>
              <a:defRPr kumimoji="1" sz="2800">
                <a:solidFill>
                  <a:schemeClr val="tx1"/>
                </a:solidFill>
                <a:latin typeface="Times New Roman" pitchFamily="18" charset="0"/>
                <a:ea typeface="宋体" charset="-122"/>
              </a:defRPr>
            </a:lvl8pPr>
            <a:lvl9pPr marL="3886200" indent="-228600" eaLnBrk="0" fontAlgn="base" hangingPunct="0">
              <a:spcBef>
                <a:spcPct val="50000"/>
              </a:spcBef>
              <a:spcAft>
                <a:spcPct val="0"/>
              </a:spcAft>
              <a:defRPr kumimoji="1" sz="2800">
                <a:solidFill>
                  <a:schemeClr val="tx1"/>
                </a:solidFill>
                <a:latin typeface="Times New Roman" pitchFamily="18" charset="0"/>
                <a:ea typeface="宋体" charset="-122"/>
              </a:defRPr>
            </a:lvl9pPr>
          </a:lstStyle>
          <a:p>
            <a:pPr eaLnBrk="1" hangingPunct="1"/>
            <a:r>
              <a:rPr lang="en-US" altLang="zh-CN" sz="1800" b="1" i="1" dirty="0">
                <a:solidFill>
                  <a:srgbClr val="000066"/>
                </a:solidFill>
                <a:cs typeface="Times New Roman" panose="02020603050405020304" pitchFamily="18" charset="0"/>
              </a:rPr>
              <a:t>W</a:t>
            </a:r>
            <a:r>
              <a:rPr lang="en-US" altLang="zh-CN" sz="1800" b="1" baseline="-25000" dirty="0">
                <a:solidFill>
                  <a:srgbClr val="000066"/>
                </a:solidFill>
                <a:cs typeface="Times New Roman" panose="02020603050405020304" pitchFamily="18" charset="0"/>
              </a:rPr>
              <a:t>i</a:t>
            </a:r>
          </a:p>
        </p:txBody>
      </p:sp>
      <p:sp>
        <p:nvSpPr>
          <p:cNvPr id="103" name="Line 22"/>
          <p:cNvSpPr>
            <a:spLocks noChangeShapeType="1"/>
          </p:cNvSpPr>
          <p:nvPr/>
        </p:nvSpPr>
        <p:spPr bwMode="auto">
          <a:xfrm rot="10800000" flipV="1">
            <a:off x="6965756" y="3210409"/>
            <a:ext cx="316389" cy="192997"/>
          </a:xfrm>
          <a:prstGeom prst="line">
            <a:avLst/>
          </a:prstGeom>
          <a:noFill/>
          <a:ln w="28575">
            <a:solidFill>
              <a:srgbClr val="000066"/>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00">
              <a:solidFill>
                <a:srgbClr val="000066"/>
              </a:solidFill>
              <a:cs typeface="Times New Roman" panose="02020603050405020304" pitchFamily="18" charset="0"/>
            </a:endParaRPr>
          </a:p>
        </p:txBody>
      </p:sp>
      <p:sp>
        <p:nvSpPr>
          <p:cNvPr id="104" name="Line 23"/>
          <p:cNvSpPr>
            <a:spLocks noChangeShapeType="1"/>
          </p:cNvSpPr>
          <p:nvPr/>
        </p:nvSpPr>
        <p:spPr bwMode="auto">
          <a:xfrm rot="10800000" flipH="1" flipV="1">
            <a:off x="7297066" y="3213998"/>
            <a:ext cx="279481" cy="481336"/>
          </a:xfrm>
          <a:prstGeom prst="line">
            <a:avLst/>
          </a:prstGeom>
          <a:noFill/>
          <a:ln w="28575">
            <a:solidFill>
              <a:srgbClr val="000066"/>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00">
              <a:solidFill>
                <a:srgbClr val="000066"/>
              </a:solidFill>
              <a:cs typeface="Times New Roman" panose="02020603050405020304" pitchFamily="18" charset="0"/>
            </a:endParaRPr>
          </a:p>
        </p:txBody>
      </p:sp>
      <p:sp>
        <p:nvSpPr>
          <p:cNvPr id="71" name="Line 23"/>
          <p:cNvSpPr>
            <a:spLocks noChangeShapeType="1"/>
          </p:cNvSpPr>
          <p:nvPr/>
        </p:nvSpPr>
        <p:spPr bwMode="auto">
          <a:xfrm flipH="1" flipV="1">
            <a:off x="6989376" y="3391629"/>
            <a:ext cx="279478" cy="481332"/>
          </a:xfrm>
          <a:prstGeom prst="line">
            <a:avLst/>
          </a:prstGeom>
          <a:noFill/>
          <a:ln w="12700">
            <a:solidFill>
              <a:srgbClr val="000066"/>
            </a:solidFill>
            <a:prstDash val="dash"/>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00">
              <a:solidFill>
                <a:srgbClr val="000066"/>
              </a:solidFill>
              <a:cs typeface="Times New Roman" panose="02020603050405020304" pitchFamily="18" charset="0"/>
            </a:endParaRPr>
          </a:p>
        </p:txBody>
      </p:sp>
      <p:sp>
        <p:nvSpPr>
          <p:cNvPr id="72" name="Line 22"/>
          <p:cNvSpPr>
            <a:spLocks noChangeShapeType="1"/>
          </p:cNvSpPr>
          <p:nvPr/>
        </p:nvSpPr>
        <p:spPr bwMode="auto">
          <a:xfrm rot="10800000" flipV="1">
            <a:off x="7266437" y="3691144"/>
            <a:ext cx="316389" cy="192997"/>
          </a:xfrm>
          <a:prstGeom prst="line">
            <a:avLst/>
          </a:prstGeom>
          <a:noFill/>
          <a:ln w="12700">
            <a:solidFill>
              <a:srgbClr val="000066"/>
            </a:solidFill>
            <a:prstDash val="dash"/>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00">
              <a:solidFill>
                <a:srgbClr val="000066"/>
              </a:solidFill>
              <a:cs typeface="Times New Roman" panose="02020603050405020304" pitchFamily="18" charset="0"/>
            </a:endParaRPr>
          </a:p>
        </p:txBody>
      </p:sp>
      <p:sp>
        <p:nvSpPr>
          <p:cNvPr id="73" name="Text Box 10"/>
          <p:cNvSpPr txBox="1">
            <a:spLocks noChangeArrowheads="1"/>
          </p:cNvSpPr>
          <p:nvPr/>
        </p:nvSpPr>
        <p:spPr bwMode="auto">
          <a:xfrm>
            <a:off x="7585466" y="3465131"/>
            <a:ext cx="1031094" cy="3845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800">
                <a:solidFill>
                  <a:schemeClr val="tx1"/>
                </a:solidFill>
                <a:latin typeface="Times New Roman" pitchFamily="18" charset="0"/>
                <a:ea typeface="宋体" charset="-122"/>
              </a:defRPr>
            </a:lvl1pPr>
            <a:lvl2pPr marL="742950" indent="-285750" eaLnBrk="0" hangingPunct="0">
              <a:defRPr kumimoji="1" sz="2800">
                <a:solidFill>
                  <a:schemeClr val="tx1"/>
                </a:solidFill>
                <a:latin typeface="Times New Roman" pitchFamily="18" charset="0"/>
                <a:ea typeface="宋体" charset="-122"/>
              </a:defRPr>
            </a:lvl2pPr>
            <a:lvl3pPr marL="1143000" indent="-228600" eaLnBrk="0" hangingPunct="0">
              <a:defRPr kumimoji="1" sz="2800">
                <a:solidFill>
                  <a:schemeClr val="tx1"/>
                </a:solidFill>
                <a:latin typeface="Times New Roman" pitchFamily="18" charset="0"/>
                <a:ea typeface="宋体" charset="-122"/>
              </a:defRPr>
            </a:lvl3pPr>
            <a:lvl4pPr marL="1600200" indent="-228600" eaLnBrk="0" hangingPunct="0">
              <a:defRPr kumimoji="1" sz="2800">
                <a:solidFill>
                  <a:schemeClr val="tx1"/>
                </a:solidFill>
                <a:latin typeface="Times New Roman" pitchFamily="18" charset="0"/>
                <a:ea typeface="宋体" charset="-122"/>
              </a:defRPr>
            </a:lvl4pPr>
            <a:lvl5pPr marL="2057400" indent="-228600" eaLnBrk="0" hangingPunct="0">
              <a:defRPr kumimoji="1" sz="2800">
                <a:solidFill>
                  <a:schemeClr val="tx1"/>
                </a:solidFill>
                <a:latin typeface="Times New Roman" pitchFamily="18" charset="0"/>
                <a:ea typeface="宋体" charset="-122"/>
              </a:defRPr>
            </a:lvl5pPr>
            <a:lvl6pPr marL="2514600" indent="-228600" eaLnBrk="0" fontAlgn="base" hangingPunct="0">
              <a:spcBef>
                <a:spcPct val="50000"/>
              </a:spcBef>
              <a:spcAft>
                <a:spcPct val="0"/>
              </a:spcAft>
              <a:defRPr kumimoji="1" sz="2800">
                <a:solidFill>
                  <a:schemeClr val="tx1"/>
                </a:solidFill>
                <a:latin typeface="Times New Roman" pitchFamily="18" charset="0"/>
                <a:ea typeface="宋体" charset="-122"/>
              </a:defRPr>
            </a:lvl6pPr>
            <a:lvl7pPr marL="2971800" indent="-228600" eaLnBrk="0" fontAlgn="base" hangingPunct="0">
              <a:spcBef>
                <a:spcPct val="50000"/>
              </a:spcBef>
              <a:spcAft>
                <a:spcPct val="0"/>
              </a:spcAft>
              <a:defRPr kumimoji="1" sz="2800">
                <a:solidFill>
                  <a:schemeClr val="tx1"/>
                </a:solidFill>
                <a:latin typeface="Times New Roman" pitchFamily="18" charset="0"/>
                <a:ea typeface="宋体" charset="-122"/>
              </a:defRPr>
            </a:lvl7pPr>
            <a:lvl8pPr marL="3429000" indent="-228600" eaLnBrk="0" fontAlgn="base" hangingPunct="0">
              <a:spcBef>
                <a:spcPct val="50000"/>
              </a:spcBef>
              <a:spcAft>
                <a:spcPct val="0"/>
              </a:spcAft>
              <a:defRPr kumimoji="1" sz="2800">
                <a:solidFill>
                  <a:schemeClr val="tx1"/>
                </a:solidFill>
                <a:latin typeface="Times New Roman" pitchFamily="18" charset="0"/>
                <a:ea typeface="宋体" charset="-122"/>
              </a:defRPr>
            </a:lvl8pPr>
            <a:lvl9pPr marL="3886200" indent="-228600" eaLnBrk="0" fontAlgn="base" hangingPunct="0">
              <a:spcBef>
                <a:spcPct val="50000"/>
              </a:spcBef>
              <a:spcAft>
                <a:spcPct val="0"/>
              </a:spcAft>
              <a:defRPr kumimoji="1" sz="2800">
                <a:solidFill>
                  <a:schemeClr val="tx1"/>
                </a:solidFill>
                <a:latin typeface="Times New Roman" pitchFamily="18" charset="0"/>
                <a:ea typeface="宋体" charset="-122"/>
              </a:defRPr>
            </a:lvl9pPr>
          </a:lstStyle>
          <a:p>
            <a:pPr eaLnBrk="1" hangingPunct="1"/>
            <a:r>
              <a:rPr lang="en-US" altLang="zh-CN" sz="1800" b="1" i="1" dirty="0" err="1" smtClean="0">
                <a:solidFill>
                  <a:srgbClr val="000066"/>
                </a:solidFill>
                <a:cs typeface="Times New Roman" panose="02020603050405020304" pitchFamily="18" charset="0"/>
              </a:rPr>
              <a:t>W</a:t>
            </a:r>
            <a:r>
              <a:rPr lang="en-US" altLang="zh-CN" sz="1800" b="1" baseline="-25000" dirty="0" err="1" smtClean="0">
                <a:solidFill>
                  <a:srgbClr val="000066"/>
                </a:solidFill>
                <a:cs typeface="Times New Roman" panose="02020603050405020304" pitchFamily="18" charset="0"/>
              </a:rPr>
              <a:t>i</a:t>
            </a:r>
            <a:r>
              <a:rPr lang="en-US" altLang="zh-CN" sz="1800" b="1" dirty="0" err="1" smtClean="0">
                <a:solidFill>
                  <a:srgbClr val="000066"/>
                </a:solidFill>
                <a:cs typeface="Times New Roman" panose="02020603050405020304" pitchFamily="18" charset="0"/>
              </a:rPr>
              <a:t>cos</a:t>
            </a:r>
            <a:r>
              <a:rPr lang="en-US" altLang="zh-CN" sz="1800" b="1" i="1" dirty="0" err="1" smtClean="0">
                <a:solidFill>
                  <a:srgbClr val="000066"/>
                </a:solidFill>
                <a:cs typeface="Times New Roman" panose="02020603050405020304" pitchFamily="18" charset="0"/>
                <a:sym typeface="Symbol"/>
              </a:rPr>
              <a:t></a:t>
            </a:r>
            <a:r>
              <a:rPr lang="en-US" altLang="zh-CN" sz="1800" b="1" baseline="-25000" dirty="0" err="1">
                <a:solidFill>
                  <a:srgbClr val="000066"/>
                </a:solidFill>
                <a:cs typeface="Times New Roman" panose="02020603050405020304" pitchFamily="18" charset="0"/>
              </a:rPr>
              <a:t>i</a:t>
            </a:r>
            <a:endParaRPr lang="en-US" altLang="zh-CN" sz="1800" b="1" baseline="-25000" dirty="0">
              <a:solidFill>
                <a:srgbClr val="000066"/>
              </a:solidFill>
              <a:cs typeface="Times New Roman" panose="02020603050405020304" pitchFamily="18" charset="0"/>
            </a:endParaRPr>
          </a:p>
        </p:txBody>
      </p:sp>
      <p:sp>
        <p:nvSpPr>
          <p:cNvPr id="74" name="Text Box 10"/>
          <p:cNvSpPr txBox="1">
            <a:spLocks noChangeArrowheads="1"/>
          </p:cNvSpPr>
          <p:nvPr/>
        </p:nvSpPr>
        <p:spPr bwMode="auto">
          <a:xfrm>
            <a:off x="6149140" y="3260951"/>
            <a:ext cx="1031094" cy="3845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800">
                <a:solidFill>
                  <a:schemeClr val="tx1"/>
                </a:solidFill>
                <a:latin typeface="Times New Roman" pitchFamily="18" charset="0"/>
                <a:ea typeface="宋体" charset="-122"/>
              </a:defRPr>
            </a:lvl1pPr>
            <a:lvl2pPr marL="742950" indent="-285750" eaLnBrk="0" hangingPunct="0">
              <a:defRPr kumimoji="1" sz="2800">
                <a:solidFill>
                  <a:schemeClr val="tx1"/>
                </a:solidFill>
                <a:latin typeface="Times New Roman" pitchFamily="18" charset="0"/>
                <a:ea typeface="宋体" charset="-122"/>
              </a:defRPr>
            </a:lvl2pPr>
            <a:lvl3pPr marL="1143000" indent="-228600" eaLnBrk="0" hangingPunct="0">
              <a:defRPr kumimoji="1" sz="2800">
                <a:solidFill>
                  <a:schemeClr val="tx1"/>
                </a:solidFill>
                <a:latin typeface="Times New Roman" pitchFamily="18" charset="0"/>
                <a:ea typeface="宋体" charset="-122"/>
              </a:defRPr>
            </a:lvl3pPr>
            <a:lvl4pPr marL="1600200" indent="-228600" eaLnBrk="0" hangingPunct="0">
              <a:defRPr kumimoji="1" sz="2800">
                <a:solidFill>
                  <a:schemeClr val="tx1"/>
                </a:solidFill>
                <a:latin typeface="Times New Roman" pitchFamily="18" charset="0"/>
                <a:ea typeface="宋体" charset="-122"/>
              </a:defRPr>
            </a:lvl4pPr>
            <a:lvl5pPr marL="2057400" indent="-228600" eaLnBrk="0" hangingPunct="0">
              <a:defRPr kumimoji="1" sz="2800">
                <a:solidFill>
                  <a:schemeClr val="tx1"/>
                </a:solidFill>
                <a:latin typeface="Times New Roman" pitchFamily="18" charset="0"/>
                <a:ea typeface="宋体" charset="-122"/>
              </a:defRPr>
            </a:lvl5pPr>
            <a:lvl6pPr marL="2514600" indent="-228600" eaLnBrk="0" fontAlgn="base" hangingPunct="0">
              <a:spcBef>
                <a:spcPct val="50000"/>
              </a:spcBef>
              <a:spcAft>
                <a:spcPct val="0"/>
              </a:spcAft>
              <a:defRPr kumimoji="1" sz="2800">
                <a:solidFill>
                  <a:schemeClr val="tx1"/>
                </a:solidFill>
                <a:latin typeface="Times New Roman" pitchFamily="18" charset="0"/>
                <a:ea typeface="宋体" charset="-122"/>
              </a:defRPr>
            </a:lvl6pPr>
            <a:lvl7pPr marL="2971800" indent="-228600" eaLnBrk="0" fontAlgn="base" hangingPunct="0">
              <a:spcBef>
                <a:spcPct val="50000"/>
              </a:spcBef>
              <a:spcAft>
                <a:spcPct val="0"/>
              </a:spcAft>
              <a:defRPr kumimoji="1" sz="2800">
                <a:solidFill>
                  <a:schemeClr val="tx1"/>
                </a:solidFill>
                <a:latin typeface="Times New Roman" pitchFamily="18" charset="0"/>
                <a:ea typeface="宋体" charset="-122"/>
              </a:defRPr>
            </a:lvl7pPr>
            <a:lvl8pPr marL="3429000" indent="-228600" eaLnBrk="0" fontAlgn="base" hangingPunct="0">
              <a:spcBef>
                <a:spcPct val="50000"/>
              </a:spcBef>
              <a:spcAft>
                <a:spcPct val="0"/>
              </a:spcAft>
              <a:defRPr kumimoji="1" sz="2800">
                <a:solidFill>
                  <a:schemeClr val="tx1"/>
                </a:solidFill>
                <a:latin typeface="Times New Roman" pitchFamily="18" charset="0"/>
                <a:ea typeface="宋体" charset="-122"/>
              </a:defRPr>
            </a:lvl8pPr>
            <a:lvl9pPr marL="3886200" indent="-228600" eaLnBrk="0" fontAlgn="base" hangingPunct="0">
              <a:spcBef>
                <a:spcPct val="50000"/>
              </a:spcBef>
              <a:spcAft>
                <a:spcPct val="0"/>
              </a:spcAft>
              <a:defRPr kumimoji="1" sz="2800">
                <a:solidFill>
                  <a:schemeClr val="tx1"/>
                </a:solidFill>
                <a:latin typeface="Times New Roman" pitchFamily="18" charset="0"/>
                <a:ea typeface="宋体" charset="-122"/>
              </a:defRPr>
            </a:lvl9pPr>
          </a:lstStyle>
          <a:p>
            <a:pPr eaLnBrk="1" hangingPunct="1"/>
            <a:r>
              <a:rPr lang="en-US" altLang="zh-CN" sz="1800" b="1" i="1" dirty="0" err="1" smtClean="0">
                <a:solidFill>
                  <a:srgbClr val="000066"/>
                </a:solidFill>
                <a:cs typeface="Times New Roman" panose="02020603050405020304" pitchFamily="18" charset="0"/>
              </a:rPr>
              <a:t>W</a:t>
            </a:r>
            <a:r>
              <a:rPr lang="en-US" altLang="zh-CN" sz="1800" b="1" baseline="-25000" dirty="0" err="1" smtClean="0">
                <a:solidFill>
                  <a:srgbClr val="000066"/>
                </a:solidFill>
                <a:cs typeface="Times New Roman" panose="02020603050405020304" pitchFamily="18" charset="0"/>
              </a:rPr>
              <a:t>i</a:t>
            </a:r>
            <a:r>
              <a:rPr lang="en-US" altLang="zh-CN" sz="1800" b="1" dirty="0" err="1" smtClean="0">
                <a:solidFill>
                  <a:srgbClr val="000066"/>
                </a:solidFill>
                <a:cs typeface="Times New Roman" panose="02020603050405020304" pitchFamily="18" charset="0"/>
              </a:rPr>
              <a:t>sin</a:t>
            </a:r>
            <a:r>
              <a:rPr lang="en-US" altLang="zh-CN" sz="1800" b="1" i="1" dirty="0" err="1" smtClean="0">
                <a:solidFill>
                  <a:srgbClr val="000066"/>
                </a:solidFill>
                <a:cs typeface="Times New Roman" panose="02020603050405020304" pitchFamily="18" charset="0"/>
                <a:sym typeface="Symbol"/>
              </a:rPr>
              <a:t></a:t>
            </a:r>
            <a:r>
              <a:rPr lang="en-US" altLang="zh-CN" sz="1800" b="1" baseline="-25000" dirty="0" err="1">
                <a:solidFill>
                  <a:srgbClr val="000066"/>
                </a:solidFill>
                <a:cs typeface="Times New Roman" panose="02020603050405020304" pitchFamily="18" charset="0"/>
              </a:rPr>
              <a:t>i</a:t>
            </a:r>
            <a:endParaRPr lang="en-US" altLang="zh-CN" sz="1800" b="1" baseline="-25000" dirty="0">
              <a:solidFill>
                <a:srgbClr val="000066"/>
              </a:solidFill>
              <a:cs typeface="Times New Roman" panose="02020603050405020304" pitchFamily="18" charset="0"/>
            </a:endParaRPr>
          </a:p>
        </p:txBody>
      </p:sp>
      <p:sp>
        <p:nvSpPr>
          <p:cNvPr id="75" name="Rectangle 69"/>
          <p:cNvSpPr>
            <a:spLocks noChangeArrowheads="1"/>
          </p:cNvSpPr>
          <p:nvPr/>
        </p:nvSpPr>
        <p:spPr bwMode="auto">
          <a:xfrm>
            <a:off x="6459014" y="4415922"/>
            <a:ext cx="2057587" cy="941796"/>
          </a:xfrm>
          <a:prstGeom prst="rect">
            <a:avLst/>
          </a:prstGeom>
          <a:noFill/>
          <a:ln w="9525">
            <a:noFill/>
            <a:miter lim="800000"/>
            <a:headEnd/>
            <a:tailEnd/>
          </a:ln>
        </p:spPr>
        <p:txBody>
          <a:bodyPr wrap="square"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spcBef>
                <a:spcPts val="0"/>
              </a:spcBef>
              <a:spcAft>
                <a:spcPts val="0"/>
              </a:spcAft>
              <a:buSzPct val="130000"/>
            </a:pPr>
            <a:r>
              <a:rPr kumimoji="1" lang="zh-CN" altLang="en-US" sz="24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如何考虑孔隙水压力</a:t>
            </a:r>
            <a:r>
              <a:rPr kumimoji="1" lang="en-US" altLang="zh-CN" sz="2400" b="1" i="1" dirty="0" err="1"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u</a:t>
            </a:r>
            <a:r>
              <a:rPr kumimoji="1" lang="en-US" altLang="zh-CN" sz="2400" b="1" baseline="-25000" dirty="0" err="1"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i</a:t>
            </a:r>
            <a:r>
              <a:rPr kumimoji="1" lang="zh-CN" altLang="en-US" sz="24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a:t>
            </a:r>
            <a:endParaRPr kumimoji="1" lang="zh-CN" altLang="en-US" sz="24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p:txBody>
      </p:sp>
      <p:sp>
        <p:nvSpPr>
          <p:cNvPr id="76" name="Text Box 4"/>
          <p:cNvSpPr txBox="1">
            <a:spLocks noChangeArrowheads="1"/>
          </p:cNvSpPr>
          <p:nvPr/>
        </p:nvSpPr>
        <p:spPr bwMode="auto">
          <a:xfrm>
            <a:off x="710841" y="1345452"/>
            <a:ext cx="2311955" cy="4985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361950" indent="-361950" eaLnBrk="1" hangingPunct="1">
              <a:lnSpc>
                <a:spcPct val="120000"/>
              </a:lnSpc>
              <a:spcBef>
                <a:spcPts val="200"/>
              </a:spcBef>
              <a:spcAft>
                <a:spcPts val="200"/>
              </a:spcAft>
              <a:buClr>
                <a:srgbClr val="A50021"/>
              </a:buClr>
              <a:buSzPct val="100000"/>
              <a:buFont typeface="+mj-lt"/>
              <a:buAutoNum type="arabicPeriod"/>
            </a:pPr>
            <a:r>
              <a:rPr lang="zh-CN" altLang="en-US" sz="2400" b="1" dirty="0">
                <a:solidFill>
                  <a:srgbClr val="000066"/>
                </a:solidFill>
                <a:ea typeface="幼圆" pitchFamily="49" charset="-122"/>
              </a:rPr>
              <a:t>有效应力法</a:t>
            </a:r>
            <a:endParaRPr lang="en-US" altLang="zh-CN" sz="2400" b="1" dirty="0" smtClean="0">
              <a:solidFill>
                <a:srgbClr val="000066"/>
              </a:solidFill>
              <a:ea typeface="幼圆" pitchFamily="49" charset="-122"/>
            </a:endParaRPr>
          </a:p>
        </p:txBody>
      </p:sp>
      <p:sp>
        <p:nvSpPr>
          <p:cNvPr id="78" name="Text Box 24"/>
          <p:cNvSpPr txBox="1">
            <a:spLocks noChangeArrowheads="1"/>
          </p:cNvSpPr>
          <p:nvPr/>
        </p:nvSpPr>
        <p:spPr bwMode="auto">
          <a:xfrm>
            <a:off x="7130754" y="2387470"/>
            <a:ext cx="362718" cy="385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800">
                <a:solidFill>
                  <a:schemeClr val="tx1"/>
                </a:solidFill>
                <a:latin typeface="Times New Roman" pitchFamily="18" charset="0"/>
                <a:ea typeface="宋体" charset="-122"/>
              </a:defRPr>
            </a:lvl1pPr>
            <a:lvl2pPr marL="742950" indent="-285750" eaLnBrk="0" hangingPunct="0">
              <a:defRPr kumimoji="1" sz="2800">
                <a:solidFill>
                  <a:schemeClr val="tx1"/>
                </a:solidFill>
                <a:latin typeface="Times New Roman" pitchFamily="18" charset="0"/>
                <a:ea typeface="宋体" charset="-122"/>
              </a:defRPr>
            </a:lvl2pPr>
            <a:lvl3pPr marL="1143000" indent="-228600" eaLnBrk="0" hangingPunct="0">
              <a:defRPr kumimoji="1" sz="2800">
                <a:solidFill>
                  <a:schemeClr val="tx1"/>
                </a:solidFill>
                <a:latin typeface="Times New Roman" pitchFamily="18" charset="0"/>
                <a:ea typeface="宋体" charset="-122"/>
              </a:defRPr>
            </a:lvl3pPr>
            <a:lvl4pPr marL="1600200" indent="-228600" eaLnBrk="0" hangingPunct="0">
              <a:defRPr kumimoji="1" sz="2800">
                <a:solidFill>
                  <a:schemeClr val="tx1"/>
                </a:solidFill>
                <a:latin typeface="Times New Roman" pitchFamily="18" charset="0"/>
                <a:ea typeface="宋体" charset="-122"/>
              </a:defRPr>
            </a:lvl4pPr>
            <a:lvl5pPr marL="2057400" indent="-228600" eaLnBrk="0" hangingPunct="0">
              <a:defRPr kumimoji="1" sz="2800">
                <a:solidFill>
                  <a:schemeClr val="tx1"/>
                </a:solidFill>
                <a:latin typeface="Times New Roman" pitchFamily="18" charset="0"/>
                <a:ea typeface="宋体" charset="-122"/>
              </a:defRPr>
            </a:lvl5pPr>
            <a:lvl6pPr marL="2514600" indent="-228600" eaLnBrk="0" fontAlgn="base" hangingPunct="0">
              <a:spcBef>
                <a:spcPct val="50000"/>
              </a:spcBef>
              <a:spcAft>
                <a:spcPct val="0"/>
              </a:spcAft>
              <a:defRPr kumimoji="1" sz="2800">
                <a:solidFill>
                  <a:schemeClr val="tx1"/>
                </a:solidFill>
                <a:latin typeface="Times New Roman" pitchFamily="18" charset="0"/>
                <a:ea typeface="宋体" charset="-122"/>
              </a:defRPr>
            </a:lvl6pPr>
            <a:lvl7pPr marL="2971800" indent="-228600" eaLnBrk="0" fontAlgn="base" hangingPunct="0">
              <a:spcBef>
                <a:spcPct val="50000"/>
              </a:spcBef>
              <a:spcAft>
                <a:spcPct val="0"/>
              </a:spcAft>
              <a:defRPr kumimoji="1" sz="2800">
                <a:solidFill>
                  <a:schemeClr val="tx1"/>
                </a:solidFill>
                <a:latin typeface="Times New Roman" pitchFamily="18" charset="0"/>
                <a:ea typeface="宋体" charset="-122"/>
              </a:defRPr>
            </a:lvl7pPr>
            <a:lvl8pPr marL="3429000" indent="-228600" eaLnBrk="0" fontAlgn="base" hangingPunct="0">
              <a:spcBef>
                <a:spcPct val="50000"/>
              </a:spcBef>
              <a:spcAft>
                <a:spcPct val="0"/>
              </a:spcAft>
              <a:defRPr kumimoji="1" sz="2800">
                <a:solidFill>
                  <a:schemeClr val="tx1"/>
                </a:solidFill>
                <a:latin typeface="Times New Roman" pitchFamily="18" charset="0"/>
                <a:ea typeface="宋体" charset="-122"/>
              </a:defRPr>
            </a:lvl8pPr>
            <a:lvl9pPr marL="3886200" indent="-228600" eaLnBrk="0" fontAlgn="base" hangingPunct="0">
              <a:spcBef>
                <a:spcPct val="50000"/>
              </a:spcBef>
              <a:spcAft>
                <a:spcPct val="0"/>
              </a:spcAft>
              <a:defRPr kumimoji="1" sz="2800">
                <a:solidFill>
                  <a:schemeClr val="tx1"/>
                </a:solidFill>
                <a:latin typeface="Times New Roman" pitchFamily="18" charset="0"/>
                <a:ea typeface="宋体" charset="-122"/>
              </a:defRPr>
            </a:lvl9pPr>
          </a:lstStyle>
          <a:p>
            <a:pPr eaLnBrk="1" hangingPunct="1"/>
            <a:r>
              <a:rPr lang="en-US" altLang="zh-CN" sz="1800" b="1" i="1" dirty="0" smtClean="0">
                <a:solidFill>
                  <a:srgbClr val="C00000"/>
                </a:solidFill>
                <a:cs typeface="Times New Roman" panose="02020603050405020304" pitchFamily="18" charset="0"/>
              </a:rPr>
              <a:t>l</a:t>
            </a:r>
            <a:r>
              <a:rPr lang="en-US" altLang="zh-CN" sz="1800" b="1" baseline="-25000" dirty="0" smtClean="0">
                <a:solidFill>
                  <a:srgbClr val="C00000"/>
                </a:solidFill>
                <a:cs typeface="Times New Roman" panose="02020603050405020304" pitchFamily="18" charset="0"/>
              </a:rPr>
              <a:t>i</a:t>
            </a:r>
            <a:endParaRPr lang="en-US" altLang="zh-CN" sz="1800" b="1" baseline="-25000" dirty="0">
              <a:solidFill>
                <a:srgbClr val="C00000"/>
              </a:solidFill>
              <a:cs typeface="Times New Roman" panose="02020603050405020304" pitchFamily="18" charset="0"/>
            </a:endParaRPr>
          </a:p>
        </p:txBody>
      </p:sp>
      <p:pic>
        <p:nvPicPr>
          <p:cNvPr id="1780738" name="Picture 2" descr="H:\timg (1).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644669" y="4328851"/>
            <a:ext cx="715303" cy="1069569"/>
          </a:xfrm>
          <a:prstGeom prst="rect">
            <a:avLst/>
          </a:prstGeom>
          <a:noFill/>
          <a:extLst>
            <a:ext uri="{909E8E84-426E-40DD-AFC4-6F175D3DCCD1}">
              <a14:hiddenFill xmlns:a14="http://schemas.microsoft.com/office/drawing/2010/main">
                <a:solidFill>
                  <a:srgbClr val="FFFFFF"/>
                </a:solidFill>
              </a14:hiddenFill>
            </a:ext>
          </a:extLst>
        </p:spPr>
      </p:pic>
      <p:grpSp>
        <p:nvGrpSpPr>
          <p:cNvPr id="5" name="组合 4"/>
          <p:cNvGrpSpPr/>
          <p:nvPr/>
        </p:nvGrpSpPr>
        <p:grpSpPr>
          <a:xfrm>
            <a:off x="1060693" y="1857368"/>
            <a:ext cx="3845255" cy="1392245"/>
            <a:chOff x="1060693" y="1857368"/>
            <a:chExt cx="3845255" cy="1392245"/>
          </a:xfrm>
        </p:grpSpPr>
        <p:sp>
          <p:nvSpPr>
            <p:cNvPr id="77" name="Text Box 4"/>
            <p:cNvSpPr txBox="1">
              <a:spLocks noChangeArrowheads="1"/>
            </p:cNvSpPr>
            <p:nvPr/>
          </p:nvSpPr>
          <p:spPr bwMode="auto">
            <a:xfrm>
              <a:off x="1060693" y="1857368"/>
              <a:ext cx="3845255" cy="892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180975" indent="-180975" eaLnBrk="1" hangingPunct="1">
                <a:lnSpc>
                  <a:spcPct val="130000"/>
                </a:lnSpc>
                <a:spcBef>
                  <a:spcPts val="0"/>
                </a:spcBef>
                <a:spcAft>
                  <a:spcPts val="0"/>
                </a:spcAft>
                <a:buClr>
                  <a:srgbClr val="A50021"/>
                </a:buClr>
                <a:buSzPct val="130000"/>
                <a:buFont typeface="Arial" panose="020B0604020202020204" pitchFamily="34" charset="0"/>
                <a:buChar char="•"/>
              </a:pPr>
              <a:r>
                <a:rPr lang="zh-CN" altLang="en-US" sz="2000" b="1" dirty="0" smtClean="0">
                  <a:solidFill>
                    <a:srgbClr val="000066"/>
                  </a:solidFill>
                  <a:ea typeface="幼圆" pitchFamily="49" charset="-122"/>
                  <a:cs typeface="Times New Roman" panose="02020603050405020304" pitchFamily="18" charset="0"/>
                </a:rPr>
                <a:t>在法向力中减去孔隙水压力</a:t>
              </a:r>
              <a:r>
                <a:rPr kumimoji="1" lang="en-US" altLang="zh-CN" sz="2000" b="1" i="1" dirty="0" err="1" smtClean="0">
                  <a:solidFill>
                    <a:srgbClr val="C00000"/>
                  </a:solidFill>
                </a:rPr>
                <a:t>u</a:t>
              </a:r>
              <a:r>
                <a:rPr kumimoji="1" lang="en-US" altLang="zh-CN" sz="2000" b="1" baseline="-25000" dirty="0" err="1" smtClean="0">
                  <a:solidFill>
                    <a:srgbClr val="C00000"/>
                  </a:solidFill>
                </a:rPr>
                <a:t>i</a:t>
              </a:r>
              <a:r>
                <a:rPr kumimoji="1" lang="en-US" altLang="zh-CN" sz="2000" b="1" i="1" dirty="0" err="1" smtClean="0">
                  <a:solidFill>
                    <a:srgbClr val="C00000"/>
                  </a:solidFill>
                </a:rPr>
                <a:t>l</a:t>
              </a:r>
              <a:r>
                <a:rPr kumimoji="1" lang="en-US" altLang="zh-CN" sz="2000" b="1" baseline="-25000" dirty="0" err="1" smtClean="0">
                  <a:solidFill>
                    <a:srgbClr val="C00000"/>
                  </a:solidFill>
                  <a:sym typeface="Symbol"/>
                </a:rPr>
                <a:t>i</a:t>
              </a:r>
              <a:endParaRPr kumimoji="1" lang="en-US" altLang="zh-CN" sz="2000" b="1" baseline="-25000" dirty="0">
                <a:solidFill>
                  <a:srgbClr val="C00000"/>
                </a:solidFill>
              </a:endParaRPr>
            </a:p>
            <a:p>
              <a:pPr marL="180975" indent="-180975" eaLnBrk="1" hangingPunct="1">
                <a:lnSpc>
                  <a:spcPct val="130000"/>
                </a:lnSpc>
                <a:spcBef>
                  <a:spcPts val="0"/>
                </a:spcBef>
                <a:spcAft>
                  <a:spcPts val="0"/>
                </a:spcAft>
                <a:buClr>
                  <a:srgbClr val="A50021"/>
                </a:buClr>
                <a:buSzPct val="130000"/>
                <a:buFont typeface="Arial" panose="020B0604020202020204" pitchFamily="34" charset="0"/>
                <a:buChar char="•"/>
              </a:pPr>
              <a:r>
                <a:rPr lang="zh-CN" altLang="en-US" sz="2000" b="1" dirty="0" smtClean="0">
                  <a:solidFill>
                    <a:srgbClr val="000066"/>
                  </a:solidFill>
                  <a:ea typeface="幼圆" pitchFamily="49" charset="-122"/>
                  <a:cs typeface="Times New Roman" panose="02020603050405020304" pitchFamily="18" charset="0"/>
                </a:rPr>
                <a:t>使用有效应力内摩擦角</a:t>
              </a:r>
              <a:r>
                <a:rPr lang="zh-CN" altLang="en-US" sz="2000" b="1" i="1" dirty="0" smtClean="0">
                  <a:solidFill>
                    <a:srgbClr val="C00000"/>
                  </a:solidFill>
                  <a:ea typeface="幼圆" pitchFamily="49" charset="-122"/>
                  <a:cs typeface="Times New Roman" panose="02020603050405020304" pitchFamily="18" charset="0"/>
                  <a:sym typeface="Symbol"/>
                </a:rPr>
                <a:t></a:t>
              </a:r>
              <a:r>
                <a:rPr lang="zh-CN" altLang="en-US" sz="2000" b="1" dirty="0" smtClean="0">
                  <a:solidFill>
                    <a:srgbClr val="C00000"/>
                  </a:solidFill>
                  <a:ea typeface="幼圆" pitchFamily="49" charset="-122"/>
                  <a:cs typeface="Times New Roman" panose="02020603050405020304" pitchFamily="18" charset="0"/>
                  <a:sym typeface="Symbol"/>
                </a:rPr>
                <a:t></a:t>
              </a:r>
              <a:r>
                <a:rPr lang="en-US" altLang="zh-CN" sz="2000" b="1" baseline="-25000" dirty="0" err="1" smtClean="0">
                  <a:solidFill>
                    <a:srgbClr val="C00000"/>
                  </a:solidFill>
                  <a:ea typeface="幼圆" pitchFamily="49" charset="-122"/>
                  <a:cs typeface="Times New Roman" panose="02020603050405020304" pitchFamily="18" charset="0"/>
                  <a:sym typeface="Symbol"/>
                </a:rPr>
                <a:t>i</a:t>
              </a:r>
              <a:endParaRPr lang="en-US" altLang="zh-CN" sz="2000" b="1" baseline="-25000" dirty="0">
                <a:solidFill>
                  <a:srgbClr val="C00000"/>
                </a:solidFill>
                <a:ea typeface="幼圆" pitchFamily="49" charset="-122"/>
                <a:cs typeface="Times New Roman" panose="02020603050405020304" pitchFamily="18" charset="0"/>
              </a:endParaRPr>
            </a:p>
          </p:txBody>
        </p:sp>
        <p:graphicFrame>
          <p:nvGraphicFramePr>
            <p:cNvPr id="2" name="对象 1"/>
            <p:cNvGraphicFramePr>
              <a:graphicFrameLocks noChangeAspect="1"/>
            </p:cNvGraphicFramePr>
            <p:nvPr>
              <p:extLst>
                <p:ext uri="{D42A27DB-BD31-4B8C-83A1-F6EECF244321}">
                  <p14:modId xmlns:p14="http://schemas.microsoft.com/office/powerpoint/2010/main" val="2246455155"/>
                </p:ext>
              </p:extLst>
            </p:nvPr>
          </p:nvGraphicFramePr>
          <p:xfrm>
            <a:off x="1316038" y="2835275"/>
            <a:ext cx="2917825" cy="414338"/>
          </p:xfrm>
          <a:graphic>
            <a:graphicData uri="http://schemas.openxmlformats.org/presentationml/2006/ole">
              <mc:AlternateContent xmlns:mc="http://schemas.openxmlformats.org/markup-compatibility/2006">
                <mc:Choice xmlns:v="urn:schemas-microsoft-com:vml" Requires="v">
                  <p:oleObj spid="_x0000_s1781167" name="Equation" r:id="rId5" imgW="1612800" imgH="228600" progId="Equation.DSMT4">
                    <p:embed/>
                  </p:oleObj>
                </mc:Choice>
                <mc:Fallback>
                  <p:oleObj name="Equation" r:id="rId5" imgW="1612800" imgH="228600" progId="Equation.DSMT4">
                    <p:embed/>
                    <p:pic>
                      <p:nvPicPr>
                        <p:cNvPr id="0" name="Object 1"/>
                        <p:cNvPicPr>
                          <a:picLocks noChangeAspect="1" noChangeArrowheads="1"/>
                        </p:cNvPicPr>
                        <p:nvPr/>
                      </p:nvPicPr>
                      <p:blipFill>
                        <a:blip r:embed="rId6"/>
                        <a:srcRect/>
                        <a:stretch>
                          <a:fillRect/>
                        </a:stretch>
                      </p:blipFill>
                      <p:spPr bwMode="auto">
                        <a:xfrm>
                          <a:off x="1316038" y="2835275"/>
                          <a:ext cx="2917825" cy="414338"/>
                        </a:xfrm>
                        <a:prstGeom prst="rect">
                          <a:avLst/>
                        </a:prstGeom>
                        <a:noFill/>
                        <a:ln>
                          <a:noFill/>
                        </a:ln>
                      </p:spPr>
                    </p:pic>
                  </p:oleObj>
                </mc:Fallback>
              </mc:AlternateContent>
            </a:graphicData>
          </a:graphic>
        </p:graphicFrame>
      </p:grpSp>
      <p:sp>
        <p:nvSpPr>
          <p:cNvPr id="81" name="Text Box 4"/>
          <p:cNvSpPr txBox="1">
            <a:spLocks noChangeArrowheads="1"/>
          </p:cNvSpPr>
          <p:nvPr/>
        </p:nvSpPr>
        <p:spPr bwMode="auto">
          <a:xfrm>
            <a:off x="728073" y="3326650"/>
            <a:ext cx="2311955" cy="4931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357188" indent="-357188" eaLnBrk="1" hangingPunct="1">
              <a:lnSpc>
                <a:spcPct val="120000"/>
              </a:lnSpc>
              <a:spcBef>
                <a:spcPts val="200"/>
              </a:spcBef>
              <a:spcAft>
                <a:spcPts val="200"/>
              </a:spcAft>
              <a:buClr>
                <a:srgbClr val="A50021"/>
              </a:buClr>
              <a:buSzPct val="100000"/>
              <a:buFont typeface="+mj-lt"/>
              <a:buAutoNum type="arabicPeriod" startAt="2"/>
            </a:pPr>
            <a:r>
              <a:rPr lang="zh-CN" altLang="en-US" sz="2400" b="1" dirty="0">
                <a:solidFill>
                  <a:srgbClr val="000066"/>
                </a:solidFill>
                <a:ea typeface="幼圆" pitchFamily="49" charset="-122"/>
              </a:rPr>
              <a:t>总</a:t>
            </a:r>
            <a:r>
              <a:rPr lang="zh-CN" altLang="en-US" sz="2400" b="1" dirty="0" smtClean="0">
                <a:solidFill>
                  <a:srgbClr val="000066"/>
                </a:solidFill>
                <a:ea typeface="幼圆" pitchFamily="49" charset="-122"/>
              </a:rPr>
              <a:t>应力法</a:t>
            </a:r>
            <a:endParaRPr lang="en-US" altLang="zh-CN" sz="2400" b="1" dirty="0" smtClean="0">
              <a:solidFill>
                <a:srgbClr val="000066"/>
              </a:solidFill>
              <a:ea typeface="幼圆" pitchFamily="49" charset="-122"/>
            </a:endParaRPr>
          </a:p>
        </p:txBody>
      </p:sp>
      <p:grpSp>
        <p:nvGrpSpPr>
          <p:cNvPr id="14" name="组合 13"/>
          <p:cNvGrpSpPr/>
          <p:nvPr/>
        </p:nvGrpSpPr>
        <p:grpSpPr>
          <a:xfrm>
            <a:off x="1038170" y="3878321"/>
            <a:ext cx="3845255" cy="1469967"/>
            <a:chOff x="1038170" y="3878321"/>
            <a:chExt cx="3845255" cy="1469967"/>
          </a:xfrm>
        </p:grpSpPr>
        <p:sp>
          <p:nvSpPr>
            <p:cNvPr id="82" name="Text Box 4"/>
            <p:cNvSpPr txBox="1">
              <a:spLocks noChangeArrowheads="1"/>
            </p:cNvSpPr>
            <p:nvPr/>
          </p:nvSpPr>
          <p:spPr bwMode="auto">
            <a:xfrm>
              <a:off x="1038170" y="3878321"/>
              <a:ext cx="3845255" cy="892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180975" indent="-180975" eaLnBrk="1" hangingPunct="1">
                <a:lnSpc>
                  <a:spcPct val="130000"/>
                </a:lnSpc>
                <a:spcBef>
                  <a:spcPts val="0"/>
                </a:spcBef>
                <a:spcAft>
                  <a:spcPts val="0"/>
                </a:spcAft>
                <a:buClr>
                  <a:srgbClr val="A50021"/>
                </a:buClr>
                <a:buSzPct val="130000"/>
                <a:buFont typeface="Arial" panose="020B0604020202020204" pitchFamily="34" charset="0"/>
                <a:buChar char="•"/>
              </a:pPr>
              <a:r>
                <a:rPr lang="zh-CN" altLang="en-US" sz="2000" b="1" dirty="0" smtClean="0">
                  <a:solidFill>
                    <a:srgbClr val="000066"/>
                  </a:solidFill>
                  <a:ea typeface="幼圆" pitchFamily="49" charset="-122"/>
                  <a:cs typeface="Times New Roman" panose="02020603050405020304" pitchFamily="18" charset="0"/>
                </a:rPr>
                <a:t>在法向力中不扣除孔隙水压力</a:t>
              </a:r>
              <a:endParaRPr kumimoji="1" lang="en-US" altLang="zh-CN" sz="2000" b="1" i="1" baseline="-25000" dirty="0">
                <a:solidFill>
                  <a:srgbClr val="C00000"/>
                </a:solidFill>
              </a:endParaRPr>
            </a:p>
            <a:p>
              <a:pPr marL="180975" indent="-180975" eaLnBrk="1" hangingPunct="1">
                <a:lnSpc>
                  <a:spcPct val="130000"/>
                </a:lnSpc>
                <a:spcBef>
                  <a:spcPts val="0"/>
                </a:spcBef>
                <a:spcAft>
                  <a:spcPts val="0"/>
                </a:spcAft>
                <a:buClr>
                  <a:srgbClr val="A50021"/>
                </a:buClr>
                <a:buSzPct val="130000"/>
                <a:buFont typeface="Arial" panose="020B0604020202020204" pitchFamily="34" charset="0"/>
                <a:buChar char="•"/>
              </a:pPr>
              <a:r>
                <a:rPr lang="zh-CN" altLang="en-US" sz="2000" b="1" dirty="0" smtClean="0">
                  <a:solidFill>
                    <a:srgbClr val="000066"/>
                  </a:solidFill>
                  <a:ea typeface="幼圆" pitchFamily="49" charset="-122"/>
                  <a:cs typeface="Times New Roman" panose="02020603050405020304" pitchFamily="18" charset="0"/>
                </a:rPr>
                <a:t>使用总应力内摩擦角</a:t>
              </a:r>
              <a:r>
                <a:rPr lang="zh-CN" altLang="en-US" sz="2000" b="1" i="1" dirty="0" smtClean="0">
                  <a:solidFill>
                    <a:srgbClr val="C00000"/>
                  </a:solidFill>
                  <a:ea typeface="幼圆" pitchFamily="49" charset="-122"/>
                  <a:cs typeface="Times New Roman" panose="02020603050405020304" pitchFamily="18" charset="0"/>
                  <a:sym typeface="Symbol"/>
                </a:rPr>
                <a:t></a:t>
              </a:r>
              <a:r>
                <a:rPr lang="en-US" altLang="zh-CN" sz="2000" b="1" baseline="-25000" dirty="0" err="1" smtClean="0">
                  <a:solidFill>
                    <a:srgbClr val="C00000"/>
                  </a:solidFill>
                  <a:ea typeface="幼圆" pitchFamily="49" charset="-122"/>
                  <a:cs typeface="Times New Roman" panose="02020603050405020304" pitchFamily="18" charset="0"/>
                  <a:sym typeface="Symbol"/>
                </a:rPr>
                <a:t>i</a:t>
              </a:r>
              <a:endParaRPr lang="en-US" altLang="zh-CN" sz="2000" b="1" baseline="-25000" dirty="0">
                <a:solidFill>
                  <a:srgbClr val="C00000"/>
                </a:solidFill>
                <a:ea typeface="幼圆" pitchFamily="49" charset="-122"/>
                <a:cs typeface="Times New Roman" panose="02020603050405020304" pitchFamily="18" charset="0"/>
              </a:endParaRPr>
            </a:p>
          </p:txBody>
        </p:sp>
        <p:graphicFrame>
          <p:nvGraphicFramePr>
            <p:cNvPr id="83" name="对象 82"/>
            <p:cNvGraphicFramePr>
              <a:graphicFrameLocks noChangeAspect="1"/>
            </p:cNvGraphicFramePr>
            <p:nvPr>
              <p:extLst>
                <p:ext uri="{D42A27DB-BD31-4B8C-83A1-F6EECF244321}">
                  <p14:modId xmlns:p14="http://schemas.microsoft.com/office/powerpoint/2010/main" val="3663859577"/>
                </p:ext>
              </p:extLst>
            </p:nvPr>
          </p:nvGraphicFramePr>
          <p:xfrm>
            <a:off x="1408113" y="4935538"/>
            <a:ext cx="2435225" cy="412750"/>
          </p:xfrm>
          <a:graphic>
            <a:graphicData uri="http://schemas.openxmlformats.org/presentationml/2006/ole">
              <mc:AlternateContent xmlns:mc="http://schemas.openxmlformats.org/markup-compatibility/2006">
                <mc:Choice xmlns:v="urn:schemas-microsoft-com:vml" Requires="v">
                  <p:oleObj spid="_x0000_s1781168" name="Equation" r:id="rId7" imgW="1346040" imgH="228600" progId="Equation.DSMT4">
                    <p:embed/>
                  </p:oleObj>
                </mc:Choice>
                <mc:Fallback>
                  <p:oleObj name="Equation" r:id="rId7" imgW="1346040" imgH="228600" progId="Equation.DSMT4">
                    <p:embed/>
                    <p:pic>
                      <p:nvPicPr>
                        <p:cNvPr id="0" name=""/>
                        <p:cNvPicPr>
                          <a:picLocks noChangeAspect="1" noChangeArrowheads="1"/>
                        </p:cNvPicPr>
                        <p:nvPr/>
                      </p:nvPicPr>
                      <p:blipFill>
                        <a:blip r:embed="rId8"/>
                        <a:srcRect/>
                        <a:stretch>
                          <a:fillRect/>
                        </a:stretch>
                      </p:blipFill>
                      <p:spPr bwMode="auto">
                        <a:xfrm>
                          <a:off x="1408113" y="4935538"/>
                          <a:ext cx="2435225" cy="412750"/>
                        </a:xfrm>
                        <a:prstGeom prst="rect">
                          <a:avLst/>
                        </a:prstGeom>
                        <a:noFill/>
                        <a:ln>
                          <a:noFill/>
                        </a:ln>
                      </p:spPr>
                    </p:pic>
                  </p:oleObj>
                </mc:Fallback>
              </mc:AlternateContent>
            </a:graphicData>
          </a:graphic>
        </p:graphicFrame>
      </p:grpSp>
      <p:sp>
        <p:nvSpPr>
          <p:cNvPr id="89" name="Text Box 7"/>
          <p:cNvSpPr txBox="1">
            <a:spLocks noChangeArrowheads="1"/>
          </p:cNvSpPr>
          <p:nvPr/>
        </p:nvSpPr>
        <p:spPr bwMode="auto">
          <a:xfrm>
            <a:off x="0" y="0"/>
            <a:ext cx="5144494"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1800" b="1" kern="900" spc="130" dirty="0" smtClean="0">
                <a:solidFill>
                  <a:srgbClr val="000066"/>
                </a:solidFill>
                <a:ea typeface="黑体" panose="02010609060101010101" pitchFamily="49" charset="-122"/>
                <a:cs typeface="Times New Roman" panose="02020603050405020304" pitchFamily="18" charset="0"/>
              </a:rPr>
              <a:t>§7.4  </a:t>
            </a:r>
            <a:r>
              <a:rPr lang="zh-CN" altLang="en-US" sz="1800" b="1" kern="900" spc="130" dirty="0" smtClean="0">
                <a:solidFill>
                  <a:srgbClr val="000066"/>
                </a:solidFill>
                <a:ea typeface="黑体" panose="02010609060101010101" pitchFamily="49" charset="-122"/>
                <a:cs typeface="Times New Roman" panose="02020603050405020304" pitchFamily="18" charset="0"/>
              </a:rPr>
              <a:t>总</a:t>
            </a:r>
            <a:r>
              <a:rPr lang="zh-CN" altLang="en-US" sz="1800" b="1" kern="900" spc="130" dirty="0">
                <a:solidFill>
                  <a:srgbClr val="000066"/>
                </a:solidFill>
                <a:ea typeface="黑体" panose="02010609060101010101" pitchFamily="49" charset="-122"/>
                <a:cs typeface="Times New Roman" panose="02020603050405020304" pitchFamily="18" charset="0"/>
              </a:rPr>
              <a:t>应力法与有效应力</a:t>
            </a:r>
            <a:r>
              <a:rPr lang="zh-CN" altLang="en-US" sz="1800" b="1" kern="900" spc="130" dirty="0" smtClean="0">
                <a:solidFill>
                  <a:srgbClr val="000066"/>
                </a:solidFill>
                <a:ea typeface="黑体" panose="02010609060101010101" pitchFamily="49" charset="-122"/>
                <a:cs typeface="Times New Roman" panose="02020603050405020304" pitchFamily="18" charset="0"/>
              </a:rPr>
              <a:t>法 </a:t>
            </a:r>
            <a:r>
              <a:rPr lang="en-US" altLang="zh-CN" sz="1800" b="1" kern="900" spc="130" dirty="0" smtClean="0">
                <a:solidFill>
                  <a:srgbClr val="000066"/>
                </a:solidFill>
                <a:ea typeface="黑体" panose="02010609060101010101" pitchFamily="49" charset="-122"/>
                <a:cs typeface="Times New Roman" panose="02020603050405020304" pitchFamily="18" charset="0"/>
              </a:rPr>
              <a:t>- </a:t>
            </a:r>
            <a:r>
              <a:rPr lang="zh-CN" altLang="en-US" sz="1800" b="1" kern="900" spc="130" dirty="0" smtClean="0">
                <a:solidFill>
                  <a:srgbClr val="000066"/>
                </a:solidFill>
                <a:ea typeface="黑体" panose="02010609060101010101" pitchFamily="49" charset="-122"/>
                <a:cs typeface="Times New Roman" panose="02020603050405020304" pitchFamily="18" charset="0"/>
              </a:rPr>
              <a:t>基本概念</a:t>
            </a:r>
            <a:endParaRPr lang="zh-CN" altLang="en-US" sz="1800" b="1" kern="900" spc="130" dirty="0">
              <a:solidFill>
                <a:srgbClr val="000066"/>
              </a:solidFill>
              <a:ea typeface="黑体" panose="02010609060101010101" pitchFamily="49" charset="-122"/>
              <a:cs typeface="Times New Roman" panose="02020603050405020304" pitchFamily="18" charset="0"/>
            </a:endParaRPr>
          </a:p>
        </p:txBody>
      </p:sp>
      <p:sp>
        <p:nvSpPr>
          <p:cNvPr id="90" name="Text Box 2"/>
          <p:cNvSpPr txBox="1">
            <a:spLocks noChangeArrowheads="1"/>
          </p:cNvSpPr>
          <p:nvPr/>
        </p:nvSpPr>
        <p:spPr bwMode="auto">
          <a:xfrm>
            <a:off x="2456953" y="5701142"/>
            <a:ext cx="4890052"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gn="ctr" eaLnBrk="1" hangingPunct="1">
              <a:lnSpc>
                <a:spcPct val="100000"/>
              </a:lnSpc>
              <a:spcBef>
                <a:spcPct val="0"/>
              </a:spcBef>
              <a:spcAft>
                <a:spcPct val="0"/>
              </a:spcAft>
            </a:pPr>
            <a:r>
              <a:rPr kumimoji="1" lang="zh-CN" altLang="en-US" sz="4000" b="1" dirty="0" smtClean="0">
                <a:solidFill>
                  <a:srgbClr val="000066"/>
                </a:solidFill>
                <a:latin typeface="黑体" pitchFamily="2" charset="-122"/>
                <a:ea typeface="黑体" pitchFamily="2" charset="-122"/>
              </a:rPr>
              <a:t>基本概念</a:t>
            </a:r>
            <a:endParaRPr kumimoji="1" lang="zh-CN" altLang="en-US" sz="4000" b="1" dirty="0">
              <a:solidFill>
                <a:srgbClr val="000066"/>
              </a:solidFill>
              <a:latin typeface="黑体" pitchFamily="2" charset="-122"/>
              <a:ea typeface="黑体" pitchFamily="2" charset="-122"/>
            </a:endParaRPr>
          </a:p>
        </p:txBody>
      </p:sp>
      <p:sp>
        <p:nvSpPr>
          <p:cNvPr id="79" name="矩形 78"/>
          <p:cNvSpPr/>
          <p:nvPr/>
        </p:nvSpPr>
        <p:spPr bwMode="auto">
          <a:xfrm>
            <a:off x="5503818" y="4293330"/>
            <a:ext cx="3039292" cy="1193074"/>
          </a:xfrm>
          <a:prstGeom prst="rect">
            <a:avLst/>
          </a:prstGeom>
          <a:noFill/>
          <a:ln w="12700" cap="flat" cmpd="sng" algn="ctr">
            <a:solidFill>
              <a:srgbClr val="000066"/>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rot="0" spcFirstLastPara="0" vertOverflow="overflow" horzOverflow="overflow" vert="horz" wrap="none" lIns="90000" tIns="46800" rIns="90000" bIns="46800" numCol="1" spcCol="0" rtlCol="0" fromWordArt="0" anchor="t" anchorCtr="0" forceAA="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grpSp>
        <p:nvGrpSpPr>
          <p:cNvPr id="3" name="组合 2"/>
          <p:cNvGrpSpPr/>
          <p:nvPr/>
        </p:nvGrpSpPr>
        <p:grpSpPr>
          <a:xfrm>
            <a:off x="7128403" y="2689808"/>
            <a:ext cx="375116" cy="352413"/>
            <a:chOff x="7128403" y="2689808"/>
            <a:chExt cx="375116" cy="352413"/>
          </a:xfrm>
        </p:grpSpPr>
        <p:cxnSp>
          <p:nvCxnSpPr>
            <p:cNvPr id="54" name="直接连接符 53"/>
            <p:cNvCxnSpPr/>
            <p:nvPr/>
          </p:nvCxnSpPr>
          <p:spPr bwMode="auto">
            <a:xfrm>
              <a:off x="7285499" y="2772741"/>
              <a:ext cx="86099" cy="146071"/>
            </a:xfrm>
            <a:prstGeom prst="line">
              <a:avLst/>
            </a:prstGeom>
            <a:noFill/>
            <a:ln w="12700" cap="flat" cmpd="sng" algn="ctr">
              <a:solidFill>
                <a:srgbClr val="000066"/>
              </a:solidFill>
              <a:prstDash val="solid"/>
              <a:round/>
              <a:headEnd type="triangl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5" name="直接连接符 54"/>
            <p:cNvCxnSpPr/>
            <p:nvPr/>
          </p:nvCxnSpPr>
          <p:spPr bwMode="auto">
            <a:xfrm>
              <a:off x="7209288" y="2815981"/>
              <a:ext cx="94360" cy="158111"/>
            </a:xfrm>
            <a:prstGeom prst="line">
              <a:avLst/>
            </a:prstGeom>
            <a:noFill/>
            <a:ln w="12700" cap="flat" cmpd="sng" algn="ctr">
              <a:solidFill>
                <a:srgbClr val="000066"/>
              </a:solidFill>
              <a:prstDash val="solid"/>
              <a:round/>
              <a:headEnd type="triangl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7" name="直接连接符 56"/>
            <p:cNvCxnSpPr/>
            <p:nvPr/>
          </p:nvCxnSpPr>
          <p:spPr bwMode="auto">
            <a:xfrm>
              <a:off x="7128403" y="2855343"/>
              <a:ext cx="97882" cy="186070"/>
            </a:xfrm>
            <a:prstGeom prst="line">
              <a:avLst/>
            </a:prstGeom>
            <a:noFill/>
            <a:ln w="12700" cap="flat" cmpd="sng" algn="ctr">
              <a:solidFill>
                <a:srgbClr val="000066"/>
              </a:solidFill>
              <a:prstDash val="solid"/>
              <a:round/>
              <a:headEnd type="triangl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9" name="直接连接符 58"/>
            <p:cNvCxnSpPr/>
            <p:nvPr/>
          </p:nvCxnSpPr>
          <p:spPr bwMode="auto">
            <a:xfrm>
              <a:off x="7348691" y="2729140"/>
              <a:ext cx="89263" cy="134685"/>
            </a:xfrm>
            <a:prstGeom prst="line">
              <a:avLst/>
            </a:prstGeom>
            <a:noFill/>
            <a:ln w="12700" cap="flat" cmpd="sng" algn="ctr">
              <a:solidFill>
                <a:srgbClr val="000066"/>
              </a:solidFill>
              <a:prstDash val="solid"/>
              <a:round/>
              <a:headEnd type="triangl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4" name="直接连接符 63"/>
            <p:cNvCxnSpPr/>
            <p:nvPr/>
          </p:nvCxnSpPr>
          <p:spPr bwMode="auto">
            <a:xfrm>
              <a:off x="7407421" y="2689808"/>
              <a:ext cx="96098" cy="133475"/>
            </a:xfrm>
            <a:prstGeom prst="line">
              <a:avLst/>
            </a:prstGeom>
            <a:noFill/>
            <a:ln w="12700" cap="flat" cmpd="sng" algn="ctr">
              <a:solidFill>
                <a:srgbClr val="000066"/>
              </a:solidFill>
              <a:prstDash val="solid"/>
              <a:round/>
              <a:headEnd type="triangl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5" name="任意多边形 84"/>
            <p:cNvSpPr/>
            <p:nvPr/>
          </p:nvSpPr>
          <p:spPr bwMode="auto">
            <a:xfrm>
              <a:off x="7226306" y="2820943"/>
              <a:ext cx="271717" cy="221278"/>
            </a:xfrm>
            <a:custGeom>
              <a:avLst/>
              <a:gdLst>
                <a:gd name="connsiteX0" fmla="*/ 0 w 271717"/>
                <a:gd name="connsiteY0" fmla="*/ 221278 h 221278"/>
                <a:gd name="connsiteX1" fmla="*/ 76471 w 271717"/>
                <a:gd name="connsiteY1" fmla="*/ 154569 h 221278"/>
                <a:gd name="connsiteX2" fmla="*/ 139926 w 271717"/>
                <a:gd name="connsiteY2" fmla="*/ 99249 h 221278"/>
                <a:gd name="connsiteX3" fmla="*/ 208262 w 271717"/>
                <a:gd name="connsiteY3" fmla="*/ 43930 h 221278"/>
                <a:gd name="connsiteX4" fmla="*/ 271717 w 271717"/>
                <a:gd name="connsiteY4" fmla="*/ 0 h 2212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1717" h="221278">
                  <a:moveTo>
                    <a:pt x="0" y="221278"/>
                  </a:moveTo>
                  <a:lnTo>
                    <a:pt x="76471" y="154569"/>
                  </a:lnTo>
                  <a:cubicBezTo>
                    <a:pt x="99792" y="134231"/>
                    <a:pt x="117961" y="117689"/>
                    <a:pt x="139926" y="99249"/>
                  </a:cubicBezTo>
                  <a:cubicBezTo>
                    <a:pt x="161891" y="80809"/>
                    <a:pt x="186297" y="60471"/>
                    <a:pt x="208262" y="43930"/>
                  </a:cubicBezTo>
                  <a:cubicBezTo>
                    <a:pt x="230227" y="27389"/>
                    <a:pt x="250972" y="13694"/>
                    <a:pt x="271717" y="0"/>
                  </a:cubicBezTo>
                </a:path>
              </a:pathLst>
            </a:custGeom>
            <a:noFill/>
            <a:ln w="12700" cap="flat" cmpd="sng" algn="ctr">
              <a:solidFill>
                <a:srgbClr val="000066"/>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grpSp>
    </p:spTree>
    <p:extLst>
      <p:ext uri="{BB962C8B-B14F-4D97-AF65-F5344CB8AC3E}">
        <p14:creationId xmlns:p14="http://schemas.microsoft.com/office/powerpoint/2010/main" val="190051824"/>
      </p:ext>
    </p:extLst>
  </p:cSld>
  <p:clrMapOvr>
    <a:masterClrMapping/>
  </p:clrMapOvr>
  <p:transition spd="med">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repeatCount="300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par>
                                <p:cTn id="8" presetID="22" presetClass="entr" presetSubtype="4" repeatCount="3000" fill="hold" grpId="0" nodeType="withEffect">
                                  <p:stCondLst>
                                    <p:cond delay="0"/>
                                  </p:stCondLst>
                                  <p:childTnLst>
                                    <p:set>
                                      <p:cBhvr>
                                        <p:cTn id="9" dur="1" fill="hold">
                                          <p:stCondLst>
                                            <p:cond delay="0"/>
                                          </p:stCondLst>
                                        </p:cTn>
                                        <p:tgtEl>
                                          <p:spTgt spid="88"/>
                                        </p:tgtEl>
                                        <p:attrNameLst>
                                          <p:attrName>style.visibility</p:attrName>
                                        </p:attrNameLst>
                                      </p:cBhvr>
                                      <p:to>
                                        <p:strVal val="visible"/>
                                      </p:to>
                                    </p:set>
                                    <p:animEffect transition="in" filter="wipe(down)">
                                      <p:cBhvr>
                                        <p:cTn id="10" dur="500"/>
                                        <p:tgtEl>
                                          <p:spTgt spid="88"/>
                                        </p:tgtEl>
                                      </p:cBhvr>
                                    </p:animEffect>
                                  </p:childTnLst>
                                </p:cTn>
                              </p:par>
                            </p:childTnLst>
                          </p:cTn>
                        </p:par>
                        <p:par>
                          <p:cTn id="11" fill="hold">
                            <p:stCondLst>
                              <p:cond delay="1500"/>
                            </p:stCondLst>
                            <p:childTnLst>
                              <p:par>
                                <p:cTn id="12" presetID="22" presetClass="entr" presetSubtype="8" fill="hold" nodeType="after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wipe(left)">
                                      <p:cBhvr>
                                        <p:cTn id="14" dur="1000"/>
                                        <p:tgtEl>
                                          <p:spTgt spid="4"/>
                                        </p:tgtEl>
                                      </p:cBhvr>
                                    </p:animEffect>
                                  </p:childTnLst>
                                </p:cTn>
                              </p:par>
                            </p:childTnLst>
                          </p:cTn>
                        </p:par>
                        <p:par>
                          <p:cTn id="15" fill="hold">
                            <p:stCondLst>
                              <p:cond delay="2500"/>
                            </p:stCondLst>
                            <p:childTnLst>
                              <p:par>
                                <p:cTn id="16" presetID="22" presetClass="entr" presetSubtype="8" fill="hold" grpId="0" nodeType="afterEffect">
                                  <p:stCondLst>
                                    <p:cond delay="0"/>
                                  </p:stCondLst>
                                  <p:childTnLst>
                                    <p:set>
                                      <p:cBhvr>
                                        <p:cTn id="17" dur="1" fill="hold">
                                          <p:stCondLst>
                                            <p:cond delay="0"/>
                                          </p:stCondLst>
                                        </p:cTn>
                                        <p:tgtEl>
                                          <p:spTgt spid="79"/>
                                        </p:tgtEl>
                                        <p:attrNameLst>
                                          <p:attrName>style.visibility</p:attrName>
                                        </p:attrNameLst>
                                      </p:cBhvr>
                                      <p:to>
                                        <p:strVal val="visible"/>
                                      </p:to>
                                    </p:set>
                                    <p:animEffect transition="in" filter="wipe(left)">
                                      <p:cBhvr>
                                        <p:cTn id="18" dur="1000"/>
                                        <p:tgtEl>
                                          <p:spTgt spid="79"/>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75"/>
                                        </p:tgtEl>
                                        <p:attrNameLst>
                                          <p:attrName>style.visibility</p:attrName>
                                        </p:attrNameLst>
                                      </p:cBhvr>
                                      <p:to>
                                        <p:strVal val="visible"/>
                                      </p:to>
                                    </p:set>
                                    <p:animEffect transition="in" filter="wipe(left)">
                                      <p:cBhvr>
                                        <p:cTn id="21" dur="1000"/>
                                        <p:tgtEl>
                                          <p:spTgt spid="75"/>
                                        </p:tgtEl>
                                      </p:cBhvr>
                                    </p:animEffect>
                                  </p:childTnLst>
                                </p:cTn>
                              </p:par>
                              <p:par>
                                <p:cTn id="22" presetID="22" presetClass="entr" presetSubtype="8" repeatCount="3000" fill="hold" nodeType="withEffect">
                                  <p:stCondLst>
                                    <p:cond delay="0"/>
                                  </p:stCondLst>
                                  <p:childTnLst>
                                    <p:set>
                                      <p:cBhvr>
                                        <p:cTn id="23" dur="1" fill="hold">
                                          <p:stCondLst>
                                            <p:cond delay="0"/>
                                          </p:stCondLst>
                                        </p:cTn>
                                        <p:tgtEl>
                                          <p:spTgt spid="1780738"/>
                                        </p:tgtEl>
                                        <p:attrNameLst>
                                          <p:attrName>style.visibility</p:attrName>
                                        </p:attrNameLst>
                                      </p:cBhvr>
                                      <p:to>
                                        <p:strVal val="visible"/>
                                      </p:to>
                                    </p:set>
                                    <p:animEffect transition="in" filter="wipe(left)">
                                      <p:cBhvr>
                                        <p:cTn id="24" dur="500"/>
                                        <p:tgtEl>
                                          <p:spTgt spid="1780738"/>
                                        </p:tgtEl>
                                      </p:cBhvr>
                                    </p:animEffect>
                                  </p:childTnLst>
                                </p:cTn>
                              </p:par>
                            </p:childTnLst>
                          </p:cTn>
                        </p:par>
                      </p:childTnLst>
                    </p:cTn>
                  </p:par>
                  <p:par>
                    <p:cTn id="25" fill="hold">
                      <p:stCondLst>
                        <p:cond delay="indefinite"/>
                      </p:stCondLst>
                      <p:childTnLst>
                        <p:par>
                          <p:cTn id="26" fill="hold">
                            <p:stCondLst>
                              <p:cond delay="0"/>
                            </p:stCondLst>
                            <p:childTnLst>
                              <p:par>
                                <p:cTn id="27" presetID="31" presetClass="entr" presetSubtype="0" fill="hold" grpId="0" nodeType="clickEffect">
                                  <p:stCondLst>
                                    <p:cond delay="0"/>
                                  </p:stCondLst>
                                  <p:childTnLst>
                                    <p:set>
                                      <p:cBhvr>
                                        <p:cTn id="28" dur="1" fill="hold">
                                          <p:stCondLst>
                                            <p:cond delay="0"/>
                                          </p:stCondLst>
                                        </p:cTn>
                                        <p:tgtEl>
                                          <p:spTgt spid="76"/>
                                        </p:tgtEl>
                                        <p:attrNameLst>
                                          <p:attrName>style.visibility</p:attrName>
                                        </p:attrNameLst>
                                      </p:cBhvr>
                                      <p:to>
                                        <p:strVal val="visible"/>
                                      </p:to>
                                    </p:set>
                                    <p:anim calcmode="lin" valueType="num">
                                      <p:cBhvr>
                                        <p:cTn id="29" dur="1000" fill="hold"/>
                                        <p:tgtEl>
                                          <p:spTgt spid="76"/>
                                        </p:tgtEl>
                                        <p:attrNameLst>
                                          <p:attrName>ppt_w</p:attrName>
                                        </p:attrNameLst>
                                      </p:cBhvr>
                                      <p:tavLst>
                                        <p:tav tm="0">
                                          <p:val>
                                            <p:fltVal val="0"/>
                                          </p:val>
                                        </p:tav>
                                        <p:tav tm="100000">
                                          <p:val>
                                            <p:strVal val="#ppt_w"/>
                                          </p:val>
                                        </p:tav>
                                      </p:tavLst>
                                    </p:anim>
                                    <p:anim calcmode="lin" valueType="num">
                                      <p:cBhvr>
                                        <p:cTn id="30" dur="1000" fill="hold"/>
                                        <p:tgtEl>
                                          <p:spTgt spid="76"/>
                                        </p:tgtEl>
                                        <p:attrNameLst>
                                          <p:attrName>ppt_h</p:attrName>
                                        </p:attrNameLst>
                                      </p:cBhvr>
                                      <p:tavLst>
                                        <p:tav tm="0">
                                          <p:val>
                                            <p:fltVal val="0"/>
                                          </p:val>
                                        </p:tav>
                                        <p:tav tm="100000">
                                          <p:val>
                                            <p:strVal val="#ppt_h"/>
                                          </p:val>
                                        </p:tav>
                                      </p:tavLst>
                                    </p:anim>
                                    <p:anim calcmode="lin" valueType="num">
                                      <p:cBhvr>
                                        <p:cTn id="31" dur="1000" fill="hold"/>
                                        <p:tgtEl>
                                          <p:spTgt spid="76"/>
                                        </p:tgtEl>
                                        <p:attrNameLst>
                                          <p:attrName>style.rotation</p:attrName>
                                        </p:attrNameLst>
                                      </p:cBhvr>
                                      <p:tavLst>
                                        <p:tav tm="0">
                                          <p:val>
                                            <p:fltVal val="90"/>
                                          </p:val>
                                        </p:tav>
                                        <p:tav tm="100000">
                                          <p:val>
                                            <p:fltVal val="0"/>
                                          </p:val>
                                        </p:tav>
                                      </p:tavLst>
                                    </p:anim>
                                    <p:animEffect transition="in" filter="fade">
                                      <p:cBhvr>
                                        <p:cTn id="32" dur="1000"/>
                                        <p:tgtEl>
                                          <p:spTgt spid="76"/>
                                        </p:tgtEl>
                                      </p:cBhvr>
                                    </p:animEffect>
                                  </p:childTnLst>
                                </p:cTn>
                              </p:par>
                            </p:childTnLst>
                          </p:cTn>
                        </p:par>
                        <p:par>
                          <p:cTn id="33" fill="hold">
                            <p:stCondLst>
                              <p:cond delay="1000"/>
                            </p:stCondLst>
                            <p:childTnLst>
                              <p:par>
                                <p:cTn id="34" presetID="22" presetClass="entr" presetSubtype="1" fill="hold" nodeType="afterEffect">
                                  <p:stCondLst>
                                    <p:cond delay="0"/>
                                  </p:stCondLst>
                                  <p:childTnLst>
                                    <p:set>
                                      <p:cBhvr>
                                        <p:cTn id="35" dur="1" fill="hold">
                                          <p:stCondLst>
                                            <p:cond delay="0"/>
                                          </p:stCondLst>
                                        </p:cTn>
                                        <p:tgtEl>
                                          <p:spTgt spid="5"/>
                                        </p:tgtEl>
                                        <p:attrNameLst>
                                          <p:attrName>style.visibility</p:attrName>
                                        </p:attrNameLst>
                                      </p:cBhvr>
                                      <p:to>
                                        <p:strVal val="visible"/>
                                      </p:to>
                                    </p:set>
                                    <p:animEffect transition="in" filter="wipe(up)">
                                      <p:cBhvr>
                                        <p:cTn id="36" dur="1000"/>
                                        <p:tgtEl>
                                          <p:spTgt spid="5"/>
                                        </p:tgtEl>
                                      </p:cBhvr>
                                    </p:animEffect>
                                  </p:childTnLst>
                                </p:cTn>
                              </p:par>
                            </p:childTnLst>
                          </p:cTn>
                        </p:par>
                      </p:childTnLst>
                    </p:cTn>
                  </p:par>
                  <p:par>
                    <p:cTn id="37" fill="hold">
                      <p:stCondLst>
                        <p:cond delay="indefinite"/>
                      </p:stCondLst>
                      <p:childTnLst>
                        <p:par>
                          <p:cTn id="38" fill="hold">
                            <p:stCondLst>
                              <p:cond delay="0"/>
                            </p:stCondLst>
                            <p:childTnLst>
                              <p:par>
                                <p:cTn id="39" presetID="31" presetClass="entr" presetSubtype="0" fill="hold" grpId="0" nodeType="clickEffect">
                                  <p:stCondLst>
                                    <p:cond delay="0"/>
                                  </p:stCondLst>
                                  <p:childTnLst>
                                    <p:set>
                                      <p:cBhvr>
                                        <p:cTn id="40" dur="1" fill="hold">
                                          <p:stCondLst>
                                            <p:cond delay="0"/>
                                          </p:stCondLst>
                                        </p:cTn>
                                        <p:tgtEl>
                                          <p:spTgt spid="81"/>
                                        </p:tgtEl>
                                        <p:attrNameLst>
                                          <p:attrName>style.visibility</p:attrName>
                                        </p:attrNameLst>
                                      </p:cBhvr>
                                      <p:to>
                                        <p:strVal val="visible"/>
                                      </p:to>
                                    </p:set>
                                    <p:anim calcmode="lin" valueType="num">
                                      <p:cBhvr>
                                        <p:cTn id="41" dur="1000" fill="hold"/>
                                        <p:tgtEl>
                                          <p:spTgt spid="81"/>
                                        </p:tgtEl>
                                        <p:attrNameLst>
                                          <p:attrName>ppt_w</p:attrName>
                                        </p:attrNameLst>
                                      </p:cBhvr>
                                      <p:tavLst>
                                        <p:tav tm="0">
                                          <p:val>
                                            <p:fltVal val="0"/>
                                          </p:val>
                                        </p:tav>
                                        <p:tav tm="100000">
                                          <p:val>
                                            <p:strVal val="#ppt_w"/>
                                          </p:val>
                                        </p:tav>
                                      </p:tavLst>
                                    </p:anim>
                                    <p:anim calcmode="lin" valueType="num">
                                      <p:cBhvr>
                                        <p:cTn id="42" dur="1000" fill="hold"/>
                                        <p:tgtEl>
                                          <p:spTgt spid="81"/>
                                        </p:tgtEl>
                                        <p:attrNameLst>
                                          <p:attrName>ppt_h</p:attrName>
                                        </p:attrNameLst>
                                      </p:cBhvr>
                                      <p:tavLst>
                                        <p:tav tm="0">
                                          <p:val>
                                            <p:fltVal val="0"/>
                                          </p:val>
                                        </p:tav>
                                        <p:tav tm="100000">
                                          <p:val>
                                            <p:strVal val="#ppt_h"/>
                                          </p:val>
                                        </p:tav>
                                      </p:tavLst>
                                    </p:anim>
                                    <p:anim calcmode="lin" valueType="num">
                                      <p:cBhvr>
                                        <p:cTn id="43" dur="1000" fill="hold"/>
                                        <p:tgtEl>
                                          <p:spTgt spid="81"/>
                                        </p:tgtEl>
                                        <p:attrNameLst>
                                          <p:attrName>style.rotation</p:attrName>
                                        </p:attrNameLst>
                                      </p:cBhvr>
                                      <p:tavLst>
                                        <p:tav tm="0">
                                          <p:val>
                                            <p:fltVal val="90"/>
                                          </p:val>
                                        </p:tav>
                                        <p:tav tm="100000">
                                          <p:val>
                                            <p:fltVal val="0"/>
                                          </p:val>
                                        </p:tav>
                                      </p:tavLst>
                                    </p:anim>
                                    <p:animEffect transition="in" filter="fade">
                                      <p:cBhvr>
                                        <p:cTn id="44" dur="1000"/>
                                        <p:tgtEl>
                                          <p:spTgt spid="81"/>
                                        </p:tgtEl>
                                      </p:cBhvr>
                                    </p:animEffect>
                                  </p:childTnLst>
                                </p:cTn>
                              </p:par>
                            </p:childTnLst>
                          </p:cTn>
                        </p:par>
                        <p:par>
                          <p:cTn id="45" fill="hold">
                            <p:stCondLst>
                              <p:cond delay="1000"/>
                            </p:stCondLst>
                            <p:childTnLst>
                              <p:par>
                                <p:cTn id="46" presetID="22" presetClass="entr" presetSubtype="1" fill="hold" nodeType="afterEffect">
                                  <p:stCondLst>
                                    <p:cond delay="0"/>
                                  </p:stCondLst>
                                  <p:childTnLst>
                                    <p:set>
                                      <p:cBhvr>
                                        <p:cTn id="47" dur="1" fill="hold">
                                          <p:stCondLst>
                                            <p:cond delay="0"/>
                                          </p:stCondLst>
                                        </p:cTn>
                                        <p:tgtEl>
                                          <p:spTgt spid="14"/>
                                        </p:tgtEl>
                                        <p:attrNameLst>
                                          <p:attrName>style.visibility</p:attrName>
                                        </p:attrNameLst>
                                      </p:cBhvr>
                                      <p:to>
                                        <p:strVal val="visible"/>
                                      </p:to>
                                    </p:set>
                                    <p:animEffect transition="in" filter="wipe(up)">
                                      <p:cBhvr>
                                        <p:cTn id="48" dur="10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 grpId="0"/>
      <p:bldP spid="75" grpId="0"/>
      <p:bldP spid="76" grpId="0"/>
      <p:bldP spid="81" grpId="0"/>
      <p:bldP spid="79" grpId="0" animBg="1"/>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69</a:t>
            </a:fld>
            <a:endParaRPr lang="zh-CN" altLang="en-US" dirty="0">
              <a:solidFill>
                <a:srgbClr val="C00000"/>
              </a:solidFill>
            </a:endParaRPr>
          </a:p>
        </p:txBody>
      </p:sp>
      <p:sp>
        <p:nvSpPr>
          <p:cNvPr id="7" name="Text Box 4"/>
          <p:cNvSpPr txBox="1">
            <a:spLocks noChangeArrowheads="1"/>
          </p:cNvSpPr>
          <p:nvPr/>
        </p:nvSpPr>
        <p:spPr bwMode="auto">
          <a:xfrm>
            <a:off x="337646" y="726532"/>
            <a:ext cx="4091231" cy="535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358775" indent="-358775" eaLnBrk="1" hangingPunct="1">
              <a:lnSpc>
                <a:spcPct val="120000"/>
              </a:lnSpc>
              <a:spcBef>
                <a:spcPts val="600"/>
              </a:spcBef>
              <a:spcAft>
                <a:spcPts val="0"/>
              </a:spcAft>
              <a:buClr>
                <a:srgbClr val="A50021"/>
              </a:buClr>
              <a:buSzPct val="100000"/>
              <a:buFont typeface="Wingdings" panose="05000000000000000000" pitchFamily="2" charset="2"/>
              <a:buChar char="n"/>
            </a:pPr>
            <a:r>
              <a:rPr lang="zh-CN" altLang="en-US" sz="2400" b="1" dirty="0" smtClean="0">
                <a:solidFill>
                  <a:srgbClr val="A50021"/>
                </a:solidFill>
                <a:latin typeface="微软雅黑" panose="020B0503020204020204" pitchFamily="34" charset="-122"/>
                <a:ea typeface="微软雅黑" panose="020B0503020204020204" pitchFamily="34" charset="-122"/>
              </a:rPr>
              <a:t>两种分析方法的选择</a:t>
            </a:r>
            <a:endParaRPr lang="zh-CN" altLang="en-US" sz="2400" b="1" dirty="0">
              <a:solidFill>
                <a:srgbClr val="000066"/>
              </a:solidFill>
              <a:ea typeface="幼圆" pitchFamily="49" charset="-122"/>
            </a:endParaRPr>
          </a:p>
        </p:txBody>
      </p:sp>
      <p:sp>
        <p:nvSpPr>
          <p:cNvPr id="131" name="Text Box 110"/>
          <p:cNvSpPr txBox="1">
            <a:spLocks noChangeArrowheads="1"/>
          </p:cNvSpPr>
          <p:nvPr/>
        </p:nvSpPr>
        <p:spPr bwMode="auto">
          <a:xfrm>
            <a:off x="1068989" y="1605528"/>
            <a:ext cx="6842559" cy="3588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marL="446088" indent="-446088" defTabSz="739775" eaLnBrk="1" hangingPunct="1">
              <a:lnSpc>
                <a:spcPct val="125000"/>
              </a:lnSpc>
              <a:buClr>
                <a:srgbClr val="C00000"/>
              </a:buClr>
              <a:buSzPct val="130000"/>
              <a:buFont typeface="Wingdings" panose="05000000000000000000" pitchFamily="2" charset="2"/>
              <a:buChar char="F"/>
              <a:tabLst>
                <a:tab pos="3411538" algn="l"/>
              </a:tabLst>
            </a:pPr>
            <a:r>
              <a:rPr lang="zh-CN" altLang="en-US" sz="22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有效应力法符合土体破坏的机理，在能够确定孔隙水压力的情况下，应优先采用</a:t>
            </a:r>
            <a:endParaRPr lang="en-US" altLang="zh-CN" sz="22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a:p>
            <a:pPr marL="446088" indent="-446088" defTabSz="739775" eaLnBrk="1" hangingPunct="1">
              <a:lnSpc>
                <a:spcPct val="125000"/>
              </a:lnSpc>
              <a:buClr>
                <a:srgbClr val="C00000"/>
              </a:buClr>
              <a:buSzPct val="130000"/>
              <a:buFont typeface="Wingdings" panose="05000000000000000000" pitchFamily="2" charset="2"/>
              <a:buChar char="F"/>
              <a:tabLst>
                <a:tab pos="3411538" algn="l"/>
              </a:tabLst>
            </a:pPr>
            <a:r>
              <a:rPr lang="zh-CN" altLang="en-US" sz="22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在</a:t>
            </a:r>
            <a:r>
              <a:rPr lang="zh-CN" altLang="en-US" sz="22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难以确定</a:t>
            </a:r>
            <a:r>
              <a:rPr lang="zh-CN" altLang="en-US" sz="22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孔隙水压力的情况下，合理采用总应力法。此时，应根据现场土体中孔隙水压力的情况，正确选用合理的总应力抗剪强度指标</a:t>
            </a:r>
            <a:endParaRPr lang="en-US" altLang="zh-CN" sz="22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a:p>
            <a:pPr marL="446088" indent="-446088" defTabSz="739775" eaLnBrk="1" hangingPunct="1">
              <a:lnSpc>
                <a:spcPct val="125000"/>
              </a:lnSpc>
              <a:buClr>
                <a:srgbClr val="C00000"/>
              </a:buClr>
              <a:buSzPct val="130000"/>
              <a:buFont typeface="Wingdings" panose="05000000000000000000" pitchFamily="2" charset="2"/>
              <a:buChar char="F"/>
              <a:tabLst>
                <a:tab pos="3411538" algn="l"/>
              </a:tabLst>
            </a:pPr>
            <a:r>
              <a:rPr lang="zh-CN" altLang="en-US" sz="22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目前工程界这两种方法均有应用。正确使用总应力法或有效应力法以及选择相应的合适的抗剪强度指标，是土坡稳定分析中的关键问题</a:t>
            </a:r>
            <a:endParaRPr lang="en-US" altLang="zh-CN" sz="22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p:txBody>
      </p:sp>
      <p:sp>
        <p:nvSpPr>
          <p:cNvPr id="9" name="Text Box 7"/>
          <p:cNvSpPr txBox="1">
            <a:spLocks noChangeArrowheads="1"/>
          </p:cNvSpPr>
          <p:nvPr/>
        </p:nvSpPr>
        <p:spPr bwMode="auto">
          <a:xfrm>
            <a:off x="0" y="0"/>
            <a:ext cx="5144494"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1800" b="1" kern="900" spc="130" dirty="0" smtClean="0">
                <a:solidFill>
                  <a:srgbClr val="000066"/>
                </a:solidFill>
                <a:ea typeface="黑体" panose="02010609060101010101" pitchFamily="49" charset="-122"/>
                <a:cs typeface="Times New Roman" panose="02020603050405020304" pitchFamily="18" charset="0"/>
              </a:rPr>
              <a:t>§7.4  </a:t>
            </a:r>
            <a:r>
              <a:rPr lang="zh-CN" altLang="en-US" sz="1800" b="1" kern="900" spc="130" dirty="0" smtClean="0">
                <a:solidFill>
                  <a:srgbClr val="000066"/>
                </a:solidFill>
                <a:ea typeface="黑体" panose="02010609060101010101" pitchFamily="49" charset="-122"/>
                <a:cs typeface="Times New Roman" panose="02020603050405020304" pitchFamily="18" charset="0"/>
              </a:rPr>
              <a:t>总</a:t>
            </a:r>
            <a:r>
              <a:rPr lang="zh-CN" altLang="en-US" sz="1800" b="1" kern="900" spc="130" dirty="0">
                <a:solidFill>
                  <a:srgbClr val="000066"/>
                </a:solidFill>
                <a:ea typeface="黑体" panose="02010609060101010101" pitchFamily="49" charset="-122"/>
                <a:cs typeface="Times New Roman" panose="02020603050405020304" pitchFamily="18" charset="0"/>
              </a:rPr>
              <a:t>应力法与有效应力</a:t>
            </a:r>
            <a:r>
              <a:rPr lang="zh-CN" altLang="en-US" sz="1800" b="1" kern="900" spc="130" dirty="0" smtClean="0">
                <a:solidFill>
                  <a:srgbClr val="000066"/>
                </a:solidFill>
                <a:ea typeface="黑体" panose="02010609060101010101" pitchFamily="49" charset="-122"/>
                <a:cs typeface="Times New Roman" panose="02020603050405020304" pitchFamily="18" charset="0"/>
              </a:rPr>
              <a:t>法 </a:t>
            </a:r>
            <a:r>
              <a:rPr lang="en-US" altLang="zh-CN" sz="1800" b="1" kern="900" spc="130" dirty="0" smtClean="0">
                <a:solidFill>
                  <a:srgbClr val="000066"/>
                </a:solidFill>
                <a:ea typeface="黑体" panose="02010609060101010101" pitchFamily="49" charset="-122"/>
                <a:cs typeface="Times New Roman" panose="02020603050405020304" pitchFamily="18" charset="0"/>
              </a:rPr>
              <a:t>- </a:t>
            </a:r>
            <a:r>
              <a:rPr lang="zh-CN" altLang="en-US" sz="1800" b="1" kern="900" spc="130" dirty="0" smtClean="0">
                <a:solidFill>
                  <a:srgbClr val="000066"/>
                </a:solidFill>
                <a:ea typeface="黑体" panose="02010609060101010101" pitchFamily="49" charset="-122"/>
                <a:cs typeface="Times New Roman" panose="02020603050405020304" pitchFamily="18" charset="0"/>
              </a:rPr>
              <a:t>基本概念</a:t>
            </a:r>
            <a:endParaRPr lang="zh-CN" altLang="en-US" sz="1800" b="1" kern="900" spc="130" dirty="0">
              <a:solidFill>
                <a:srgbClr val="000066"/>
              </a:solidFill>
              <a:ea typeface="黑体" panose="02010609060101010101" pitchFamily="49" charset="-122"/>
              <a:cs typeface="Times New Roman" panose="02020603050405020304" pitchFamily="18" charset="0"/>
            </a:endParaRPr>
          </a:p>
        </p:txBody>
      </p:sp>
      <p:sp>
        <p:nvSpPr>
          <p:cNvPr id="10" name="Text Box 2"/>
          <p:cNvSpPr txBox="1">
            <a:spLocks noChangeArrowheads="1"/>
          </p:cNvSpPr>
          <p:nvPr/>
        </p:nvSpPr>
        <p:spPr bwMode="auto">
          <a:xfrm>
            <a:off x="2456953" y="5701142"/>
            <a:ext cx="4890052"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gn="ctr" eaLnBrk="1" hangingPunct="1">
              <a:lnSpc>
                <a:spcPct val="100000"/>
              </a:lnSpc>
              <a:spcBef>
                <a:spcPct val="0"/>
              </a:spcBef>
              <a:spcAft>
                <a:spcPct val="0"/>
              </a:spcAft>
            </a:pPr>
            <a:r>
              <a:rPr kumimoji="1" lang="zh-CN" altLang="en-US" sz="4000" b="1" dirty="0" smtClean="0">
                <a:solidFill>
                  <a:srgbClr val="000066"/>
                </a:solidFill>
                <a:latin typeface="黑体" pitchFamily="2" charset="-122"/>
                <a:ea typeface="黑体" pitchFamily="2" charset="-122"/>
              </a:rPr>
              <a:t>基本概念</a:t>
            </a:r>
            <a:endParaRPr kumimoji="1" lang="zh-CN" altLang="en-US" sz="4000" b="1" dirty="0">
              <a:solidFill>
                <a:srgbClr val="000066"/>
              </a:solidFill>
              <a:latin typeface="黑体" pitchFamily="2" charset="-122"/>
              <a:ea typeface="黑体" pitchFamily="2" charset="-122"/>
            </a:endParaRPr>
          </a:p>
        </p:txBody>
      </p:sp>
    </p:spTree>
    <p:extLst>
      <p:ext uri="{BB962C8B-B14F-4D97-AF65-F5344CB8AC3E}">
        <p14:creationId xmlns:p14="http://schemas.microsoft.com/office/powerpoint/2010/main" val="2480826963"/>
      </p:ext>
    </p:extLst>
  </p:cSld>
  <p:clrMapOvr>
    <a:masterClrMapping/>
  </p:clrMapOvr>
  <p:transition spd="med">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31">
                                            <p:txEl>
                                              <p:pRg st="0" end="0"/>
                                            </p:txEl>
                                          </p:spTgt>
                                        </p:tgtEl>
                                        <p:attrNameLst>
                                          <p:attrName>style.visibility</p:attrName>
                                        </p:attrNameLst>
                                      </p:cBhvr>
                                      <p:to>
                                        <p:strVal val="visible"/>
                                      </p:to>
                                    </p:set>
                                    <p:animEffect transition="in" filter="wipe(left)">
                                      <p:cBhvr>
                                        <p:cTn id="7" dur="1000"/>
                                        <p:tgtEl>
                                          <p:spTgt spid="131">
                                            <p:txEl>
                                              <p:pRg st="0" end="0"/>
                                            </p:txEl>
                                          </p:spTgt>
                                        </p:tgtEl>
                                      </p:cBhvr>
                                    </p:animEffect>
                                  </p:childTnLst>
                                </p:cTn>
                              </p:par>
                            </p:childTnLst>
                          </p:cTn>
                        </p:par>
                        <p:par>
                          <p:cTn id="8" fill="hold">
                            <p:stCondLst>
                              <p:cond delay="1000"/>
                            </p:stCondLst>
                            <p:childTnLst>
                              <p:par>
                                <p:cTn id="9" presetID="22" presetClass="entr" presetSubtype="8" fill="hold" grpId="0" nodeType="afterEffect">
                                  <p:stCondLst>
                                    <p:cond delay="0"/>
                                  </p:stCondLst>
                                  <p:childTnLst>
                                    <p:set>
                                      <p:cBhvr>
                                        <p:cTn id="10" dur="1" fill="hold">
                                          <p:stCondLst>
                                            <p:cond delay="0"/>
                                          </p:stCondLst>
                                        </p:cTn>
                                        <p:tgtEl>
                                          <p:spTgt spid="131">
                                            <p:txEl>
                                              <p:pRg st="1" end="1"/>
                                            </p:txEl>
                                          </p:spTgt>
                                        </p:tgtEl>
                                        <p:attrNameLst>
                                          <p:attrName>style.visibility</p:attrName>
                                        </p:attrNameLst>
                                      </p:cBhvr>
                                      <p:to>
                                        <p:strVal val="visible"/>
                                      </p:to>
                                    </p:set>
                                    <p:animEffect transition="in" filter="wipe(left)">
                                      <p:cBhvr>
                                        <p:cTn id="11" dur="1000"/>
                                        <p:tgtEl>
                                          <p:spTgt spid="131">
                                            <p:txEl>
                                              <p:pRg st="1" end="1"/>
                                            </p:txEl>
                                          </p:spTgt>
                                        </p:tgtEl>
                                      </p:cBhvr>
                                    </p:animEffect>
                                  </p:childTnLst>
                                </p:cTn>
                              </p:par>
                            </p:childTnLst>
                          </p:cTn>
                        </p:par>
                        <p:par>
                          <p:cTn id="12" fill="hold">
                            <p:stCondLst>
                              <p:cond delay="2000"/>
                            </p:stCondLst>
                            <p:childTnLst>
                              <p:par>
                                <p:cTn id="13" presetID="22" presetClass="entr" presetSubtype="8" fill="hold" grpId="0" nodeType="afterEffect">
                                  <p:stCondLst>
                                    <p:cond delay="0"/>
                                  </p:stCondLst>
                                  <p:childTnLst>
                                    <p:set>
                                      <p:cBhvr>
                                        <p:cTn id="14" dur="1" fill="hold">
                                          <p:stCondLst>
                                            <p:cond delay="0"/>
                                          </p:stCondLst>
                                        </p:cTn>
                                        <p:tgtEl>
                                          <p:spTgt spid="131">
                                            <p:txEl>
                                              <p:pRg st="2" end="2"/>
                                            </p:txEl>
                                          </p:spTgt>
                                        </p:tgtEl>
                                        <p:attrNameLst>
                                          <p:attrName>style.visibility</p:attrName>
                                        </p:attrNameLst>
                                      </p:cBhvr>
                                      <p:to>
                                        <p:strVal val="visible"/>
                                      </p:to>
                                    </p:set>
                                    <p:animEffect transition="in" filter="wipe(left)">
                                      <p:cBhvr>
                                        <p:cTn id="15" dur="1000"/>
                                        <p:tgtEl>
                                          <p:spTgt spid="13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1" grpId="0" build="p" autoUpdateAnimBg="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70</a:t>
            </a:fld>
            <a:endParaRPr lang="zh-CN" altLang="en-US" dirty="0">
              <a:solidFill>
                <a:srgbClr val="C00000"/>
              </a:solidFill>
            </a:endParaRPr>
          </a:p>
        </p:txBody>
      </p:sp>
      <p:sp>
        <p:nvSpPr>
          <p:cNvPr id="61" name="Text Box 2"/>
          <p:cNvSpPr txBox="1">
            <a:spLocks noChangeArrowheads="1"/>
          </p:cNvSpPr>
          <p:nvPr/>
        </p:nvSpPr>
        <p:spPr bwMode="auto">
          <a:xfrm>
            <a:off x="365760" y="1566479"/>
            <a:ext cx="3363402" cy="86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342900" indent="-342900" eaLnBrk="1" hangingPunct="1">
              <a:lnSpc>
                <a:spcPct val="125000"/>
              </a:lnSpc>
              <a:spcBef>
                <a:spcPct val="0"/>
              </a:spcBef>
              <a:spcAft>
                <a:spcPct val="0"/>
              </a:spcAft>
              <a:buClr>
                <a:srgbClr val="C00000"/>
              </a:buClr>
              <a:buSzPct val="130000"/>
              <a:buFont typeface="Wingdings" panose="05000000000000000000" pitchFamily="2" charset="2"/>
              <a:buChar char="F"/>
            </a:pPr>
            <a:r>
              <a:rPr kumimoji="1" lang="zh-CN" altLang="en-US" sz="2000" b="1" dirty="0" smtClean="0">
                <a:solidFill>
                  <a:srgbClr val="000066"/>
                </a:solidFill>
                <a:ea typeface="黑体" pitchFamily="2" charset="-122"/>
                <a:cs typeface="Times New Roman" panose="02020603050405020304" pitchFamily="18" charset="0"/>
              </a:rPr>
              <a:t>碾压式土石坝设计规范</a:t>
            </a:r>
            <a:r>
              <a:rPr kumimoji="1" lang="en-US" altLang="zh-CN" sz="2000" b="1" dirty="0" smtClean="0">
                <a:solidFill>
                  <a:srgbClr val="000066"/>
                </a:solidFill>
                <a:ea typeface="黑体" pitchFamily="2" charset="-122"/>
                <a:cs typeface="Times New Roman" panose="02020603050405020304" pitchFamily="18" charset="0"/>
              </a:rPr>
              <a:t/>
            </a:r>
            <a:br>
              <a:rPr kumimoji="1" lang="en-US" altLang="zh-CN" sz="2000" b="1" dirty="0" smtClean="0">
                <a:solidFill>
                  <a:srgbClr val="000066"/>
                </a:solidFill>
                <a:ea typeface="黑体" pitchFamily="2" charset="-122"/>
                <a:cs typeface="Times New Roman" panose="02020603050405020304" pitchFamily="18" charset="0"/>
              </a:rPr>
            </a:br>
            <a:r>
              <a:rPr kumimoji="1" lang="en-US" altLang="zh-CN" sz="2000" b="1" dirty="0" smtClean="0">
                <a:solidFill>
                  <a:srgbClr val="000066"/>
                </a:solidFill>
                <a:ea typeface="黑体" pitchFamily="2" charset="-122"/>
                <a:cs typeface="Times New Roman" panose="02020603050405020304" pitchFamily="18" charset="0"/>
              </a:rPr>
              <a:t>SL274-2001</a:t>
            </a:r>
            <a:endParaRPr kumimoji="1" lang="zh-CN" altLang="en-US" sz="2000" b="1" dirty="0">
              <a:solidFill>
                <a:srgbClr val="000066"/>
              </a:solidFill>
              <a:ea typeface="黑体" pitchFamily="2" charset="-122"/>
              <a:cs typeface="Times New Roman" panose="02020603050405020304" pitchFamily="18" charset="0"/>
            </a:endParaRPr>
          </a:p>
        </p:txBody>
      </p:sp>
      <p:sp>
        <p:nvSpPr>
          <p:cNvPr id="7" name="Text Box 4"/>
          <p:cNvSpPr txBox="1">
            <a:spLocks noChangeArrowheads="1"/>
          </p:cNvSpPr>
          <p:nvPr/>
        </p:nvSpPr>
        <p:spPr bwMode="auto">
          <a:xfrm>
            <a:off x="337647" y="726532"/>
            <a:ext cx="2707704" cy="535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358775" indent="-358775" eaLnBrk="1" hangingPunct="1">
              <a:lnSpc>
                <a:spcPct val="120000"/>
              </a:lnSpc>
              <a:spcBef>
                <a:spcPts val="600"/>
              </a:spcBef>
              <a:spcAft>
                <a:spcPts val="0"/>
              </a:spcAft>
              <a:buClr>
                <a:srgbClr val="A50021"/>
              </a:buClr>
              <a:buSzPct val="100000"/>
              <a:buFont typeface="Wingdings" panose="05000000000000000000" pitchFamily="2" charset="2"/>
              <a:buChar char="n"/>
            </a:pPr>
            <a:r>
              <a:rPr lang="zh-CN" altLang="en-US" sz="2400" b="1" dirty="0" smtClean="0">
                <a:solidFill>
                  <a:srgbClr val="A50021"/>
                </a:solidFill>
                <a:latin typeface="微软雅黑" panose="020B0503020204020204" pitchFamily="34" charset="-122"/>
                <a:ea typeface="微软雅黑" panose="020B0503020204020204" pitchFamily="34" charset="-122"/>
              </a:rPr>
              <a:t>土石坝稳定分析</a:t>
            </a:r>
            <a:endParaRPr lang="zh-CN" altLang="en-US" sz="2400" b="1" dirty="0">
              <a:solidFill>
                <a:srgbClr val="000066"/>
              </a:solidFill>
              <a:ea typeface="幼圆" pitchFamily="49" charset="-122"/>
            </a:endParaRPr>
          </a:p>
        </p:txBody>
      </p:sp>
      <p:pic>
        <p:nvPicPr>
          <p:cNvPr id="1782787" name="Picture 3" descr="H:\Scan.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20799" y="519244"/>
            <a:ext cx="5421049" cy="5850971"/>
          </a:xfrm>
          <a:prstGeom prst="rect">
            <a:avLst/>
          </a:prstGeom>
          <a:noFill/>
          <a:extLst>
            <a:ext uri="{909E8E84-426E-40DD-AFC4-6F175D3DCCD1}">
              <a14:hiddenFill xmlns:a14="http://schemas.microsoft.com/office/drawing/2010/main">
                <a:solidFill>
                  <a:srgbClr val="FFFFFF"/>
                </a:solidFill>
              </a14:hiddenFill>
            </a:ext>
          </a:extLst>
        </p:spPr>
      </p:pic>
      <p:sp>
        <p:nvSpPr>
          <p:cNvPr id="9" name="Text Box 7"/>
          <p:cNvSpPr txBox="1">
            <a:spLocks noChangeArrowheads="1"/>
          </p:cNvSpPr>
          <p:nvPr/>
        </p:nvSpPr>
        <p:spPr bwMode="auto">
          <a:xfrm>
            <a:off x="0" y="0"/>
            <a:ext cx="5144494"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1800" b="1" kern="900" spc="130" dirty="0" smtClean="0">
                <a:solidFill>
                  <a:srgbClr val="000066"/>
                </a:solidFill>
                <a:ea typeface="黑体" panose="02010609060101010101" pitchFamily="49" charset="-122"/>
                <a:cs typeface="Times New Roman" panose="02020603050405020304" pitchFamily="18" charset="0"/>
              </a:rPr>
              <a:t>§7.4  </a:t>
            </a:r>
            <a:r>
              <a:rPr lang="zh-CN" altLang="en-US" sz="1800" b="1" kern="900" spc="130" dirty="0" smtClean="0">
                <a:solidFill>
                  <a:srgbClr val="000066"/>
                </a:solidFill>
                <a:ea typeface="黑体" panose="02010609060101010101" pitchFamily="49" charset="-122"/>
                <a:cs typeface="Times New Roman" panose="02020603050405020304" pitchFamily="18" charset="0"/>
              </a:rPr>
              <a:t>总</a:t>
            </a:r>
            <a:r>
              <a:rPr lang="zh-CN" altLang="en-US" sz="1800" b="1" kern="900" spc="130" dirty="0">
                <a:solidFill>
                  <a:srgbClr val="000066"/>
                </a:solidFill>
                <a:ea typeface="黑体" panose="02010609060101010101" pitchFamily="49" charset="-122"/>
                <a:cs typeface="Times New Roman" panose="02020603050405020304" pitchFamily="18" charset="0"/>
              </a:rPr>
              <a:t>应力法与有效应力</a:t>
            </a:r>
            <a:r>
              <a:rPr lang="zh-CN" altLang="en-US" sz="1800" b="1" kern="900" spc="130" dirty="0" smtClean="0">
                <a:solidFill>
                  <a:srgbClr val="000066"/>
                </a:solidFill>
                <a:ea typeface="黑体" panose="02010609060101010101" pitchFamily="49" charset="-122"/>
                <a:cs typeface="Times New Roman" panose="02020603050405020304" pitchFamily="18" charset="0"/>
              </a:rPr>
              <a:t>法 </a:t>
            </a:r>
            <a:r>
              <a:rPr lang="en-US" altLang="zh-CN" sz="1800" b="1" kern="900" spc="130" dirty="0" smtClean="0">
                <a:solidFill>
                  <a:srgbClr val="000066"/>
                </a:solidFill>
                <a:ea typeface="黑体" panose="02010609060101010101" pitchFamily="49" charset="-122"/>
                <a:cs typeface="Times New Roman" panose="02020603050405020304" pitchFamily="18" charset="0"/>
              </a:rPr>
              <a:t>- </a:t>
            </a:r>
            <a:r>
              <a:rPr lang="zh-CN" altLang="en-US" sz="1800" b="1" kern="900" spc="130" dirty="0" smtClean="0">
                <a:solidFill>
                  <a:srgbClr val="000066"/>
                </a:solidFill>
                <a:ea typeface="黑体" panose="02010609060101010101" pitchFamily="49" charset="-122"/>
                <a:cs typeface="Times New Roman" panose="02020603050405020304" pitchFamily="18" charset="0"/>
              </a:rPr>
              <a:t>基本概念</a:t>
            </a:r>
            <a:endParaRPr lang="zh-CN" altLang="en-US" sz="1800" b="1" kern="900" spc="130" dirty="0">
              <a:solidFill>
                <a:srgbClr val="000066"/>
              </a:solidFill>
              <a:ea typeface="黑体" panose="02010609060101010101" pitchFamily="49" charset="-122"/>
              <a:cs typeface="Times New Roman" panose="02020603050405020304" pitchFamily="18" charset="0"/>
            </a:endParaRPr>
          </a:p>
        </p:txBody>
      </p:sp>
      <p:sp>
        <p:nvSpPr>
          <p:cNvPr id="8" name="Rectangle 69"/>
          <p:cNvSpPr>
            <a:spLocks noChangeArrowheads="1"/>
          </p:cNvSpPr>
          <p:nvPr/>
        </p:nvSpPr>
        <p:spPr bwMode="auto">
          <a:xfrm>
            <a:off x="1137736" y="3437757"/>
            <a:ext cx="1953807" cy="1508105"/>
          </a:xfrm>
          <a:prstGeom prst="rect">
            <a:avLst/>
          </a:prstGeom>
          <a:noFill/>
          <a:ln w="9525">
            <a:noFill/>
            <a:miter lim="800000"/>
            <a:headEnd/>
            <a:tailEnd/>
          </a:ln>
        </p:spPr>
        <p:txBody>
          <a:bodyPr wrap="square"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spcBef>
                <a:spcPts val="0"/>
              </a:spcBef>
              <a:spcAft>
                <a:spcPts val="0"/>
              </a:spcAft>
              <a:buSzPct val="130000"/>
            </a:pPr>
            <a:r>
              <a:rPr kumimoji="1" lang="zh-CN" altLang="en-US" sz="2000" b="1" dirty="0" smtClean="0">
                <a:solidFill>
                  <a:srgbClr val="000066"/>
                </a:solidFill>
                <a:latin typeface="幼圆" panose="02010509060101010101" pitchFamily="49" charset="-122"/>
                <a:ea typeface="幼圆" panose="02010509060101010101" pitchFamily="49" charset="-122"/>
                <a:cs typeface="Times New Roman" panose="02020603050405020304" pitchFamily="18" charset="0"/>
              </a:rPr>
              <a:t>分析地震情况下的土坡稳定性采用什么方法和指标？</a:t>
            </a:r>
            <a:endParaRPr kumimoji="1" lang="zh-CN" altLang="en-US" sz="2000" b="1" dirty="0">
              <a:solidFill>
                <a:srgbClr val="000066"/>
              </a:solidFill>
              <a:latin typeface="幼圆" panose="02010509060101010101" pitchFamily="49" charset="-122"/>
              <a:ea typeface="幼圆" panose="02010509060101010101" pitchFamily="49" charset="-122"/>
              <a:cs typeface="Times New Roman" panose="02020603050405020304" pitchFamily="18" charset="0"/>
            </a:endParaRPr>
          </a:p>
        </p:txBody>
      </p:sp>
      <p:pic>
        <p:nvPicPr>
          <p:cNvPr id="10" name="Picture 2" descr="H:\timg (1).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90211" y="3429060"/>
            <a:ext cx="715303" cy="1069569"/>
          </a:xfrm>
          <a:prstGeom prst="rect">
            <a:avLst/>
          </a:prstGeom>
          <a:noFill/>
          <a:extLst>
            <a:ext uri="{909E8E84-426E-40DD-AFC4-6F175D3DCCD1}">
              <a14:hiddenFill xmlns:a14="http://schemas.microsoft.com/office/drawing/2010/main">
                <a:solidFill>
                  <a:srgbClr val="FFFFFF"/>
                </a:solidFill>
              </a14:hiddenFill>
            </a:ext>
          </a:extLst>
        </p:spPr>
      </p:pic>
      <p:sp>
        <p:nvSpPr>
          <p:cNvPr id="2" name="矩形 1"/>
          <p:cNvSpPr/>
          <p:nvPr/>
        </p:nvSpPr>
        <p:spPr bwMode="auto">
          <a:xfrm>
            <a:off x="261257" y="3335383"/>
            <a:ext cx="2699657" cy="1733006"/>
          </a:xfrm>
          <a:prstGeom prst="rect">
            <a:avLst/>
          </a:prstGeom>
          <a:noFill/>
          <a:ln w="12700" cap="flat" cmpd="sng" algn="ctr">
            <a:solidFill>
              <a:srgbClr val="000066"/>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rot="0" spcFirstLastPara="0" vertOverflow="overflow" horzOverflow="overflow" vert="horz" wrap="none" lIns="90000" tIns="46800" rIns="90000" bIns="46800" numCol="1" spcCol="0" rtlCol="0" fromWordArt="0" anchor="t" anchorCtr="0" forceAA="0" compatLnSpc="1">
            <a:prstTxWarp prst="textNoShape">
              <a:avLst/>
            </a:prstTxWarp>
            <a:no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Tree>
    <p:extLst>
      <p:ext uri="{BB962C8B-B14F-4D97-AF65-F5344CB8AC3E}">
        <p14:creationId xmlns:p14="http://schemas.microsoft.com/office/powerpoint/2010/main" val="118253928"/>
      </p:ext>
    </p:extLst>
  </p:cSld>
  <p:clrMapOvr>
    <a:masterClrMapping/>
  </p:clrMapOvr>
  <p:transition spd="med">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1000"/>
                                        <p:tgtEl>
                                          <p:spTgt spid="2"/>
                                        </p:tgtEl>
                                      </p:cBhvr>
                                    </p:animEffect>
                                  </p:childTnLst>
                                </p:cTn>
                              </p:par>
                              <p:par>
                                <p:cTn id="8" presetID="22" presetClass="entr" presetSubtype="8" repeatCount="3000"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wipe(left)">
                                      <p:cBhvr>
                                        <p:cTn id="10" dur="500"/>
                                        <p:tgtEl>
                                          <p:spTgt spid="10"/>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wipe(left)">
                                      <p:cBhvr>
                                        <p:cTn id="13"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2" grpId="0" animBg="1"/>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71</a:t>
            </a:fld>
            <a:endParaRPr lang="zh-CN" altLang="en-US" dirty="0">
              <a:solidFill>
                <a:srgbClr val="C00000"/>
              </a:solidFill>
            </a:endParaRPr>
          </a:p>
        </p:txBody>
      </p:sp>
      <p:sp>
        <p:nvSpPr>
          <p:cNvPr id="7" name="Text Box 4"/>
          <p:cNvSpPr txBox="1">
            <a:spLocks noChangeArrowheads="1"/>
          </p:cNvSpPr>
          <p:nvPr/>
        </p:nvSpPr>
        <p:spPr bwMode="auto">
          <a:xfrm>
            <a:off x="337646" y="726532"/>
            <a:ext cx="4552406" cy="4977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358775" indent="-358775" eaLnBrk="1" hangingPunct="1">
              <a:lnSpc>
                <a:spcPct val="120000"/>
              </a:lnSpc>
              <a:spcBef>
                <a:spcPts val="600"/>
              </a:spcBef>
              <a:spcAft>
                <a:spcPts val="0"/>
              </a:spcAft>
              <a:buClr>
                <a:srgbClr val="A50021"/>
              </a:buClr>
              <a:buSzPct val="100000"/>
              <a:buFont typeface="Wingdings" panose="05000000000000000000" pitchFamily="2" charset="2"/>
              <a:buChar char="n"/>
            </a:pPr>
            <a:r>
              <a:rPr lang="zh-CN" altLang="en-US" sz="2400" b="1" dirty="0" smtClean="0">
                <a:solidFill>
                  <a:srgbClr val="A50021"/>
                </a:solidFill>
                <a:latin typeface="微软雅黑" panose="020B0503020204020204" pitchFamily="34" charset="-122"/>
                <a:ea typeface="微软雅黑" panose="020B0503020204020204" pitchFamily="34" charset="-122"/>
              </a:rPr>
              <a:t>两种有效应力分析方法</a:t>
            </a:r>
            <a:endParaRPr lang="zh-CN" altLang="en-US" sz="2400" b="1" dirty="0">
              <a:solidFill>
                <a:srgbClr val="000066"/>
              </a:solidFill>
              <a:ea typeface="幼圆" pitchFamily="49" charset="-122"/>
            </a:endParaRPr>
          </a:p>
        </p:txBody>
      </p:sp>
      <p:sp>
        <p:nvSpPr>
          <p:cNvPr id="131" name="Text Box 110"/>
          <p:cNvSpPr txBox="1">
            <a:spLocks noChangeArrowheads="1"/>
          </p:cNvSpPr>
          <p:nvPr/>
        </p:nvSpPr>
        <p:spPr bwMode="auto">
          <a:xfrm>
            <a:off x="1053087" y="1454457"/>
            <a:ext cx="7367345" cy="3910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marL="446088" indent="-446088" defTabSz="739775">
              <a:lnSpc>
                <a:spcPct val="125000"/>
              </a:lnSpc>
              <a:buClr>
                <a:srgbClr val="C00000"/>
              </a:buClr>
              <a:buSzPct val="130000"/>
              <a:buFont typeface="Wingdings" panose="05000000000000000000" pitchFamily="2" charset="2"/>
              <a:buChar char="F"/>
              <a:tabLst>
                <a:tab pos="3411538" algn="l"/>
              </a:tabLst>
            </a:pPr>
            <a:r>
              <a:rPr lang="zh-CN" altLang="en-US" sz="22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方法一：</a:t>
            </a:r>
            <a:r>
              <a:rPr lang="zh-CN" altLang="en-US" sz="22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取</a:t>
            </a:r>
            <a:r>
              <a:rPr lang="zh-CN" altLang="en-US" sz="2200" b="1" dirty="0" smtClean="0">
                <a:solidFill>
                  <a:srgbClr val="C00000"/>
                </a:solidFill>
                <a:latin typeface="黑体" panose="02010609060101010101" pitchFamily="49" charset="-122"/>
                <a:ea typeface="黑体" panose="02010609060101010101" pitchFamily="49" charset="-122"/>
                <a:cs typeface="Times New Roman" panose="02020603050405020304" pitchFamily="18" charset="0"/>
              </a:rPr>
              <a:t>土水整体</a:t>
            </a:r>
            <a:r>
              <a:rPr lang="zh-CN" altLang="en-US" sz="22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为隔离体（土骨架</a:t>
            </a:r>
            <a:r>
              <a:rPr lang="en-US" altLang="zh-CN" sz="22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a:t>
            </a:r>
            <a:r>
              <a:rPr lang="zh-CN" altLang="en-US" sz="22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孔隙水气）</a:t>
            </a:r>
            <a:r>
              <a:rPr lang="en-US" altLang="zh-CN" sz="22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
            </a:r>
            <a:br>
              <a:rPr lang="en-US" altLang="zh-CN" sz="22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br>
            <a:r>
              <a:rPr lang="zh-CN" altLang="en-US" sz="22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滑动面是隔离体的边界面，水压力大小就是边界面上各点的孔隙水压力值，方向垂直于滑动面。这种方法在工程上应用较多</a:t>
            </a:r>
            <a:endParaRPr lang="en-US" altLang="zh-CN" sz="22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a:p>
            <a:pPr marL="446088" indent="-446088" defTabSz="739775" eaLnBrk="1" hangingPunct="1">
              <a:lnSpc>
                <a:spcPct val="125000"/>
              </a:lnSpc>
              <a:buClr>
                <a:srgbClr val="C00000"/>
              </a:buClr>
              <a:buSzPct val="130000"/>
              <a:buFont typeface="Wingdings" panose="05000000000000000000" pitchFamily="2" charset="2"/>
              <a:buChar char="F"/>
              <a:tabLst>
                <a:tab pos="3411538" algn="l"/>
              </a:tabLst>
            </a:pPr>
            <a:r>
              <a:rPr lang="zh-CN" altLang="en-US" sz="22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方法</a:t>
            </a:r>
            <a:r>
              <a:rPr lang="zh-CN" altLang="en-US" sz="22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二：取</a:t>
            </a:r>
            <a:r>
              <a:rPr lang="zh-CN" altLang="en-US" sz="2200" b="1" dirty="0">
                <a:solidFill>
                  <a:srgbClr val="C00000"/>
                </a:solidFill>
                <a:latin typeface="黑体" panose="02010609060101010101" pitchFamily="49" charset="-122"/>
                <a:ea typeface="黑体" panose="02010609060101010101" pitchFamily="49" charset="-122"/>
                <a:cs typeface="Times New Roman" panose="02020603050405020304" pitchFamily="18" charset="0"/>
              </a:rPr>
              <a:t>土</a:t>
            </a:r>
            <a:r>
              <a:rPr lang="zh-CN" altLang="en-US" sz="2200" b="1" dirty="0" smtClean="0">
                <a:solidFill>
                  <a:srgbClr val="C00000"/>
                </a:solidFill>
                <a:latin typeface="黑体" panose="02010609060101010101" pitchFamily="49" charset="-122"/>
                <a:ea typeface="黑体" panose="02010609060101010101" pitchFamily="49" charset="-122"/>
                <a:cs typeface="Times New Roman" panose="02020603050405020304" pitchFamily="18" charset="0"/>
              </a:rPr>
              <a:t>体骨架</a:t>
            </a:r>
            <a:r>
              <a:rPr lang="zh-CN" altLang="en-US" sz="22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为</a:t>
            </a:r>
            <a:r>
              <a:rPr lang="zh-CN" altLang="en-US" sz="22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隔离</a:t>
            </a:r>
            <a:r>
              <a:rPr lang="zh-CN" altLang="en-US" sz="22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体</a:t>
            </a:r>
            <a:r>
              <a:rPr lang="en-US" altLang="zh-CN" sz="22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
            </a:r>
            <a:br>
              <a:rPr lang="en-US" altLang="zh-CN" sz="22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br>
            <a:r>
              <a:rPr lang="zh-CN" altLang="en-US" sz="22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孔隙中的流体作为存在于土骨架中的连续介质。分析土骨架力的平衡时要考虑流体与土骨架间的相互作用力，即浮力和渗透力。这种方法，工程中采用较少，通常只用于已绘出流网的情况</a:t>
            </a:r>
            <a:endParaRPr lang="en-US" altLang="zh-CN" sz="22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p:txBody>
      </p:sp>
      <p:sp>
        <p:nvSpPr>
          <p:cNvPr id="9" name="Text Box 7"/>
          <p:cNvSpPr txBox="1">
            <a:spLocks noChangeArrowheads="1"/>
          </p:cNvSpPr>
          <p:nvPr/>
        </p:nvSpPr>
        <p:spPr bwMode="auto">
          <a:xfrm>
            <a:off x="0" y="0"/>
            <a:ext cx="5144494"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1800" b="1" kern="900" spc="130" dirty="0" smtClean="0">
                <a:solidFill>
                  <a:srgbClr val="000066"/>
                </a:solidFill>
                <a:ea typeface="黑体" panose="02010609060101010101" pitchFamily="49" charset="-122"/>
                <a:cs typeface="Times New Roman" panose="02020603050405020304" pitchFamily="18" charset="0"/>
              </a:rPr>
              <a:t>§7.4  </a:t>
            </a:r>
            <a:r>
              <a:rPr lang="zh-CN" altLang="en-US" sz="1800" b="1" kern="900" spc="130" dirty="0" smtClean="0">
                <a:solidFill>
                  <a:srgbClr val="000066"/>
                </a:solidFill>
                <a:ea typeface="黑体" panose="02010609060101010101" pitchFamily="49" charset="-122"/>
                <a:cs typeface="Times New Roman" panose="02020603050405020304" pitchFamily="18" charset="0"/>
              </a:rPr>
              <a:t>总</a:t>
            </a:r>
            <a:r>
              <a:rPr lang="zh-CN" altLang="en-US" sz="1800" b="1" kern="900" spc="130" dirty="0">
                <a:solidFill>
                  <a:srgbClr val="000066"/>
                </a:solidFill>
                <a:ea typeface="黑体" panose="02010609060101010101" pitchFamily="49" charset="-122"/>
                <a:cs typeface="Times New Roman" panose="02020603050405020304" pitchFamily="18" charset="0"/>
              </a:rPr>
              <a:t>应力法与有效应力</a:t>
            </a:r>
            <a:r>
              <a:rPr lang="zh-CN" altLang="en-US" sz="1800" b="1" kern="900" spc="130" dirty="0" smtClean="0">
                <a:solidFill>
                  <a:srgbClr val="000066"/>
                </a:solidFill>
                <a:ea typeface="黑体" panose="02010609060101010101" pitchFamily="49" charset="-122"/>
                <a:cs typeface="Times New Roman" panose="02020603050405020304" pitchFamily="18" charset="0"/>
              </a:rPr>
              <a:t>法 </a:t>
            </a:r>
            <a:r>
              <a:rPr lang="en-US" altLang="zh-CN" sz="1800" b="1" kern="900" spc="130" dirty="0" smtClean="0">
                <a:solidFill>
                  <a:srgbClr val="000066"/>
                </a:solidFill>
                <a:ea typeface="黑体" panose="02010609060101010101" pitchFamily="49" charset="-122"/>
                <a:cs typeface="Times New Roman" panose="02020603050405020304" pitchFamily="18" charset="0"/>
              </a:rPr>
              <a:t>- </a:t>
            </a:r>
            <a:r>
              <a:rPr lang="zh-CN" altLang="en-US" sz="1800" b="1" kern="900" spc="130" dirty="0" smtClean="0">
                <a:solidFill>
                  <a:srgbClr val="000066"/>
                </a:solidFill>
                <a:ea typeface="黑体" panose="02010609060101010101" pitchFamily="49" charset="-122"/>
                <a:cs typeface="Times New Roman" panose="02020603050405020304" pitchFamily="18" charset="0"/>
              </a:rPr>
              <a:t>基本概念</a:t>
            </a:r>
            <a:endParaRPr lang="zh-CN" altLang="en-US" sz="1800" b="1" kern="900" spc="130" dirty="0">
              <a:solidFill>
                <a:srgbClr val="000066"/>
              </a:solidFill>
              <a:ea typeface="黑体" panose="02010609060101010101" pitchFamily="49" charset="-122"/>
              <a:cs typeface="Times New Roman" panose="02020603050405020304" pitchFamily="18" charset="0"/>
            </a:endParaRPr>
          </a:p>
        </p:txBody>
      </p:sp>
      <p:sp>
        <p:nvSpPr>
          <p:cNvPr id="10" name="Text Box 2"/>
          <p:cNvSpPr txBox="1">
            <a:spLocks noChangeArrowheads="1"/>
          </p:cNvSpPr>
          <p:nvPr/>
        </p:nvSpPr>
        <p:spPr bwMode="auto">
          <a:xfrm>
            <a:off x="2456953" y="5701142"/>
            <a:ext cx="4890052"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gn="ctr" eaLnBrk="1" hangingPunct="1">
              <a:lnSpc>
                <a:spcPct val="100000"/>
              </a:lnSpc>
              <a:spcBef>
                <a:spcPct val="0"/>
              </a:spcBef>
              <a:spcAft>
                <a:spcPct val="0"/>
              </a:spcAft>
            </a:pPr>
            <a:r>
              <a:rPr kumimoji="1" lang="zh-CN" altLang="en-US" sz="4000" b="1" dirty="0" smtClean="0">
                <a:solidFill>
                  <a:srgbClr val="000066"/>
                </a:solidFill>
                <a:latin typeface="黑体" pitchFamily="2" charset="-122"/>
                <a:ea typeface="黑体" pitchFamily="2" charset="-122"/>
              </a:rPr>
              <a:t>基本概念</a:t>
            </a:r>
            <a:endParaRPr kumimoji="1" lang="zh-CN" altLang="en-US" sz="4000" b="1" dirty="0">
              <a:solidFill>
                <a:srgbClr val="000066"/>
              </a:solidFill>
              <a:latin typeface="黑体" pitchFamily="2" charset="-122"/>
              <a:ea typeface="黑体" pitchFamily="2" charset="-122"/>
            </a:endParaRPr>
          </a:p>
        </p:txBody>
      </p:sp>
    </p:spTree>
    <p:extLst>
      <p:ext uri="{BB962C8B-B14F-4D97-AF65-F5344CB8AC3E}">
        <p14:creationId xmlns:p14="http://schemas.microsoft.com/office/powerpoint/2010/main" val="3442342123"/>
      </p:ext>
    </p:extLst>
  </p:cSld>
  <p:clrMapOvr>
    <a:masterClrMapping/>
  </p:clrMapOvr>
  <p:transition spd="med">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131">
                                            <p:txEl>
                                              <p:pRg st="0" end="0"/>
                                            </p:txEl>
                                          </p:spTgt>
                                        </p:tgtEl>
                                        <p:attrNameLst>
                                          <p:attrName>style.visibility</p:attrName>
                                        </p:attrNameLst>
                                      </p:cBhvr>
                                      <p:to>
                                        <p:strVal val="visible"/>
                                      </p:to>
                                    </p:set>
                                    <p:animEffect transition="in" filter="dissolve">
                                      <p:cBhvr>
                                        <p:cTn id="7" dur="1000"/>
                                        <p:tgtEl>
                                          <p:spTgt spid="13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31">
                                            <p:txEl>
                                              <p:pRg st="1" end="1"/>
                                            </p:txEl>
                                          </p:spTgt>
                                        </p:tgtEl>
                                        <p:attrNameLst>
                                          <p:attrName>style.visibility</p:attrName>
                                        </p:attrNameLst>
                                      </p:cBhvr>
                                      <p:to>
                                        <p:strVal val="visible"/>
                                      </p:to>
                                    </p:set>
                                    <p:animEffect transition="in" filter="dissolve">
                                      <p:cBhvr>
                                        <p:cTn id="12" dur="1000"/>
                                        <p:tgtEl>
                                          <p:spTgt spid="131">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1" grpId="0" uiExpand="1" build="p" autoUpdateAnimBg="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72</a:t>
            </a:fld>
            <a:endParaRPr lang="zh-CN" altLang="en-US" dirty="0">
              <a:solidFill>
                <a:srgbClr val="C00000"/>
              </a:solidFill>
            </a:endParaRPr>
          </a:p>
        </p:txBody>
      </p:sp>
      <p:sp>
        <p:nvSpPr>
          <p:cNvPr id="61" name="Text Box 2"/>
          <p:cNvSpPr txBox="1">
            <a:spLocks noChangeArrowheads="1"/>
          </p:cNvSpPr>
          <p:nvPr/>
        </p:nvSpPr>
        <p:spPr bwMode="auto">
          <a:xfrm>
            <a:off x="2456953" y="5701142"/>
            <a:ext cx="5398936"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zh-CN" altLang="en-US" sz="4000" b="1" dirty="0">
                <a:solidFill>
                  <a:srgbClr val="000066"/>
                </a:solidFill>
                <a:latin typeface="黑体" pitchFamily="2" charset="-122"/>
                <a:ea typeface="黑体" pitchFamily="2" charset="-122"/>
              </a:rPr>
              <a:t>施工期土坡稳定分析</a:t>
            </a:r>
          </a:p>
        </p:txBody>
      </p:sp>
      <p:sp>
        <p:nvSpPr>
          <p:cNvPr id="8" name="Text Box 7"/>
          <p:cNvSpPr txBox="1">
            <a:spLocks noChangeArrowheads="1"/>
          </p:cNvSpPr>
          <p:nvPr/>
        </p:nvSpPr>
        <p:spPr bwMode="auto">
          <a:xfrm>
            <a:off x="0" y="0"/>
            <a:ext cx="6146358"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1800" b="1" kern="900" spc="130" dirty="0" smtClean="0">
                <a:solidFill>
                  <a:srgbClr val="000066"/>
                </a:solidFill>
                <a:ea typeface="黑体" panose="02010609060101010101" pitchFamily="49" charset="-122"/>
                <a:cs typeface="Times New Roman" panose="02020603050405020304" pitchFamily="18" charset="0"/>
              </a:rPr>
              <a:t>§7.4  </a:t>
            </a:r>
            <a:r>
              <a:rPr lang="zh-CN" altLang="en-US" sz="1800" b="1" kern="900" spc="130" dirty="0" smtClean="0">
                <a:solidFill>
                  <a:srgbClr val="000066"/>
                </a:solidFill>
                <a:ea typeface="黑体" panose="02010609060101010101" pitchFamily="49" charset="-122"/>
                <a:cs typeface="Times New Roman" panose="02020603050405020304" pitchFamily="18" charset="0"/>
              </a:rPr>
              <a:t>总</a:t>
            </a:r>
            <a:r>
              <a:rPr lang="zh-CN" altLang="en-US" sz="1800" b="1" kern="900" spc="130" dirty="0">
                <a:solidFill>
                  <a:srgbClr val="000066"/>
                </a:solidFill>
                <a:ea typeface="黑体" panose="02010609060101010101" pitchFamily="49" charset="-122"/>
                <a:cs typeface="Times New Roman" panose="02020603050405020304" pitchFamily="18" charset="0"/>
              </a:rPr>
              <a:t>应力法与有效应力</a:t>
            </a:r>
            <a:r>
              <a:rPr lang="zh-CN" altLang="en-US" sz="1800" b="1" kern="900" spc="130" dirty="0" smtClean="0">
                <a:solidFill>
                  <a:srgbClr val="000066"/>
                </a:solidFill>
                <a:ea typeface="黑体" panose="02010609060101010101" pitchFamily="49" charset="-122"/>
                <a:cs typeface="Times New Roman" panose="02020603050405020304" pitchFamily="18" charset="0"/>
              </a:rPr>
              <a:t>法 </a:t>
            </a:r>
            <a:r>
              <a:rPr lang="en-US" altLang="zh-CN" sz="1800" b="1" kern="900" spc="130" dirty="0" smtClean="0">
                <a:solidFill>
                  <a:srgbClr val="000066"/>
                </a:solidFill>
                <a:ea typeface="黑体" panose="02010609060101010101" pitchFamily="49" charset="-122"/>
                <a:cs typeface="Times New Roman" panose="02020603050405020304" pitchFamily="18" charset="0"/>
              </a:rPr>
              <a:t>- </a:t>
            </a:r>
            <a:r>
              <a:rPr lang="zh-CN" altLang="en-US" sz="1800" b="1" kern="900" spc="130" dirty="0" smtClean="0">
                <a:solidFill>
                  <a:srgbClr val="000066"/>
                </a:solidFill>
                <a:ea typeface="黑体" panose="02010609060101010101" pitchFamily="49" charset="-122"/>
                <a:cs typeface="Times New Roman" panose="02020603050405020304" pitchFamily="18" charset="0"/>
              </a:rPr>
              <a:t>施工期</a:t>
            </a:r>
            <a:r>
              <a:rPr lang="zh-CN" altLang="en-US" sz="1800" b="1" kern="900" spc="130" dirty="0">
                <a:solidFill>
                  <a:srgbClr val="000066"/>
                </a:solidFill>
                <a:ea typeface="黑体" panose="02010609060101010101" pitchFamily="49" charset="-122"/>
                <a:cs typeface="Times New Roman" panose="02020603050405020304" pitchFamily="18" charset="0"/>
              </a:rPr>
              <a:t>土坡稳定分析</a:t>
            </a:r>
          </a:p>
          <a:p>
            <a:pPr eaLnBrk="1" fontAlgn="ctr" hangingPunct="1">
              <a:lnSpc>
                <a:spcPct val="100000"/>
              </a:lnSpc>
              <a:spcBef>
                <a:spcPct val="0"/>
              </a:spcBef>
              <a:spcAft>
                <a:spcPct val="0"/>
              </a:spcAft>
            </a:pPr>
            <a:endParaRPr lang="zh-CN" altLang="en-US" sz="1800" b="1" kern="900" spc="130" dirty="0">
              <a:solidFill>
                <a:srgbClr val="000066"/>
              </a:solidFill>
              <a:ea typeface="黑体" panose="02010609060101010101" pitchFamily="49" charset="-122"/>
              <a:cs typeface="Times New Roman" panose="02020603050405020304" pitchFamily="18" charset="0"/>
            </a:endParaRPr>
          </a:p>
        </p:txBody>
      </p:sp>
      <p:sp>
        <p:nvSpPr>
          <p:cNvPr id="9" name="Rectangle 69"/>
          <p:cNvSpPr>
            <a:spLocks noChangeArrowheads="1"/>
          </p:cNvSpPr>
          <p:nvPr/>
        </p:nvSpPr>
        <p:spPr bwMode="auto">
          <a:xfrm>
            <a:off x="6338989" y="829375"/>
            <a:ext cx="2312029" cy="446276"/>
          </a:xfrm>
          <a:prstGeom prst="rect">
            <a:avLst/>
          </a:prstGeom>
          <a:solidFill>
            <a:srgbClr val="FFFF00"/>
          </a:solidFill>
          <a:ln w="9525">
            <a:solidFill>
              <a:srgbClr val="0000FF"/>
            </a:solidFill>
            <a:miter lim="800000"/>
            <a:headEnd/>
            <a:tailEnd/>
          </a:ln>
        </p:spPr>
        <p:txBody>
          <a:bodyPr wrap="square"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spcBef>
                <a:spcPts val="0"/>
              </a:spcBef>
              <a:spcAft>
                <a:spcPts val="0"/>
              </a:spcAft>
              <a:buSzPct val="130000"/>
            </a:pPr>
            <a:r>
              <a:rPr kumimoji="1" lang="zh-CN" altLang="en-US" sz="2000" b="1" dirty="0" smtClean="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以瑞典</a:t>
            </a:r>
            <a:r>
              <a:rPr kumimoji="1" lang="zh-CN" altLang="en-US" sz="2000" b="1"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条分</a:t>
            </a:r>
            <a:r>
              <a:rPr kumimoji="1" lang="zh-CN" altLang="en-US" sz="2000" b="1" dirty="0" smtClean="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法为例</a:t>
            </a:r>
            <a:endParaRPr kumimoji="1" lang="zh-CN" altLang="en-US" sz="2000" b="1"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0" name="Text Box 4"/>
          <p:cNvSpPr txBox="1">
            <a:spLocks noChangeArrowheads="1"/>
          </p:cNvSpPr>
          <p:nvPr/>
        </p:nvSpPr>
        <p:spPr bwMode="auto">
          <a:xfrm>
            <a:off x="337647" y="726532"/>
            <a:ext cx="2159064" cy="5314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358775" indent="-358775" eaLnBrk="1" hangingPunct="1">
              <a:lnSpc>
                <a:spcPct val="120000"/>
              </a:lnSpc>
              <a:spcBef>
                <a:spcPts val="600"/>
              </a:spcBef>
              <a:spcAft>
                <a:spcPts val="0"/>
              </a:spcAft>
              <a:buClr>
                <a:srgbClr val="A50021"/>
              </a:buClr>
              <a:buSzPct val="100000"/>
              <a:buFont typeface="Wingdings" panose="05000000000000000000" pitchFamily="2" charset="2"/>
              <a:buChar char="n"/>
            </a:pPr>
            <a:r>
              <a:rPr lang="zh-CN" altLang="en-US" sz="2600" b="1" dirty="0" smtClean="0">
                <a:solidFill>
                  <a:srgbClr val="A50021"/>
                </a:solidFill>
                <a:latin typeface="微软雅黑" panose="020B0503020204020204" pitchFamily="34" charset="-122"/>
                <a:ea typeface="微软雅黑" panose="020B0503020204020204" pitchFamily="34" charset="-122"/>
              </a:rPr>
              <a:t>总应力法</a:t>
            </a:r>
            <a:endParaRPr lang="zh-CN" altLang="en-US" sz="2600" b="1" dirty="0">
              <a:solidFill>
                <a:srgbClr val="000066"/>
              </a:solidFill>
              <a:ea typeface="幼圆" pitchFamily="49" charset="-122"/>
            </a:endParaRPr>
          </a:p>
        </p:txBody>
      </p:sp>
      <p:graphicFrame>
        <p:nvGraphicFramePr>
          <p:cNvPr id="2" name="对象 1"/>
          <p:cNvGraphicFramePr>
            <a:graphicFrameLocks noChangeAspect="1"/>
          </p:cNvGraphicFramePr>
          <p:nvPr>
            <p:extLst>
              <p:ext uri="{D42A27DB-BD31-4B8C-83A1-F6EECF244321}">
                <p14:modId xmlns:p14="http://schemas.microsoft.com/office/powerpoint/2010/main" val="3018817602"/>
              </p:ext>
            </p:extLst>
          </p:nvPr>
        </p:nvGraphicFramePr>
        <p:xfrm>
          <a:off x="1479550" y="2185988"/>
          <a:ext cx="3251200" cy="839787"/>
        </p:xfrm>
        <a:graphic>
          <a:graphicData uri="http://schemas.openxmlformats.org/presentationml/2006/ole">
            <mc:AlternateContent xmlns:mc="http://schemas.openxmlformats.org/markup-compatibility/2006">
              <mc:Choice xmlns:v="urn:schemas-microsoft-com:vml" Requires="v">
                <p:oleObj spid="_x0000_s1784011" name="Equation" r:id="rId4" imgW="1866600" imgH="482400" progId="Equation.DSMT4">
                  <p:embed/>
                </p:oleObj>
              </mc:Choice>
              <mc:Fallback>
                <p:oleObj name="Equation" r:id="rId4" imgW="1866600" imgH="482400" progId="Equation.DSMT4">
                  <p:embed/>
                  <p:pic>
                    <p:nvPicPr>
                      <p:cNvPr id="0" name="对象 3"/>
                      <p:cNvPicPr>
                        <a:picLocks noChangeAspect="1" noChangeArrowheads="1"/>
                      </p:cNvPicPr>
                      <p:nvPr/>
                    </p:nvPicPr>
                    <p:blipFill>
                      <a:blip r:embed="rId5"/>
                      <a:srcRect/>
                      <a:stretch>
                        <a:fillRect/>
                      </a:stretch>
                    </p:blipFill>
                    <p:spPr bwMode="auto">
                      <a:xfrm>
                        <a:off x="1479550" y="2185988"/>
                        <a:ext cx="3251200" cy="839787"/>
                      </a:xfrm>
                      <a:prstGeom prst="rect">
                        <a:avLst/>
                      </a:prstGeom>
                      <a:noFill/>
                      <a:ln>
                        <a:noFill/>
                      </a:ln>
                      <a:effectLst/>
                    </p:spPr>
                  </p:pic>
                </p:oleObj>
              </mc:Fallback>
            </mc:AlternateContent>
          </a:graphicData>
        </a:graphic>
      </p:graphicFrame>
      <p:sp>
        <p:nvSpPr>
          <p:cNvPr id="11" name="Text Box 110"/>
          <p:cNvSpPr txBox="1">
            <a:spLocks noChangeArrowheads="1"/>
          </p:cNvSpPr>
          <p:nvPr/>
        </p:nvSpPr>
        <p:spPr bwMode="auto">
          <a:xfrm>
            <a:off x="917575" y="1470360"/>
            <a:ext cx="471022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marL="446088" indent="-446088" defTabSz="739775">
              <a:lnSpc>
                <a:spcPct val="125000"/>
              </a:lnSpc>
              <a:buClr>
                <a:srgbClr val="C00000"/>
              </a:buClr>
              <a:buSzPct val="130000"/>
              <a:buFont typeface="Wingdings" panose="05000000000000000000" pitchFamily="2" charset="2"/>
              <a:buChar char="F"/>
              <a:tabLst>
                <a:tab pos="3411538" algn="l"/>
              </a:tabLst>
            </a:pPr>
            <a:r>
              <a:rPr lang="zh-CN" altLang="en-US" sz="24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不直接考虑孔隙水压力的影响</a:t>
            </a:r>
            <a:endParaRPr lang="en-US" altLang="zh-CN" sz="24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p:txBody>
      </p:sp>
      <p:sp>
        <p:nvSpPr>
          <p:cNvPr id="12" name="Text Box 4"/>
          <p:cNvSpPr txBox="1">
            <a:spLocks noChangeArrowheads="1"/>
          </p:cNvSpPr>
          <p:nvPr/>
        </p:nvSpPr>
        <p:spPr bwMode="auto">
          <a:xfrm>
            <a:off x="1246309" y="3443201"/>
            <a:ext cx="7627351" cy="14126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180975" indent="-180975" eaLnBrk="1" hangingPunct="1">
              <a:lnSpc>
                <a:spcPct val="130000"/>
              </a:lnSpc>
              <a:spcBef>
                <a:spcPts val="0"/>
              </a:spcBef>
              <a:spcAft>
                <a:spcPts val="0"/>
              </a:spcAft>
              <a:buClr>
                <a:srgbClr val="A50021"/>
              </a:buClr>
              <a:buSzPct val="130000"/>
              <a:buFont typeface="Arial" panose="020B0604020202020204" pitchFamily="34" charset="0"/>
              <a:buChar char="•"/>
            </a:pPr>
            <a:r>
              <a:rPr lang="zh-CN" altLang="en-US" sz="2200" b="1" dirty="0" smtClean="0">
                <a:solidFill>
                  <a:srgbClr val="000066"/>
                </a:solidFill>
                <a:ea typeface="幼圆" pitchFamily="49" charset="-122"/>
                <a:cs typeface="Times New Roman" panose="02020603050405020304" pitchFamily="18" charset="0"/>
              </a:rPr>
              <a:t>土条重量</a:t>
            </a:r>
            <a:r>
              <a:rPr lang="en-US" altLang="zh-CN" sz="2200" b="1" i="1" dirty="0" smtClean="0">
                <a:solidFill>
                  <a:srgbClr val="000066"/>
                </a:solidFill>
                <a:ea typeface="幼圆" pitchFamily="49" charset="-122"/>
                <a:cs typeface="Times New Roman" panose="02020603050405020304" pitchFamily="18" charset="0"/>
              </a:rPr>
              <a:t>W</a:t>
            </a:r>
            <a:r>
              <a:rPr lang="en-US" altLang="zh-CN" sz="2200" b="1" i="1" baseline="-25000" dirty="0" smtClean="0">
                <a:solidFill>
                  <a:srgbClr val="000066"/>
                </a:solidFill>
                <a:ea typeface="幼圆" pitchFamily="49" charset="-122"/>
                <a:cs typeface="Times New Roman" panose="02020603050405020304" pitchFamily="18" charset="0"/>
              </a:rPr>
              <a:t>i</a:t>
            </a:r>
            <a:r>
              <a:rPr lang="zh-CN" altLang="en-US" sz="2200" b="1" dirty="0" smtClean="0">
                <a:solidFill>
                  <a:srgbClr val="000066"/>
                </a:solidFill>
                <a:ea typeface="幼圆" pitchFamily="49" charset="-122"/>
                <a:cs typeface="Times New Roman" panose="02020603050405020304" pitchFamily="18" charset="0"/>
              </a:rPr>
              <a:t>，应用压密后填土的总重量</a:t>
            </a:r>
            <a:endParaRPr lang="en-US" altLang="zh-CN" sz="2200" b="1" dirty="0" smtClean="0">
              <a:solidFill>
                <a:srgbClr val="000066"/>
              </a:solidFill>
              <a:ea typeface="幼圆" pitchFamily="49" charset="-122"/>
              <a:cs typeface="Times New Roman" panose="02020603050405020304" pitchFamily="18" charset="0"/>
            </a:endParaRPr>
          </a:p>
          <a:p>
            <a:pPr marL="180975" indent="-180975" eaLnBrk="1" hangingPunct="1">
              <a:lnSpc>
                <a:spcPct val="130000"/>
              </a:lnSpc>
              <a:spcBef>
                <a:spcPts val="0"/>
              </a:spcBef>
              <a:spcAft>
                <a:spcPts val="0"/>
              </a:spcAft>
              <a:buClr>
                <a:srgbClr val="A50021"/>
              </a:buClr>
              <a:buSzPct val="130000"/>
              <a:buFont typeface="Arial" panose="020B0604020202020204" pitchFamily="34" charset="0"/>
              <a:buChar char="•"/>
            </a:pPr>
            <a:r>
              <a:rPr lang="zh-CN" altLang="en-US" sz="2200" b="1" dirty="0" smtClean="0">
                <a:solidFill>
                  <a:srgbClr val="000066"/>
                </a:solidFill>
                <a:ea typeface="幼圆" pitchFamily="49" charset="-122"/>
                <a:cs typeface="Times New Roman" panose="02020603050405020304" pitchFamily="18" charset="0"/>
              </a:rPr>
              <a:t>对于黏性填</a:t>
            </a:r>
            <a:r>
              <a:rPr lang="zh-CN" altLang="en-US" sz="2200" b="1" dirty="0">
                <a:solidFill>
                  <a:srgbClr val="000066"/>
                </a:solidFill>
                <a:ea typeface="幼圆" pitchFamily="49" charset="-122"/>
                <a:cs typeface="Times New Roman" panose="02020603050405020304" pitchFamily="18" charset="0"/>
              </a:rPr>
              <a:t>土，</a:t>
            </a:r>
            <a:r>
              <a:rPr lang="zh-CN" altLang="en-US" sz="2200" b="1" dirty="0" smtClean="0">
                <a:solidFill>
                  <a:srgbClr val="000066"/>
                </a:solidFill>
                <a:ea typeface="幼圆" pitchFamily="49" charset="-122"/>
                <a:cs typeface="Times New Roman" panose="02020603050405020304" pitchFamily="18" charset="0"/>
              </a:rPr>
              <a:t>采用不排水抗剪强度指标 </a:t>
            </a:r>
            <a:r>
              <a:rPr lang="en-US" altLang="zh-CN" sz="2200" b="1" i="1" dirty="0">
                <a:solidFill>
                  <a:srgbClr val="C00000"/>
                </a:solidFill>
              </a:rPr>
              <a:t>c</a:t>
            </a:r>
            <a:r>
              <a:rPr lang="en-US" altLang="zh-CN" sz="2200" b="1" baseline="-25000" dirty="0">
                <a:solidFill>
                  <a:srgbClr val="C00000"/>
                </a:solidFill>
              </a:rPr>
              <a:t>u</a:t>
            </a:r>
            <a:r>
              <a:rPr lang="en-US" altLang="zh-CN" sz="2200" b="1" baseline="-25000" dirty="0"/>
              <a:t> </a:t>
            </a:r>
            <a:r>
              <a:rPr lang="zh-CN" altLang="en-US" sz="2200" b="1" dirty="0" smtClean="0">
                <a:solidFill>
                  <a:srgbClr val="C00000"/>
                </a:solidFill>
              </a:rPr>
              <a:t>、</a:t>
            </a:r>
            <a:r>
              <a:rPr lang="zh-CN" altLang="en-US" sz="2200" b="1" i="1" dirty="0" smtClean="0">
                <a:solidFill>
                  <a:srgbClr val="C00000"/>
                </a:solidFill>
                <a:sym typeface="Symbol" panose="05050102010706020507" pitchFamily="18" charset="2"/>
              </a:rPr>
              <a:t></a:t>
            </a:r>
            <a:r>
              <a:rPr lang="en-US" altLang="zh-CN" sz="2200" b="1" baseline="-25000" dirty="0" smtClean="0">
                <a:solidFill>
                  <a:srgbClr val="C00000"/>
                </a:solidFill>
              </a:rPr>
              <a:t>u</a:t>
            </a:r>
            <a:endParaRPr lang="en-US" altLang="zh-CN" sz="2200" b="1" baseline="-25000" dirty="0">
              <a:solidFill>
                <a:srgbClr val="C00000"/>
              </a:solidFill>
            </a:endParaRPr>
          </a:p>
          <a:p>
            <a:pPr marL="180975" indent="-180975" eaLnBrk="1" hangingPunct="1">
              <a:lnSpc>
                <a:spcPct val="130000"/>
              </a:lnSpc>
              <a:spcBef>
                <a:spcPts val="0"/>
              </a:spcBef>
              <a:spcAft>
                <a:spcPts val="0"/>
              </a:spcAft>
              <a:buClr>
                <a:srgbClr val="A50021"/>
              </a:buClr>
              <a:buSzPct val="130000"/>
              <a:buFont typeface="Arial" panose="020B0604020202020204" pitchFamily="34" charset="0"/>
              <a:buChar char="•"/>
            </a:pPr>
            <a:r>
              <a:rPr lang="zh-CN" altLang="en-US" sz="2200" b="1" dirty="0" smtClean="0">
                <a:solidFill>
                  <a:srgbClr val="000066"/>
                </a:solidFill>
                <a:ea typeface="幼圆" pitchFamily="49" charset="-122"/>
                <a:cs typeface="Times New Roman" panose="02020603050405020304" pitchFamily="18" charset="0"/>
              </a:rPr>
              <a:t>对于无黏性土，渗透系数很大，仍采用</a:t>
            </a:r>
            <a:r>
              <a:rPr lang="zh-CN" altLang="en-US" sz="2200" b="1" dirty="0" smtClean="0">
                <a:solidFill>
                  <a:srgbClr val="C00000"/>
                </a:solidFill>
                <a:ea typeface="幼圆" pitchFamily="49" charset="-122"/>
                <a:cs typeface="Times New Roman" panose="02020603050405020304" pitchFamily="18" charset="0"/>
              </a:rPr>
              <a:t>有效应力强度指标</a:t>
            </a:r>
            <a:endParaRPr lang="en-US" altLang="zh-CN" sz="2200" b="1" dirty="0">
              <a:solidFill>
                <a:srgbClr val="C00000"/>
              </a:solidFill>
              <a:ea typeface="幼圆" pitchFamily="49" charset="-122"/>
              <a:cs typeface="Times New Roman" panose="02020603050405020304" pitchFamily="18" charset="0"/>
            </a:endParaRPr>
          </a:p>
        </p:txBody>
      </p:sp>
    </p:spTree>
    <p:extLst>
      <p:ext uri="{BB962C8B-B14F-4D97-AF65-F5344CB8AC3E}">
        <p14:creationId xmlns:p14="http://schemas.microsoft.com/office/powerpoint/2010/main" val="314307713"/>
      </p:ext>
    </p:extLst>
  </p:cSld>
  <p:clrMapOvr>
    <a:masterClrMapping/>
  </p:clrMapOvr>
  <p:transition spd="med">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repeatCount="3000"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up)">
                                      <p:cBhvr>
                                        <p:cTn id="7" dur="500"/>
                                        <p:tgtEl>
                                          <p:spTgt spid="9"/>
                                        </p:tgtEl>
                                      </p:cBhvr>
                                    </p:animEffect>
                                  </p:childTnLst>
                                </p:cTn>
                              </p:par>
                            </p:childTnLst>
                          </p:cTn>
                        </p:par>
                        <p:par>
                          <p:cTn id="8" fill="hold">
                            <p:stCondLst>
                              <p:cond delay="1500"/>
                            </p:stCondLst>
                            <p:childTnLst>
                              <p:par>
                                <p:cTn id="9" presetID="9" presetClass="entr" presetSubtype="0" fill="hold" grpId="0" nodeType="after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dissolve">
                                      <p:cBhvr>
                                        <p:cTn id="11" dur="500"/>
                                        <p:tgtEl>
                                          <p:spTgt spid="11"/>
                                        </p:tgtEl>
                                      </p:cBhvr>
                                    </p:animEffect>
                                  </p:childTnLst>
                                </p:cTn>
                              </p:par>
                            </p:childTnLst>
                          </p:cTn>
                        </p:par>
                        <p:par>
                          <p:cTn id="12" fill="hold">
                            <p:stCondLst>
                              <p:cond delay="2000"/>
                            </p:stCondLst>
                            <p:childTnLst>
                              <p:par>
                                <p:cTn id="13" presetID="31" presetClass="entr" presetSubtype="0" fill="hold" nodeType="afterEffect">
                                  <p:stCondLst>
                                    <p:cond delay="0"/>
                                  </p:stCondLst>
                                  <p:childTnLst>
                                    <p:set>
                                      <p:cBhvr>
                                        <p:cTn id="14" dur="1" fill="hold">
                                          <p:stCondLst>
                                            <p:cond delay="0"/>
                                          </p:stCondLst>
                                        </p:cTn>
                                        <p:tgtEl>
                                          <p:spTgt spid="2"/>
                                        </p:tgtEl>
                                        <p:attrNameLst>
                                          <p:attrName>style.visibility</p:attrName>
                                        </p:attrNameLst>
                                      </p:cBhvr>
                                      <p:to>
                                        <p:strVal val="visible"/>
                                      </p:to>
                                    </p:set>
                                    <p:anim calcmode="lin" valueType="num">
                                      <p:cBhvr>
                                        <p:cTn id="15" dur="1000" fill="hold"/>
                                        <p:tgtEl>
                                          <p:spTgt spid="2"/>
                                        </p:tgtEl>
                                        <p:attrNameLst>
                                          <p:attrName>ppt_w</p:attrName>
                                        </p:attrNameLst>
                                      </p:cBhvr>
                                      <p:tavLst>
                                        <p:tav tm="0">
                                          <p:val>
                                            <p:fltVal val="0"/>
                                          </p:val>
                                        </p:tav>
                                        <p:tav tm="100000">
                                          <p:val>
                                            <p:strVal val="#ppt_w"/>
                                          </p:val>
                                        </p:tav>
                                      </p:tavLst>
                                    </p:anim>
                                    <p:anim calcmode="lin" valueType="num">
                                      <p:cBhvr>
                                        <p:cTn id="16" dur="1000" fill="hold"/>
                                        <p:tgtEl>
                                          <p:spTgt spid="2"/>
                                        </p:tgtEl>
                                        <p:attrNameLst>
                                          <p:attrName>ppt_h</p:attrName>
                                        </p:attrNameLst>
                                      </p:cBhvr>
                                      <p:tavLst>
                                        <p:tav tm="0">
                                          <p:val>
                                            <p:fltVal val="0"/>
                                          </p:val>
                                        </p:tav>
                                        <p:tav tm="100000">
                                          <p:val>
                                            <p:strVal val="#ppt_h"/>
                                          </p:val>
                                        </p:tav>
                                      </p:tavLst>
                                    </p:anim>
                                    <p:anim calcmode="lin" valueType="num">
                                      <p:cBhvr>
                                        <p:cTn id="17" dur="1000" fill="hold"/>
                                        <p:tgtEl>
                                          <p:spTgt spid="2"/>
                                        </p:tgtEl>
                                        <p:attrNameLst>
                                          <p:attrName>style.rotation</p:attrName>
                                        </p:attrNameLst>
                                      </p:cBhvr>
                                      <p:tavLst>
                                        <p:tav tm="0">
                                          <p:val>
                                            <p:fltVal val="90"/>
                                          </p:val>
                                        </p:tav>
                                        <p:tav tm="100000">
                                          <p:val>
                                            <p:fltVal val="0"/>
                                          </p:val>
                                        </p:tav>
                                      </p:tavLst>
                                    </p:anim>
                                    <p:animEffect transition="in" filter="fade">
                                      <p:cBhvr>
                                        <p:cTn id="18" dur="1000"/>
                                        <p:tgtEl>
                                          <p:spTgt spid="2"/>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2">
                                            <p:txEl>
                                              <p:pRg st="0" end="0"/>
                                            </p:txEl>
                                          </p:spTgt>
                                        </p:tgtEl>
                                        <p:attrNameLst>
                                          <p:attrName>style.visibility</p:attrName>
                                        </p:attrNameLst>
                                      </p:cBhvr>
                                      <p:to>
                                        <p:strVal val="visible"/>
                                      </p:to>
                                    </p:set>
                                    <p:animEffect transition="in" filter="wipe(left)">
                                      <p:cBhvr>
                                        <p:cTn id="23" dur="1000"/>
                                        <p:tgtEl>
                                          <p:spTgt spid="12">
                                            <p:txEl>
                                              <p:pRg st="0" end="0"/>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2">
                                            <p:txEl>
                                              <p:pRg st="1" end="1"/>
                                            </p:txEl>
                                          </p:spTgt>
                                        </p:tgtEl>
                                        <p:attrNameLst>
                                          <p:attrName>style.visibility</p:attrName>
                                        </p:attrNameLst>
                                      </p:cBhvr>
                                      <p:to>
                                        <p:strVal val="visible"/>
                                      </p:to>
                                    </p:set>
                                    <p:animEffect transition="in" filter="wipe(left)">
                                      <p:cBhvr>
                                        <p:cTn id="28" dur="1000"/>
                                        <p:tgtEl>
                                          <p:spTgt spid="12">
                                            <p:txEl>
                                              <p:pRg st="1" end="1"/>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12">
                                            <p:txEl>
                                              <p:pRg st="2" end="2"/>
                                            </p:txEl>
                                          </p:spTgt>
                                        </p:tgtEl>
                                        <p:attrNameLst>
                                          <p:attrName>style.visibility</p:attrName>
                                        </p:attrNameLst>
                                      </p:cBhvr>
                                      <p:to>
                                        <p:strVal val="visible"/>
                                      </p:to>
                                    </p:set>
                                    <p:animEffect transition="in" filter="wipe(left)">
                                      <p:cBhvr>
                                        <p:cTn id="33" dur="1000"/>
                                        <p:tgtEl>
                                          <p:spTgt spid="1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utoUpdateAnimBg="0"/>
      <p:bldP spid="12" grpId="0" build="p"/>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73</a:t>
            </a:fld>
            <a:endParaRPr lang="zh-CN" altLang="en-US" dirty="0">
              <a:solidFill>
                <a:srgbClr val="C00000"/>
              </a:solidFill>
            </a:endParaRPr>
          </a:p>
        </p:txBody>
      </p:sp>
      <p:sp>
        <p:nvSpPr>
          <p:cNvPr id="61" name="Text Box 2"/>
          <p:cNvSpPr txBox="1">
            <a:spLocks noChangeArrowheads="1"/>
          </p:cNvSpPr>
          <p:nvPr/>
        </p:nvSpPr>
        <p:spPr bwMode="auto">
          <a:xfrm>
            <a:off x="2456953" y="5701142"/>
            <a:ext cx="5398936"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zh-CN" altLang="en-US" sz="4000" b="1" dirty="0">
                <a:solidFill>
                  <a:srgbClr val="000066"/>
                </a:solidFill>
                <a:latin typeface="黑体" pitchFamily="2" charset="-122"/>
                <a:ea typeface="黑体" pitchFamily="2" charset="-122"/>
              </a:rPr>
              <a:t>施工期土坡稳定分析</a:t>
            </a:r>
          </a:p>
        </p:txBody>
      </p:sp>
      <p:sp>
        <p:nvSpPr>
          <p:cNvPr id="8" name="Text Box 7"/>
          <p:cNvSpPr txBox="1">
            <a:spLocks noChangeArrowheads="1"/>
          </p:cNvSpPr>
          <p:nvPr/>
        </p:nvSpPr>
        <p:spPr bwMode="auto">
          <a:xfrm>
            <a:off x="0" y="0"/>
            <a:ext cx="6146358"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1800" b="1" kern="900" spc="130" dirty="0" smtClean="0">
                <a:solidFill>
                  <a:srgbClr val="000066"/>
                </a:solidFill>
                <a:ea typeface="黑体" panose="02010609060101010101" pitchFamily="49" charset="-122"/>
                <a:cs typeface="Times New Roman" panose="02020603050405020304" pitchFamily="18" charset="0"/>
              </a:rPr>
              <a:t>§7.4  </a:t>
            </a:r>
            <a:r>
              <a:rPr lang="zh-CN" altLang="en-US" sz="1800" b="1" kern="900" spc="130" dirty="0" smtClean="0">
                <a:solidFill>
                  <a:srgbClr val="000066"/>
                </a:solidFill>
                <a:ea typeface="黑体" panose="02010609060101010101" pitchFamily="49" charset="-122"/>
                <a:cs typeface="Times New Roman" panose="02020603050405020304" pitchFamily="18" charset="0"/>
              </a:rPr>
              <a:t>总</a:t>
            </a:r>
            <a:r>
              <a:rPr lang="zh-CN" altLang="en-US" sz="1800" b="1" kern="900" spc="130" dirty="0">
                <a:solidFill>
                  <a:srgbClr val="000066"/>
                </a:solidFill>
                <a:ea typeface="黑体" panose="02010609060101010101" pitchFamily="49" charset="-122"/>
                <a:cs typeface="Times New Roman" panose="02020603050405020304" pitchFamily="18" charset="0"/>
              </a:rPr>
              <a:t>应力法与有效应力</a:t>
            </a:r>
            <a:r>
              <a:rPr lang="zh-CN" altLang="en-US" sz="1800" b="1" kern="900" spc="130" dirty="0" smtClean="0">
                <a:solidFill>
                  <a:srgbClr val="000066"/>
                </a:solidFill>
                <a:ea typeface="黑体" panose="02010609060101010101" pitchFamily="49" charset="-122"/>
                <a:cs typeface="Times New Roman" panose="02020603050405020304" pitchFamily="18" charset="0"/>
              </a:rPr>
              <a:t>法 </a:t>
            </a:r>
            <a:r>
              <a:rPr lang="en-US" altLang="zh-CN" sz="1800" b="1" kern="900" spc="130" dirty="0" smtClean="0">
                <a:solidFill>
                  <a:srgbClr val="000066"/>
                </a:solidFill>
                <a:ea typeface="黑体" panose="02010609060101010101" pitchFamily="49" charset="-122"/>
                <a:cs typeface="Times New Roman" panose="02020603050405020304" pitchFamily="18" charset="0"/>
              </a:rPr>
              <a:t>- </a:t>
            </a:r>
            <a:r>
              <a:rPr lang="zh-CN" altLang="en-US" sz="1800" b="1" kern="900" spc="130" dirty="0" smtClean="0">
                <a:solidFill>
                  <a:srgbClr val="000066"/>
                </a:solidFill>
                <a:ea typeface="黑体" panose="02010609060101010101" pitchFamily="49" charset="-122"/>
                <a:cs typeface="Times New Roman" panose="02020603050405020304" pitchFamily="18" charset="0"/>
              </a:rPr>
              <a:t>施工期</a:t>
            </a:r>
            <a:r>
              <a:rPr lang="zh-CN" altLang="en-US" sz="1800" b="1" kern="900" spc="130" dirty="0">
                <a:solidFill>
                  <a:srgbClr val="000066"/>
                </a:solidFill>
                <a:ea typeface="黑体" panose="02010609060101010101" pitchFamily="49" charset="-122"/>
                <a:cs typeface="Times New Roman" panose="02020603050405020304" pitchFamily="18" charset="0"/>
              </a:rPr>
              <a:t>土坡稳定分析</a:t>
            </a:r>
          </a:p>
          <a:p>
            <a:pPr eaLnBrk="1" fontAlgn="ctr" hangingPunct="1">
              <a:lnSpc>
                <a:spcPct val="100000"/>
              </a:lnSpc>
              <a:spcBef>
                <a:spcPct val="0"/>
              </a:spcBef>
              <a:spcAft>
                <a:spcPct val="0"/>
              </a:spcAft>
            </a:pPr>
            <a:endParaRPr lang="zh-CN" altLang="en-US" sz="1800" b="1" kern="900" spc="130" dirty="0">
              <a:solidFill>
                <a:srgbClr val="000066"/>
              </a:solidFill>
              <a:ea typeface="黑体" panose="02010609060101010101" pitchFamily="49" charset="-122"/>
              <a:cs typeface="Times New Roman" panose="02020603050405020304" pitchFamily="18" charset="0"/>
            </a:endParaRPr>
          </a:p>
        </p:txBody>
      </p:sp>
      <p:sp>
        <p:nvSpPr>
          <p:cNvPr id="10" name="Text Box 4"/>
          <p:cNvSpPr txBox="1">
            <a:spLocks noChangeArrowheads="1"/>
          </p:cNvSpPr>
          <p:nvPr/>
        </p:nvSpPr>
        <p:spPr bwMode="auto">
          <a:xfrm>
            <a:off x="337646" y="694728"/>
            <a:ext cx="2636141" cy="5314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358775" indent="-358775" eaLnBrk="1" hangingPunct="1">
              <a:lnSpc>
                <a:spcPct val="120000"/>
              </a:lnSpc>
              <a:spcBef>
                <a:spcPts val="600"/>
              </a:spcBef>
              <a:spcAft>
                <a:spcPts val="0"/>
              </a:spcAft>
              <a:buClr>
                <a:srgbClr val="A50021"/>
              </a:buClr>
              <a:buSzPct val="100000"/>
              <a:buFont typeface="Wingdings" panose="05000000000000000000" pitchFamily="2" charset="2"/>
              <a:buChar char="n"/>
            </a:pPr>
            <a:r>
              <a:rPr lang="zh-CN" altLang="en-US" sz="2600" b="1" dirty="0" smtClean="0">
                <a:solidFill>
                  <a:srgbClr val="A50021"/>
                </a:solidFill>
                <a:latin typeface="微软雅黑" panose="020B0503020204020204" pitchFamily="34" charset="-122"/>
                <a:ea typeface="微软雅黑" panose="020B0503020204020204" pitchFamily="34" charset="-122"/>
              </a:rPr>
              <a:t>有效应力法</a:t>
            </a:r>
            <a:endParaRPr lang="zh-CN" altLang="en-US" sz="2600" b="1" dirty="0">
              <a:solidFill>
                <a:srgbClr val="000066"/>
              </a:solidFill>
              <a:ea typeface="幼圆" pitchFamily="49" charset="-122"/>
            </a:endParaRPr>
          </a:p>
        </p:txBody>
      </p:sp>
      <p:graphicFrame>
        <p:nvGraphicFramePr>
          <p:cNvPr id="2" name="对象 1"/>
          <p:cNvGraphicFramePr>
            <a:graphicFrameLocks noChangeAspect="1"/>
          </p:cNvGraphicFramePr>
          <p:nvPr>
            <p:extLst>
              <p:ext uri="{D42A27DB-BD31-4B8C-83A1-F6EECF244321}">
                <p14:modId xmlns:p14="http://schemas.microsoft.com/office/powerpoint/2010/main" val="3515333311"/>
              </p:ext>
            </p:extLst>
          </p:nvPr>
        </p:nvGraphicFramePr>
        <p:xfrm>
          <a:off x="1254125" y="2185988"/>
          <a:ext cx="3894138" cy="839787"/>
        </p:xfrm>
        <a:graphic>
          <a:graphicData uri="http://schemas.openxmlformats.org/presentationml/2006/ole">
            <mc:AlternateContent xmlns:mc="http://schemas.openxmlformats.org/markup-compatibility/2006">
              <mc:Choice xmlns:v="urn:schemas-microsoft-com:vml" Requires="v">
                <p:oleObj spid="_x0000_s1785036" name="Equation" r:id="rId4" imgW="2234880" imgH="482400" progId="Equation.DSMT4">
                  <p:embed/>
                </p:oleObj>
              </mc:Choice>
              <mc:Fallback>
                <p:oleObj name="Equation" r:id="rId4" imgW="2234880" imgH="482400" progId="Equation.DSMT4">
                  <p:embed/>
                  <p:pic>
                    <p:nvPicPr>
                      <p:cNvPr id="0" name=""/>
                      <p:cNvPicPr>
                        <a:picLocks noChangeAspect="1" noChangeArrowheads="1"/>
                      </p:cNvPicPr>
                      <p:nvPr/>
                    </p:nvPicPr>
                    <p:blipFill>
                      <a:blip r:embed="rId5"/>
                      <a:srcRect/>
                      <a:stretch>
                        <a:fillRect/>
                      </a:stretch>
                    </p:blipFill>
                    <p:spPr bwMode="auto">
                      <a:xfrm>
                        <a:off x="1254125" y="2185988"/>
                        <a:ext cx="3894138" cy="839787"/>
                      </a:xfrm>
                      <a:prstGeom prst="rect">
                        <a:avLst/>
                      </a:prstGeom>
                      <a:noFill/>
                      <a:ln>
                        <a:noFill/>
                      </a:ln>
                      <a:effectLst/>
                    </p:spPr>
                  </p:pic>
                </p:oleObj>
              </mc:Fallback>
            </mc:AlternateContent>
          </a:graphicData>
        </a:graphic>
      </p:graphicFrame>
      <p:sp>
        <p:nvSpPr>
          <p:cNvPr id="11" name="Text Box 110"/>
          <p:cNvSpPr txBox="1">
            <a:spLocks noChangeArrowheads="1"/>
          </p:cNvSpPr>
          <p:nvPr/>
        </p:nvSpPr>
        <p:spPr bwMode="auto">
          <a:xfrm>
            <a:off x="917575" y="1470360"/>
            <a:ext cx="3519253" cy="4231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marL="446088" indent="-446088" defTabSz="739775">
              <a:lnSpc>
                <a:spcPct val="125000"/>
              </a:lnSpc>
              <a:buClr>
                <a:srgbClr val="C00000"/>
              </a:buClr>
              <a:buSzPct val="130000"/>
              <a:buFont typeface="Wingdings" panose="05000000000000000000" pitchFamily="2" charset="2"/>
              <a:buChar char="F"/>
              <a:tabLst>
                <a:tab pos="3411538" algn="l"/>
              </a:tabLst>
            </a:pPr>
            <a:r>
              <a:rPr lang="zh-CN" altLang="en-US" sz="22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考虑孔隙水压力的影响</a:t>
            </a:r>
            <a:endParaRPr lang="en-US" altLang="zh-CN" sz="22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p:txBody>
      </p:sp>
      <p:sp>
        <p:nvSpPr>
          <p:cNvPr id="13" name="AutoShape 20"/>
          <p:cNvSpPr>
            <a:spLocks noChangeArrowheads="1"/>
          </p:cNvSpPr>
          <p:nvPr/>
        </p:nvSpPr>
        <p:spPr bwMode="auto">
          <a:xfrm>
            <a:off x="4639615" y="1184744"/>
            <a:ext cx="1077374" cy="493752"/>
          </a:xfrm>
          <a:prstGeom prst="wedgeRoundRectCallout">
            <a:avLst>
              <a:gd name="adj1" fmla="val -92708"/>
              <a:gd name="adj2" fmla="val 168994"/>
              <a:gd name="adj3" fmla="val 16667"/>
            </a:avLst>
          </a:prstGeom>
          <a:noFill/>
          <a:ln w="19050" algn="ctr">
            <a:solidFill>
              <a:srgbClr val="0000FF"/>
            </a:solidFill>
            <a:miter lim="800000"/>
            <a:headEnd/>
            <a:tailEnd/>
          </a:ln>
          <a:extLst>
            <a:ext uri="{909E8E84-426E-40DD-AFC4-6F175D3DCCD1}">
              <a14:hiddenFill xmlns:a14="http://schemas.microsoft.com/office/drawing/2010/main">
                <a:solidFill>
                  <a:srgbClr val="FFFFFF"/>
                </a:solidFill>
              </a14:hiddenFill>
            </a:ext>
          </a:extLst>
        </p:spPr>
        <p:txBody>
          <a:bodyPr wrap="square" lIns="0" rIns="0">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r>
              <a:rPr lang="zh-CN" altLang="en-US" sz="2000" b="1">
                <a:solidFill>
                  <a:srgbClr val="C00000"/>
                </a:solidFill>
                <a:latin typeface="幼圆" panose="02010509060101010101" pitchFamily="49" charset="-122"/>
                <a:ea typeface="幼圆" panose="02010509060101010101" pitchFamily="49" charset="-122"/>
              </a:rPr>
              <a:t>孔压项</a:t>
            </a:r>
          </a:p>
        </p:txBody>
      </p:sp>
      <p:sp>
        <p:nvSpPr>
          <p:cNvPr id="14" name="Text Box 110"/>
          <p:cNvSpPr txBox="1">
            <a:spLocks noChangeArrowheads="1"/>
          </p:cNvSpPr>
          <p:nvPr/>
        </p:nvSpPr>
        <p:spPr bwMode="auto">
          <a:xfrm>
            <a:off x="1756560" y="3402855"/>
            <a:ext cx="4465130" cy="414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defTabSz="739775">
              <a:lnSpc>
                <a:spcPct val="125000"/>
              </a:lnSpc>
              <a:buClr>
                <a:srgbClr val="C00000"/>
              </a:buClr>
              <a:buSzPct val="130000"/>
              <a:tabLst>
                <a:tab pos="3411538" algn="l"/>
              </a:tabLst>
            </a:pPr>
            <a:r>
              <a:rPr lang="zh-CN" altLang="en-US" sz="24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关键问题：孔隙水压力估算</a:t>
            </a:r>
            <a:endParaRPr lang="en-US" altLang="zh-CN" sz="24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p:txBody>
      </p:sp>
      <p:sp>
        <p:nvSpPr>
          <p:cNvPr id="15" name="Text Box 4"/>
          <p:cNvSpPr txBox="1">
            <a:spLocks noChangeArrowheads="1"/>
          </p:cNvSpPr>
          <p:nvPr/>
        </p:nvSpPr>
        <p:spPr bwMode="auto">
          <a:xfrm>
            <a:off x="1546694" y="3991526"/>
            <a:ext cx="6648589" cy="892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180975" indent="-180975" eaLnBrk="1" hangingPunct="1">
              <a:lnSpc>
                <a:spcPct val="130000"/>
              </a:lnSpc>
              <a:spcBef>
                <a:spcPts val="0"/>
              </a:spcBef>
              <a:spcAft>
                <a:spcPts val="0"/>
              </a:spcAft>
              <a:buClr>
                <a:srgbClr val="A50021"/>
              </a:buClr>
              <a:buSzPct val="130000"/>
              <a:buFont typeface="Arial" panose="020B0604020202020204" pitchFamily="34" charset="0"/>
              <a:buChar char="•"/>
            </a:pPr>
            <a:r>
              <a:rPr lang="zh-CN" altLang="en-US" sz="2000" b="1" dirty="0">
                <a:solidFill>
                  <a:srgbClr val="000066"/>
                </a:solidFill>
                <a:ea typeface="幼圆" pitchFamily="49" charset="-122"/>
                <a:cs typeface="Times New Roman" panose="02020603050405020304" pitchFamily="18" charset="0"/>
              </a:rPr>
              <a:t>起始</a:t>
            </a:r>
            <a:r>
              <a:rPr lang="zh-CN" altLang="en-US" sz="2000" b="1" dirty="0" smtClean="0">
                <a:solidFill>
                  <a:srgbClr val="000066"/>
                </a:solidFill>
                <a:ea typeface="幼圆" pitchFamily="49" charset="-122"/>
                <a:cs typeface="Times New Roman" panose="02020603050405020304" pitchFamily="18" charset="0"/>
              </a:rPr>
              <a:t>孔隙水压力：不排水条件下孔隙水压力的发生</a:t>
            </a:r>
            <a:endParaRPr lang="en-US" altLang="zh-CN" sz="2000" b="1" dirty="0" smtClean="0">
              <a:solidFill>
                <a:srgbClr val="000066"/>
              </a:solidFill>
              <a:ea typeface="幼圆" pitchFamily="49" charset="-122"/>
              <a:cs typeface="Times New Roman" panose="02020603050405020304" pitchFamily="18" charset="0"/>
            </a:endParaRPr>
          </a:p>
          <a:p>
            <a:pPr marL="180975" indent="-180975" eaLnBrk="1" hangingPunct="1">
              <a:lnSpc>
                <a:spcPct val="130000"/>
              </a:lnSpc>
              <a:spcBef>
                <a:spcPts val="0"/>
              </a:spcBef>
              <a:spcAft>
                <a:spcPts val="0"/>
              </a:spcAft>
              <a:buClr>
                <a:srgbClr val="A50021"/>
              </a:buClr>
              <a:buSzPct val="130000"/>
              <a:buFont typeface="Arial" panose="020B0604020202020204" pitchFamily="34" charset="0"/>
              <a:buChar char="•"/>
            </a:pPr>
            <a:r>
              <a:rPr lang="zh-CN" altLang="en-US" sz="2000" b="1" dirty="0" smtClean="0">
                <a:solidFill>
                  <a:srgbClr val="000066"/>
                </a:solidFill>
                <a:ea typeface="幼圆" pitchFamily="49" charset="-122"/>
                <a:cs typeface="Times New Roman" panose="02020603050405020304" pitchFamily="18" charset="0"/>
              </a:rPr>
              <a:t>孔隙水压力</a:t>
            </a:r>
            <a:r>
              <a:rPr lang="zh-CN" altLang="en-US" sz="2000" b="1" dirty="0">
                <a:solidFill>
                  <a:srgbClr val="000066"/>
                </a:solidFill>
                <a:ea typeface="幼圆" pitchFamily="49" charset="-122"/>
                <a:cs typeface="Times New Roman" panose="02020603050405020304" pitchFamily="18" charset="0"/>
              </a:rPr>
              <a:t>随时间的</a:t>
            </a:r>
            <a:r>
              <a:rPr lang="zh-CN" altLang="en-US" sz="2000" b="1" dirty="0" smtClean="0">
                <a:solidFill>
                  <a:srgbClr val="000066"/>
                </a:solidFill>
                <a:ea typeface="幼圆" pitchFamily="49" charset="-122"/>
                <a:cs typeface="Times New Roman" panose="02020603050405020304" pitchFamily="18" charset="0"/>
              </a:rPr>
              <a:t>发展：施工期间孔隙水压力的消散</a:t>
            </a:r>
            <a:endParaRPr lang="en-US" altLang="zh-CN" sz="2000" b="1" dirty="0" smtClean="0">
              <a:solidFill>
                <a:srgbClr val="000066"/>
              </a:solidFill>
              <a:ea typeface="幼圆" pitchFamily="49" charset="-122"/>
              <a:cs typeface="Times New Roman" panose="02020603050405020304" pitchFamily="18" charset="0"/>
            </a:endParaRPr>
          </a:p>
        </p:txBody>
      </p:sp>
      <p:sp>
        <p:nvSpPr>
          <p:cNvPr id="16" name="AutoShape 5"/>
          <p:cNvSpPr>
            <a:spLocks noChangeArrowheads="1"/>
          </p:cNvSpPr>
          <p:nvPr/>
        </p:nvSpPr>
        <p:spPr bwMode="auto">
          <a:xfrm>
            <a:off x="1104333" y="3425923"/>
            <a:ext cx="466960" cy="376146"/>
          </a:xfrm>
          <a:prstGeom prst="homePlate">
            <a:avLst>
              <a:gd name="adj" fmla="val 33632"/>
            </a:avLst>
          </a:prstGeom>
          <a:solidFill>
            <a:schemeClr val="accent2"/>
          </a:solidFill>
          <a:ln w="9525">
            <a:solidFill>
              <a:schemeClr val="tx1"/>
            </a:solidFill>
            <a:miter lim="800000"/>
            <a:headEnd/>
            <a:tailEnd/>
          </a:ln>
        </p:spPr>
        <p:txBody>
          <a:bodyPr anchor="ctr"/>
          <a:lstStyle/>
          <a:p>
            <a:endParaRPr lang="zh-CN" altLang="en-US"/>
          </a:p>
        </p:txBody>
      </p:sp>
      <p:sp>
        <p:nvSpPr>
          <p:cNvPr id="17" name="Rectangle 69"/>
          <p:cNvSpPr>
            <a:spLocks noChangeArrowheads="1"/>
          </p:cNvSpPr>
          <p:nvPr/>
        </p:nvSpPr>
        <p:spPr bwMode="auto">
          <a:xfrm>
            <a:off x="6338989" y="829375"/>
            <a:ext cx="2312029" cy="446276"/>
          </a:xfrm>
          <a:prstGeom prst="rect">
            <a:avLst/>
          </a:prstGeom>
          <a:solidFill>
            <a:srgbClr val="FFFF00"/>
          </a:solidFill>
          <a:ln w="9525">
            <a:solidFill>
              <a:srgbClr val="0000FF"/>
            </a:solidFill>
            <a:miter lim="800000"/>
            <a:headEnd/>
            <a:tailEnd/>
          </a:ln>
        </p:spPr>
        <p:txBody>
          <a:bodyPr wrap="square"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spcBef>
                <a:spcPts val="0"/>
              </a:spcBef>
              <a:spcAft>
                <a:spcPts val="0"/>
              </a:spcAft>
              <a:buSzPct val="130000"/>
            </a:pPr>
            <a:r>
              <a:rPr kumimoji="1" lang="zh-CN" altLang="en-US" sz="2000" b="1" dirty="0" smtClean="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以瑞典</a:t>
            </a:r>
            <a:r>
              <a:rPr kumimoji="1" lang="zh-CN" altLang="en-US" sz="2000" b="1"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条分</a:t>
            </a:r>
            <a:r>
              <a:rPr kumimoji="1" lang="zh-CN" altLang="en-US" sz="2000" b="1" dirty="0" smtClean="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法为例</a:t>
            </a:r>
            <a:endParaRPr kumimoji="1" lang="zh-CN" altLang="en-US" sz="2000" b="1"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3396523122"/>
      </p:ext>
    </p:extLst>
  </p:cSld>
  <p:clrMapOvr>
    <a:masterClrMapping/>
  </p:clrMapOvr>
  <p:transition spd="med">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repeatCount="3000" fill="hold" grpId="0" nodeType="after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up)">
                                      <p:cBhvr>
                                        <p:cTn id="7" dur="500"/>
                                        <p:tgtEl>
                                          <p:spTgt spid="17"/>
                                        </p:tgtEl>
                                      </p:cBhvr>
                                    </p:animEffect>
                                  </p:childTnLst>
                                </p:cTn>
                              </p:par>
                            </p:childTnLst>
                          </p:cTn>
                        </p:par>
                        <p:par>
                          <p:cTn id="8" fill="hold">
                            <p:stCondLst>
                              <p:cond delay="1500"/>
                            </p:stCondLst>
                            <p:childTnLst>
                              <p:par>
                                <p:cTn id="9" presetID="9" presetClass="entr" presetSubtype="0" fill="hold" grpId="0" nodeType="after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dissolve">
                                      <p:cBhvr>
                                        <p:cTn id="11" dur="500"/>
                                        <p:tgtEl>
                                          <p:spTgt spid="11"/>
                                        </p:tgtEl>
                                      </p:cBhvr>
                                    </p:animEffect>
                                  </p:childTnLst>
                                </p:cTn>
                              </p:par>
                            </p:childTnLst>
                          </p:cTn>
                        </p:par>
                        <p:par>
                          <p:cTn id="12" fill="hold">
                            <p:stCondLst>
                              <p:cond delay="2000"/>
                            </p:stCondLst>
                            <p:childTnLst>
                              <p:par>
                                <p:cTn id="13" presetID="31" presetClass="entr" presetSubtype="0" fill="hold" nodeType="afterEffect">
                                  <p:stCondLst>
                                    <p:cond delay="0"/>
                                  </p:stCondLst>
                                  <p:childTnLst>
                                    <p:set>
                                      <p:cBhvr>
                                        <p:cTn id="14" dur="1" fill="hold">
                                          <p:stCondLst>
                                            <p:cond delay="0"/>
                                          </p:stCondLst>
                                        </p:cTn>
                                        <p:tgtEl>
                                          <p:spTgt spid="2"/>
                                        </p:tgtEl>
                                        <p:attrNameLst>
                                          <p:attrName>style.visibility</p:attrName>
                                        </p:attrNameLst>
                                      </p:cBhvr>
                                      <p:to>
                                        <p:strVal val="visible"/>
                                      </p:to>
                                    </p:set>
                                    <p:anim calcmode="lin" valueType="num">
                                      <p:cBhvr>
                                        <p:cTn id="15" dur="1000" fill="hold"/>
                                        <p:tgtEl>
                                          <p:spTgt spid="2"/>
                                        </p:tgtEl>
                                        <p:attrNameLst>
                                          <p:attrName>ppt_w</p:attrName>
                                        </p:attrNameLst>
                                      </p:cBhvr>
                                      <p:tavLst>
                                        <p:tav tm="0">
                                          <p:val>
                                            <p:fltVal val="0"/>
                                          </p:val>
                                        </p:tav>
                                        <p:tav tm="100000">
                                          <p:val>
                                            <p:strVal val="#ppt_w"/>
                                          </p:val>
                                        </p:tav>
                                      </p:tavLst>
                                    </p:anim>
                                    <p:anim calcmode="lin" valueType="num">
                                      <p:cBhvr>
                                        <p:cTn id="16" dur="1000" fill="hold"/>
                                        <p:tgtEl>
                                          <p:spTgt spid="2"/>
                                        </p:tgtEl>
                                        <p:attrNameLst>
                                          <p:attrName>ppt_h</p:attrName>
                                        </p:attrNameLst>
                                      </p:cBhvr>
                                      <p:tavLst>
                                        <p:tav tm="0">
                                          <p:val>
                                            <p:fltVal val="0"/>
                                          </p:val>
                                        </p:tav>
                                        <p:tav tm="100000">
                                          <p:val>
                                            <p:strVal val="#ppt_h"/>
                                          </p:val>
                                        </p:tav>
                                      </p:tavLst>
                                    </p:anim>
                                    <p:anim calcmode="lin" valueType="num">
                                      <p:cBhvr>
                                        <p:cTn id="17" dur="1000" fill="hold"/>
                                        <p:tgtEl>
                                          <p:spTgt spid="2"/>
                                        </p:tgtEl>
                                        <p:attrNameLst>
                                          <p:attrName>style.rotation</p:attrName>
                                        </p:attrNameLst>
                                      </p:cBhvr>
                                      <p:tavLst>
                                        <p:tav tm="0">
                                          <p:val>
                                            <p:fltVal val="90"/>
                                          </p:val>
                                        </p:tav>
                                        <p:tav tm="100000">
                                          <p:val>
                                            <p:fltVal val="0"/>
                                          </p:val>
                                        </p:tav>
                                      </p:tavLst>
                                    </p:anim>
                                    <p:animEffect transition="in" filter="fade">
                                      <p:cBhvr>
                                        <p:cTn id="18" dur="1000"/>
                                        <p:tgtEl>
                                          <p:spTgt spid="2"/>
                                        </p:tgtEl>
                                      </p:cBhvr>
                                    </p:animEffect>
                                  </p:childTnLst>
                                </p:cTn>
                              </p:par>
                            </p:childTnLst>
                          </p:cTn>
                        </p:par>
                        <p:par>
                          <p:cTn id="19" fill="hold">
                            <p:stCondLst>
                              <p:cond delay="3000"/>
                            </p:stCondLst>
                            <p:childTnLst>
                              <p:par>
                                <p:cTn id="20" presetID="1" presetClass="entr" presetSubtype="0" fill="hold" grpId="0" nodeType="afterEffect">
                                  <p:stCondLst>
                                    <p:cond delay="0"/>
                                  </p:stCondLst>
                                  <p:childTnLst>
                                    <p:set>
                                      <p:cBhvr>
                                        <p:cTn id="21" dur="1" fill="hold">
                                          <p:stCondLst>
                                            <p:cond delay="499"/>
                                          </p:stCondLst>
                                        </p:cTn>
                                        <p:tgtEl>
                                          <p:spTgt spid="13"/>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16"/>
                                        </p:tgtEl>
                                        <p:attrNameLst>
                                          <p:attrName>style.visibility</p:attrName>
                                        </p:attrNameLst>
                                      </p:cBhvr>
                                      <p:to>
                                        <p:strVal val="visible"/>
                                      </p:to>
                                    </p:set>
                                    <p:animEffect transition="in" filter="wipe(left)">
                                      <p:cBhvr>
                                        <p:cTn id="26" dur="1000"/>
                                        <p:tgtEl>
                                          <p:spTgt spid="16"/>
                                        </p:tgtEl>
                                      </p:cBhvr>
                                    </p:animEffect>
                                  </p:childTnLst>
                                </p:cTn>
                              </p:par>
                            </p:childTnLst>
                          </p:cTn>
                        </p:par>
                        <p:par>
                          <p:cTn id="27" fill="hold">
                            <p:stCondLst>
                              <p:cond delay="1000"/>
                            </p:stCondLst>
                            <p:childTnLst>
                              <p:par>
                                <p:cTn id="28" presetID="9" presetClass="entr" presetSubtype="0" fill="hold" grpId="0" nodeType="after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dissolve">
                                      <p:cBhvr>
                                        <p:cTn id="30" dur="500"/>
                                        <p:tgtEl>
                                          <p:spTgt spid="14"/>
                                        </p:tgtEl>
                                      </p:cBhvr>
                                    </p:animEffect>
                                  </p:childTnLst>
                                </p:cTn>
                              </p:par>
                            </p:childTnLst>
                          </p:cTn>
                        </p:par>
                        <p:par>
                          <p:cTn id="31" fill="hold">
                            <p:stCondLst>
                              <p:cond delay="1500"/>
                            </p:stCondLst>
                            <p:childTnLst>
                              <p:par>
                                <p:cTn id="32" presetID="22" presetClass="entr" presetSubtype="8" fill="hold" grpId="0" nodeType="after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wipe(left)">
                                      <p:cBhvr>
                                        <p:cTn id="34" dur="10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utoUpdateAnimBg="0"/>
      <p:bldP spid="13" grpId="0" animBg="1" autoUpdateAnimBg="0"/>
      <p:bldP spid="14" grpId="0" autoUpdateAnimBg="0"/>
      <p:bldP spid="15" grpId="0"/>
      <p:bldP spid="16" grpId="0" animBg="1"/>
      <p:bldP spid="17" grpId="0" animBg="1"/>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74</a:t>
            </a:fld>
            <a:endParaRPr lang="zh-CN" altLang="en-US" dirty="0">
              <a:solidFill>
                <a:srgbClr val="C00000"/>
              </a:solidFill>
            </a:endParaRPr>
          </a:p>
        </p:txBody>
      </p:sp>
      <p:sp>
        <p:nvSpPr>
          <p:cNvPr id="61" name="Text Box 2"/>
          <p:cNvSpPr txBox="1">
            <a:spLocks noChangeArrowheads="1"/>
          </p:cNvSpPr>
          <p:nvPr/>
        </p:nvSpPr>
        <p:spPr bwMode="auto">
          <a:xfrm>
            <a:off x="2456953" y="5701142"/>
            <a:ext cx="5398936"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zh-CN" altLang="en-US" sz="4000" b="1" dirty="0">
                <a:solidFill>
                  <a:srgbClr val="000066"/>
                </a:solidFill>
                <a:latin typeface="黑体" pitchFamily="2" charset="-122"/>
                <a:ea typeface="黑体" pitchFamily="2" charset="-122"/>
              </a:rPr>
              <a:t>施工期土坡稳定分析</a:t>
            </a:r>
          </a:p>
        </p:txBody>
      </p:sp>
      <p:sp>
        <p:nvSpPr>
          <p:cNvPr id="8" name="Text Box 7"/>
          <p:cNvSpPr txBox="1">
            <a:spLocks noChangeArrowheads="1"/>
          </p:cNvSpPr>
          <p:nvPr/>
        </p:nvSpPr>
        <p:spPr bwMode="auto">
          <a:xfrm>
            <a:off x="0" y="0"/>
            <a:ext cx="6146358"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1800" b="1" kern="900" spc="130" dirty="0" smtClean="0">
                <a:solidFill>
                  <a:srgbClr val="000066"/>
                </a:solidFill>
                <a:ea typeface="黑体" panose="02010609060101010101" pitchFamily="49" charset="-122"/>
                <a:cs typeface="Times New Roman" panose="02020603050405020304" pitchFamily="18" charset="0"/>
              </a:rPr>
              <a:t>§7.4  </a:t>
            </a:r>
            <a:r>
              <a:rPr lang="zh-CN" altLang="en-US" sz="1800" b="1" kern="900" spc="130" dirty="0" smtClean="0">
                <a:solidFill>
                  <a:srgbClr val="000066"/>
                </a:solidFill>
                <a:ea typeface="黑体" panose="02010609060101010101" pitchFamily="49" charset="-122"/>
                <a:cs typeface="Times New Roman" panose="02020603050405020304" pitchFamily="18" charset="0"/>
              </a:rPr>
              <a:t>总</a:t>
            </a:r>
            <a:r>
              <a:rPr lang="zh-CN" altLang="en-US" sz="1800" b="1" kern="900" spc="130" dirty="0">
                <a:solidFill>
                  <a:srgbClr val="000066"/>
                </a:solidFill>
                <a:ea typeface="黑体" panose="02010609060101010101" pitchFamily="49" charset="-122"/>
                <a:cs typeface="Times New Roman" panose="02020603050405020304" pitchFamily="18" charset="0"/>
              </a:rPr>
              <a:t>应力法与有效应力</a:t>
            </a:r>
            <a:r>
              <a:rPr lang="zh-CN" altLang="en-US" sz="1800" b="1" kern="900" spc="130" dirty="0" smtClean="0">
                <a:solidFill>
                  <a:srgbClr val="000066"/>
                </a:solidFill>
                <a:ea typeface="黑体" panose="02010609060101010101" pitchFamily="49" charset="-122"/>
                <a:cs typeface="Times New Roman" panose="02020603050405020304" pitchFamily="18" charset="0"/>
              </a:rPr>
              <a:t>法 </a:t>
            </a:r>
            <a:r>
              <a:rPr lang="en-US" altLang="zh-CN" sz="1800" b="1" kern="900" spc="130" dirty="0" smtClean="0">
                <a:solidFill>
                  <a:srgbClr val="000066"/>
                </a:solidFill>
                <a:ea typeface="黑体" panose="02010609060101010101" pitchFamily="49" charset="-122"/>
                <a:cs typeface="Times New Roman" panose="02020603050405020304" pitchFamily="18" charset="0"/>
              </a:rPr>
              <a:t>- </a:t>
            </a:r>
            <a:r>
              <a:rPr lang="zh-CN" altLang="en-US" sz="1800" b="1" kern="900" spc="130" dirty="0" smtClean="0">
                <a:solidFill>
                  <a:srgbClr val="000066"/>
                </a:solidFill>
                <a:ea typeface="黑体" panose="02010609060101010101" pitchFamily="49" charset="-122"/>
                <a:cs typeface="Times New Roman" panose="02020603050405020304" pitchFamily="18" charset="0"/>
              </a:rPr>
              <a:t>施工期</a:t>
            </a:r>
            <a:r>
              <a:rPr lang="zh-CN" altLang="en-US" sz="1800" b="1" kern="900" spc="130" dirty="0">
                <a:solidFill>
                  <a:srgbClr val="000066"/>
                </a:solidFill>
                <a:ea typeface="黑体" panose="02010609060101010101" pitchFamily="49" charset="-122"/>
                <a:cs typeface="Times New Roman" panose="02020603050405020304" pitchFamily="18" charset="0"/>
              </a:rPr>
              <a:t>土坡稳定分析</a:t>
            </a:r>
          </a:p>
          <a:p>
            <a:pPr eaLnBrk="1" fontAlgn="ctr" hangingPunct="1">
              <a:lnSpc>
                <a:spcPct val="100000"/>
              </a:lnSpc>
              <a:spcBef>
                <a:spcPct val="0"/>
              </a:spcBef>
              <a:spcAft>
                <a:spcPct val="0"/>
              </a:spcAft>
            </a:pPr>
            <a:endParaRPr lang="zh-CN" altLang="en-US" sz="1800" b="1" kern="900" spc="130" dirty="0">
              <a:solidFill>
                <a:srgbClr val="000066"/>
              </a:solidFill>
              <a:ea typeface="黑体" panose="02010609060101010101" pitchFamily="49" charset="-122"/>
              <a:cs typeface="Times New Roman" panose="02020603050405020304" pitchFamily="18" charset="0"/>
            </a:endParaRPr>
          </a:p>
        </p:txBody>
      </p:sp>
      <p:sp>
        <p:nvSpPr>
          <p:cNvPr id="10" name="Text Box 4"/>
          <p:cNvSpPr txBox="1">
            <a:spLocks noChangeArrowheads="1"/>
          </p:cNvSpPr>
          <p:nvPr/>
        </p:nvSpPr>
        <p:spPr bwMode="auto">
          <a:xfrm>
            <a:off x="337646" y="694728"/>
            <a:ext cx="3536770" cy="5314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358775" indent="-358775" eaLnBrk="1" hangingPunct="1">
              <a:lnSpc>
                <a:spcPct val="120000"/>
              </a:lnSpc>
              <a:spcBef>
                <a:spcPts val="600"/>
              </a:spcBef>
              <a:spcAft>
                <a:spcPts val="0"/>
              </a:spcAft>
              <a:buClr>
                <a:srgbClr val="A50021"/>
              </a:buClr>
              <a:buSzPct val="100000"/>
              <a:buFont typeface="Wingdings" panose="05000000000000000000" pitchFamily="2" charset="2"/>
              <a:buChar char="n"/>
            </a:pPr>
            <a:r>
              <a:rPr lang="zh-CN" altLang="en-US" sz="2600" b="1" dirty="0">
                <a:solidFill>
                  <a:srgbClr val="A50021"/>
                </a:solidFill>
                <a:latin typeface="微软雅黑" panose="020B0503020204020204" pitchFamily="34" charset="-122"/>
                <a:ea typeface="微软雅黑" panose="020B0503020204020204" pitchFamily="34" charset="-122"/>
              </a:rPr>
              <a:t>起始</a:t>
            </a:r>
            <a:r>
              <a:rPr lang="zh-CN" altLang="en-US" sz="2600" b="1" dirty="0" smtClean="0">
                <a:solidFill>
                  <a:srgbClr val="A50021"/>
                </a:solidFill>
                <a:latin typeface="微软雅黑" panose="020B0503020204020204" pitchFamily="34" charset="-122"/>
                <a:ea typeface="微软雅黑" panose="020B0503020204020204" pitchFamily="34" charset="-122"/>
              </a:rPr>
              <a:t>孔隙水压力估算</a:t>
            </a:r>
            <a:endParaRPr lang="zh-CN" altLang="en-US" sz="2600" b="1" dirty="0">
              <a:solidFill>
                <a:srgbClr val="000066"/>
              </a:solidFill>
              <a:ea typeface="幼圆" pitchFamily="49" charset="-122"/>
            </a:endParaRPr>
          </a:p>
        </p:txBody>
      </p:sp>
      <p:sp>
        <p:nvSpPr>
          <p:cNvPr id="11" name="Text Box 110"/>
          <p:cNvSpPr txBox="1">
            <a:spLocks noChangeArrowheads="1"/>
          </p:cNvSpPr>
          <p:nvPr/>
        </p:nvSpPr>
        <p:spPr bwMode="auto">
          <a:xfrm>
            <a:off x="917575" y="1470360"/>
            <a:ext cx="6680429" cy="8463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marL="446088" indent="-446088" defTabSz="739775">
              <a:lnSpc>
                <a:spcPct val="125000"/>
              </a:lnSpc>
              <a:buClr>
                <a:srgbClr val="C00000"/>
              </a:buClr>
              <a:buSzPct val="130000"/>
              <a:buFont typeface="Wingdings" panose="05000000000000000000" pitchFamily="2" charset="2"/>
              <a:buChar char="F"/>
              <a:tabLst>
                <a:tab pos="3411538" algn="l"/>
              </a:tabLst>
            </a:pPr>
            <a:r>
              <a:rPr lang="zh-CN" altLang="en-US" sz="22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大多数堤坝填土压实后的饱和度一般在</a:t>
            </a:r>
            <a:r>
              <a:rPr lang="en-US" altLang="zh-CN" sz="22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80%~85%以上</a:t>
            </a:r>
            <a:r>
              <a:rPr lang="zh-CN" altLang="en-US" sz="22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，孔</a:t>
            </a:r>
            <a:r>
              <a:rPr lang="en-US" altLang="zh-CN" sz="2200" b="1" dirty="0" err="1"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隙气以封闭气体的形式分布于土中</a:t>
            </a:r>
            <a:endParaRPr lang="en-US" altLang="zh-CN" sz="22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p:txBody>
      </p:sp>
      <p:sp>
        <p:nvSpPr>
          <p:cNvPr id="16" name="AutoShape 5"/>
          <p:cNvSpPr>
            <a:spLocks noChangeArrowheads="1"/>
          </p:cNvSpPr>
          <p:nvPr/>
        </p:nvSpPr>
        <p:spPr bwMode="auto">
          <a:xfrm>
            <a:off x="1344914" y="4762139"/>
            <a:ext cx="466960" cy="376146"/>
          </a:xfrm>
          <a:prstGeom prst="homePlate">
            <a:avLst>
              <a:gd name="adj" fmla="val 33632"/>
            </a:avLst>
          </a:prstGeom>
          <a:solidFill>
            <a:schemeClr val="accent2"/>
          </a:solidFill>
          <a:ln w="9525">
            <a:solidFill>
              <a:schemeClr val="tx1"/>
            </a:solidFill>
            <a:miter lim="800000"/>
            <a:headEnd/>
            <a:tailEnd/>
          </a:ln>
        </p:spPr>
        <p:txBody>
          <a:bodyPr anchor="ctr"/>
          <a:lstStyle/>
          <a:p>
            <a:endParaRPr lang="zh-CN" altLang="en-US"/>
          </a:p>
        </p:txBody>
      </p:sp>
      <p:graphicFrame>
        <p:nvGraphicFramePr>
          <p:cNvPr id="17" name="Object 0"/>
          <p:cNvGraphicFramePr>
            <a:graphicFrameLocks noChangeAspect="1"/>
          </p:cNvGraphicFramePr>
          <p:nvPr>
            <p:extLst>
              <p:ext uri="{D42A27DB-BD31-4B8C-83A1-F6EECF244321}">
                <p14:modId xmlns:p14="http://schemas.microsoft.com/office/powerpoint/2010/main" val="3546772473"/>
              </p:ext>
            </p:extLst>
          </p:nvPr>
        </p:nvGraphicFramePr>
        <p:xfrm>
          <a:off x="1479324" y="2557105"/>
          <a:ext cx="3007296" cy="365760"/>
        </p:xfrm>
        <a:graphic>
          <a:graphicData uri="http://schemas.openxmlformats.org/presentationml/2006/ole">
            <mc:AlternateContent xmlns:mc="http://schemas.openxmlformats.org/markup-compatibility/2006">
              <mc:Choice xmlns:v="urn:schemas-microsoft-com:vml" Requires="v">
                <p:oleObj spid="_x0000_s1786446" name="Equation" r:id="rId4" imgW="1879560" imgH="228600" progId="Equation.DSMT4">
                  <p:embed/>
                </p:oleObj>
              </mc:Choice>
              <mc:Fallback>
                <p:oleObj name="Equation" r:id="rId4" imgW="1879560" imgH="228600" progId="Equation.DSMT4">
                  <p:embed/>
                  <p:pic>
                    <p:nvPicPr>
                      <p:cNvPr id="814080" name="Object 0"/>
                      <p:cNvPicPr>
                        <a:picLocks noChangeAspect="1" noChangeArrowheads="1"/>
                      </p:cNvPicPr>
                      <p:nvPr/>
                    </p:nvPicPr>
                    <p:blipFill>
                      <a:blip r:embed="rId5"/>
                      <a:srcRect/>
                      <a:stretch>
                        <a:fillRect/>
                      </a:stretch>
                    </p:blipFill>
                    <p:spPr bwMode="auto">
                      <a:xfrm>
                        <a:off x="1479324" y="2557105"/>
                        <a:ext cx="3007296" cy="365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99CC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8" name="Object 1"/>
          <p:cNvGraphicFramePr>
            <a:graphicFrameLocks noChangeAspect="1"/>
          </p:cNvGraphicFramePr>
          <p:nvPr>
            <p:extLst>
              <p:ext uri="{D42A27DB-BD31-4B8C-83A1-F6EECF244321}">
                <p14:modId xmlns:p14="http://schemas.microsoft.com/office/powerpoint/2010/main" val="4150519170"/>
              </p:ext>
            </p:extLst>
          </p:nvPr>
        </p:nvGraphicFramePr>
        <p:xfrm>
          <a:off x="1847923" y="2937555"/>
          <a:ext cx="3657600" cy="710784"/>
        </p:xfrm>
        <a:graphic>
          <a:graphicData uri="http://schemas.openxmlformats.org/presentationml/2006/ole">
            <mc:AlternateContent xmlns:mc="http://schemas.openxmlformats.org/markup-compatibility/2006">
              <mc:Choice xmlns:v="urn:schemas-microsoft-com:vml" Requires="v">
                <p:oleObj spid="_x0000_s1786447" name="Equation" r:id="rId6" imgW="2286000" imgH="444240" progId="Equation.DSMT4">
                  <p:embed/>
                </p:oleObj>
              </mc:Choice>
              <mc:Fallback>
                <p:oleObj name="Equation" r:id="rId6" imgW="2286000" imgH="444240" progId="Equation.DSMT4">
                  <p:embed/>
                  <p:pic>
                    <p:nvPicPr>
                      <p:cNvPr id="814081" name="Object 1"/>
                      <p:cNvPicPr>
                        <a:picLocks noChangeAspect="1" noChangeArrowheads="1"/>
                      </p:cNvPicPr>
                      <p:nvPr/>
                    </p:nvPicPr>
                    <p:blipFill>
                      <a:blip r:embed="rId7"/>
                      <a:srcRect/>
                      <a:stretch>
                        <a:fillRect/>
                      </a:stretch>
                    </p:blipFill>
                    <p:spPr bwMode="auto">
                      <a:xfrm>
                        <a:off x="1847923" y="2937555"/>
                        <a:ext cx="3657600" cy="7107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99CC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 name="Object 2"/>
          <p:cNvGraphicFramePr>
            <a:graphicFrameLocks noChangeAspect="1"/>
          </p:cNvGraphicFramePr>
          <p:nvPr>
            <p:extLst>
              <p:ext uri="{D42A27DB-BD31-4B8C-83A1-F6EECF244321}">
                <p14:modId xmlns:p14="http://schemas.microsoft.com/office/powerpoint/2010/main" val="4290176063"/>
              </p:ext>
            </p:extLst>
          </p:nvPr>
        </p:nvGraphicFramePr>
        <p:xfrm>
          <a:off x="4372441" y="3578654"/>
          <a:ext cx="2397312" cy="710784"/>
        </p:xfrm>
        <a:graphic>
          <a:graphicData uri="http://schemas.openxmlformats.org/presentationml/2006/ole">
            <mc:AlternateContent xmlns:mc="http://schemas.openxmlformats.org/markup-compatibility/2006">
              <mc:Choice xmlns:v="urn:schemas-microsoft-com:vml" Requires="v">
                <p:oleObj spid="_x0000_s1786448" name="Equation" r:id="rId8" imgW="1498320" imgH="444240" progId="Equation.DSMT4">
                  <p:embed/>
                </p:oleObj>
              </mc:Choice>
              <mc:Fallback>
                <p:oleObj name="Equation" r:id="rId8" imgW="1498320" imgH="444240" progId="Equation.DSMT4">
                  <p:embed/>
                  <p:pic>
                    <p:nvPicPr>
                      <p:cNvPr id="814082" name="Object 2"/>
                      <p:cNvPicPr>
                        <a:picLocks noChangeAspect="1" noChangeArrowheads="1"/>
                      </p:cNvPicPr>
                      <p:nvPr/>
                    </p:nvPicPr>
                    <p:blipFill>
                      <a:blip r:embed="rId9"/>
                      <a:srcRect/>
                      <a:stretch>
                        <a:fillRect/>
                      </a:stretch>
                    </p:blipFill>
                    <p:spPr bwMode="auto">
                      <a:xfrm>
                        <a:off x="4372441" y="3578654"/>
                        <a:ext cx="2397312" cy="710784"/>
                      </a:xfrm>
                      <a:prstGeom prst="rect">
                        <a:avLst/>
                      </a:prstGeom>
                      <a:noFill/>
                      <a:ln>
                        <a:noFill/>
                      </a:ln>
                      <a:effectLst/>
                      <a:extLst/>
                    </p:spPr>
                  </p:pic>
                </p:oleObj>
              </mc:Fallback>
            </mc:AlternateContent>
          </a:graphicData>
        </a:graphic>
      </p:graphicFrame>
      <p:sp>
        <p:nvSpPr>
          <p:cNvPr id="3" name="矩形 2"/>
          <p:cNvSpPr/>
          <p:nvPr/>
        </p:nvSpPr>
        <p:spPr bwMode="auto">
          <a:xfrm>
            <a:off x="6156103" y="3644721"/>
            <a:ext cx="528034" cy="656822"/>
          </a:xfrm>
          <a:prstGeom prst="rect">
            <a:avLst/>
          </a:prstGeom>
          <a:noFill/>
          <a:ln w="19050" cap="flat" cmpd="sng" algn="ctr">
            <a:solidFill>
              <a:srgbClr val="CC0066"/>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23" name="AutoShape 20"/>
          <p:cNvSpPr>
            <a:spLocks noChangeArrowheads="1"/>
          </p:cNvSpPr>
          <p:nvPr/>
        </p:nvSpPr>
        <p:spPr bwMode="auto">
          <a:xfrm>
            <a:off x="6919176" y="2498388"/>
            <a:ext cx="1580881" cy="885349"/>
          </a:xfrm>
          <a:prstGeom prst="wedgeRoundRectCallout">
            <a:avLst>
              <a:gd name="adj1" fmla="val -62565"/>
              <a:gd name="adj2" fmla="val 86078"/>
              <a:gd name="adj3" fmla="val 16667"/>
            </a:avLst>
          </a:prstGeom>
          <a:noFill/>
          <a:ln w="19050" algn="ctr">
            <a:solidFill>
              <a:srgbClr val="0000FF"/>
            </a:solidFill>
            <a:miter lim="800000"/>
            <a:headEnd/>
            <a:tailEnd/>
          </a:ln>
          <a:extLst>
            <a:ext uri="{909E8E84-426E-40DD-AFC4-6F175D3DCCD1}">
              <a14:hiddenFill xmlns:a14="http://schemas.microsoft.com/office/drawing/2010/main">
                <a:solidFill>
                  <a:srgbClr val="FFFFFF"/>
                </a:solidFill>
              </a14:hiddenFill>
            </a:ext>
          </a:extLst>
        </p:spPr>
        <p:txBody>
          <a:bodyPr wrap="square" lIns="0" rIns="0">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algn="ctr" eaLnBrk="1" hangingPunct="1"/>
            <a:r>
              <a:rPr lang="zh-CN" altLang="en-US" sz="2000" b="1" dirty="0" smtClean="0">
                <a:solidFill>
                  <a:srgbClr val="C00000"/>
                </a:solidFill>
                <a:latin typeface="幼圆" panose="02010509060101010101" pitchFamily="49" charset="-122"/>
                <a:ea typeface="幼圆" panose="02010509060101010101" pitchFamily="49" charset="-122"/>
              </a:rPr>
              <a:t>填筑过程中近似为常数</a:t>
            </a:r>
            <a:endParaRPr lang="zh-CN" altLang="en-US" sz="2000" b="1" dirty="0">
              <a:solidFill>
                <a:srgbClr val="C00000"/>
              </a:solidFill>
              <a:latin typeface="幼圆" panose="02010509060101010101" pitchFamily="49" charset="-122"/>
              <a:ea typeface="幼圆" panose="02010509060101010101" pitchFamily="49" charset="-122"/>
            </a:endParaRPr>
          </a:p>
        </p:txBody>
      </p:sp>
      <p:sp>
        <p:nvSpPr>
          <p:cNvPr id="25" name="Text Box 110"/>
          <p:cNvSpPr txBox="1">
            <a:spLocks noChangeArrowheads="1"/>
          </p:cNvSpPr>
          <p:nvPr/>
        </p:nvSpPr>
        <p:spPr bwMode="auto">
          <a:xfrm>
            <a:off x="1608744" y="3681232"/>
            <a:ext cx="2679921" cy="380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marL="269875" indent="-269875" defTabSz="739775">
              <a:lnSpc>
                <a:spcPct val="125000"/>
              </a:lnSpc>
              <a:buClr>
                <a:srgbClr val="C00000"/>
              </a:buClr>
              <a:buSzPct val="130000"/>
              <a:buFont typeface="Arial" panose="020B0604020202020204" pitchFamily="34" charset="0"/>
              <a:buChar char="•"/>
              <a:tabLst>
                <a:tab pos="3411538" algn="l"/>
              </a:tabLst>
            </a:pPr>
            <a:r>
              <a:rPr lang="en-US" altLang="zh-CN" sz="2200" b="1" dirty="0" err="1"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全孔隙水压力系数</a:t>
            </a:r>
            <a:r>
              <a:rPr lang="zh-CN" altLang="en-US" sz="22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a:t>
            </a:r>
            <a:endParaRPr lang="en-US" altLang="zh-CN" sz="22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p:txBody>
      </p:sp>
      <p:grpSp>
        <p:nvGrpSpPr>
          <p:cNvPr id="7" name="组合 6"/>
          <p:cNvGrpSpPr/>
          <p:nvPr/>
        </p:nvGrpSpPr>
        <p:grpSpPr>
          <a:xfrm>
            <a:off x="1971498" y="4752324"/>
            <a:ext cx="6026284" cy="423193"/>
            <a:chOff x="1971498" y="4752324"/>
            <a:chExt cx="6026284" cy="423193"/>
          </a:xfrm>
        </p:grpSpPr>
        <p:sp>
          <p:nvSpPr>
            <p:cNvPr id="24" name="Text Box 110"/>
            <p:cNvSpPr txBox="1">
              <a:spLocks noChangeArrowheads="1"/>
            </p:cNvSpPr>
            <p:nvPr/>
          </p:nvSpPr>
          <p:spPr bwMode="auto">
            <a:xfrm>
              <a:off x="1971498" y="4752324"/>
              <a:ext cx="6026284" cy="4231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defTabSz="739775">
                <a:lnSpc>
                  <a:spcPct val="125000"/>
                </a:lnSpc>
                <a:buClr>
                  <a:srgbClr val="C00000"/>
                </a:buClr>
                <a:buSzPct val="130000"/>
                <a:tabLst>
                  <a:tab pos="3411538" algn="l"/>
                </a:tabLst>
              </a:pPr>
              <a:r>
                <a:rPr lang="en-US" altLang="zh-CN" sz="2200" b="1" i="1" dirty="0" err="1"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B</a:t>
              </a:r>
              <a:r>
                <a:rPr lang="en-US" altLang="zh-CN" sz="2200" b="1" dirty="0" err="1"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可以</a:t>
              </a:r>
              <a:r>
                <a:rPr lang="zh-CN" altLang="en-US" sz="22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通过进行等比加载的</a:t>
              </a:r>
              <a:r>
                <a:rPr lang="en-US" altLang="zh-CN" sz="2200" b="1" dirty="0" err="1"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三轴不排水试验</a:t>
              </a:r>
              <a:r>
                <a:rPr lang="zh-CN" altLang="en-US" sz="22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确定</a:t>
              </a:r>
              <a:endParaRPr lang="en-US" altLang="zh-CN" sz="22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p:txBody>
        </p:sp>
        <p:cxnSp>
          <p:nvCxnSpPr>
            <p:cNvPr id="5" name="直接连接符 4"/>
            <p:cNvCxnSpPr/>
            <p:nvPr/>
          </p:nvCxnSpPr>
          <p:spPr bwMode="auto">
            <a:xfrm>
              <a:off x="1989573" y="4838281"/>
              <a:ext cx="150726" cy="0"/>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Tree>
    <p:extLst>
      <p:ext uri="{BB962C8B-B14F-4D97-AF65-F5344CB8AC3E}">
        <p14:creationId xmlns:p14="http://schemas.microsoft.com/office/powerpoint/2010/main" val="1851745620"/>
      </p:ext>
    </p:extLst>
  </p:cSld>
  <p:clrMapOvr>
    <a:masterClrMapping/>
  </p:clrMapOvr>
  <p:transition spd="med">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dissolv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wipe(left)">
                                      <p:cBhvr>
                                        <p:cTn id="12" dur="500"/>
                                        <p:tgtEl>
                                          <p:spTgt spid="1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wipe(left)">
                                      <p:cBhvr>
                                        <p:cTn id="17" dur="500"/>
                                        <p:tgtEl>
                                          <p:spTgt spid="18"/>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25"/>
                                        </p:tgtEl>
                                        <p:attrNameLst>
                                          <p:attrName>style.visibility</p:attrName>
                                        </p:attrNameLst>
                                      </p:cBhvr>
                                      <p:to>
                                        <p:strVal val="visible"/>
                                      </p:to>
                                    </p:set>
                                    <p:animEffect transition="in" filter="dissolve">
                                      <p:cBhvr>
                                        <p:cTn id="22" dur="500"/>
                                        <p:tgtEl>
                                          <p:spTgt spid="25"/>
                                        </p:tgtEl>
                                      </p:cBhvr>
                                    </p:animEffect>
                                  </p:childTnLst>
                                </p:cTn>
                              </p:par>
                            </p:childTnLst>
                          </p:cTn>
                        </p:par>
                        <p:par>
                          <p:cTn id="23" fill="hold">
                            <p:stCondLst>
                              <p:cond delay="500"/>
                            </p:stCondLst>
                            <p:childTnLst>
                              <p:par>
                                <p:cTn id="24" presetID="22" presetClass="entr" presetSubtype="8" fill="hold" nodeType="afterEffect">
                                  <p:stCondLst>
                                    <p:cond delay="0"/>
                                  </p:stCondLst>
                                  <p:childTnLst>
                                    <p:set>
                                      <p:cBhvr>
                                        <p:cTn id="25" dur="1" fill="hold">
                                          <p:stCondLst>
                                            <p:cond delay="0"/>
                                          </p:stCondLst>
                                        </p:cTn>
                                        <p:tgtEl>
                                          <p:spTgt spid="19"/>
                                        </p:tgtEl>
                                        <p:attrNameLst>
                                          <p:attrName>style.visibility</p:attrName>
                                        </p:attrNameLst>
                                      </p:cBhvr>
                                      <p:to>
                                        <p:strVal val="visible"/>
                                      </p:to>
                                    </p:set>
                                    <p:animEffect transition="in" filter="wipe(left)">
                                      <p:cBhvr>
                                        <p:cTn id="26" dur="500"/>
                                        <p:tgtEl>
                                          <p:spTgt spid="19"/>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4" fill="hold" grpId="0" nodeType="clickEffect">
                                  <p:stCondLst>
                                    <p:cond delay="0"/>
                                  </p:stCondLst>
                                  <p:childTnLst>
                                    <p:set>
                                      <p:cBhvr>
                                        <p:cTn id="30" dur="1" fill="hold">
                                          <p:stCondLst>
                                            <p:cond delay="0"/>
                                          </p:stCondLst>
                                        </p:cTn>
                                        <p:tgtEl>
                                          <p:spTgt spid="3"/>
                                        </p:tgtEl>
                                        <p:attrNameLst>
                                          <p:attrName>style.visibility</p:attrName>
                                        </p:attrNameLst>
                                      </p:cBhvr>
                                      <p:to>
                                        <p:strVal val="visible"/>
                                      </p:to>
                                    </p:set>
                                    <p:animEffect transition="in" filter="wipe(down)">
                                      <p:cBhvr>
                                        <p:cTn id="31" dur="500"/>
                                        <p:tgtEl>
                                          <p:spTgt spid="3"/>
                                        </p:tgtEl>
                                      </p:cBhvr>
                                    </p:animEffect>
                                  </p:childTnLst>
                                </p:cTn>
                              </p:par>
                            </p:childTnLst>
                          </p:cTn>
                        </p:par>
                        <p:par>
                          <p:cTn id="32" fill="hold">
                            <p:stCondLst>
                              <p:cond delay="500"/>
                            </p:stCondLst>
                            <p:childTnLst>
                              <p:par>
                                <p:cTn id="33" presetID="1" presetClass="entr" presetSubtype="0" fill="hold" grpId="0" nodeType="afterEffect">
                                  <p:stCondLst>
                                    <p:cond delay="0"/>
                                  </p:stCondLst>
                                  <p:childTnLst>
                                    <p:set>
                                      <p:cBhvr>
                                        <p:cTn id="34" dur="1" fill="hold">
                                          <p:stCondLst>
                                            <p:cond delay="499"/>
                                          </p:stCondLst>
                                        </p:cTn>
                                        <p:tgtEl>
                                          <p:spTgt spid="2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16"/>
                                        </p:tgtEl>
                                        <p:attrNameLst>
                                          <p:attrName>style.visibility</p:attrName>
                                        </p:attrNameLst>
                                      </p:cBhvr>
                                      <p:to>
                                        <p:strVal val="visible"/>
                                      </p:to>
                                    </p:set>
                                    <p:animEffect transition="in" filter="wipe(left)">
                                      <p:cBhvr>
                                        <p:cTn id="39" dur="1000"/>
                                        <p:tgtEl>
                                          <p:spTgt spid="16"/>
                                        </p:tgtEl>
                                      </p:cBhvr>
                                    </p:animEffect>
                                  </p:childTnLst>
                                </p:cTn>
                              </p:par>
                            </p:childTnLst>
                          </p:cTn>
                        </p:par>
                        <p:par>
                          <p:cTn id="40" fill="hold">
                            <p:stCondLst>
                              <p:cond delay="1000"/>
                            </p:stCondLst>
                            <p:childTnLst>
                              <p:par>
                                <p:cTn id="41" presetID="31" presetClass="entr" presetSubtype="0" fill="hold" nodeType="afterEffect">
                                  <p:stCondLst>
                                    <p:cond delay="0"/>
                                  </p:stCondLst>
                                  <p:childTnLst>
                                    <p:set>
                                      <p:cBhvr>
                                        <p:cTn id="42" dur="1" fill="hold">
                                          <p:stCondLst>
                                            <p:cond delay="0"/>
                                          </p:stCondLst>
                                        </p:cTn>
                                        <p:tgtEl>
                                          <p:spTgt spid="7"/>
                                        </p:tgtEl>
                                        <p:attrNameLst>
                                          <p:attrName>style.visibility</p:attrName>
                                        </p:attrNameLst>
                                      </p:cBhvr>
                                      <p:to>
                                        <p:strVal val="visible"/>
                                      </p:to>
                                    </p:set>
                                    <p:anim calcmode="lin" valueType="num">
                                      <p:cBhvr>
                                        <p:cTn id="43" dur="1000" fill="hold"/>
                                        <p:tgtEl>
                                          <p:spTgt spid="7"/>
                                        </p:tgtEl>
                                        <p:attrNameLst>
                                          <p:attrName>ppt_w</p:attrName>
                                        </p:attrNameLst>
                                      </p:cBhvr>
                                      <p:tavLst>
                                        <p:tav tm="0">
                                          <p:val>
                                            <p:fltVal val="0"/>
                                          </p:val>
                                        </p:tav>
                                        <p:tav tm="100000">
                                          <p:val>
                                            <p:strVal val="#ppt_w"/>
                                          </p:val>
                                        </p:tav>
                                      </p:tavLst>
                                    </p:anim>
                                    <p:anim calcmode="lin" valueType="num">
                                      <p:cBhvr>
                                        <p:cTn id="44" dur="1000" fill="hold"/>
                                        <p:tgtEl>
                                          <p:spTgt spid="7"/>
                                        </p:tgtEl>
                                        <p:attrNameLst>
                                          <p:attrName>ppt_h</p:attrName>
                                        </p:attrNameLst>
                                      </p:cBhvr>
                                      <p:tavLst>
                                        <p:tav tm="0">
                                          <p:val>
                                            <p:fltVal val="0"/>
                                          </p:val>
                                        </p:tav>
                                        <p:tav tm="100000">
                                          <p:val>
                                            <p:strVal val="#ppt_h"/>
                                          </p:val>
                                        </p:tav>
                                      </p:tavLst>
                                    </p:anim>
                                    <p:anim calcmode="lin" valueType="num">
                                      <p:cBhvr>
                                        <p:cTn id="45" dur="1000" fill="hold"/>
                                        <p:tgtEl>
                                          <p:spTgt spid="7"/>
                                        </p:tgtEl>
                                        <p:attrNameLst>
                                          <p:attrName>style.rotation</p:attrName>
                                        </p:attrNameLst>
                                      </p:cBhvr>
                                      <p:tavLst>
                                        <p:tav tm="0">
                                          <p:val>
                                            <p:fltVal val="90"/>
                                          </p:val>
                                        </p:tav>
                                        <p:tav tm="100000">
                                          <p:val>
                                            <p:fltVal val="0"/>
                                          </p:val>
                                        </p:tav>
                                      </p:tavLst>
                                    </p:anim>
                                    <p:animEffect transition="in" filter="fade">
                                      <p:cBhvr>
                                        <p:cTn id="46"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utoUpdateAnimBg="0"/>
      <p:bldP spid="16" grpId="0" animBg="1"/>
      <p:bldP spid="3" grpId="0" animBg="1"/>
      <p:bldP spid="23" grpId="0" animBg="1" autoUpdateAnimBg="0"/>
      <p:bldP spid="25" grpId="0" autoUpdateAnimBg="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0" name="Group 12"/>
          <p:cNvGrpSpPr>
            <a:grpSpLocks/>
          </p:cNvGrpSpPr>
          <p:nvPr/>
        </p:nvGrpSpPr>
        <p:grpSpPr bwMode="auto">
          <a:xfrm>
            <a:off x="6689095" y="4943954"/>
            <a:ext cx="410560" cy="57195"/>
            <a:chOff x="2274" y="1204"/>
            <a:chExt cx="270" cy="44"/>
          </a:xfrm>
        </p:grpSpPr>
        <p:sp>
          <p:nvSpPr>
            <p:cNvPr id="62" name="Line 13"/>
            <p:cNvSpPr>
              <a:spLocks noChangeShapeType="1"/>
            </p:cNvSpPr>
            <p:nvPr/>
          </p:nvSpPr>
          <p:spPr bwMode="auto">
            <a:xfrm flipH="1">
              <a:off x="2274" y="1210"/>
              <a:ext cx="28" cy="34"/>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solidFill>
                  <a:srgbClr val="0000FF"/>
                </a:solidFill>
                <a:cs typeface="Times New Roman" panose="02020603050405020304" pitchFamily="18" charset="0"/>
              </a:endParaRPr>
            </a:p>
          </p:txBody>
        </p:sp>
        <p:sp>
          <p:nvSpPr>
            <p:cNvPr id="63" name="Line 14"/>
            <p:cNvSpPr>
              <a:spLocks noChangeShapeType="1"/>
            </p:cNvSpPr>
            <p:nvPr/>
          </p:nvSpPr>
          <p:spPr bwMode="auto">
            <a:xfrm flipH="1">
              <a:off x="2304" y="1214"/>
              <a:ext cx="34" cy="34"/>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solidFill>
                  <a:srgbClr val="0000FF"/>
                </a:solidFill>
                <a:cs typeface="Times New Roman" panose="02020603050405020304" pitchFamily="18" charset="0"/>
              </a:endParaRPr>
            </a:p>
          </p:txBody>
        </p:sp>
        <p:sp>
          <p:nvSpPr>
            <p:cNvPr id="64" name="Line 15"/>
            <p:cNvSpPr>
              <a:spLocks noChangeShapeType="1"/>
            </p:cNvSpPr>
            <p:nvPr/>
          </p:nvSpPr>
          <p:spPr bwMode="auto">
            <a:xfrm flipH="1">
              <a:off x="2346" y="1206"/>
              <a:ext cx="36" cy="42"/>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solidFill>
                  <a:srgbClr val="0000FF"/>
                </a:solidFill>
                <a:cs typeface="Times New Roman" panose="02020603050405020304" pitchFamily="18" charset="0"/>
              </a:endParaRPr>
            </a:p>
          </p:txBody>
        </p:sp>
        <p:sp>
          <p:nvSpPr>
            <p:cNvPr id="65" name="Line 16"/>
            <p:cNvSpPr>
              <a:spLocks noChangeShapeType="1"/>
            </p:cNvSpPr>
            <p:nvPr/>
          </p:nvSpPr>
          <p:spPr bwMode="auto">
            <a:xfrm>
              <a:off x="2376" y="1206"/>
              <a:ext cx="40" cy="38"/>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solidFill>
                  <a:srgbClr val="0000FF"/>
                </a:solidFill>
                <a:cs typeface="Times New Roman" panose="02020603050405020304" pitchFamily="18" charset="0"/>
              </a:endParaRPr>
            </a:p>
          </p:txBody>
        </p:sp>
        <p:sp>
          <p:nvSpPr>
            <p:cNvPr id="66" name="Line 17"/>
            <p:cNvSpPr>
              <a:spLocks noChangeShapeType="1"/>
            </p:cNvSpPr>
            <p:nvPr/>
          </p:nvSpPr>
          <p:spPr bwMode="auto">
            <a:xfrm>
              <a:off x="2420" y="1210"/>
              <a:ext cx="40" cy="34"/>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solidFill>
                  <a:srgbClr val="0000FF"/>
                </a:solidFill>
                <a:cs typeface="Times New Roman" panose="02020603050405020304" pitchFamily="18" charset="0"/>
              </a:endParaRPr>
            </a:p>
          </p:txBody>
        </p:sp>
        <p:sp>
          <p:nvSpPr>
            <p:cNvPr id="67" name="Line 18"/>
            <p:cNvSpPr>
              <a:spLocks noChangeShapeType="1"/>
            </p:cNvSpPr>
            <p:nvPr/>
          </p:nvSpPr>
          <p:spPr bwMode="auto">
            <a:xfrm flipV="1">
              <a:off x="2460" y="1204"/>
              <a:ext cx="46" cy="42"/>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solidFill>
                  <a:srgbClr val="0000FF"/>
                </a:solidFill>
                <a:cs typeface="Times New Roman" panose="02020603050405020304" pitchFamily="18" charset="0"/>
              </a:endParaRPr>
            </a:p>
          </p:txBody>
        </p:sp>
        <p:sp>
          <p:nvSpPr>
            <p:cNvPr id="68" name="Line 19"/>
            <p:cNvSpPr>
              <a:spLocks noChangeShapeType="1"/>
            </p:cNvSpPr>
            <p:nvPr/>
          </p:nvSpPr>
          <p:spPr bwMode="auto">
            <a:xfrm flipV="1">
              <a:off x="2512" y="1208"/>
              <a:ext cx="32" cy="36"/>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solidFill>
                  <a:srgbClr val="0000FF"/>
                </a:solidFill>
                <a:cs typeface="Times New Roman" panose="02020603050405020304" pitchFamily="18" charset="0"/>
              </a:endParaRPr>
            </a:p>
          </p:txBody>
        </p:sp>
      </p:grpSp>
      <p:grpSp>
        <p:nvGrpSpPr>
          <p:cNvPr id="73" name="Group 12"/>
          <p:cNvGrpSpPr>
            <a:grpSpLocks/>
          </p:cNvGrpSpPr>
          <p:nvPr/>
        </p:nvGrpSpPr>
        <p:grpSpPr bwMode="auto">
          <a:xfrm>
            <a:off x="6257295" y="4943954"/>
            <a:ext cx="410560" cy="57195"/>
            <a:chOff x="2274" y="1204"/>
            <a:chExt cx="270" cy="44"/>
          </a:xfrm>
        </p:grpSpPr>
        <p:sp>
          <p:nvSpPr>
            <p:cNvPr id="74" name="Line 13"/>
            <p:cNvSpPr>
              <a:spLocks noChangeShapeType="1"/>
            </p:cNvSpPr>
            <p:nvPr/>
          </p:nvSpPr>
          <p:spPr bwMode="auto">
            <a:xfrm flipH="1">
              <a:off x="2274" y="1210"/>
              <a:ext cx="28" cy="34"/>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solidFill>
                  <a:srgbClr val="0000FF"/>
                </a:solidFill>
                <a:cs typeface="Times New Roman" panose="02020603050405020304" pitchFamily="18" charset="0"/>
              </a:endParaRPr>
            </a:p>
          </p:txBody>
        </p:sp>
        <p:sp>
          <p:nvSpPr>
            <p:cNvPr id="75" name="Line 14"/>
            <p:cNvSpPr>
              <a:spLocks noChangeShapeType="1"/>
            </p:cNvSpPr>
            <p:nvPr/>
          </p:nvSpPr>
          <p:spPr bwMode="auto">
            <a:xfrm flipH="1">
              <a:off x="2304" y="1214"/>
              <a:ext cx="34" cy="34"/>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solidFill>
                  <a:srgbClr val="0000FF"/>
                </a:solidFill>
                <a:cs typeface="Times New Roman" panose="02020603050405020304" pitchFamily="18" charset="0"/>
              </a:endParaRPr>
            </a:p>
          </p:txBody>
        </p:sp>
        <p:sp>
          <p:nvSpPr>
            <p:cNvPr id="76" name="Line 15"/>
            <p:cNvSpPr>
              <a:spLocks noChangeShapeType="1"/>
            </p:cNvSpPr>
            <p:nvPr/>
          </p:nvSpPr>
          <p:spPr bwMode="auto">
            <a:xfrm flipH="1">
              <a:off x="2346" y="1206"/>
              <a:ext cx="36" cy="42"/>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solidFill>
                  <a:srgbClr val="0000FF"/>
                </a:solidFill>
                <a:cs typeface="Times New Roman" panose="02020603050405020304" pitchFamily="18" charset="0"/>
              </a:endParaRPr>
            </a:p>
          </p:txBody>
        </p:sp>
        <p:sp>
          <p:nvSpPr>
            <p:cNvPr id="77" name="Line 16"/>
            <p:cNvSpPr>
              <a:spLocks noChangeShapeType="1"/>
            </p:cNvSpPr>
            <p:nvPr/>
          </p:nvSpPr>
          <p:spPr bwMode="auto">
            <a:xfrm>
              <a:off x="2376" y="1206"/>
              <a:ext cx="40" cy="38"/>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solidFill>
                  <a:srgbClr val="0000FF"/>
                </a:solidFill>
                <a:cs typeface="Times New Roman" panose="02020603050405020304" pitchFamily="18" charset="0"/>
              </a:endParaRPr>
            </a:p>
          </p:txBody>
        </p:sp>
        <p:sp>
          <p:nvSpPr>
            <p:cNvPr id="78" name="Line 17"/>
            <p:cNvSpPr>
              <a:spLocks noChangeShapeType="1"/>
            </p:cNvSpPr>
            <p:nvPr/>
          </p:nvSpPr>
          <p:spPr bwMode="auto">
            <a:xfrm>
              <a:off x="2420" y="1210"/>
              <a:ext cx="40" cy="34"/>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solidFill>
                  <a:srgbClr val="0000FF"/>
                </a:solidFill>
                <a:cs typeface="Times New Roman" panose="02020603050405020304" pitchFamily="18" charset="0"/>
              </a:endParaRPr>
            </a:p>
          </p:txBody>
        </p:sp>
        <p:sp>
          <p:nvSpPr>
            <p:cNvPr id="79" name="Line 18"/>
            <p:cNvSpPr>
              <a:spLocks noChangeShapeType="1"/>
            </p:cNvSpPr>
            <p:nvPr/>
          </p:nvSpPr>
          <p:spPr bwMode="auto">
            <a:xfrm flipV="1">
              <a:off x="2460" y="1204"/>
              <a:ext cx="46" cy="42"/>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solidFill>
                  <a:srgbClr val="0000FF"/>
                </a:solidFill>
                <a:cs typeface="Times New Roman" panose="02020603050405020304" pitchFamily="18" charset="0"/>
              </a:endParaRPr>
            </a:p>
          </p:txBody>
        </p:sp>
        <p:sp>
          <p:nvSpPr>
            <p:cNvPr id="80" name="Line 19"/>
            <p:cNvSpPr>
              <a:spLocks noChangeShapeType="1"/>
            </p:cNvSpPr>
            <p:nvPr/>
          </p:nvSpPr>
          <p:spPr bwMode="auto">
            <a:xfrm flipV="1">
              <a:off x="2512" y="1208"/>
              <a:ext cx="32" cy="36"/>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solidFill>
                  <a:srgbClr val="0000FF"/>
                </a:solidFill>
                <a:cs typeface="Times New Roman" panose="02020603050405020304" pitchFamily="18" charset="0"/>
              </a:endParaRPr>
            </a:p>
          </p:txBody>
        </p:sp>
      </p:grpSp>
      <p:grpSp>
        <p:nvGrpSpPr>
          <p:cNvPr id="81" name="Group 12"/>
          <p:cNvGrpSpPr>
            <a:grpSpLocks/>
          </p:cNvGrpSpPr>
          <p:nvPr/>
        </p:nvGrpSpPr>
        <p:grpSpPr bwMode="auto">
          <a:xfrm>
            <a:off x="2694945" y="4937604"/>
            <a:ext cx="410560" cy="57195"/>
            <a:chOff x="2274" y="1204"/>
            <a:chExt cx="270" cy="44"/>
          </a:xfrm>
        </p:grpSpPr>
        <p:sp>
          <p:nvSpPr>
            <p:cNvPr id="82" name="Line 13"/>
            <p:cNvSpPr>
              <a:spLocks noChangeShapeType="1"/>
            </p:cNvSpPr>
            <p:nvPr/>
          </p:nvSpPr>
          <p:spPr bwMode="auto">
            <a:xfrm flipH="1">
              <a:off x="2274" y="1210"/>
              <a:ext cx="28" cy="34"/>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solidFill>
                  <a:srgbClr val="0000FF"/>
                </a:solidFill>
                <a:cs typeface="Times New Roman" panose="02020603050405020304" pitchFamily="18" charset="0"/>
              </a:endParaRPr>
            </a:p>
          </p:txBody>
        </p:sp>
        <p:sp>
          <p:nvSpPr>
            <p:cNvPr id="83" name="Line 14"/>
            <p:cNvSpPr>
              <a:spLocks noChangeShapeType="1"/>
            </p:cNvSpPr>
            <p:nvPr/>
          </p:nvSpPr>
          <p:spPr bwMode="auto">
            <a:xfrm flipH="1">
              <a:off x="2304" y="1214"/>
              <a:ext cx="34" cy="34"/>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solidFill>
                  <a:srgbClr val="0000FF"/>
                </a:solidFill>
                <a:cs typeface="Times New Roman" panose="02020603050405020304" pitchFamily="18" charset="0"/>
              </a:endParaRPr>
            </a:p>
          </p:txBody>
        </p:sp>
        <p:sp>
          <p:nvSpPr>
            <p:cNvPr id="84" name="Line 15"/>
            <p:cNvSpPr>
              <a:spLocks noChangeShapeType="1"/>
            </p:cNvSpPr>
            <p:nvPr/>
          </p:nvSpPr>
          <p:spPr bwMode="auto">
            <a:xfrm flipH="1">
              <a:off x="2346" y="1206"/>
              <a:ext cx="36" cy="42"/>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solidFill>
                  <a:srgbClr val="0000FF"/>
                </a:solidFill>
                <a:cs typeface="Times New Roman" panose="02020603050405020304" pitchFamily="18" charset="0"/>
              </a:endParaRPr>
            </a:p>
          </p:txBody>
        </p:sp>
        <p:sp>
          <p:nvSpPr>
            <p:cNvPr id="85" name="Line 16"/>
            <p:cNvSpPr>
              <a:spLocks noChangeShapeType="1"/>
            </p:cNvSpPr>
            <p:nvPr/>
          </p:nvSpPr>
          <p:spPr bwMode="auto">
            <a:xfrm>
              <a:off x="2376" y="1206"/>
              <a:ext cx="40" cy="38"/>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solidFill>
                  <a:srgbClr val="0000FF"/>
                </a:solidFill>
                <a:cs typeface="Times New Roman" panose="02020603050405020304" pitchFamily="18" charset="0"/>
              </a:endParaRPr>
            </a:p>
          </p:txBody>
        </p:sp>
        <p:sp>
          <p:nvSpPr>
            <p:cNvPr id="86" name="Line 17"/>
            <p:cNvSpPr>
              <a:spLocks noChangeShapeType="1"/>
            </p:cNvSpPr>
            <p:nvPr/>
          </p:nvSpPr>
          <p:spPr bwMode="auto">
            <a:xfrm>
              <a:off x="2420" y="1210"/>
              <a:ext cx="40" cy="34"/>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solidFill>
                  <a:srgbClr val="0000FF"/>
                </a:solidFill>
                <a:cs typeface="Times New Roman" panose="02020603050405020304" pitchFamily="18" charset="0"/>
              </a:endParaRPr>
            </a:p>
          </p:txBody>
        </p:sp>
        <p:sp>
          <p:nvSpPr>
            <p:cNvPr id="87" name="Line 18"/>
            <p:cNvSpPr>
              <a:spLocks noChangeShapeType="1"/>
            </p:cNvSpPr>
            <p:nvPr/>
          </p:nvSpPr>
          <p:spPr bwMode="auto">
            <a:xfrm flipV="1">
              <a:off x="2460" y="1204"/>
              <a:ext cx="46" cy="42"/>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solidFill>
                  <a:srgbClr val="0000FF"/>
                </a:solidFill>
                <a:cs typeface="Times New Roman" panose="02020603050405020304" pitchFamily="18" charset="0"/>
              </a:endParaRPr>
            </a:p>
          </p:txBody>
        </p:sp>
        <p:sp>
          <p:nvSpPr>
            <p:cNvPr id="88" name="Line 19"/>
            <p:cNvSpPr>
              <a:spLocks noChangeShapeType="1"/>
            </p:cNvSpPr>
            <p:nvPr/>
          </p:nvSpPr>
          <p:spPr bwMode="auto">
            <a:xfrm flipV="1">
              <a:off x="2512" y="1208"/>
              <a:ext cx="32" cy="36"/>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solidFill>
                  <a:srgbClr val="0000FF"/>
                </a:solidFill>
                <a:cs typeface="Times New Roman" panose="02020603050405020304" pitchFamily="18" charset="0"/>
              </a:endParaRPr>
            </a:p>
          </p:txBody>
        </p:sp>
      </p:grpSp>
      <p:grpSp>
        <p:nvGrpSpPr>
          <p:cNvPr id="89" name="Group 12"/>
          <p:cNvGrpSpPr>
            <a:grpSpLocks/>
          </p:cNvGrpSpPr>
          <p:nvPr/>
        </p:nvGrpSpPr>
        <p:grpSpPr bwMode="auto">
          <a:xfrm>
            <a:off x="2263145" y="4937604"/>
            <a:ext cx="410560" cy="57195"/>
            <a:chOff x="2274" y="1204"/>
            <a:chExt cx="270" cy="44"/>
          </a:xfrm>
        </p:grpSpPr>
        <p:sp>
          <p:nvSpPr>
            <p:cNvPr id="90" name="Line 13"/>
            <p:cNvSpPr>
              <a:spLocks noChangeShapeType="1"/>
            </p:cNvSpPr>
            <p:nvPr/>
          </p:nvSpPr>
          <p:spPr bwMode="auto">
            <a:xfrm flipH="1">
              <a:off x="2274" y="1210"/>
              <a:ext cx="28" cy="34"/>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solidFill>
                  <a:srgbClr val="0000FF"/>
                </a:solidFill>
                <a:cs typeface="Times New Roman" panose="02020603050405020304" pitchFamily="18" charset="0"/>
              </a:endParaRPr>
            </a:p>
          </p:txBody>
        </p:sp>
        <p:sp>
          <p:nvSpPr>
            <p:cNvPr id="91" name="Line 14"/>
            <p:cNvSpPr>
              <a:spLocks noChangeShapeType="1"/>
            </p:cNvSpPr>
            <p:nvPr/>
          </p:nvSpPr>
          <p:spPr bwMode="auto">
            <a:xfrm flipH="1">
              <a:off x="2304" y="1214"/>
              <a:ext cx="34" cy="34"/>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solidFill>
                  <a:srgbClr val="0000FF"/>
                </a:solidFill>
                <a:cs typeface="Times New Roman" panose="02020603050405020304" pitchFamily="18" charset="0"/>
              </a:endParaRPr>
            </a:p>
          </p:txBody>
        </p:sp>
        <p:sp>
          <p:nvSpPr>
            <p:cNvPr id="92" name="Line 15"/>
            <p:cNvSpPr>
              <a:spLocks noChangeShapeType="1"/>
            </p:cNvSpPr>
            <p:nvPr/>
          </p:nvSpPr>
          <p:spPr bwMode="auto">
            <a:xfrm flipH="1">
              <a:off x="2346" y="1206"/>
              <a:ext cx="36" cy="42"/>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solidFill>
                  <a:srgbClr val="0000FF"/>
                </a:solidFill>
                <a:cs typeface="Times New Roman" panose="02020603050405020304" pitchFamily="18" charset="0"/>
              </a:endParaRPr>
            </a:p>
          </p:txBody>
        </p:sp>
        <p:sp>
          <p:nvSpPr>
            <p:cNvPr id="93" name="Line 16"/>
            <p:cNvSpPr>
              <a:spLocks noChangeShapeType="1"/>
            </p:cNvSpPr>
            <p:nvPr/>
          </p:nvSpPr>
          <p:spPr bwMode="auto">
            <a:xfrm>
              <a:off x="2376" y="1206"/>
              <a:ext cx="40" cy="38"/>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solidFill>
                  <a:srgbClr val="0000FF"/>
                </a:solidFill>
                <a:cs typeface="Times New Roman" panose="02020603050405020304" pitchFamily="18" charset="0"/>
              </a:endParaRPr>
            </a:p>
          </p:txBody>
        </p:sp>
        <p:sp>
          <p:nvSpPr>
            <p:cNvPr id="94" name="Line 17"/>
            <p:cNvSpPr>
              <a:spLocks noChangeShapeType="1"/>
            </p:cNvSpPr>
            <p:nvPr/>
          </p:nvSpPr>
          <p:spPr bwMode="auto">
            <a:xfrm>
              <a:off x="2420" y="1210"/>
              <a:ext cx="40" cy="34"/>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solidFill>
                  <a:srgbClr val="0000FF"/>
                </a:solidFill>
                <a:cs typeface="Times New Roman" panose="02020603050405020304" pitchFamily="18" charset="0"/>
              </a:endParaRPr>
            </a:p>
          </p:txBody>
        </p:sp>
        <p:sp>
          <p:nvSpPr>
            <p:cNvPr id="95" name="Line 18"/>
            <p:cNvSpPr>
              <a:spLocks noChangeShapeType="1"/>
            </p:cNvSpPr>
            <p:nvPr/>
          </p:nvSpPr>
          <p:spPr bwMode="auto">
            <a:xfrm flipV="1">
              <a:off x="2460" y="1204"/>
              <a:ext cx="46" cy="42"/>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solidFill>
                  <a:srgbClr val="0000FF"/>
                </a:solidFill>
                <a:cs typeface="Times New Roman" panose="02020603050405020304" pitchFamily="18" charset="0"/>
              </a:endParaRPr>
            </a:p>
          </p:txBody>
        </p:sp>
        <p:sp>
          <p:nvSpPr>
            <p:cNvPr id="96" name="Line 19"/>
            <p:cNvSpPr>
              <a:spLocks noChangeShapeType="1"/>
            </p:cNvSpPr>
            <p:nvPr/>
          </p:nvSpPr>
          <p:spPr bwMode="auto">
            <a:xfrm flipV="1">
              <a:off x="2512" y="1208"/>
              <a:ext cx="32" cy="36"/>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solidFill>
                  <a:srgbClr val="0000FF"/>
                </a:solidFill>
                <a:cs typeface="Times New Roman" panose="02020603050405020304" pitchFamily="18" charset="0"/>
              </a:endParaRPr>
            </a:p>
          </p:txBody>
        </p:sp>
      </p:grpSp>
      <p:sp>
        <p:nvSpPr>
          <p:cNvPr id="6"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75</a:t>
            </a:fld>
            <a:endParaRPr lang="zh-CN" altLang="en-US" dirty="0">
              <a:solidFill>
                <a:srgbClr val="C00000"/>
              </a:solidFill>
            </a:endParaRPr>
          </a:p>
        </p:txBody>
      </p:sp>
      <p:sp>
        <p:nvSpPr>
          <p:cNvPr id="61" name="Text Box 2"/>
          <p:cNvSpPr txBox="1">
            <a:spLocks noChangeArrowheads="1"/>
          </p:cNvSpPr>
          <p:nvPr/>
        </p:nvSpPr>
        <p:spPr bwMode="auto">
          <a:xfrm>
            <a:off x="2456953" y="5701142"/>
            <a:ext cx="5398936"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zh-CN" altLang="en-US" sz="4000" b="1" dirty="0">
                <a:solidFill>
                  <a:srgbClr val="000066"/>
                </a:solidFill>
                <a:latin typeface="黑体" pitchFamily="2" charset="-122"/>
                <a:ea typeface="黑体" pitchFamily="2" charset="-122"/>
              </a:rPr>
              <a:t>施工期土坡稳定分析</a:t>
            </a:r>
          </a:p>
        </p:txBody>
      </p:sp>
      <p:sp>
        <p:nvSpPr>
          <p:cNvPr id="8" name="Text Box 7"/>
          <p:cNvSpPr txBox="1">
            <a:spLocks noChangeArrowheads="1"/>
          </p:cNvSpPr>
          <p:nvPr/>
        </p:nvSpPr>
        <p:spPr bwMode="auto">
          <a:xfrm>
            <a:off x="0" y="0"/>
            <a:ext cx="6146358"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1800" b="1" kern="900" spc="130" dirty="0" smtClean="0">
                <a:solidFill>
                  <a:srgbClr val="000066"/>
                </a:solidFill>
                <a:ea typeface="黑体" panose="02010609060101010101" pitchFamily="49" charset="-122"/>
                <a:cs typeface="Times New Roman" panose="02020603050405020304" pitchFamily="18" charset="0"/>
              </a:rPr>
              <a:t>§7.4  </a:t>
            </a:r>
            <a:r>
              <a:rPr lang="zh-CN" altLang="en-US" sz="1800" b="1" kern="900" spc="130" dirty="0" smtClean="0">
                <a:solidFill>
                  <a:srgbClr val="000066"/>
                </a:solidFill>
                <a:ea typeface="黑体" panose="02010609060101010101" pitchFamily="49" charset="-122"/>
                <a:cs typeface="Times New Roman" panose="02020603050405020304" pitchFamily="18" charset="0"/>
              </a:rPr>
              <a:t>总</a:t>
            </a:r>
            <a:r>
              <a:rPr lang="zh-CN" altLang="en-US" sz="1800" b="1" kern="900" spc="130" dirty="0">
                <a:solidFill>
                  <a:srgbClr val="000066"/>
                </a:solidFill>
                <a:ea typeface="黑体" panose="02010609060101010101" pitchFamily="49" charset="-122"/>
                <a:cs typeface="Times New Roman" panose="02020603050405020304" pitchFamily="18" charset="0"/>
              </a:rPr>
              <a:t>应力法与有效应力</a:t>
            </a:r>
            <a:r>
              <a:rPr lang="zh-CN" altLang="en-US" sz="1800" b="1" kern="900" spc="130" dirty="0" smtClean="0">
                <a:solidFill>
                  <a:srgbClr val="000066"/>
                </a:solidFill>
                <a:ea typeface="黑体" panose="02010609060101010101" pitchFamily="49" charset="-122"/>
                <a:cs typeface="Times New Roman" panose="02020603050405020304" pitchFamily="18" charset="0"/>
              </a:rPr>
              <a:t>法 </a:t>
            </a:r>
            <a:r>
              <a:rPr lang="en-US" altLang="zh-CN" sz="1800" b="1" kern="900" spc="130" dirty="0" smtClean="0">
                <a:solidFill>
                  <a:srgbClr val="000066"/>
                </a:solidFill>
                <a:ea typeface="黑体" panose="02010609060101010101" pitchFamily="49" charset="-122"/>
                <a:cs typeface="Times New Roman" panose="02020603050405020304" pitchFamily="18" charset="0"/>
              </a:rPr>
              <a:t>- </a:t>
            </a:r>
            <a:r>
              <a:rPr lang="zh-CN" altLang="en-US" sz="1800" b="1" kern="900" spc="130" dirty="0" smtClean="0">
                <a:solidFill>
                  <a:srgbClr val="000066"/>
                </a:solidFill>
                <a:ea typeface="黑体" panose="02010609060101010101" pitchFamily="49" charset="-122"/>
                <a:cs typeface="Times New Roman" panose="02020603050405020304" pitchFamily="18" charset="0"/>
              </a:rPr>
              <a:t>施工期</a:t>
            </a:r>
            <a:r>
              <a:rPr lang="zh-CN" altLang="en-US" sz="1800" b="1" kern="900" spc="130" dirty="0">
                <a:solidFill>
                  <a:srgbClr val="000066"/>
                </a:solidFill>
                <a:ea typeface="黑体" panose="02010609060101010101" pitchFamily="49" charset="-122"/>
                <a:cs typeface="Times New Roman" panose="02020603050405020304" pitchFamily="18" charset="0"/>
              </a:rPr>
              <a:t>土坡稳定分析</a:t>
            </a:r>
          </a:p>
          <a:p>
            <a:pPr eaLnBrk="1" fontAlgn="ctr" hangingPunct="1">
              <a:lnSpc>
                <a:spcPct val="100000"/>
              </a:lnSpc>
              <a:spcBef>
                <a:spcPct val="0"/>
              </a:spcBef>
              <a:spcAft>
                <a:spcPct val="0"/>
              </a:spcAft>
            </a:pPr>
            <a:endParaRPr lang="zh-CN" altLang="en-US" sz="1800" b="1" kern="900" spc="130" dirty="0">
              <a:solidFill>
                <a:srgbClr val="000066"/>
              </a:solidFill>
              <a:ea typeface="黑体" panose="02010609060101010101" pitchFamily="49" charset="-122"/>
              <a:cs typeface="Times New Roman" panose="02020603050405020304" pitchFamily="18" charset="0"/>
            </a:endParaRPr>
          </a:p>
        </p:txBody>
      </p:sp>
      <p:sp>
        <p:nvSpPr>
          <p:cNvPr id="10" name="Text Box 4"/>
          <p:cNvSpPr txBox="1">
            <a:spLocks noChangeArrowheads="1"/>
          </p:cNvSpPr>
          <p:nvPr/>
        </p:nvSpPr>
        <p:spPr bwMode="auto">
          <a:xfrm>
            <a:off x="337645" y="694728"/>
            <a:ext cx="4384479" cy="5724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358775" indent="-358775" eaLnBrk="1" hangingPunct="1">
              <a:lnSpc>
                <a:spcPct val="120000"/>
              </a:lnSpc>
              <a:spcBef>
                <a:spcPts val="600"/>
              </a:spcBef>
              <a:spcAft>
                <a:spcPts val="0"/>
              </a:spcAft>
              <a:buClr>
                <a:srgbClr val="A50021"/>
              </a:buClr>
              <a:buSzPct val="100000"/>
              <a:buFont typeface="Wingdings" panose="05000000000000000000" pitchFamily="2" charset="2"/>
              <a:buChar char="n"/>
            </a:pPr>
            <a:r>
              <a:rPr lang="zh-CN" altLang="en-US" sz="2600" b="1" dirty="0">
                <a:solidFill>
                  <a:srgbClr val="A50021"/>
                </a:solidFill>
                <a:latin typeface="微软雅黑" panose="020B0503020204020204" pitchFamily="34" charset="-122"/>
                <a:ea typeface="微软雅黑" panose="020B0503020204020204" pitchFamily="34" charset="-122"/>
              </a:rPr>
              <a:t>竣工期</a:t>
            </a:r>
            <a:r>
              <a:rPr lang="zh-CN" altLang="en-US" sz="2600" b="1" dirty="0" smtClean="0">
                <a:solidFill>
                  <a:srgbClr val="A50021"/>
                </a:solidFill>
                <a:latin typeface="微软雅黑" panose="020B0503020204020204" pitchFamily="34" charset="-122"/>
                <a:ea typeface="微软雅黑" panose="020B0503020204020204" pitchFamily="34" charset="-122"/>
              </a:rPr>
              <a:t>孔隙水压力估算</a:t>
            </a:r>
            <a:endParaRPr lang="zh-CN" altLang="en-US" sz="2600" b="1" dirty="0">
              <a:solidFill>
                <a:srgbClr val="000066"/>
              </a:solidFill>
              <a:ea typeface="幼圆" pitchFamily="49" charset="-122"/>
            </a:endParaRPr>
          </a:p>
        </p:txBody>
      </p:sp>
      <p:sp>
        <p:nvSpPr>
          <p:cNvPr id="11" name="Text Box 110"/>
          <p:cNvSpPr txBox="1">
            <a:spLocks noChangeArrowheads="1"/>
          </p:cNvSpPr>
          <p:nvPr/>
        </p:nvSpPr>
        <p:spPr bwMode="auto">
          <a:xfrm>
            <a:off x="699209" y="1456713"/>
            <a:ext cx="7762401" cy="12695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marL="446088" indent="-446088" defTabSz="739775">
              <a:lnSpc>
                <a:spcPct val="125000"/>
              </a:lnSpc>
              <a:buClr>
                <a:srgbClr val="C00000"/>
              </a:buClr>
              <a:buSzPct val="130000"/>
              <a:buFont typeface="Wingdings" panose="05000000000000000000" pitchFamily="2" charset="2"/>
              <a:buChar char="F"/>
              <a:tabLst>
                <a:tab pos="3411538" algn="l"/>
              </a:tabLst>
            </a:pPr>
            <a:r>
              <a:rPr lang="zh-CN" altLang="en-US" sz="22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堤坝在施工过程中，一方面坝体在加高，土体应力在</a:t>
            </a:r>
            <a:r>
              <a:rPr lang="zh-CN" altLang="en-US" sz="22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增</a:t>
            </a:r>
            <a:r>
              <a:rPr lang="zh-CN" altLang="en-US" sz="22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大，孔隙水压力在发展；另一</a:t>
            </a:r>
            <a:r>
              <a:rPr lang="en-US" altLang="zh-CN" sz="22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方</a:t>
            </a:r>
            <a:r>
              <a:rPr lang="zh-CN" altLang="en-US" sz="22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面</a:t>
            </a:r>
            <a:r>
              <a:rPr lang="en-US" altLang="zh-CN" sz="22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a:t>
            </a:r>
            <a:r>
              <a:rPr lang="en-US" altLang="zh-CN" sz="2200" b="1" dirty="0" err="1"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随着时间的推移，坝体在固结，孔隙水压力在消散</a:t>
            </a:r>
            <a:r>
              <a:rPr lang="zh-CN" altLang="en-US" sz="22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。可按照</a:t>
            </a:r>
            <a:r>
              <a:rPr lang="en-US" altLang="zh-CN" sz="2200" b="1" dirty="0" err="1"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土的渗流固结理论</a:t>
            </a:r>
            <a:r>
              <a:rPr lang="zh-CN" altLang="en-US" sz="22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进行计算</a:t>
            </a:r>
            <a:endParaRPr lang="en-US" altLang="zh-CN" sz="22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p:txBody>
      </p:sp>
      <p:sp>
        <p:nvSpPr>
          <p:cNvPr id="22" name="Freeform 8"/>
          <p:cNvSpPr>
            <a:spLocks/>
          </p:cNvSpPr>
          <p:nvPr/>
        </p:nvSpPr>
        <p:spPr bwMode="auto">
          <a:xfrm>
            <a:off x="872817" y="4900993"/>
            <a:ext cx="5975350" cy="171450"/>
          </a:xfrm>
          <a:custGeom>
            <a:avLst/>
            <a:gdLst>
              <a:gd name="T0" fmla="*/ 0 w 3318"/>
              <a:gd name="T1" fmla="*/ 543 h 81"/>
              <a:gd name="T2" fmla="*/ 5848 w 3318"/>
              <a:gd name="T3" fmla="*/ 1287 h 81"/>
              <a:gd name="T4" fmla="*/ 8405 w 3318"/>
              <a:gd name="T5" fmla="*/ 965 h 81"/>
              <a:gd name="T6" fmla="*/ 11115 w 3318"/>
              <a:gd name="T7" fmla="*/ 1193 h 81"/>
              <a:gd name="T8" fmla="*/ 11712 w 3318"/>
              <a:gd name="T9" fmla="*/ 655 h 8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318" h="81">
                <a:moveTo>
                  <a:pt x="0" y="31"/>
                </a:moveTo>
                <a:cubicBezTo>
                  <a:pt x="552" y="49"/>
                  <a:pt x="1103" y="63"/>
                  <a:pt x="1656" y="73"/>
                </a:cubicBezTo>
                <a:cubicBezTo>
                  <a:pt x="1886" y="70"/>
                  <a:pt x="2145" y="81"/>
                  <a:pt x="2382" y="55"/>
                </a:cubicBezTo>
                <a:cubicBezTo>
                  <a:pt x="2641" y="61"/>
                  <a:pt x="2890" y="72"/>
                  <a:pt x="3150" y="67"/>
                </a:cubicBezTo>
                <a:cubicBezTo>
                  <a:pt x="3217" y="62"/>
                  <a:pt x="3302" y="0"/>
                  <a:pt x="3318" y="37"/>
                </a:cubicBezTo>
              </a:path>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 name="Freeform 9"/>
          <p:cNvSpPr>
            <a:spLocks/>
          </p:cNvSpPr>
          <p:nvPr/>
        </p:nvSpPr>
        <p:spPr bwMode="auto">
          <a:xfrm>
            <a:off x="920442" y="3362706"/>
            <a:ext cx="7599363" cy="1571625"/>
          </a:xfrm>
          <a:custGeom>
            <a:avLst/>
            <a:gdLst>
              <a:gd name="T0" fmla="*/ 0 w 4219"/>
              <a:gd name="T1" fmla="*/ 13435 h 741"/>
              <a:gd name="T2" fmla="*/ 14918 w 4219"/>
              <a:gd name="T3" fmla="*/ 13435 h 741"/>
              <a:gd name="T4" fmla="*/ 7777 w 4219"/>
              <a:gd name="T5" fmla="*/ 0 h 741"/>
              <a:gd name="T6" fmla="*/ 7223 w 4219"/>
              <a:gd name="T7" fmla="*/ 0 h 741"/>
              <a:gd name="T8" fmla="*/ 0 w 4219"/>
              <a:gd name="T9" fmla="*/ 13435 h 74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219" h="741">
                <a:moveTo>
                  <a:pt x="0" y="741"/>
                </a:moveTo>
                <a:lnTo>
                  <a:pt x="4219" y="741"/>
                </a:lnTo>
                <a:lnTo>
                  <a:pt x="2199" y="0"/>
                </a:lnTo>
                <a:lnTo>
                  <a:pt x="2042" y="0"/>
                </a:lnTo>
                <a:lnTo>
                  <a:pt x="0" y="741"/>
                </a:lnTo>
                <a:close/>
              </a:path>
            </a:pathLst>
          </a:custGeom>
          <a:noFill/>
          <a:ln w="28575" cap="flat" cmpd="sng">
            <a:solidFill>
              <a:srgbClr val="8000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8" name="Freeform 11"/>
          <p:cNvSpPr>
            <a:spLocks/>
          </p:cNvSpPr>
          <p:nvPr/>
        </p:nvSpPr>
        <p:spPr bwMode="auto">
          <a:xfrm>
            <a:off x="3536642" y="3479378"/>
            <a:ext cx="2504352" cy="701771"/>
          </a:xfrm>
          <a:custGeom>
            <a:avLst/>
            <a:gdLst>
              <a:gd name="T0" fmla="*/ 0 w 1417"/>
              <a:gd name="T1" fmla="*/ 5887 h 360"/>
              <a:gd name="T2" fmla="*/ 320 w 1417"/>
              <a:gd name="T3" fmla="*/ 4570 h 360"/>
              <a:gd name="T4" fmla="*/ 1009 w 1417"/>
              <a:gd name="T5" fmla="*/ 2171 h 360"/>
              <a:gd name="T6" fmla="*/ 1571 w 1417"/>
              <a:gd name="T7" fmla="*/ 875 h 360"/>
              <a:gd name="T8" fmla="*/ 2207 w 1417"/>
              <a:gd name="T9" fmla="*/ 65 h 360"/>
              <a:gd name="T10" fmla="*/ 2923 w 1417"/>
              <a:gd name="T11" fmla="*/ 434 h 360"/>
              <a:gd name="T12" fmla="*/ 3471 w 1417"/>
              <a:gd name="T13" fmla="*/ 1169 h 360"/>
              <a:gd name="T14" fmla="*/ 4391 w 1417"/>
              <a:gd name="T15" fmla="*/ 3924 h 360"/>
              <a:gd name="T16" fmla="*/ 4898 w 1417"/>
              <a:gd name="T17" fmla="*/ 6019 h 360"/>
              <a:gd name="T18" fmla="*/ 4937 w 1417"/>
              <a:gd name="T19" fmla="*/ 6534 h 3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connsiteX0" fmla="*/ 0 w 9946"/>
              <a:gd name="connsiteY0" fmla="*/ 8955 h 9955"/>
              <a:gd name="connsiteX1" fmla="*/ 642 w 9946"/>
              <a:gd name="connsiteY1" fmla="*/ 6955 h 9955"/>
              <a:gd name="connsiteX2" fmla="*/ 2025 w 9946"/>
              <a:gd name="connsiteY2" fmla="*/ 3288 h 9955"/>
              <a:gd name="connsiteX3" fmla="*/ 3155 w 9946"/>
              <a:gd name="connsiteY3" fmla="*/ 1288 h 9955"/>
              <a:gd name="connsiteX4" fmla="*/ 4425 w 9946"/>
              <a:gd name="connsiteY4" fmla="*/ 66 h 9955"/>
              <a:gd name="connsiteX5" fmla="*/ 5678 w 9946"/>
              <a:gd name="connsiteY5" fmla="*/ 333 h 9955"/>
              <a:gd name="connsiteX6" fmla="*/ 6965 w 9946"/>
              <a:gd name="connsiteY6" fmla="*/ 1733 h 9955"/>
              <a:gd name="connsiteX7" fmla="*/ 8800 w 9946"/>
              <a:gd name="connsiteY7" fmla="*/ 5955 h 9955"/>
              <a:gd name="connsiteX8" fmla="*/ 9817 w 9946"/>
              <a:gd name="connsiteY8" fmla="*/ 9177 h 9955"/>
              <a:gd name="connsiteX9" fmla="*/ 9901 w 9946"/>
              <a:gd name="connsiteY9" fmla="*/ 9955 h 9955"/>
              <a:gd name="connsiteX0" fmla="*/ 0 w 10000"/>
              <a:gd name="connsiteY0" fmla="*/ 9002 h 10007"/>
              <a:gd name="connsiteX1" fmla="*/ 645 w 10000"/>
              <a:gd name="connsiteY1" fmla="*/ 6993 h 10007"/>
              <a:gd name="connsiteX2" fmla="*/ 2036 w 10000"/>
              <a:gd name="connsiteY2" fmla="*/ 3310 h 10007"/>
              <a:gd name="connsiteX3" fmla="*/ 3172 w 10000"/>
              <a:gd name="connsiteY3" fmla="*/ 1301 h 10007"/>
              <a:gd name="connsiteX4" fmla="*/ 4449 w 10000"/>
              <a:gd name="connsiteY4" fmla="*/ 73 h 10007"/>
              <a:gd name="connsiteX5" fmla="*/ 5709 w 10000"/>
              <a:gd name="connsiteY5" fmla="*/ 342 h 10007"/>
              <a:gd name="connsiteX6" fmla="*/ 7017 w 10000"/>
              <a:gd name="connsiteY6" fmla="*/ 2038 h 10007"/>
              <a:gd name="connsiteX7" fmla="*/ 8848 w 10000"/>
              <a:gd name="connsiteY7" fmla="*/ 5989 h 10007"/>
              <a:gd name="connsiteX8" fmla="*/ 9870 w 10000"/>
              <a:gd name="connsiteY8" fmla="*/ 9225 h 10007"/>
              <a:gd name="connsiteX9" fmla="*/ 9955 w 10000"/>
              <a:gd name="connsiteY9" fmla="*/ 10007 h 10007"/>
              <a:gd name="connsiteX0" fmla="*/ 0 w 10000"/>
              <a:gd name="connsiteY0" fmla="*/ 9009 h 10014"/>
              <a:gd name="connsiteX1" fmla="*/ 645 w 10000"/>
              <a:gd name="connsiteY1" fmla="*/ 7000 h 10014"/>
              <a:gd name="connsiteX2" fmla="*/ 2036 w 10000"/>
              <a:gd name="connsiteY2" fmla="*/ 3317 h 10014"/>
              <a:gd name="connsiteX3" fmla="*/ 3172 w 10000"/>
              <a:gd name="connsiteY3" fmla="*/ 1308 h 10014"/>
              <a:gd name="connsiteX4" fmla="*/ 4449 w 10000"/>
              <a:gd name="connsiteY4" fmla="*/ 80 h 10014"/>
              <a:gd name="connsiteX5" fmla="*/ 5709 w 10000"/>
              <a:gd name="connsiteY5" fmla="*/ 349 h 10014"/>
              <a:gd name="connsiteX6" fmla="*/ 7017 w 10000"/>
              <a:gd name="connsiteY6" fmla="*/ 2238 h 10014"/>
              <a:gd name="connsiteX7" fmla="*/ 8848 w 10000"/>
              <a:gd name="connsiteY7" fmla="*/ 5996 h 10014"/>
              <a:gd name="connsiteX8" fmla="*/ 9870 w 10000"/>
              <a:gd name="connsiteY8" fmla="*/ 9232 h 10014"/>
              <a:gd name="connsiteX9" fmla="*/ 9955 w 10000"/>
              <a:gd name="connsiteY9" fmla="*/ 10014 h 10014"/>
              <a:gd name="connsiteX0" fmla="*/ 0 w 9870"/>
              <a:gd name="connsiteY0" fmla="*/ 9009 h 9232"/>
              <a:gd name="connsiteX1" fmla="*/ 645 w 9870"/>
              <a:gd name="connsiteY1" fmla="*/ 7000 h 9232"/>
              <a:gd name="connsiteX2" fmla="*/ 2036 w 9870"/>
              <a:gd name="connsiteY2" fmla="*/ 3317 h 9232"/>
              <a:gd name="connsiteX3" fmla="*/ 3172 w 9870"/>
              <a:gd name="connsiteY3" fmla="*/ 1308 h 9232"/>
              <a:gd name="connsiteX4" fmla="*/ 4449 w 9870"/>
              <a:gd name="connsiteY4" fmla="*/ 80 h 9232"/>
              <a:gd name="connsiteX5" fmla="*/ 5709 w 9870"/>
              <a:gd name="connsiteY5" fmla="*/ 349 h 9232"/>
              <a:gd name="connsiteX6" fmla="*/ 7017 w 9870"/>
              <a:gd name="connsiteY6" fmla="*/ 2238 h 9232"/>
              <a:gd name="connsiteX7" fmla="*/ 8848 w 9870"/>
              <a:gd name="connsiteY7" fmla="*/ 5996 h 9232"/>
              <a:gd name="connsiteX8" fmla="*/ 9870 w 9870"/>
              <a:gd name="connsiteY8" fmla="*/ 9232 h 92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870" h="9232">
                <a:moveTo>
                  <a:pt x="0" y="9009"/>
                </a:moveTo>
                <a:cubicBezTo>
                  <a:pt x="149" y="8479"/>
                  <a:pt x="305" y="7949"/>
                  <a:pt x="645" y="7000"/>
                </a:cubicBezTo>
                <a:cubicBezTo>
                  <a:pt x="986" y="6052"/>
                  <a:pt x="1618" y="4266"/>
                  <a:pt x="2036" y="3317"/>
                </a:cubicBezTo>
                <a:cubicBezTo>
                  <a:pt x="2455" y="2369"/>
                  <a:pt x="2767" y="1838"/>
                  <a:pt x="3172" y="1308"/>
                </a:cubicBezTo>
                <a:cubicBezTo>
                  <a:pt x="3576" y="778"/>
                  <a:pt x="4026" y="240"/>
                  <a:pt x="4449" y="80"/>
                </a:cubicBezTo>
                <a:cubicBezTo>
                  <a:pt x="4872" y="-79"/>
                  <a:pt x="5281" y="-11"/>
                  <a:pt x="5709" y="349"/>
                </a:cubicBezTo>
                <a:cubicBezTo>
                  <a:pt x="6137" y="709"/>
                  <a:pt x="6494" y="1297"/>
                  <a:pt x="7017" y="2238"/>
                </a:cubicBezTo>
                <a:cubicBezTo>
                  <a:pt x="7540" y="3179"/>
                  <a:pt x="8373" y="4830"/>
                  <a:pt x="8848" y="5996"/>
                </a:cubicBezTo>
                <a:cubicBezTo>
                  <a:pt x="9324" y="7162"/>
                  <a:pt x="9685" y="8563"/>
                  <a:pt x="9870" y="9232"/>
                </a:cubicBezTo>
              </a:path>
            </a:pathLst>
          </a:custGeom>
          <a:noFill/>
          <a:ln w="12700" cap="flat" cmpd="sng">
            <a:solidFill>
              <a:srgbClr val="0000FF"/>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solidFill>
                <a:srgbClr val="0000FF"/>
              </a:solidFill>
              <a:cs typeface="Times New Roman" panose="02020603050405020304" pitchFamily="18" charset="0"/>
            </a:endParaRPr>
          </a:p>
        </p:txBody>
      </p:sp>
      <p:sp>
        <p:nvSpPr>
          <p:cNvPr id="29" name="Freeform 12"/>
          <p:cNvSpPr>
            <a:spLocks/>
          </p:cNvSpPr>
          <p:nvPr/>
        </p:nvSpPr>
        <p:spPr bwMode="auto">
          <a:xfrm>
            <a:off x="3517070" y="4434720"/>
            <a:ext cx="2513540" cy="309178"/>
          </a:xfrm>
          <a:custGeom>
            <a:avLst/>
            <a:gdLst>
              <a:gd name="T0" fmla="*/ 60 w 1408"/>
              <a:gd name="T1" fmla="*/ 0 h 139"/>
              <a:gd name="T2" fmla="*/ 57 w 1408"/>
              <a:gd name="T3" fmla="*/ 732 h 139"/>
              <a:gd name="T4" fmla="*/ 394 w 1408"/>
              <a:gd name="T5" fmla="*/ 1754 h 139"/>
              <a:gd name="T6" fmla="*/ 909 w 1408"/>
              <a:gd name="T7" fmla="*/ 2347 h 139"/>
              <a:gd name="T8" fmla="*/ 1574 w 1408"/>
              <a:gd name="T9" fmla="*/ 2514 h 139"/>
              <a:gd name="T10" fmla="*/ 2512 w 1408"/>
              <a:gd name="T11" fmla="*/ 2514 h 139"/>
              <a:gd name="T12" fmla="*/ 3544 w 1408"/>
              <a:gd name="T13" fmla="*/ 2514 h 139"/>
              <a:gd name="T14" fmla="*/ 4128 w 1408"/>
              <a:gd name="T15" fmla="*/ 2209 h 139"/>
              <a:gd name="T16" fmla="*/ 4511 w 1408"/>
              <a:gd name="T17" fmla="*/ 1754 h 139"/>
              <a:gd name="T18" fmla="*/ 4820 w 1408"/>
              <a:gd name="T19" fmla="*/ 732 h 139"/>
              <a:gd name="T20" fmla="*/ 4994 w 1408"/>
              <a:gd name="T21" fmla="*/ 215 h 13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connsiteX0" fmla="*/ 73 w 9952"/>
              <a:gd name="connsiteY0" fmla="*/ 0 h 9842"/>
              <a:gd name="connsiteX1" fmla="*/ 66 w 9952"/>
              <a:gd name="connsiteY1" fmla="*/ 2878 h 9842"/>
              <a:gd name="connsiteX2" fmla="*/ 747 w 9952"/>
              <a:gd name="connsiteY2" fmla="*/ 6906 h 9842"/>
              <a:gd name="connsiteX3" fmla="*/ 1770 w 9952"/>
              <a:gd name="connsiteY3" fmla="*/ 9209 h 9842"/>
              <a:gd name="connsiteX4" fmla="*/ 3105 w 9952"/>
              <a:gd name="connsiteY4" fmla="*/ 9784 h 9842"/>
              <a:gd name="connsiteX5" fmla="*/ 4980 w 9952"/>
              <a:gd name="connsiteY5" fmla="*/ 9784 h 9842"/>
              <a:gd name="connsiteX6" fmla="*/ 7112 w 9952"/>
              <a:gd name="connsiteY6" fmla="*/ 9287 h 9842"/>
              <a:gd name="connsiteX7" fmla="*/ 8219 w 9952"/>
              <a:gd name="connsiteY7" fmla="*/ 8633 h 9842"/>
              <a:gd name="connsiteX8" fmla="*/ 8986 w 9952"/>
              <a:gd name="connsiteY8" fmla="*/ 6906 h 9842"/>
              <a:gd name="connsiteX9" fmla="*/ 9611 w 9952"/>
              <a:gd name="connsiteY9" fmla="*/ 2878 h 9842"/>
              <a:gd name="connsiteX10" fmla="*/ 9952 w 9952"/>
              <a:gd name="connsiteY10" fmla="*/ 863 h 9842"/>
              <a:gd name="connsiteX0" fmla="*/ 73 w 10000"/>
              <a:gd name="connsiteY0" fmla="*/ 0 h 9999"/>
              <a:gd name="connsiteX1" fmla="*/ 66 w 10000"/>
              <a:gd name="connsiteY1" fmla="*/ 2924 h 9999"/>
              <a:gd name="connsiteX2" fmla="*/ 751 w 10000"/>
              <a:gd name="connsiteY2" fmla="*/ 7017 h 9999"/>
              <a:gd name="connsiteX3" fmla="*/ 1779 w 10000"/>
              <a:gd name="connsiteY3" fmla="*/ 9357 h 9999"/>
              <a:gd name="connsiteX4" fmla="*/ 3120 w 10000"/>
              <a:gd name="connsiteY4" fmla="*/ 9941 h 9999"/>
              <a:gd name="connsiteX5" fmla="*/ 5004 w 10000"/>
              <a:gd name="connsiteY5" fmla="*/ 9941 h 9999"/>
              <a:gd name="connsiteX6" fmla="*/ 7146 w 10000"/>
              <a:gd name="connsiteY6" fmla="*/ 9436 h 9999"/>
              <a:gd name="connsiteX7" fmla="*/ 8303 w 10000"/>
              <a:gd name="connsiteY7" fmla="*/ 8519 h 9999"/>
              <a:gd name="connsiteX8" fmla="*/ 9029 w 10000"/>
              <a:gd name="connsiteY8" fmla="*/ 7017 h 9999"/>
              <a:gd name="connsiteX9" fmla="*/ 9657 w 10000"/>
              <a:gd name="connsiteY9" fmla="*/ 2924 h 9999"/>
              <a:gd name="connsiteX10" fmla="*/ 10000 w 10000"/>
              <a:gd name="connsiteY10" fmla="*/ 877 h 9999"/>
              <a:gd name="connsiteX0" fmla="*/ 73 w 10000"/>
              <a:gd name="connsiteY0" fmla="*/ 0 h 10000"/>
              <a:gd name="connsiteX1" fmla="*/ 66 w 10000"/>
              <a:gd name="connsiteY1" fmla="*/ 2924 h 10000"/>
              <a:gd name="connsiteX2" fmla="*/ 751 w 10000"/>
              <a:gd name="connsiteY2" fmla="*/ 7018 h 10000"/>
              <a:gd name="connsiteX3" fmla="*/ 1779 w 10000"/>
              <a:gd name="connsiteY3" fmla="*/ 9358 h 10000"/>
              <a:gd name="connsiteX4" fmla="*/ 3120 w 10000"/>
              <a:gd name="connsiteY4" fmla="*/ 9942 h 10000"/>
              <a:gd name="connsiteX5" fmla="*/ 5004 w 10000"/>
              <a:gd name="connsiteY5" fmla="*/ 9942 h 10000"/>
              <a:gd name="connsiteX6" fmla="*/ 7146 w 10000"/>
              <a:gd name="connsiteY6" fmla="*/ 9437 h 10000"/>
              <a:gd name="connsiteX7" fmla="*/ 8303 w 10000"/>
              <a:gd name="connsiteY7" fmla="*/ 8520 h 10000"/>
              <a:gd name="connsiteX8" fmla="*/ 9029 w 10000"/>
              <a:gd name="connsiteY8" fmla="*/ 6765 h 10000"/>
              <a:gd name="connsiteX9" fmla="*/ 9657 w 10000"/>
              <a:gd name="connsiteY9" fmla="*/ 2924 h 10000"/>
              <a:gd name="connsiteX10" fmla="*/ 10000 w 10000"/>
              <a:gd name="connsiteY10" fmla="*/ 877 h 10000"/>
              <a:gd name="connsiteX0" fmla="*/ 73 w 9956"/>
              <a:gd name="connsiteY0" fmla="*/ 640 h 10640"/>
              <a:gd name="connsiteX1" fmla="*/ 66 w 9956"/>
              <a:gd name="connsiteY1" fmla="*/ 3564 h 10640"/>
              <a:gd name="connsiteX2" fmla="*/ 751 w 9956"/>
              <a:gd name="connsiteY2" fmla="*/ 7658 h 10640"/>
              <a:gd name="connsiteX3" fmla="*/ 1779 w 9956"/>
              <a:gd name="connsiteY3" fmla="*/ 9998 h 10640"/>
              <a:gd name="connsiteX4" fmla="*/ 3120 w 9956"/>
              <a:gd name="connsiteY4" fmla="*/ 10582 h 10640"/>
              <a:gd name="connsiteX5" fmla="*/ 5004 w 9956"/>
              <a:gd name="connsiteY5" fmla="*/ 10582 h 10640"/>
              <a:gd name="connsiteX6" fmla="*/ 7146 w 9956"/>
              <a:gd name="connsiteY6" fmla="*/ 10077 h 10640"/>
              <a:gd name="connsiteX7" fmla="*/ 8303 w 9956"/>
              <a:gd name="connsiteY7" fmla="*/ 9160 h 10640"/>
              <a:gd name="connsiteX8" fmla="*/ 9029 w 9956"/>
              <a:gd name="connsiteY8" fmla="*/ 7405 h 10640"/>
              <a:gd name="connsiteX9" fmla="*/ 9657 w 9956"/>
              <a:gd name="connsiteY9" fmla="*/ 3564 h 10640"/>
              <a:gd name="connsiteX10" fmla="*/ 9956 w 9956"/>
              <a:gd name="connsiteY10" fmla="*/ 0 h 106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956" h="10640">
                <a:moveTo>
                  <a:pt x="73" y="640"/>
                </a:moveTo>
                <a:cubicBezTo>
                  <a:pt x="9" y="1517"/>
                  <a:pt x="-48" y="2395"/>
                  <a:pt x="66" y="3564"/>
                </a:cubicBezTo>
                <a:cubicBezTo>
                  <a:pt x="180" y="4734"/>
                  <a:pt x="465" y="6562"/>
                  <a:pt x="751" y="7658"/>
                </a:cubicBezTo>
                <a:cubicBezTo>
                  <a:pt x="1037" y="8755"/>
                  <a:pt x="1387" y="9486"/>
                  <a:pt x="1779" y="9998"/>
                </a:cubicBezTo>
                <a:cubicBezTo>
                  <a:pt x="2171" y="10509"/>
                  <a:pt x="2585" y="10509"/>
                  <a:pt x="3120" y="10582"/>
                </a:cubicBezTo>
                <a:cubicBezTo>
                  <a:pt x="3656" y="10655"/>
                  <a:pt x="4333" y="10666"/>
                  <a:pt x="5004" y="10582"/>
                </a:cubicBezTo>
                <a:cubicBezTo>
                  <a:pt x="5675" y="10498"/>
                  <a:pt x="6596" y="10314"/>
                  <a:pt x="7146" y="10077"/>
                </a:cubicBezTo>
                <a:cubicBezTo>
                  <a:pt x="7696" y="9840"/>
                  <a:pt x="7989" y="9605"/>
                  <a:pt x="8303" y="9160"/>
                </a:cubicBezTo>
                <a:cubicBezTo>
                  <a:pt x="8617" y="8715"/>
                  <a:pt x="8803" y="8338"/>
                  <a:pt x="9029" y="7405"/>
                </a:cubicBezTo>
                <a:cubicBezTo>
                  <a:pt x="9255" y="6473"/>
                  <a:pt x="9494" y="4587"/>
                  <a:pt x="9657" y="3564"/>
                </a:cubicBezTo>
                <a:cubicBezTo>
                  <a:pt x="9821" y="2541"/>
                  <a:pt x="9864" y="512"/>
                  <a:pt x="9956" y="0"/>
                </a:cubicBezTo>
              </a:path>
            </a:pathLst>
          </a:custGeom>
          <a:noFill/>
          <a:ln w="12700" cap="flat" cmpd="sng">
            <a:solidFill>
              <a:srgbClr val="0000FF"/>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solidFill>
                <a:srgbClr val="0000FF"/>
              </a:solidFill>
              <a:cs typeface="Times New Roman" panose="02020603050405020304" pitchFamily="18" charset="0"/>
            </a:endParaRPr>
          </a:p>
        </p:txBody>
      </p:sp>
      <p:sp>
        <p:nvSpPr>
          <p:cNvPr id="30" name="Text Box 13"/>
          <p:cNvSpPr txBox="1">
            <a:spLocks noChangeArrowheads="1"/>
          </p:cNvSpPr>
          <p:nvPr/>
        </p:nvSpPr>
        <p:spPr bwMode="auto">
          <a:xfrm>
            <a:off x="3290580" y="4131056"/>
            <a:ext cx="571500" cy="375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a:solidFill>
                  <a:schemeClr val="tx1"/>
                </a:solidFill>
                <a:latin typeface="Times New Roman" pitchFamily="18" charset="0"/>
                <a:ea typeface="宋体" charset="-122"/>
              </a:defRPr>
            </a:lvl1pPr>
            <a:lvl2pPr marL="742950" indent="-285750" eaLnBrk="0" hangingPunct="0">
              <a:defRPr kumimoji="1" sz="2800">
                <a:solidFill>
                  <a:schemeClr val="tx1"/>
                </a:solidFill>
                <a:latin typeface="Times New Roman" pitchFamily="18" charset="0"/>
                <a:ea typeface="宋体" charset="-122"/>
              </a:defRPr>
            </a:lvl2pPr>
            <a:lvl3pPr marL="1143000" indent="-228600" eaLnBrk="0" hangingPunct="0">
              <a:defRPr kumimoji="1" sz="2800">
                <a:solidFill>
                  <a:schemeClr val="tx1"/>
                </a:solidFill>
                <a:latin typeface="Times New Roman" pitchFamily="18" charset="0"/>
                <a:ea typeface="宋体" charset="-122"/>
              </a:defRPr>
            </a:lvl3pPr>
            <a:lvl4pPr marL="1600200" indent="-228600" eaLnBrk="0" hangingPunct="0">
              <a:defRPr kumimoji="1" sz="2800">
                <a:solidFill>
                  <a:schemeClr val="tx1"/>
                </a:solidFill>
                <a:latin typeface="Times New Roman" pitchFamily="18" charset="0"/>
                <a:ea typeface="宋体" charset="-122"/>
              </a:defRPr>
            </a:lvl4pPr>
            <a:lvl5pPr marL="2057400" indent="-228600" eaLnBrk="0" hangingPunct="0">
              <a:defRPr kumimoji="1" sz="2800">
                <a:solidFill>
                  <a:schemeClr val="tx1"/>
                </a:solidFill>
                <a:latin typeface="Times New Roman" pitchFamily="18" charset="0"/>
                <a:ea typeface="宋体" charset="-122"/>
              </a:defRPr>
            </a:lvl5pPr>
            <a:lvl6pPr marL="2514600" indent="-228600" eaLnBrk="0" fontAlgn="base" hangingPunct="0">
              <a:spcBef>
                <a:spcPct val="50000"/>
              </a:spcBef>
              <a:spcAft>
                <a:spcPct val="0"/>
              </a:spcAft>
              <a:defRPr kumimoji="1" sz="2800">
                <a:solidFill>
                  <a:schemeClr val="tx1"/>
                </a:solidFill>
                <a:latin typeface="Times New Roman" pitchFamily="18" charset="0"/>
                <a:ea typeface="宋体" charset="-122"/>
              </a:defRPr>
            </a:lvl6pPr>
            <a:lvl7pPr marL="2971800" indent="-228600" eaLnBrk="0" fontAlgn="base" hangingPunct="0">
              <a:spcBef>
                <a:spcPct val="50000"/>
              </a:spcBef>
              <a:spcAft>
                <a:spcPct val="0"/>
              </a:spcAft>
              <a:defRPr kumimoji="1" sz="2800">
                <a:solidFill>
                  <a:schemeClr val="tx1"/>
                </a:solidFill>
                <a:latin typeface="Times New Roman" pitchFamily="18" charset="0"/>
                <a:ea typeface="宋体" charset="-122"/>
              </a:defRPr>
            </a:lvl7pPr>
            <a:lvl8pPr marL="3429000" indent="-228600" eaLnBrk="0" fontAlgn="base" hangingPunct="0">
              <a:spcBef>
                <a:spcPct val="50000"/>
              </a:spcBef>
              <a:spcAft>
                <a:spcPct val="0"/>
              </a:spcAft>
              <a:defRPr kumimoji="1" sz="2800">
                <a:solidFill>
                  <a:schemeClr val="tx1"/>
                </a:solidFill>
                <a:latin typeface="Times New Roman" pitchFamily="18" charset="0"/>
                <a:ea typeface="宋体" charset="-122"/>
              </a:defRPr>
            </a:lvl8pPr>
            <a:lvl9pPr marL="3886200" indent="-228600" eaLnBrk="0" fontAlgn="base" hangingPunct="0">
              <a:spcBef>
                <a:spcPct val="50000"/>
              </a:spcBef>
              <a:spcAft>
                <a:spcPct val="0"/>
              </a:spcAft>
              <a:defRPr kumimoji="1" sz="2800">
                <a:solidFill>
                  <a:schemeClr val="tx1"/>
                </a:solidFill>
                <a:latin typeface="Times New Roman" pitchFamily="18" charset="0"/>
                <a:ea typeface="宋体" charset="-122"/>
              </a:defRPr>
            </a:lvl9pPr>
          </a:lstStyle>
          <a:p>
            <a:pPr eaLnBrk="1" hangingPunct="1"/>
            <a:r>
              <a:rPr lang="en-US" altLang="zh-CN" sz="1600" b="1">
                <a:solidFill>
                  <a:srgbClr val="0000FF"/>
                </a:solidFill>
                <a:cs typeface="Times New Roman" panose="02020603050405020304" pitchFamily="18" charset="0"/>
              </a:rPr>
              <a:t>0.1</a:t>
            </a:r>
          </a:p>
        </p:txBody>
      </p:sp>
      <p:sp>
        <p:nvSpPr>
          <p:cNvPr id="31" name="Text Box 14"/>
          <p:cNvSpPr txBox="1">
            <a:spLocks noChangeArrowheads="1"/>
          </p:cNvSpPr>
          <p:nvPr/>
        </p:nvSpPr>
        <p:spPr bwMode="auto">
          <a:xfrm>
            <a:off x="5813117" y="4088193"/>
            <a:ext cx="569913" cy="375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a:solidFill>
                  <a:schemeClr val="tx1"/>
                </a:solidFill>
                <a:latin typeface="Times New Roman" pitchFamily="18" charset="0"/>
                <a:ea typeface="宋体" charset="-122"/>
              </a:defRPr>
            </a:lvl1pPr>
            <a:lvl2pPr marL="742950" indent="-285750" eaLnBrk="0" hangingPunct="0">
              <a:defRPr kumimoji="1" sz="2800">
                <a:solidFill>
                  <a:schemeClr val="tx1"/>
                </a:solidFill>
                <a:latin typeface="Times New Roman" pitchFamily="18" charset="0"/>
                <a:ea typeface="宋体" charset="-122"/>
              </a:defRPr>
            </a:lvl2pPr>
            <a:lvl3pPr marL="1143000" indent="-228600" eaLnBrk="0" hangingPunct="0">
              <a:defRPr kumimoji="1" sz="2800">
                <a:solidFill>
                  <a:schemeClr val="tx1"/>
                </a:solidFill>
                <a:latin typeface="Times New Roman" pitchFamily="18" charset="0"/>
                <a:ea typeface="宋体" charset="-122"/>
              </a:defRPr>
            </a:lvl3pPr>
            <a:lvl4pPr marL="1600200" indent="-228600" eaLnBrk="0" hangingPunct="0">
              <a:defRPr kumimoji="1" sz="2800">
                <a:solidFill>
                  <a:schemeClr val="tx1"/>
                </a:solidFill>
                <a:latin typeface="Times New Roman" pitchFamily="18" charset="0"/>
                <a:ea typeface="宋体" charset="-122"/>
              </a:defRPr>
            </a:lvl4pPr>
            <a:lvl5pPr marL="2057400" indent="-228600" eaLnBrk="0" hangingPunct="0">
              <a:defRPr kumimoji="1" sz="2800">
                <a:solidFill>
                  <a:schemeClr val="tx1"/>
                </a:solidFill>
                <a:latin typeface="Times New Roman" pitchFamily="18" charset="0"/>
                <a:ea typeface="宋体" charset="-122"/>
              </a:defRPr>
            </a:lvl5pPr>
            <a:lvl6pPr marL="2514600" indent="-228600" eaLnBrk="0" fontAlgn="base" hangingPunct="0">
              <a:spcBef>
                <a:spcPct val="50000"/>
              </a:spcBef>
              <a:spcAft>
                <a:spcPct val="0"/>
              </a:spcAft>
              <a:defRPr kumimoji="1" sz="2800">
                <a:solidFill>
                  <a:schemeClr val="tx1"/>
                </a:solidFill>
                <a:latin typeface="Times New Roman" pitchFamily="18" charset="0"/>
                <a:ea typeface="宋体" charset="-122"/>
              </a:defRPr>
            </a:lvl6pPr>
            <a:lvl7pPr marL="2971800" indent="-228600" eaLnBrk="0" fontAlgn="base" hangingPunct="0">
              <a:spcBef>
                <a:spcPct val="50000"/>
              </a:spcBef>
              <a:spcAft>
                <a:spcPct val="0"/>
              </a:spcAft>
              <a:defRPr kumimoji="1" sz="2800">
                <a:solidFill>
                  <a:schemeClr val="tx1"/>
                </a:solidFill>
                <a:latin typeface="Times New Roman" pitchFamily="18" charset="0"/>
                <a:ea typeface="宋体" charset="-122"/>
              </a:defRPr>
            </a:lvl7pPr>
            <a:lvl8pPr marL="3429000" indent="-228600" eaLnBrk="0" fontAlgn="base" hangingPunct="0">
              <a:spcBef>
                <a:spcPct val="50000"/>
              </a:spcBef>
              <a:spcAft>
                <a:spcPct val="0"/>
              </a:spcAft>
              <a:defRPr kumimoji="1" sz="2800">
                <a:solidFill>
                  <a:schemeClr val="tx1"/>
                </a:solidFill>
                <a:latin typeface="Times New Roman" pitchFamily="18" charset="0"/>
                <a:ea typeface="宋体" charset="-122"/>
              </a:defRPr>
            </a:lvl8pPr>
            <a:lvl9pPr marL="3886200" indent="-228600" eaLnBrk="0" fontAlgn="base" hangingPunct="0">
              <a:spcBef>
                <a:spcPct val="50000"/>
              </a:spcBef>
              <a:spcAft>
                <a:spcPct val="0"/>
              </a:spcAft>
              <a:defRPr kumimoji="1" sz="2800">
                <a:solidFill>
                  <a:schemeClr val="tx1"/>
                </a:solidFill>
                <a:latin typeface="Times New Roman" pitchFamily="18" charset="0"/>
                <a:ea typeface="宋体" charset="-122"/>
              </a:defRPr>
            </a:lvl9pPr>
          </a:lstStyle>
          <a:p>
            <a:pPr eaLnBrk="1" hangingPunct="1"/>
            <a:r>
              <a:rPr lang="en-US" altLang="zh-CN" sz="1600" b="1">
                <a:solidFill>
                  <a:srgbClr val="0000FF"/>
                </a:solidFill>
                <a:cs typeface="Times New Roman" panose="02020603050405020304" pitchFamily="18" charset="0"/>
              </a:rPr>
              <a:t>0.1</a:t>
            </a:r>
          </a:p>
        </p:txBody>
      </p:sp>
      <p:sp>
        <p:nvSpPr>
          <p:cNvPr id="32" name="Freeform 15"/>
          <p:cNvSpPr>
            <a:spLocks/>
          </p:cNvSpPr>
          <p:nvPr/>
        </p:nvSpPr>
        <p:spPr bwMode="auto">
          <a:xfrm>
            <a:off x="3152254" y="4105656"/>
            <a:ext cx="244689" cy="242706"/>
          </a:xfrm>
          <a:custGeom>
            <a:avLst/>
            <a:gdLst>
              <a:gd name="T0" fmla="*/ 392 w 116"/>
              <a:gd name="T1" fmla="*/ 0 h 104"/>
              <a:gd name="T2" fmla="*/ 187 w 116"/>
              <a:gd name="T3" fmla="*/ 809 h 104"/>
              <a:gd name="T4" fmla="*/ 79 w 116"/>
              <a:gd name="T5" fmla="*/ 1454 h 104"/>
              <a:gd name="T6" fmla="*/ 0 w 116"/>
              <a:gd name="T7" fmla="*/ 1899 h 104"/>
              <a:gd name="T8" fmla="*/ 0 60000 65536"/>
              <a:gd name="T9" fmla="*/ 0 60000 65536"/>
              <a:gd name="T10" fmla="*/ 0 60000 65536"/>
              <a:gd name="T11" fmla="*/ 0 60000 65536"/>
              <a:gd name="connsiteX0" fmla="*/ 10000 w 10000"/>
              <a:gd name="connsiteY0" fmla="*/ 0 h 10000"/>
              <a:gd name="connsiteX1" fmla="*/ 4828 w 10000"/>
              <a:gd name="connsiteY1" fmla="*/ 4231 h 10000"/>
              <a:gd name="connsiteX2" fmla="*/ 1892 w 10000"/>
              <a:gd name="connsiteY2" fmla="*/ 7026 h 10000"/>
              <a:gd name="connsiteX3" fmla="*/ 0 w 10000"/>
              <a:gd name="connsiteY3" fmla="*/ 10000 h 10000"/>
              <a:gd name="connsiteX0" fmla="*/ 11766 w 11766"/>
              <a:gd name="connsiteY0" fmla="*/ 0 h 10999"/>
              <a:gd name="connsiteX1" fmla="*/ 6594 w 11766"/>
              <a:gd name="connsiteY1" fmla="*/ 4231 h 10999"/>
              <a:gd name="connsiteX2" fmla="*/ 3658 w 11766"/>
              <a:gd name="connsiteY2" fmla="*/ 7026 h 10999"/>
              <a:gd name="connsiteX3" fmla="*/ 0 w 11766"/>
              <a:gd name="connsiteY3" fmla="*/ 10999 h 10999"/>
              <a:gd name="connsiteX0" fmla="*/ 11766 w 11766"/>
              <a:gd name="connsiteY0" fmla="*/ 0 h 10999"/>
              <a:gd name="connsiteX1" fmla="*/ 6594 w 11766"/>
              <a:gd name="connsiteY1" fmla="*/ 4231 h 10999"/>
              <a:gd name="connsiteX2" fmla="*/ 2775 w 11766"/>
              <a:gd name="connsiteY2" fmla="*/ 7525 h 10999"/>
              <a:gd name="connsiteX3" fmla="*/ 0 w 11766"/>
              <a:gd name="connsiteY3" fmla="*/ 10999 h 10999"/>
              <a:gd name="connsiteX0" fmla="*/ 11766 w 11766"/>
              <a:gd name="connsiteY0" fmla="*/ 0 h 10999"/>
              <a:gd name="connsiteX1" fmla="*/ 6417 w 11766"/>
              <a:gd name="connsiteY1" fmla="*/ 4231 h 10999"/>
              <a:gd name="connsiteX2" fmla="*/ 2775 w 11766"/>
              <a:gd name="connsiteY2" fmla="*/ 7525 h 10999"/>
              <a:gd name="connsiteX3" fmla="*/ 0 w 11766"/>
              <a:gd name="connsiteY3" fmla="*/ 10999 h 10999"/>
              <a:gd name="connsiteX0" fmla="*/ 11766 w 11766"/>
              <a:gd name="connsiteY0" fmla="*/ 0 h 10999"/>
              <a:gd name="connsiteX1" fmla="*/ 5730 w 11766"/>
              <a:gd name="connsiteY1" fmla="*/ 4231 h 10999"/>
              <a:gd name="connsiteX2" fmla="*/ 2775 w 11766"/>
              <a:gd name="connsiteY2" fmla="*/ 7525 h 10999"/>
              <a:gd name="connsiteX3" fmla="*/ 0 w 11766"/>
              <a:gd name="connsiteY3" fmla="*/ 10999 h 10999"/>
              <a:gd name="connsiteX0" fmla="*/ 11766 w 11766"/>
              <a:gd name="connsiteY0" fmla="*/ 0 h 10999"/>
              <a:gd name="connsiteX1" fmla="*/ 6303 w 11766"/>
              <a:gd name="connsiteY1" fmla="*/ 3260 h 10999"/>
              <a:gd name="connsiteX2" fmla="*/ 2775 w 11766"/>
              <a:gd name="connsiteY2" fmla="*/ 7525 h 10999"/>
              <a:gd name="connsiteX3" fmla="*/ 0 w 11766"/>
              <a:gd name="connsiteY3" fmla="*/ 10999 h 10999"/>
              <a:gd name="connsiteX0" fmla="*/ 11766 w 11766"/>
              <a:gd name="connsiteY0" fmla="*/ 0 h 10999"/>
              <a:gd name="connsiteX1" fmla="*/ 5730 w 11766"/>
              <a:gd name="connsiteY1" fmla="*/ 3260 h 10999"/>
              <a:gd name="connsiteX2" fmla="*/ 2775 w 11766"/>
              <a:gd name="connsiteY2" fmla="*/ 7525 h 10999"/>
              <a:gd name="connsiteX3" fmla="*/ 0 w 11766"/>
              <a:gd name="connsiteY3" fmla="*/ 10999 h 10999"/>
              <a:gd name="connsiteX0" fmla="*/ 11766 w 11766"/>
              <a:gd name="connsiteY0" fmla="*/ 0 h 10999"/>
              <a:gd name="connsiteX1" fmla="*/ 5730 w 11766"/>
              <a:gd name="connsiteY1" fmla="*/ 3260 h 10999"/>
              <a:gd name="connsiteX2" fmla="*/ 2661 w 11766"/>
              <a:gd name="connsiteY2" fmla="*/ 7093 h 10999"/>
              <a:gd name="connsiteX3" fmla="*/ 0 w 11766"/>
              <a:gd name="connsiteY3" fmla="*/ 10999 h 10999"/>
              <a:gd name="connsiteX0" fmla="*/ 11766 w 11766"/>
              <a:gd name="connsiteY0" fmla="*/ 0 h 10999"/>
              <a:gd name="connsiteX1" fmla="*/ 5730 w 11766"/>
              <a:gd name="connsiteY1" fmla="*/ 3260 h 10999"/>
              <a:gd name="connsiteX2" fmla="*/ 2661 w 11766"/>
              <a:gd name="connsiteY2" fmla="*/ 7093 h 10999"/>
              <a:gd name="connsiteX3" fmla="*/ 0 w 11766"/>
              <a:gd name="connsiteY3" fmla="*/ 10999 h 10999"/>
              <a:gd name="connsiteX0" fmla="*/ 11766 w 11766"/>
              <a:gd name="connsiteY0" fmla="*/ 0 h 10999"/>
              <a:gd name="connsiteX1" fmla="*/ 6188 w 11766"/>
              <a:gd name="connsiteY1" fmla="*/ 3368 h 10999"/>
              <a:gd name="connsiteX2" fmla="*/ 2661 w 11766"/>
              <a:gd name="connsiteY2" fmla="*/ 7093 h 10999"/>
              <a:gd name="connsiteX3" fmla="*/ 0 w 11766"/>
              <a:gd name="connsiteY3" fmla="*/ 10999 h 10999"/>
            </a:gdLst>
            <a:ahLst/>
            <a:cxnLst>
              <a:cxn ang="0">
                <a:pos x="connsiteX0" y="connsiteY0"/>
              </a:cxn>
              <a:cxn ang="0">
                <a:pos x="connsiteX1" y="connsiteY1"/>
              </a:cxn>
              <a:cxn ang="0">
                <a:pos x="connsiteX2" y="connsiteY2"/>
              </a:cxn>
              <a:cxn ang="0">
                <a:pos x="connsiteX3" y="connsiteY3"/>
              </a:cxn>
            </a:cxnLst>
            <a:rect l="l" t="t" r="r" b="b"/>
            <a:pathLst>
              <a:path w="11766" h="10999">
                <a:moveTo>
                  <a:pt x="11766" y="0"/>
                </a:moveTo>
                <a:cubicBezTo>
                  <a:pt x="9611" y="769"/>
                  <a:pt x="7998" y="2022"/>
                  <a:pt x="6188" y="3368"/>
                </a:cubicBezTo>
                <a:lnTo>
                  <a:pt x="2661" y="7093"/>
                </a:lnTo>
                <a:cubicBezTo>
                  <a:pt x="1971" y="7863"/>
                  <a:pt x="0" y="10999"/>
                  <a:pt x="0" y="10999"/>
                </a:cubicBezTo>
              </a:path>
            </a:pathLst>
          </a:custGeom>
          <a:noFill/>
          <a:ln w="12700" cap="flat" cmpd="sng">
            <a:solidFill>
              <a:srgbClr val="0000FF"/>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solidFill>
                <a:srgbClr val="0000FF"/>
              </a:solidFill>
              <a:cs typeface="Times New Roman" panose="02020603050405020304" pitchFamily="18" charset="0"/>
            </a:endParaRPr>
          </a:p>
        </p:txBody>
      </p:sp>
      <p:sp>
        <p:nvSpPr>
          <p:cNvPr id="33" name="Freeform 16"/>
          <p:cNvSpPr>
            <a:spLocks/>
          </p:cNvSpPr>
          <p:nvPr/>
        </p:nvSpPr>
        <p:spPr bwMode="auto">
          <a:xfrm>
            <a:off x="3146072" y="4591431"/>
            <a:ext cx="3198857" cy="222250"/>
          </a:xfrm>
          <a:custGeom>
            <a:avLst/>
            <a:gdLst>
              <a:gd name="T0" fmla="*/ 0 w 1770"/>
              <a:gd name="T1" fmla="*/ 155 h 105"/>
              <a:gd name="T2" fmla="*/ 164 w 1770"/>
              <a:gd name="T3" fmla="*/ 692 h 105"/>
              <a:gd name="T4" fmla="*/ 423 w 1770"/>
              <a:gd name="T5" fmla="*/ 1231 h 105"/>
              <a:gd name="T6" fmla="*/ 712 w 1770"/>
              <a:gd name="T7" fmla="*/ 1552 h 105"/>
              <a:gd name="T8" fmla="*/ 1024 w 1770"/>
              <a:gd name="T9" fmla="*/ 1756 h 105"/>
              <a:gd name="T10" fmla="*/ 1505 w 1770"/>
              <a:gd name="T11" fmla="*/ 1804 h 105"/>
              <a:gd name="T12" fmla="*/ 1885 w 1770"/>
              <a:gd name="T13" fmla="*/ 1804 h 105"/>
              <a:gd name="T14" fmla="*/ 2469 w 1770"/>
              <a:gd name="T15" fmla="*/ 1868 h 105"/>
              <a:gd name="T16" fmla="*/ 3593 w 1770"/>
              <a:gd name="T17" fmla="*/ 1756 h 105"/>
              <a:gd name="T18" fmla="*/ 4419 w 1770"/>
              <a:gd name="T19" fmla="*/ 1648 h 105"/>
              <a:gd name="T20" fmla="*/ 4768 w 1770"/>
              <a:gd name="T21" fmla="*/ 1552 h 105"/>
              <a:gd name="T22" fmla="*/ 5308 w 1770"/>
              <a:gd name="T23" fmla="*/ 1280 h 105"/>
              <a:gd name="T24" fmla="*/ 5860 w 1770"/>
              <a:gd name="T25" fmla="*/ 805 h 105"/>
              <a:gd name="T26" fmla="*/ 6101 w 1770"/>
              <a:gd name="T27" fmla="*/ 427 h 105"/>
              <a:gd name="T28" fmla="*/ 6247 w 1770"/>
              <a:gd name="T29" fmla="*/ 0 h 10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connsiteX0" fmla="*/ 0 w 10035"/>
              <a:gd name="connsiteY0" fmla="*/ 31 h 10000"/>
              <a:gd name="connsiteX1" fmla="*/ 306 w 10035"/>
              <a:gd name="connsiteY1" fmla="*/ 3714 h 10000"/>
              <a:gd name="connsiteX2" fmla="*/ 713 w 10035"/>
              <a:gd name="connsiteY2" fmla="*/ 6571 h 10000"/>
              <a:gd name="connsiteX3" fmla="*/ 1171 w 10035"/>
              <a:gd name="connsiteY3" fmla="*/ 8286 h 10000"/>
              <a:gd name="connsiteX4" fmla="*/ 1679 w 10035"/>
              <a:gd name="connsiteY4" fmla="*/ 9429 h 10000"/>
              <a:gd name="connsiteX5" fmla="*/ 2442 w 10035"/>
              <a:gd name="connsiteY5" fmla="*/ 9714 h 10000"/>
              <a:gd name="connsiteX6" fmla="*/ 3052 w 10035"/>
              <a:gd name="connsiteY6" fmla="*/ 9714 h 10000"/>
              <a:gd name="connsiteX7" fmla="*/ 3984 w 10035"/>
              <a:gd name="connsiteY7" fmla="*/ 10000 h 10000"/>
              <a:gd name="connsiteX8" fmla="*/ 5781 w 10035"/>
              <a:gd name="connsiteY8" fmla="*/ 9429 h 10000"/>
              <a:gd name="connsiteX9" fmla="*/ 7103 w 10035"/>
              <a:gd name="connsiteY9" fmla="*/ 8857 h 10000"/>
              <a:gd name="connsiteX10" fmla="*/ 7662 w 10035"/>
              <a:gd name="connsiteY10" fmla="*/ 8286 h 10000"/>
              <a:gd name="connsiteX11" fmla="*/ 8527 w 10035"/>
              <a:gd name="connsiteY11" fmla="*/ 6857 h 10000"/>
              <a:gd name="connsiteX12" fmla="*/ 9408 w 10035"/>
              <a:gd name="connsiteY12" fmla="*/ 4286 h 10000"/>
              <a:gd name="connsiteX13" fmla="*/ 9798 w 10035"/>
              <a:gd name="connsiteY13" fmla="*/ 2286 h 10000"/>
              <a:gd name="connsiteX14" fmla="*/ 10035 w 10035"/>
              <a:gd name="connsiteY14" fmla="*/ 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0035" h="10000">
                <a:moveTo>
                  <a:pt x="0" y="31"/>
                </a:moveTo>
                <a:lnTo>
                  <a:pt x="306" y="3714"/>
                </a:lnTo>
                <a:cubicBezTo>
                  <a:pt x="442" y="4666"/>
                  <a:pt x="577" y="5619"/>
                  <a:pt x="713" y="6571"/>
                </a:cubicBezTo>
                <a:lnTo>
                  <a:pt x="1171" y="8286"/>
                </a:lnTo>
                <a:lnTo>
                  <a:pt x="1679" y="9429"/>
                </a:lnTo>
                <a:lnTo>
                  <a:pt x="2442" y="9714"/>
                </a:lnTo>
                <a:lnTo>
                  <a:pt x="3052" y="9714"/>
                </a:lnTo>
                <a:lnTo>
                  <a:pt x="3984" y="10000"/>
                </a:lnTo>
                <a:lnTo>
                  <a:pt x="5781" y="9429"/>
                </a:lnTo>
                <a:lnTo>
                  <a:pt x="7103" y="8857"/>
                </a:lnTo>
                <a:lnTo>
                  <a:pt x="7662" y="8286"/>
                </a:lnTo>
                <a:lnTo>
                  <a:pt x="8527" y="6857"/>
                </a:lnTo>
                <a:lnTo>
                  <a:pt x="9408" y="4286"/>
                </a:lnTo>
                <a:lnTo>
                  <a:pt x="9798" y="2286"/>
                </a:lnTo>
                <a:lnTo>
                  <a:pt x="10035" y="0"/>
                </a:lnTo>
              </a:path>
            </a:pathLst>
          </a:custGeom>
          <a:noFill/>
          <a:ln w="12700" cap="flat" cmpd="sng">
            <a:solidFill>
              <a:srgbClr val="0000FF"/>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solidFill>
                <a:srgbClr val="0000FF"/>
              </a:solidFill>
              <a:cs typeface="Times New Roman" panose="02020603050405020304" pitchFamily="18" charset="0"/>
            </a:endParaRPr>
          </a:p>
        </p:txBody>
      </p:sp>
      <p:sp>
        <p:nvSpPr>
          <p:cNvPr id="34" name="Freeform 17"/>
          <p:cNvSpPr>
            <a:spLocks/>
          </p:cNvSpPr>
          <p:nvPr/>
        </p:nvSpPr>
        <p:spPr bwMode="auto">
          <a:xfrm>
            <a:off x="5794067" y="3840543"/>
            <a:ext cx="665163" cy="501650"/>
          </a:xfrm>
          <a:custGeom>
            <a:avLst/>
            <a:gdLst>
              <a:gd name="T0" fmla="*/ 0 w 369"/>
              <a:gd name="T1" fmla="*/ 0 h 237"/>
              <a:gd name="T2" fmla="*/ 310 w 369"/>
              <a:gd name="T3" fmla="*/ 591 h 237"/>
              <a:gd name="T4" fmla="*/ 665 w 369"/>
              <a:gd name="T5" fmla="*/ 1488 h 237"/>
              <a:gd name="T6" fmla="*/ 911 w 369"/>
              <a:gd name="T7" fmla="*/ 2240 h 237"/>
              <a:gd name="T8" fmla="*/ 1133 w 369"/>
              <a:gd name="T9" fmla="*/ 3355 h 237"/>
              <a:gd name="T10" fmla="*/ 1314 w 369"/>
              <a:gd name="T11" fmla="*/ 4201 h 237"/>
              <a:gd name="T12" fmla="*/ 0 60000 65536"/>
              <a:gd name="T13" fmla="*/ 0 60000 65536"/>
              <a:gd name="T14" fmla="*/ 0 60000 65536"/>
              <a:gd name="T15" fmla="*/ 0 60000 65536"/>
              <a:gd name="T16" fmla="*/ 0 60000 65536"/>
              <a:gd name="T17" fmla="*/ 0 60000 65536"/>
              <a:gd name="connsiteX0" fmla="*/ 0 w 10000"/>
              <a:gd name="connsiteY0" fmla="*/ 0 h 10000"/>
              <a:gd name="connsiteX1" fmla="*/ 2358 w 10000"/>
              <a:gd name="connsiteY1" fmla="*/ 1392 h 10000"/>
              <a:gd name="connsiteX2" fmla="*/ 5041 w 10000"/>
              <a:gd name="connsiteY2" fmla="*/ 3544 h 10000"/>
              <a:gd name="connsiteX3" fmla="*/ 6856 w 10000"/>
              <a:gd name="connsiteY3" fmla="*/ 5609 h 10000"/>
              <a:gd name="connsiteX4" fmla="*/ 8618 w 10000"/>
              <a:gd name="connsiteY4" fmla="*/ 7975 h 10000"/>
              <a:gd name="connsiteX5" fmla="*/ 10000 w 10000"/>
              <a:gd name="connsiteY5" fmla="*/ 10000 h 10000"/>
              <a:gd name="connsiteX0" fmla="*/ 0 w 10000"/>
              <a:gd name="connsiteY0" fmla="*/ 0 h 10000"/>
              <a:gd name="connsiteX1" fmla="*/ 2634 w 10000"/>
              <a:gd name="connsiteY1" fmla="*/ 1538 h 10000"/>
              <a:gd name="connsiteX2" fmla="*/ 5041 w 10000"/>
              <a:gd name="connsiteY2" fmla="*/ 3544 h 10000"/>
              <a:gd name="connsiteX3" fmla="*/ 6856 w 10000"/>
              <a:gd name="connsiteY3" fmla="*/ 5609 h 10000"/>
              <a:gd name="connsiteX4" fmla="*/ 8618 w 10000"/>
              <a:gd name="connsiteY4" fmla="*/ 7975 h 10000"/>
              <a:gd name="connsiteX5" fmla="*/ 10000 w 10000"/>
              <a:gd name="connsiteY5" fmla="*/ 10000 h 10000"/>
              <a:gd name="connsiteX0" fmla="*/ 0 w 10000"/>
              <a:gd name="connsiteY0" fmla="*/ 0 h 10000"/>
              <a:gd name="connsiteX1" fmla="*/ 2634 w 10000"/>
              <a:gd name="connsiteY1" fmla="*/ 1538 h 10000"/>
              <a:gd name="connsiteX2" fmla="*/ 4820 w 10000"/>
              <a:gd name="connsiteY2" fmla="*/ 3544 h 10000"/>
              <a:gd name="connsiteX3" fmla="*/ 6856 w 10000"/>
              <a:gd name="connsiteY3" fmla="*/ 5609 h 10000"/>
              <a:gd name="connsiteX4" fmla="*/ 8618 w 10000"/>
              <a:gd name="connsiteY4" fmla="*/ 7975 h 10000"/>
              <a:gd name="connsiteX5" fmla="*/ 10000 w 10000"/>
              <a:gd name="connsiteY5" fmla="*/ 10000 h 10000"/>
              <a:gd name="connsiteX0" fmla="*/ 0 w 10000"/>
              <a:gd name="connsiteY0" fmla="*/ 0 h 10000"/>
              <a:gd name="connsiteX1" fmla="*/ 2468 w 10000"/>
              <a:gd name="connsiteY1" fmla="*/ 1611 h 10000"/>
              <a:gd name="connsiteX2" fmla="*/ 4820 w 10000"/>
              <a:gd name="connsiteY2" fmla="*/ 3544 h 10000"/>
              <a:gd name="connsiteX3" fmla="*/ 6856 w 10000"/>
              <a:gd name="connsiteY3" fmla="*/ 5609 h 10000"/>
              <a:gd name="connsiteX4" fmla="*/ 8618 w 10000"/>
              <a:gd name="connsiteY4" fmla="*/ 7975 h 10000"/>
              <a:gd name="connsiteX5" fmla="*/ 10000 w 10000"/>
              <a:gd name="connsiteY5" fmla="*/ 1000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0" h="10000">
                <a:moveTo>
                  <a:pt x="0" y="0"/>
                </a:moveTo>
                <a:lnTo>
                  <a:pt x="2468" y="1611"/>
                </a:lnTo>
                <a:lnTo>
                  <a:pt x="4820" y="3544"/>
                </a:lnTo>
                <a:lnTo>
                  <a:pt x="6856" y="5609"/>
                </a:lnTo>
                <a:lnTo>
                  <a:pt x="8618" y="7975"/>
                </a:lnTo>
                <a:lnTo>
                  <a:pt x="10000" y="10000"/>
                </a:lnTo>
              </a:path>
            </a:pathLst>
          </a:custGeom>
          <a:noFill/>
          <a:ln w="12700" cap="flat" cmpd="sng">
            <a:solidFill>
              <a:srgbClr val="0000FF"/>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solidFill>
                <a:srgbClr val="0000FF"/>
              </a:solidFill>
              <a:cs typeface="Times New Roman" panose="02020603050405020304" pitchFamily="18" charset="0"/>
            </a:endParaRPr>
          </a:p>
        </p:txBody>
      </p:sp>
      <p:sp>
        <p:nvSpPr>
          <p:cNvPr id="35" name="Freeform 18"/>
          <p:cNvSpPr>
            <a:spLocks/>
          </p:cNvSpPr>
          <p:nvPr/>
        </p:nvSpPr>
        <p:spPr bwMode="auto">
          <a:xfrm>
            <a:off x="6583055" y="4208843"/>
            <a:ext cx="415925" cy="236537"/>
          </a:xfrm>
          <a:custGeom>
            <a:avLst/>
            <a:gdLst>
              <a:gd name="T0" fmla="*/ 0 w 231"/>
              <a:gd name="T1" fmla="*/ 0 h 111"/>
              <a:gd name="T2" fmla="*/ 186 w 231"/>
              <a:gd name="T3" fmla="*/ 341 h 111"/>
              <a:gd name="T4" fmla="*/ 422 w 231"/>
              <a:gd name="T5" fmla="*/ 737 h 111"/>
              <a:gd name="T6" fmla="*/ 645 w 231"/>
              <a:gd name="T7" fmla="*/ 1440 h 111"/>
              <a:gd name="T8" fmla="*/ 813 w 231"/>
              <a:gd name="T9" fmla="*/ 2105 h 111"/>
              <a:gd name="T10" fmla="*/ 0 60000 65536"/>
              <a:gd name="T11" fmla="*/ 0 60000 65536"/>
              <a:gd name="T12" fmla="*/ 0 60000 65536"/>
              <a:gd name="T13" fmla="*/ 0 60000 65536"/>
              <a:gd name="T14" fmla="*/ 0 60000 65536"/>
              <a:gd name="connsiteX0" fmla="*/ 0 w 10000"/>
              <a:gd name="connsiteY0" fmla="*/ 0 h 10000"/>
              <a:gd name="connsiteX1" fmla="*/ 2338 w 10000"/>
              <a:gd name="connsiteY1" fmla="*/ 1622 h 10000"/>
              <a:gd name="connsiteX2" fmla="*/ 5548 w 10000"/>
              <a:gd name="connsiteY2" fmla="*/ 4601 h 10000"/>
              <a:gd name="connsiteX3" fmla="*/ 7922 w 10000"/>
              <a:gd name="connsiteY3" fmla="*/ 6757 h 10000"/>
              <a:gd name="connsiteX4" fmla="*/ 10000 w 10000"/>
              <a:gd name="connsiteY4" fmla="*/ 10000 h 10000"/>
              <a:gd name="connsiteX0" fmla="*/ 0 w 10000"/>
              <a:gd name="connsiteY0" fmla="*/ 0 h 10000"/>
              <a:gd name="connsiteX1" fmla="*/ 2338 w 10000"/>
              <a:gd name="connsiteY1" fmla="*/ 1622 h 10000"/>
              <a:gd name="connsiteX2" fmla="*/ 5460 w 10000"/>
              <a:gd name="connsiteY2" fmla="*/ 4135 h 10000"/>
              <a:gd name="connsiteX3" fmla="*/ 7922 w 10000"/>
              <a:gd name="connsiteY3" fmla="*/ 6757 h 10000"/>
              <a:gd name="connsiteX4" fmla="*/ 10000 w 10000"/>
              <a:gd name="connsiteY4" fmla="*/ 1000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000">
                <a:moveTo>
                  <a:pt x="0" y="0"/>
                </a:moveTo>
                <a:lnTo>
                  <a:pt x="2338" y="1622"/>
                </a:lnTo>
                <a:lnTo>
                  <a:pt x="5460" y="4135"/>
                </a:lnTo>
                <a:lnTo>
                  <a:pt x="7922" y="6757"/>
                </a:lnTo>
                <a:lnTo>
                  <a:pt x="10000" y="10000"/>
                </a:lnTo>
              </a:path>
            </a:pathLst>
          </a:custGeom>
          <a:noFill/>
          <a:ln w="12700" cap="flat" cmpd="sng">
            <a:solidFill>
              <a:srgbClr val="0000F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solidFill>
                <a:srgbClr val="0000FF"/>
              </a:solidFill>
              <a:cs typeface="Times New Roman" panose="02020603050405020304" pitchFamily="18" charset="0"/>
            </a:endParaRPr>
          </a:p>
        </p:txBody>
      </p:sp>
      <p:sp>
        <p:nvSpPr>
          <p:cNvPr id="36" name="Freeform 19"/>
          <p:cNvSpPr>
            <a:spLocks/>
          </p:cNvSpPr>
          <p:nvPr/>
        </p:nvSpPr>
        <p:spPr bwMode="auto">
          <a:xfrm>
            <a:off x="6533842" y="4680331"/>
            <a:ext cx="438150" cy="63500"/>
          </a:xfrm>
          <a:custGeom>
            <a:avLst/>
            <a:gdLst>
              <a:gd name="T0" fmla="*/ 0 w 243"/>
              <a:gd name="T1" fmla="*/ 533 h 30"/>
              <a:gd name="T2" fmla="*/ 287 w 243"/>
              <a:gd name="T3" fmla="*/ 533 h 30"/>
              <a:gd name="T4" fmla="*/ 645 w 243"/>
              <a:gd name="T5" fmla="*/ 320 h 30"/>
              <a:gd name="T6" fmla="*/ 867 w 243"/>
              <a:gd name="T7" fmla="*/ 0 h 30"/>
              <a:gd name="T8" fmla="*/ 0 60000 65536"/>
              <a:gd name="T9" fmla="*/ 0 60000 65536"/>
              <a:gd name="T10" fmla="*/ 0 60000 65536"/>
              <a:gd name="T11" fmla="*/ 0 60000 65536"/>
              <a:gd name="connsiteX0" fmla="*/ 0 w 10000"/>
              <a:gd name="connsiteY0" fmla="*/ 10000 h 10000"/>
              <a:gd name="connsiteX1" fmla="*/ 3333 w 10000"/>
              <a:gd name="connsiteY1" fmla="*/ 10000 h 10000"/>
              <a:gd name="connsiteX2" fmla="*/ 7407 w 10000"/>
              <a:gd name="connsiteY2" fmla="*/ 6000 h 10000"/>
              <a:gd name="connsiteX3" fmla="*/ 10000 w 10000"/>
              <a:gd name="connsiteY3" fmla="*/ 0 h 10000"/>
            </a:gdLst>
            <a:ahLst/>
            <a:cxnLst>
              <a:cxn ang="0">
                <a:pos x="connsiteX0" y="connsiteY0"/>
              </a:cxn>
              <a:cxn ang="0">
                <a:pos x="connsiteX1" y="connsiteY1"/>
              </a:cxn>
              <a:cxn ang="0">
                <a:pos x="connsiteX2" y="connsiteY2"/>
              </a:cxn>
              <a:cxn ang="0">
                <a:pos x="connsiteX3" y="connsiteY3"/>
              </a:cxn>
            </a:cxnLst>
            <a:rect l="l" t="t" r="r" b="b"/>
            <a:pathLst>
              <a:path w="10000" h="10000">
                <a:moveTo>
                  <a:pt x="0" y="10000"/>
                </a:moveTo>
                <a:lnTo>
                  <a:pt x="3333" y="10000"/>
                </a:lnTo>
                <a:cubicBezTo>
                  <a:pt x="4567" y="9333"/>
                  <a:pt x="6296" y="7667"/>
                  <a:pt x="7407" y="6000"/>
                </a:cubicBezTo>
                <a:lnTo>
                  <a:pt x="10000" y="0"/>
                </a:lnTo>
              </a:path>
            </a:pathLst>
          </a:custGeom>
          <a:noFill/>
          <a:ln w="12700" cap="flat" cmpd="sng">
            <a:solidFill>
              <a:srgbClr val="0000FF"/>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solidFill>
                <a:srgbClr val="0000FF"/>
              </a:solidFill>
              <a:cs typeface="Times New Roman" panose="02020603050405020304" pitchFamily="18" charset="0"/>
            </a:endParaRPr>
          </a:p>
        </p:txBody>
      </p:sp>
      <p:sp>
        <p:nvSpPr>
          <p:cNvPr id="37" name="Freeform 20"/>
          <p:cNvSpPr>
            <a:spLocks/>
          </p:cNvSpPr>
          <p:nvPr/>
        </p:nvSpPr>
        <p:spPr bwMode="auto">
          <a:xfrm>
            <a:off x="2482542" y="4215193"/>
            <a:ext cx="512763" cy="407987"/>
          </a:xfrm>
          <a:custGeom>
            <a:avLst/>
            <a:gdLst>
              <a:gd name="T0" fmla="*/ 0 w 285"/>
              <a:gd name="T1" fmla="*/ 3544 h 192"/>
              <a:gd name="T2" fmla="*/ 263 w 285"/>
              <a:gd name="T3" fmla="*/ 2439 h 192"/>
              <a:gd name="T4" fmla="*/ 524 w 285"/>
              <a:gd name="T5" fmla="*/ 1431 h 192"/>
              <a:gd name="T6" fmla="*/ 777 w 285"/>
              <a:gd name="T7" fmla="*/ 727 h 192"/>
              <a:gd name="T8" fmla="*/ 996 w 285"/>
              <a:gd name="T9" fmla="*/ 0 h 192"/>
              <a:gd name="T10" fmla="*/ 0 60000 65536"/>
              <a:gd name="T11" fmla="*/ 0 60000 65536"/>
              <a:gd name="T12" fmla="*/ 0 60000 65536"/>
              <a:gd name="T13" fmla="*/ 0 60000 65536"/>
              <a:gd name="T14" fmla="*/ 0 60000 65536"/>
              <a:gd name="connsiteX0" fmla="*/ 0 w 10000"/>
              <a:gd name="connsiteY0" fmla="*/ 10000 h 10000"/>
              <a:gd name="connsiteX1" fmla="*/ 2632 w 10000"/>
              <a:gd name="connsiteY1" fmla="*/ 6875 h 10000"/>
              <a:gd name="connsiteX2" fmla="*/ 5263 w 10000"/>
              <a:gd name="connsiteY2" fmla="*/ 4063 h 10000"/>
              <a:gd name="connsiteX3" fmla="*/ 7503 w 10000"/>
              <a:gd name="connsiteY3" fmla="*/ 1941 h 10000"/>
              <a:gd name="connsiteX4" fmla="*/ 10000 w 10000"/>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000">
                <a:moveTo>
                  <a:pt x="0" y="10000"/>
                </a:moveTo>
                <a:lnTo>
                  <a:pt x="2632" y="6875"/>
                </a:lnTo>
                <a:lnTo>
                  <a:pt x="5263" y="4063"/>
                </a:lnTo>
                <a:lnTo>
                  <a:pt x="7503" y="1941"/>
                </a:lnTo>
                <a:cubicBezTo>
                  <a:pt x="8240" y="1264"/>
                  <a:pt x="9263" y="677"/>
                  <a:pt x="10000" y="0"/>
                </a:cubicBezTo>
              </a:path>
            </a:pathLst>
          </a:custGeom>
          <a:noFill/>
          <a:ln w="12700" cap="flat" cmpd="sng">
            <a:solidFill>
              <a:srgbClr val="0000FF"/>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solidFill>
                <a:srgbClr val="0000FF"/>
              </a:solidFill>
              <a:cs typeface="Times New Roman" panose="02020603050405020304" pitchFamily="18" charset="0"/>
            </a:endParaRPr>
          </a:p>
        </p:txBody>
      </p:sp>
      <p:sp>
        <p:nvSpPr>
          <p:cNvPr id="38" name="Freeform 21"/>
          <p:cNvSpPr>
            <a:spLocks/>
          </p:cNvSpPr>
          <p:nvPr/>
        </p:nvSpPr>
        <p:spPr bwMode="auto">
          <a:xfrm>
            <a:off x="2747655" y="4788281"/>
            <a:ext cx="409575" cy="26909"/>
          </a:xfrm>
          <a:custGeom>
            <a:avLst/>
            <a:gdLst>
              <a:gd name="T0" fmla="*/ 0 w 228"/>
              <a:gd name="T1" fmla="*/ 0 h 12"/>
              <a:gd name="T2" fmla="*/ 257 w 228"/>
              <a:gd name="T3" fmla="*/ 155 h 12"/>
              <a:gd name="T4" fmla="*/ 593 w 228"/>
              <a:gd name="T5" fmla="*/ 155 h 12"/>
              <a:gd name="T6" fmla="*/ 784 w 228"/>
              <a:gd name="T7" fmla="*/ 207 h 12"/>
              <a:gd name="T8" fmla="*/ 0 60000 65536"/>
              <a:gd name="T9" fmla="*/ 0 60000 65536"/>
              <a:gd name="T10" fmla="*/ 0 60000 65536"/>
              <a:gd name="T11" fmla="*/ 0 60000 65536"/>
              <a:gd name="connsiteX0" fmla="*/ 0 w 10000"/>
              <a:gd name="connsiteY0" fmla="*/ 0 h 10000"/>
              <a:gd name="connsiteX1" fmla="*/ 3289 w 10000"/>
              <a:gd name="connsiteY1" fmla="*/ 7500 h 10000"/>
              <a:gd name="connsiteX2" fmla="*/ 6424 w 10000"/>
              <a:gd name="connsiteY2" fmla="*/ 8946 h 10000"/>
              <a:gd name="connsiteX3" fmla="*/ 10000 w 10000"/>
              <a:gd name="connsiteY3" fmla="*/ 10000 h 10000"/>
              <a:gd name="connsiteX0" fmla="*/ 0 w 10000"/>
              <a:gd name="connsiteY0" fmla="*/ 0 h 10594"/>
              <a:gd name="connsiteX1" fmla="*/ 3289 w 10000"/>
              <a:gd name="connsiteY1" fmla="*/ 7500 h 10594"/>
              <a:gd name="connsiteX2" fmla="*/ 6334 w 10000"/>
              <a:gd name="connsiteY2" fmla="*/ 10392 h 10594"/>
              <a:gd name="connsiteX3" fmla="*/ 10000 w 10000"/>
              <a:gd name="connsiteY3" fmla="*/ 10000 h 10594"/>
            </a:gdLst>
            <a:ahLst/>
            <a:cxnLst>
              <a:cxn ang="0">
                <a:pos x="connsiteX0" y="connsiteY0"/>
              </a:cxn>
              <a:cxn ang="0">
                <a:pos x="connsiteX1" y="connsiteY1"/>
              </a:cxn>
              <a:cxn ang="0">
                <a:pos x="connsiteX2" y="connsiteY2"/>
              </a:cxn>
              <a:cxn ang="0">
                <a:pos x="connsiteX3" y="connsiteY3"/>
              </a:cxn>
            </a:cxnLst>
            <a:rect l="l" t="t" r="r" b="b"/>
            <a:pathLst>
              <a:path w="10000" h="10594">
                <a:moveTo>
                  <a:pt x="0" y="0"/>
                </a:moveTo>
                <a:lnTo>
                  <a:pt x="3289" y="7500"/>
                </a:lnTo>
                <a:lnTo>
                  <a:pt x="6334" y="10392"/>
                </a:lnTo>
                <a:cubicBezTo>
                  <a:pt x="7167" y="11225"/>
                  <a:pt x="9167" y="9167"/>
                  <a:pt x="10000" y="10000"/>
                </a:cubicBezTo>
              </a:path>
            </a:pathLst>
          </a:custGeom>
          <a:noFill/>
          <a:ln w="12700" cap="flat" cmpd="sng">
            <a:solidFill>
              <a:srgbClr val="0000FF"/>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solidFill>
                <a:srgbClr val="0000FF"/>
              </a:solidFill>
              <a:cs typeface="Times New Roman" panose="02020603050405020304" pitchFamily="18" charset="0"/>
            </a:endParaRPr>
          </a:p>
        </p:txBody>
      </p:sp>
      <p:sp>
        <p:nvSpPr>
          <p:cNvPr id="39" name="Text Box 22"/>
          <p:cNvSpPr txBox="1">
            <a:spLocks noChangeArrowheads="1"/>
          </p:cNvSpPr>
          <p:nvPr/>
        </p:nvSpPr>
        <p:spPr bwMode="auto">
          <a:xfrm>
            <a:off x="2147580" y="4548568"/>
            <a:ext cx="793750" cy="375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a:solidFill>
                  <a:schemeClr val="tx1"/>
                </a:solidFill>
                <a:latin typeface="Times New Roman" pitchFamily="18" charset="0"/>
                <a:ea typeface="宋体" charset="-122"/>
              </a:defRPr>
            </a:lvl1pPr>
            <a:lvl2pPr marL="742950" indent="-285750" eaLnBrk="0" hangingPunct="0">
              <a:defRPr kumimoji="1" sz="2800">
                <a:solidFill>
                  <a:schemeClr val="tx1"/>
                </a:solidFill>
                <a:latin typeface="Times New Roman" pitchFamily="18" charset="0"/>
                <a:ea typeface="宋体" charset="-122"/>
              </a:defRPr>
            </a:lvl2pPr>
            <a:lvl3pPr marL="1143000" indent="-228600" eaLnBrk="0" hangingPunct="0">
              <a:defRPr kumimoji="1" sz="2800">
                <a:solidFill>
                  <a:schemeClr val="tx1"/>
                </a:solidFill>
                <a:latin typeface="Times New Roman" pitchFamily="18" charset="0"/>
                <a:ea typeface="宋体" charset="-122"/>
              </a:defRPr>
            </a:lvl3pPr>
            <a:lvl4pPr marL="1600200" indent="-228600" eaLnBrk="0" hangingPunct="0">
              <a:defRPr kumimoji="1" sz="2800">
                <a:solidFill>
                  <a:schemeClr val="tx1"/>
                </a:solidFill>
                <a:latin typeface="Times New Roman" pitchFamily="18" charset="0"/>
                <a:ea typeface="宋体" charset="-122"/>
              </a:defRPr>
            </a:lvl4pPr>
            <a:lvl5pPr marL="2057400" indent="-228600" eaLnBrk="0" hangingPunct="0">
              <a:defRPr kumimoji="1" sz="2800">
                <a:solidFill>
                  <a:schemeClr val="tx1"/>
                </a:solidFill>
                <a:latin typeface="Times New Roman" pitchFamily="18" charset="0"/>
                <a:ea typeface="宋体" charset="-122"/>
              </a:defRPr>
            </a:lvl5pPr>
            <a:lvl6pPr marL="2514600" indent="-228600" eaLnBrk="0" fontAlgn="base" hangingPunct="0">
              <a:spcBef>
                <a:spcPct val="50000"/>
              </a:spcBef>
              <a:spcAft>
                <a:spcPct val="0"/>
              </a:spcAft>
              <a:defRPr kumimoji="1" sz="2800">
                <a:solidFill>
                  <a:schemeClr val="tx1"/>
                </a:solidFill>
                <a:latin typeface="Times New Roman" pitchFamily="18" charset="0"/>
                <a:ea typeface="宋体" charset="-122"/>
              </a:defRPr>
            </a:lvl6pPr>
            <a:lvl7pPr marL="2971800" indent="-228600" eaLnBrk="0" fontAlgn="base" hangingPunct="0">
              <a:spcBef>
                <a:spcPct val="50000"/>
              </a:spcBef>
              <a:spcAft>
                <a:spcPct val="0"/>
              </a:spcAft>
              <a:defRPr kumimoji="1" sz="2800">
                <a:solidFill>
                  <a:schemeClr val="tx1"/>
                </a:solidFill>
                <a:latin typeface="Times New Roman" pitchFamily="18" charset="0"/>
                <a:ea typeface="宋体" charset="-122"/>
              </a:defRPr>
            </a:lvl7pPr>
            <a:lvl8pPr marL="3429000" indent="-228600" eaLnBrk="0" fontAlgn="base" hangingPunct="0">
              <a:spcBef>
                <a:spcPct val="50000"/>
              </a:spcBef>
              <a:spcAft>
                <a:spcPct val="0"/>
              </a:spcAft>
              <a:defRPr kumimoji="1" sz="2800">
                <a:solidFill>
                  <a:schemeClr val="tx1"/>
                </a:solidFill>
                <a:latin typeface="Times New Roman" pitchFamily="18" charset="0"/>
                <a:ea typeface="宋体" charset="-122"/>
              </a:defRPr>
            </a:lvl8pPr>
            <a:lvl9pPr marL="3886200" indent="-228600" eaLnBrk="0" fontAlgn="base" hangingPunct="0">
              <a:spcBef>
                <a:spcPct val="50000"/>
              </a:spcBef>
              <a:spcAft>
                <a:spcPct val="0"/>
              </a:spcAft>
              <a:defRPr kumimoji="1" sz="2800">
                <a:solidFill>
                  <a:schemeClr val="tx1"/>
                </a:solidFill>
                <a:latin typeface="Times New Roman" pitchFamily="18" charset="0"/>
                <a:ea typeface="宋体" charset="-122"/>
              </a:defRPr>
            </a:lvl9pPr>
          </a:lstStyle>
          <a:p>
            <a:pPr eaLnBrk="1" hangingPunct="1"/>
            <a:r>
              <a:rPr lang="en-US" altLang="zh-CN" sz="1600" b="1">
                <a:solidFill>
                  <a:srgbClr val="0000FF"/>
                </a:solidFill>
                <a:cs typeface="Times New Roman" panose="02020603050405020304" pitchFamily="18" charset="0"/>
              </a:rPr>
              <a:t>0.01</a:t>
            </a:r>
          </a:p>
        </p:txBody>
      </p:sp>
      <p:sp>
        <p:nvSpPr>
          <p:cNvPr id="40" name="Text Box 23"/>
          <p:cNvSpPr txBox="1">
            <a:spLocks noChangeArrowheads="1"/>
          </p:cNvSpPr>
          <p:nvPr/>
        </p:nvSpPr>
        <p:spPr bwMode="auto">
          <a:xfrm>
            <a:off x="6662430" y="4416806"/>
            <a:ext cx="793750" cy="375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a:solidFill>
                  <a:schemeClr val="tx1"/>
                </a:solidFill>
                <a:latin typeface="Times New Roman" pitchFamily="18" charset="0"/>
                <a:ea typeface="宋体" charset="-122"/>
              </a:defRPr>
            </a:lvl1pPr>
            <a:lvl2pPr marL="742950" indent="-285750" eaLnBrk="0" hangingPunct="0">
              <a:defRPr kumimoji="1" sz="2800">
                <a:solidFill>
                  <a:schemeClr val="tx1"/>
                </a:solidFill>
                <a:latin typeface="Times New Roman" pitchFamily="18" charset="0"/>
                <a:ea typeface="宋体" charset="-122"/>
              </a:defRPr>
            </a:lvl2pPr>
            <a:lvl3pPr marL="1143000" indent="-228600" eaLnBrk="0" hangingPunct="0">
              <a:defRPr kumimoji="1" sz="2800">
                <a:solidFill>
                  <a:schemeClr val="tx1"/>
                </a:solidFill>
                <a:latin typeface="Times New Roman" pitchFamily="18" charset="0"/>
                <a:ea typeface="宋体" charset="-122"/>
              </a:defRPr>
            </a:lvl3pPr>
            <a:lvl4pPr marL="1600200" indent="-228600" eaLnBrk="0" hangingPunct="0">
              <a:defRPr kumimoji="1" sz="2800">
                <a:solidFill>
                  <a:schemeClr val="tx1"/>
                </a:solidFill>
                <a:latin typeface="Times New Roman" pitchFamily="18" charset="0"/>
                <a:ea typeface="宋体" charset="-122"/>
              </a:defRPr>
            </a:lvl4pPr>
            <a:lvl5pPr marL="2057400" indent="-228600" eaLnBrk="0" hangingPunct="0">
              <a:defRPr kumimoji="1" sz="2800">
                <a:solidFill>
                  <a:schemeClr val="tx1"/>
                </a:solidFill>
                <a:latin typeface="Times New Roman" pitchFamily="18" charset="0"/>
                <a:ea typeface="宋体" charset="-122"/>
              </a:defRPr>
            </a:lvl5pPr>
            <a:lvl6pPr marL="2514600" indent="-228600" eaLnBrk="0" fontAlgn="base" hangingPunct="0">
              <a:spcBef>
                <a:spcPct val="50000"/>
              </a:spcBef>
              <a:spcAft>
                <a:spcPct val="0"/>
              </a:spcAft>
              <a:defRPr kumimoji="1" sz="2800">
                <a:solidFill>
                  <a:schemeClr val="tx1"/>
                </a:solidFill>
                <a:latin typeface="Times New Roman" pitchFamily="18" charset="0"/>
                <a:ea typeface="宋体" charset="-122"/>
              </a:defRPr>
            </a:lvl6pPr>
            <a:lvl7pPr marL="2971800" indent="-228600" eaLnBrk="0" fontAlgn="base" hangingPunct="0">
              <a:spcBef>
                <a:spcPct val="50000"/>
              </a:spcBef>
              <a:spcAft>
                <a:spcPct val="0"/>
              </a:spcAft>
              <a:defRPr kumimoji="1" sz="2800">
                <a:solidFill>
                  <a:schemeClr val="tx1"/>
                </a:solidFill>
                <a:latin typeface="Times New Roman" pitchFamily="18" charset="0"/>
                <a:ea typeface="宋体" charset="-122"/>
              </a:defRPr>
            </a:lvl7pPr>
            <a:lvl8pPr marL="3429000" indent="-228600" eaLnBrk="0" fontAlgn="base" hangingPunct="0">
              <a:spcBef>
                <a:spcPct val="50000"/>
              </a:spcBef>
              <a:spcAft>
                <a:spcPct val="0"/>
              </a:spcAft>
              <a:defRPr kumimoji="1" sz="2800">
                <a:solidFill>
                  <a:schemeClr val="tx1"/>
                </a:solidFill>
                <a:latin typeface="Times New Roman" pitchFamily="18" charset="0"/>
                <a:ea typeface="宋体" charset="-122"/>
              </a:defRPr>
            </a:lvl8pPr>
            <a:lvl9pPr marL="3886200" indent="-228600" eaLnBrk="0" fontAlgn="base" hangingPunct="0">
              <a:spcBef>
                <a:spcPct val="50000"/>
              </a:spcBef>
              <a:spcAft>
                <a:spcPct val="0"/>
              </a:spcAft>
              <a:defRPr kumimoji="1" sz="2800">
                <a:solidFill>
                  <a:schemeClr val="tx1"/>
                </a:solidFill>
                <a:latin typeface="Times New Roman" pitchFamily="18" charset="0"/>
                <a:ea typeface="宋体" charset="-122"/>
              </a:defRPr>
            </a:lvl9pPr>
          </a:lstStyle>
          <a:p>
            <a:pPr eaLnBrk="1" hangingPunct="1"/>
            <a:r>
              <a:rPr lang="en-US" altLang="zh-CN" sz="1600" b="1">
                <a:solidFill>
                  <a:srgbClr val="0000FF"/>
                </a:solidFill>
                <a:cs typeface="Times New Roman" panose="02020603050405020304" pitchFamily="18" charset="0"/>
              </a:rPr>
              <a:t>0.01</a:t>
            </a:r>
          </a:p>
        </p:txBody>
      </p:sp>
      <p:sp>
        <p:nvSpPr>
          <p:cNvPr id="41" name="Text Box 24"/>
          <p:cNvSpPr txBox="1">
            <a:spLocks noChangeArrowheads="1"/>
          </p:cNvSpPr>
          <p:nvPr/>
        </p:nvSpPr>
        <p:spPr bwMode="auto">
          <a:xfrm>
            <a:off x="6194117" y="4273931"/>
            <a:ext cx="793750" cy="375487"/>
          </a:xfrm>
          <a:prstGeom prst="rect">
            <a:avLst/>
          </a:prstGeom>
          <a:noFill/>
          <a:ln w="127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a:solidFill>
                  <a:schemeClr val="tx1"/>
                </a:solidFill>
                <a:latin typeface="Times New Roman" pitchFamily="18" charset="0"/>
                <a:ea typeface="宋体" charset="-122"/>
              </a:defRPr>
            </a:lvl1pPr>
            <a:lvl2pPr marL="742950" indent="-285750" eaLnBrk="0" hangingPunct="0">
              <a:defRPr kumimoji="1" sz="2800">
                <a:solidFill>
                  <a:schemeClr val="tx1"/>
                </a:solidFill>
                <a:latin typeface="Times New Roman" pitchFamily="18" charset="0"/>
                <a:ea typeface="宋体" charset="-122"/>
              </a:defRPr>
            </a:lvl2pPr>
            <a:lvl3pPr marL="1143000" indent="-228600" eaLnBrk="0" hangingPunct="0">
              <a:defRPr kumimoji="1" sz="2800">
                <a:solidFill>
                  <a:schemeClr val="tx1"/>
                </a:solidFill>
                <a:latin typeface="Times New Roman" pitchFamily="18" charset="0"/>
                <a:ea typeface="宋体" charset="-122"/>
              </a:defRPr>
            </a:lvl3pPr>
            <a:lvl4pPr marL="1600200" indent="-228600" eaLnBrk="0" hangingPunct="0">
              <a:defRPr kumimoji="1" sz="2800">
                <a:solidFill>
                  <a:schemeClr val="tx1"/>
                </a:solidFill>
                <a:latin typeface="Times New Roman" pitchFamily="18" charset="0"/>
                <a:ea typeface="宋体" charset="-122"/>
              </a:defRPr>
            </a:lvl4pPr>
            <a:lvl5pPr marL="2057400" indent="-228600" eaLnBrk="0" hangingPunct="0">
              <a:defRPr kumimoji="1" sz="2800">
                <a:solidFill>
                  <a:schemeClr val="tx1"/>
                </a:solidFill>
                <a:latin typeface="Times New Roman" pitchFamily="18" charset="0"/>
                <a:ea typeface="宋体" charset="-122"/>
              </a:defRPr>
            </a:lvl5pPr>
            <a:lvl6pPr marL="2514600" indent="-228600" eaLnBrk="0" fontAlgn="base" hangingPunct="0">
              <a:spcBef>
                <a:spcPct val="50000"/>
              </a:spcBef>
              <a:spcAft>
                <a:spcPct val="0"/>
              </a:spcAft>
              <a:defRPr kumimoji="1" sz="2800">
                <a:solidFill>
                  <a:schemeClr val="tx1"/>
                </a:solidFill>
                <a:latin typeface="Times New Roman" pitchFamily="18" charset="0"/>
                <a:ea typeface="宋体" charset="-122"/>
              </a:defRPr>
            </a:lvl6pPr>
            <a:lvl7pPr marL="2971800" indent="-228600" eaLnBrk="0" fontAlgn="base" hangingPunct="0">
              <a:spcBef>
                <a:spcPct val="50000"/>
              </a:spcBef>
              <a:spcAft>
                <a:spcPct val="0"/>
              </a:spcAft>
              <a:defRPr kumimoji="1" sz="2800">
                <a:solidFill>
                  <a:schemeClr val="tx1"/>
                </a:solidFill>
                <a:latin typeface="Times New Roman" pitchFamily="18" charset="0"/>
                <a:ea typeface="宋体" charset="-122"/>
              </a:defRPr>
            </a:lvl7pPr>
            <a:lvl8pPr marL="3429000" indent="-228600" eaLnBrk="0" fontAlgn="base" hangingPunct="0">
              <a:spcBef>
                <a:spcPct val="50000"/>
              </a:spcBef>
              <a:spcAft>
                <a:spcPct val="0"/>
              </a:spcAft>
              <a:defRPr kumimoji="1" sz="2800">
                <a:solidFill>
                  <a:schemeClr val="tx1"/>
                </a:solidFill>
                <a:latin typeface="Times New Roman" pitchFamily="18" charset="0"/>
                <a:ea typeface="宋体" charset="-122"/>
              </a:defRPr>
            </a:lvl8pPr>
            <a:lvl9pPr marL="3886200" indent="-228600" eaLnBrk="0" fontAlgn="base" hangingPunct="0">
              <a:spcBef>
                <a:spcPct val="50000"/>
              </a:spcBef>
              <a:spcAft>
                <a:spcPct val="0"/>
              </a:spcAft>
              <a:defRPr kumimoji="1" sz="2800">
                <a:solidFill>
                  <a:schemeClr val="tx1"/>
                </a:solidFill>
                <a:latin typeface="Times New Roman" pitchFamily="18" charset="0"/>
                <a:ea typeface="宋体" charset="-122"/>
              </a:defRPr>
            </a:lvl9pPr>
          </a:lstStyle>
          <a:p>
            <a:pPr eaLnBrk="1" hangingPunct="1"/>
            <a:r>
              <a:rPr lang="en-US" altLang="zh-CN" sz="1600" b="1">
                <a:solidFill>
                  <a:srgbClr val="0000FF"/>
                </a:solidFill>
                <a:cs typeface="Times New Roman" panose="02020603050405020304" pitchFamily="18" charset="0"/>
              </a:rPr>
              <a:t>0.05</a:t>
            </a:r>
          </a:p>
        </p:txBody>
      </p:sp>
      <p:sp>
        <p:nvSpPr>
          <p:cNvPr id="42" name="Text Box 25"/>
          <p:cNvSpPr txBox="1">
            <a:spLocks noChangeArrowheads="1"/>
          </p:cNvSpPr>
          <p:nvPr/>
        </p:nvSpPr>
        <p:spPr bwMode="auto">
          <a:xfrm>
            <a:off x="2823855" y="4273931"/>
            <a:ext cx="795338" cy="375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a:solidFill>
                  <a:schemeClr val="tx1"/>
                </a:solidFill>
                <a:latin typeface="Times New Roman" pitchFamily="18" charset="0"/>
                <a:ea typeface="宋体" charset="-122"/>
              </a:defRPr>
            </a:lvl1pPr>
            <a:lvl2pPr marL="742950" indent="-285750" eaLnBrk="0" hangingPunct="0">
              <a:defRPr kumimoji="1" sz="2800">
                <a:solidFill>
                  <a:schemeClr val="tx1"/>
                </a:solidFill>
                <a:latin typeface="Times New Roman" pitchFamily="18" charset="0"/>
                <a:ea typeface="宋体" charset="-122"/>
              </a:defRPr>
            </a:lvl2pPr>
            <a:lvl3pPr marL="1143000" indent="-228600" eaLnBrk="0" hangingPunct="0">
              <a:defRPr kumimoji="1" sz="2800">
                <a:solidFill>
                  <a:schemeClr val="tx1"/>
                </a:solidFill>
                <a:latin typeface="Times New Roman" pitchFamily="18" charset="0"/>
                <a:ea typeface="宋体" charset="-122"/>
              </a:defRPr>
            </a:lvl3pPr>
            <a:lvl4pPr marL="1600200" indent="-228600" eaLnBrk="0" hangingPunct="0">
              <a:defRPr kumimoji="1" sz="2800">
                <a:solidFill>
                  <a:schemeClr val="tx1"/>
                </a:solidFill>
                <a:latin typeface="Times New Roman" pitchFamily="18" charset="0"/>
                <a:ea typeface="宋体" charset="-122"/>
              </a:defRPr>
            </a:lvl4pPr>
            <a:lvl5pPr marL="2057400" indent="-228600" eaLnBrk="0" hangingPunct="0">
              <a:defRPr kumimoji="1" sz="2800">
                <a:solidFill>
                  <a:schemeClr val="tx1"/>
                </a:solidFill>
                <a:latin typeface="Times New Roman" pitchFamily="18" charset="0"/>
                <a:ea typeface="宋体" charset="-122"/>
              </a:defRPr>
            </a:lvl5pPr>
            <a:lvl6pPr marL="2514600" indent="-228600" eaLnBrk="0" fontAlgn="base" hangingPunct="0">
              <a:spcBef>
                <a:spcPct val="50000"/>
              </a:spcBef>
              <a:spcAft>
                <a:spcPct val="0"/>
              </a:spcAft>
              <a:defRPr kumimoji="1" sz="2800">
                <a:solidFill>
                  <a:schemeClr val="tx1"/>
                </a:solidFill>
                <a:latin typeface="Times New Roman" pitchFamily="18" charset="0"/>
                <a:ea typeface="宋体" charset="-122"/>
              </a:defRPr>
            </a:lvl6pPr>
            <a:lvl7pPr marL="2971800" indent="-228600" eaLnBrk="0" fontAlgn="base" hangingPunct="0">
              <a:spcBef>
                <a:spcPct val="50000"/>
              </a:spcBef>
              <a:spcAft>
                <a:spcPct val="0"/>
              </a:spcAft>
              <a:defRPr kumimoji="1" sz="2800">
                <a:solidFill>
                  <a:schemeClr val="tx1"/>
                </a:solidFill>
                <a:latin typeface="Times New Roman" pitchFamily="18" charset="0"/>
                <a:ea typeface="宋体" charset="-122"/>
              </a:defRPr>
            </a:lvl7pPr>
            <a:lvl8pPr marL="3429000" indent="-228600" eaLnBrk="0" fontAlgn="base" hangingPunct="0">
              <a:spcBef>
                <a:spcPct val="50000"/>
              </a:spcBef>
              <a:spcAft>
                <a:spcPct val="0"/>
              </a:spcAft>
              <a:defRPr kumimoji="1" sz="2800">
                <a:solidFill>
                  <a:schemeClr val="tx1"/>
                </a:solidFill>
                <a:latin typeface="Times New Roman" pitchFamily="18" charset="0"/>
                <a:ea typeface="宋体" charset="-122"/>
              </a:defRPr>
            </a:lvl8pPr>
            <a:lvl9pPr marL="3886200" indent="-228600" eaLnBrk="0" fontAlgn="base" hangingPunct="0">
              <a:spcBef>
                <a:spcPct val="50000"/>
              </a:spcBef>
              <a:spcAft>
                <a:spcPct val="0"/>
              </a:spcAft>
              <a:defRPr kumimoji="1" sz="2800">
                <a:solidFill>
                  <a:schemeClr val="tx1"/>
                </a:solidFill>
                <a:latin typeface="Times New Roman" pitchFamily="18" charset="0"/>
                <a:ea typeface="宋体" charset="-122"/>
              </a:defRPr>
            </a:lvl9pPr>
          </a:lstStyle>
          <a:p>
            <a:pPr eaLnBrk="1" hangingPunct="1"/>
            <a:r>
              <a:rPr lang="en-US" altLang="zh-CN" sz="1600" b="1">
                <a:solidFill>
                  <a:srgbClr val="0000FF"/>
                </a:solidFill>
                <a:cs typeface="Times New Roman" panose="02020603050405020304" pitchFamily="18" charset="0"/>
              </a:rPr>
              <a:t>0.05</a:t>
            </a:r>
          </a:p>
        </p:txBody>
      </p:sp>
      <p:sp>
        <p:nvSpPr>
          <p:cNvPr id="43" name="Freeform 26"/>
          <p:cNvSpPr>
            <a:spLocks/>
          </p:cNvSpPr>
          <p:nvPr/>
        </p:nvSpPr>
        <p:spPr bwMode="auto">
          <a:xfrm>
            <a:off x="3914467" y="3599650"/>
            <a:ext cx="1798638" cy="583793"/>
          </a:xfrm>
          <a:custGeom>
            <a:avLst/>
            <a:gdLst>
              <a:gd name="T0" fmla="*/ 59 w 999"/>
              <a:gd name="T1" fmla="*/ 4839 h 277"/>
              <a:gd name="T2" fmla="*/ 0 w 999"/>
              <a:gd name="T3" fmla="*/ 4570 h 277"/>
              <a:gd name="T4" fmla="*/ 138 w 999"/>
              <a:gd name="T5" fmla="*/ 3597 h 277"/>
              <a:gd name="T6" fmla="*/ 507 w 999"/>
              <a:gd name="T7" fmla="*/ 1696 h 277"/>
              <a:gd name="T8" fmla="*/ 805 w 999"/>
              <a:gd name="T9" fmla="*/ 880 h 277"/>
              <a:gd name="T10" fmla="*/ 1121 w 999"/>
              <a:gd name="T11" fmla="*/ 276 h 277"/>
              <a:gd name="T12" fmla="*/ 1446 w 999"/>
              <a:gd name="T13" fmla="*/ 65 h 277"/>
              <a:gd name="T14" fmla="*/ 1703 w 999"/>
              <a:gd name="T15" fmla="*/ 65 h 277"/>
              <a:gd name="T16" fmla="*/ 2003 w 999"/>
              <a:gd name="T17" fmla="*/ 493 h 277"/>
              <a:gd name="T18" fmla="*/ 2345 w 999"/>
              <a:gd name="T19" fmla="*/ 1153 h 277"/>
              <a:gd name="T20" fmla="*/ 2728 w 999"/>
              <a:gd name="T21" fmla="*/ 2085 h 277"/>
              <a:gd name="T22" fmla="*/ 3021 w 999"/>
              <a:gd name="T23" fmla="*/ 3012 h 277"/>
              <a:gd name="T24" fmla="*/ 3329 w 999"/>
              <a:gd name="T25" fmla="*/ 3870 h 277"/>
              <a:gd name="T26" fmla="*/ 3516 w 999"/>
              <a:gd name="T27" fmla="*/ 5010 h 27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connsiteX0" fmla="*/ 0 w 10000"/>
              <a:gd name="connsiteY0" fmla="*/ 9074 h 9940"/>
              <a:gd name="connsiteX1" fmla="*/ 390 w 10000"/>
              <a:gd name="connsiteY1" fmla="*/ 7124 h 9940"/>
              <a:gd name="connsiteX2" fmla="*/ 1441 w 10000"/>
              <a:gd name="connsiteY2" fmla="*/ 3334 h 9940"/>
              <a:gd name="connsiteX3" fmla="*/ 2282 w 10000"/>
              <a:gd name="connsiteY3" fmla="*/ 1709 h 9940"/>
              <a:gd name="connsiteX4" fmla="*/ 3183 w 10000"/>
              <a:gd name="connsiteY4" fmla="*/ 518 h 9940"/>
              <a:gd name="connsiteX5" fmla="*/ 4114 w 10000"/>
              <a:gd name="connsiteY5" fmla="*/ 84 h 9940"/>
              <a:gd name="connsiteX6" fmla="*/ 4835 w 10000"/>
              <a:gd name="connsiteY6" fmla="*/ 84 h 9940"/>
              <a:gd name="connsiteX7" fmla="*/ 5706 w 10000"/>
              <a:gd name="connsiteY7" fmla="*/ 951 h 9940"/>
              <a:gd name="connsiteX8" fmla="*/ 6667 w 10000"/>
              <a:gd name="connsiteY8" fmla="*/ 2250 h 9940"/>
              <a:gd name="connsiteX9" fmla="*/ 7748 w 10000"/>
              <a:gd name="connsiteY9" fmla="*/ 4092 h 9940"/>
              <a:gd name="connsiteX10" fmla="*/ 8589 w 10000"/>
              <a:gd name="connsiteY10" fmla="*/ 5933 h 9940"/>
              <a:gd name="connsiteX11" fmla="*/ 9459 w 10000"/>
              <a:gd name="connsiteY11" fmla="*/ 7666 h 9940"/>
              <a:gd name="connsiteX12" fmla="*/ 10000 w 10000"/>
              <a:gd name="connsiteY12" fmla="*/ 9940 h 9940"/>
              <a:gd name="connsiteX0" fmla="*/ 0 w 10000"/>
              <a:gd name="connsiteY0" fmla="*/ 9128 h 9999"/>
              <a:gd name="connsiteX1" fmla="*/ 390 w 10000"/>
              <a:gd name="connsiteY1" fmla="*/ 7166 h 9999"/>
              <a:gd name="connsiteX2" fmla="*/ 1298 w 10000"/>
              <a:gd name="connsiteY2" fmla="*/ 3793 h 9999"/>
              <a:gd name="connsiteX3" fmla="*/ 2282 w 10000"/>
              <a:gd name="connsiteY3" fmla="*/ 1718 h 9999"/>
              <a:gd name="connsiteX4" fmla="*/ 3183 w 10000"/>
              <a:gd name="connsiteY4" fmla="*/ 520 h 9999"/>
              <a:gd name="connsiteX5" fmla="*/ 4114 w 10000"/>
              <a:gd name="connsiteY5" fmla="*/ 84 h 9999"/>
              <a:gd name="connsiteX6" fmla="*/ 4835 w 10000"/>
              <a:gd name="connsiteY6" fmla="*/ 84 h 9999"/>
              <a:gd name="connsiteX7" fmla="*/ 5706 w 10000"/>
              <a:gd name="connsiteY7" fmla="*/ 956 h 9999"/>
              <a:gd name="connsiteX8" fmla="*/ 6667 w 10000"/>
              <a:gd name="connsiteY8" fmla="*/ 2263 h 9999"/>
              <a:gd name="connsiteX9" fmla="*/ 7748 w 10000"/>
              <a:gd name="connsiteY9" fmla="*/ 4116 h 9999"/>
              <a:gd name="connsiteX10" fmla="*/ 8589 w 10000"/>
              <a:gd name="connsiteY10" fmla="*/ 5968 h 9999"/>
              <a:gd name="connsiteX11" fmla="*/ 9459 w 10000"/>
              <a:gd name="connsiteY11" fmla="*/ 7711 h 9999"/>
              <a:gd name="connsiteX12" fmla="*/ 10000 w 10000"/>
              <a:gd name="connsiteY12" fmla="*/ 9999 h 9999"/>
              <a:gd name="connsiteX0" fmla="*/ 0 w 10000"/>
              <a:gd name="connsiteY0" fmla="*/ 9129 h 10000"/>
              <a:gd name="connsiteX1" fmla="*/ 390 w 10000"/>
              <a:gd name="connsiteY1" fmla="*/ 7167 h 10000"/>
              <a:gd name="connsiteX2" fmla="*/ 1298 w 10000"/>
              <a:gd name="connsiteY2" fmla="*/ 3793 h 10000"/>
              <a:gd name="connsiteX3" fmla="*/ 2282 w 10000"/>
              <a:gd name="connsiteY3" fmla="*/ 1718 h 10000"/>
              <a:gd name="connsiteX4" fmla="*/ 3183 w 10000"/>
              <a:gd name="connsiteY4" fmla="*/ 520 h 10000"/>
              <a:gd name="connsiteX5" fmla="*/ 4114 w 10000"/>
              <a:gd name="connsiteY5" fmla="*/ 84 h 10000"/>
              <a:gd name="connsiteX6" fmla="*/ 4835 w 10000"/>
              <a:gd name="connsiteY6" fmla="*/ 84 h 10000"/>
              <a:gd name="connsiteX7" fmla="*/ 5890 w 10000"/>
              <a:gd name="connsiteY7" fmla="*/ 956 h 10000"/>
              <a:gd name="connsiteX8" fmla="*/ 6667 w 10000"/>
              <a:gd name="connsiteY8" fmla="*/ 2263 h 10000"/>
              <a:gd name="connsiteX9" fmla="*/ 7748 w 10000"/>
              <a:gd name="connsiteY9" fmla="*/ 4116 h 10000"/>
              <a:gd name="connsiteX10" fmla="*/ 8589 w 10000"/>
              <a:gd name="connsiteY10" fmla="*/ 5969 h 10000"/>
              <a:gd name="connsiteX11" fmla="*/ 9459 w 10000"/>
              <a:gd name="connsiteY11" fmla="*/ 7712 h 10000"/>
              <a:gd name="connsiteX12" fmla="*/ 10000 w 10000"/>
              <a:gd name="connsiteY12" fmla="*/ 10000 h 10000"/>
              <a:gd name="connsiteX0" fmla="*/ 0 w 10000"/>
              <a:gd name="connsiteY0" fmla="*/ 9129 h 10000"/>
              <a:gd name="connsiteX1" fmla="*/ 390 w 10000"/>
              <a:gd name="connsiteY1" fmla="*/ 7167 h 10000"/>
              <a:gd name="connsiteX2" fmla="*/ 1298 w 10000"/>
              <a:gd name="connsiteY2" fmla="*/ 3793 h 10000"/>
              <a:gd name="connsiteX3" fmla="*/ 2282 w 10000"/>
              <a:gd name="connsiteY3" fmla="*/ 1718 h 10000"/>
              <a:gd name="connsiteX4" fmla="*/ 3183 w 10000"/>
              <a:gd name="connsiteY4" fmla="*/ 520 h 10000"/>
              <a:gd name="connsiteX5" fmla="*/ 4114 w 10000"/>
              <a:gd name="connsiteY5" fmla="*/ 84 h 10000"/>
              <a:gd name="connsiteX6" fmla="*/ 4835 w 10000"/>
              <a:gd name="connsiteY6" fmla="*/ 84 h 10000"/>
              <a:gd name="connsiteX7" fmla="*/ 5890 w 10000"/>
              <a:gd name="connsiteY7" fmla="*/ 956 h 10000"/>
              <a:gd name="connsiteX8" fmla="*/ 6769 w 10000"/>
              <a:gd name="connsiteY8" fmla="*/ 2074 h 10000"/>
              <a:gd name="connsiteX9" fmla="*/ 7748 w 10000"/>
              <a:gd name="connsiteY9" fmla="*/ 4116 h 10000"/>
              <a:gd name="connsiteX10" fmla="*/ 8589 w 10000"/>
              <a:gd name="connsiteY10" fmla="*/ 5969 h 10000"/>
              <a:gd name="connsiteX11" fmla="*/ 9459 w 10000"/>
              <a:gd name="connsiteY11" fmla="*/ 7712 h 10000"/>
              <a:gd name="connsiteX12" fmla="*/ 10000 w 10000"/>
              <a:gd name="connsiteY12" fmla="*/ 10000 h 10000"/>
              <a:gd name="connsiteX0" fmla="*/ 0 w 10000"/>
              <a:gd name="connsiteY0" fmla="*/ 9129 h 10000"/>
              <a:gd name="connsiteX1" fmla="*/ 390 w 10000"/>
              <a:gd name="connsiteY1" fmla="*/ 7167 h 10000"/>
              <a:gd name="connsiteX2" fmla="*/ 1298 w 10000"/>
              <a:gd name="connsiteY2" fmla="*/ 3793 h 10000"/>
              <a:gd name="connsiteX3" fmla="*/ 2282 w 10000"/>
              <a:gd name="connsiteY3" fmla="*/ 1718 h 10000"/>
              <a:gd name="connsiteX4" fmla="*/ 3183 w 10000"/>
              <a:gd name="connsiteY4" fmla="*/ 520 h 10000"/>
              <a:gd name="connsiteX5" fmla="*/ 4114 w 10000"/>
              <a:gd name="connsiteY5" fmla="*/ 84 h 10000"/>
              <a:gd name="connsiteX6" fmla="*/ 4835 w 10000"/>
              <a:gd name="connsiteY6" fmla="*/ 84 h 10000"/>
              <a:gd name="connsiteX7" fmla="*/ 5890 w 10000"/>
              <a:gd name="connsiteY7" fmla="*/ 956 h 10000"/>
              <a:gd name="connsiteX8" fmla="*/ 6769 w 10000"/>
              <a:gd name="connsiteY8" fmla="*/ 2074 h 10000"/>
              <a:gd name="connsiteX9" fmla="*/ 7891 w 10000"/>
              <a:gd name="connsiteY9" fmla="*/ 3801 h 10000"/>
              <a:gd name="connsiteX10" fmla="*/ 8589 w 10000"/>
              <a:gd name="connsiteY10" fmla="*/ 5969 h 10000"/>
              <a:gd name="connsiteX11" fmla="*/ 9459 w 10000"/>
              <a:gd name="connsiteY11" fmla="*/ 7712 h 10000"/>
              <a:gd name="connsiteX12" fmla="*/ 10000 w 10000"/>
              <a:gd name="connsiteY12" fmla="*/ 10000 h 10000"/>
              <a:gd name="connsiteX0" fmla="*/ 0 w 10000"/>
              <a:gd name="connsiteY0" fmla="*/ 9129 h 10000"/>
              <a:gd name="connsiteX1" fmla="*/ 390 w 10000"/>
              <a:gd name="connsiteY1" fmla="*/ 7167 h 10000"/>
              <a:gd name="connsiteX2" fmla="*/ 1298 w 10000"/>
              <a:gd name="connsiteY2" fmla="*/ 3793 h 10000"/>
              <a:gd name="connsiteX3" fmla="*/ 2282 w 10000"/>
              <a:gd name="connsiteY3" fmla="*/ 1718 h 10000"/>
              <a:gd name="connsiteX4" fmla="*/ 3183 w 10000"/>
              <a:gd name="connsiteY4" fmla="*/ 520 h 10000"/>
              <a:gd name="connsiteX5" fmla="*/ 4114 w 10000"/>
              <a:gd name="connsiteY5" fmla="*/ 84 h 10000"/>
              <a:gd name="connsiteX6" fmla="*/ 4835 w 10000"/>
              <a:gd name="connsiteY6" fmla="*/ 84 h 10000"/>
              <a:gd name="connsiteX7" fmla="*/ 5890 w 10000"/>
              <a:gd name="connsiteY7" fmla="*/ 956 h 10000"/>
              <a:gd name="connsiteX8" fmla="*/ 6769 w 10000"/>
              <a:gd name="connsiteY8" fmla="*/ 2074 h 10000"/>
              <a:gd name="connsiteX9" fmla="*/ 7891 w 10000"/>
              <a:gd name="connsiteY9" fmla="*/ 3801 h 10000"/>
              <a:gd name="connsiteX10" fmla="*/ 8650 w 10000"/>
              <a:gd name="connsiteY10" fmla="*/ 5780 h 10000"/>
              <a:gd name="connsiteX11" fmla="*/ 9459 w 10000"/>
              <a:gd name="connsiteY11" fmla="*/ 7712 h 10000"/>
              <a:gd name="connsiteX12" fmla="*/ 10000 w 10000"/>
              <a:gd name="connsiteY12" fmla="*/ 10000 h 10000"/>
              <a:gd name="connsiteX0" fmla="*/ 0 w 10000"/>
              <a:gd name="connsiteY0" fmla="*/ 9129 h 10000"/>
              <a:gd name="connsiteX1" fmla="*/ 390 w 10000"/>
              <a:gd name="connsiteY1" fmla="*/ 7167 h 10000"/>
              <a:gd name="connsiteX2" fmla="*/ 1298 w 10000"/>
              <a:gd name="connsiteY2" fmla="*/ 3793 h 10000"/>
              <a:gd name="connsiteX3" fmla="*/ 2282 w 10000"/>
              <a:gd name="connsiteY3" fmla="*/ 1718 h 10000"/>
              <a:gd name="connsiteX4" fmla="*/ 3183 w 10000"/>
              <a:gd name="connsiteY4" fmla="*/ 520 h 10000"/>
              <a:gd name="connsiteX5" fmla="*/ 4114 w 10000"/>
              <a:gd name="connsiteY5" fmla="*/ 84 h 10000"/>
              <a:gd name="connsiteX6" fmla="*/ 4835 w 10000"/>
              <a:gd name="connsiteY6" fmla="*/ 84 h 10000"/>
              <a:gd name="connsiteX7" fmla="*/ 5890 w 10000"/>
              <a:gd name="connsiteY7" fmla="*/ 956 h 10000"/>
              <a:gd name="connsiteX8" fmla="*/ 6769 w 10000"/>
              <a:gd name="connsiteY8" fmla="*/ 2074 h 10000"/>
              <a:gd name="connsiteX9" fmla="*/ 7891 w 10000"/>
              <a:gd name="connsiteY9" fmla="*/ 3801 h 10000"/>
              <a:gd name="connsiteX10" fmla="*/ 8752 w 10000"/>
              <a:gd name="connsiteY10" fmla="*/ 5780 h 10000"/>
              <a:gd name="connsiteX11" fmla="*/ 9459 w 10000"/>
              <a:gd name="connsiteY11" fmla="*/ 7712 h 10000"/>
              <a:gd name="connsiteX12" fmla="*/ 10000 w 10000"/>
              <a:gd name="connsiteY12" fmla="*/ 10000 h 10000"/>
              <a:gd name="connsiteX0" fmla="*/ 0 w 10000"/>
              <a:gd name="connsiteY0" fmla="*/ 9129 h 10000"/>
              <a:gd name="connsiteX1" fmla="*/ 390 w 10000"/>
              <a:gd name="connsiteY1" fmla="*/ 7167 h 10000"/>
              <a:gd name="connsiteX2" fmla="*/ 1298 w 10000"/>
              <a:gd name="connsiteY2" fmla="*/ 3793 h 10000"/>
              <a:gd name="connsiteX3" fmla="*/ 2282 w 10000"/>
              <a:gd name="connsiteY3" fmla="*/ 1718 h 10000"/>
              <a:gd name="connsiteX4" fmla="*/ 3183 w 10000"/>
              <a:gd name="connsiteY4" fmla="*/ 520 h 10000"/>
              <a:gd name="connsiteX5" fmla="*/ 4114 w 10000"/>
              <a:gd name="connsiteY5" fmla="*/ 84 h 10000"/>
              <a:gd name="connsiteX6" fmla="*/ 4835 w 10000"/>
              <a:gd name="connsiteY6" fmla="*/ 84 h 10000"/>
              <a:gd name="connsiteX7" fmla="*/ 5890 w 10000"/>
              <a:gd name="connsiteY7" fmla="*/ 956 h 10000"/>
              <a:gd name="connsiteX8" fmla="*/ 6769 w 10000"/>
              <a:gd name="connsiteY8" fmla="*/ 2074 h 10000"/>
              <a:gd name="connsiteX9" fmla="*/ 7891 w 10000"/>
              <a:gd name="connsiteY9" fmla="*/ 3801 h 10000"/>
              <a:gd name="connsiteX10" fmla="*/ 8752 w 10000"/>
              <a:gd name="connsiteY10" fmla="*/ 5780 h 10000"/>
              <a:gd name="connsiteX11" fmla="*/ 9459 w 10000"/>
              <a:gd name="connsiteY11" fmla="*/ 7712 h 10000"/>
              <a:gd name="connsiteX12" fmla="*/ 10000 w 10000"/>
              <a:gd name="connsiteY12" fmla="*/ 10000 h 10000"/>
              <a:gd name="connsiteX0" fmla="*/ 0 w 10000"/>
              <a:gd name="connsiteY0" fmla="*/ 9129 h 10000"/>
              <a:gd name="connsiteX1" fmla="*/ 390 w 10000"/>
              <a:gd name="connsiteY1" fmla="*/ 7167 h 10000"/>
              <a:gd name="connsiteX2" fmla="*/ 1298 w 10000"/>
              <a:gd name="connsiteY2" fmla="*/ 3793 h 10000"/>
              <a:gd name="connsiteX3" fmla="*/ 2282 w 10000"/>
              <a:gd name="connsiteY3" fmla="*/ 1718 h 10000"/>
              <a:gd name="connsiteX4" fmla="*/ 3183 w 10000"/>
              <a:gd name="connsiteY4" fmla="*/ 520 h 10000"/>
              <a:gd name="connsiteX5" fmla="*/ 4114 w 10000"/>
              <a:gd name="connsiteY5" fmla="*/ 84 h 10000"/>
              <a:gd name="connsiteX6" fmla="*/ 4835 w 10000"/>
              <a:gd name="connsiteY6" fmla="*/ 84 h 10000"/>
              <a:gd name="connsiteX7" fmla="*/ 5890 w 10000"/>
              <a:gd name="connsiteY7" fmla="*/ 956 h 10000"/>
              <a:gd name="connsiteX8" fmla="*/ 6769 w 10000"/>
              <a:gd name="connsiteY8" fmla="*/ 2074 h 10000"/>
              <a:gd name="connsiteX9" fmla="*/ 7891 w 10000"/>
              <a:gd name="connsiteY9" fmla="*/ 3801 h 10000"/>
              <a:gd name="connsiteX10" fmla="*/ 8752 w 10000"/>
              <a:gd name="connsiteY10" fmla="*/ 5780 h 10000"/>
              <a:gd name="connsiteX11" fmla="*/ 9459 w 10000"/>
              <a:gd name="connsiteY11" fmla="*/ 7712 h 10000"/>
              <a:gd name="connsiteX12" fmla="*/ 10000 w 10000"/>
              <a:gd name="connsiteY12" fmla="*/ 1000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000" h="10000">
                <a:moveTo>
                  <a:pt x="0" y="9129"/>
                </a:moveTo>
                <a:cubicBezTo>
                  <a:pt x="40" y="8728"/>
                  <a:pt x="174" y="8056"/>
                  <a:pt x="390" y="7167"/>
                </a:cubicBezTo>
                <a:cubicBezTo>
                  <a:pt x="606" y="6278"/>
                  <a:pt x="988" y="4701"/>
                  <a:pt x="1298" y="3793"/>
                </a:cubicBezTo>
                <a:cubicBezTo>
                  <a:pt x="1609" y="2885"/>
                  <a:pt x="1968" y="2263"/>
                  <a:pt x="2282" y="1718"/>
                </a:cubicBezTo>
                <a:cubicBezTo>
                  <a:pt x="2596" y="1173"/>
                  <a:pt x="2883" y="774"/>
                  <a:pt x="3183" y="520"/>
                </a:cubicBezTo>
                <a:cubicBezTo>
                  <a:pt x="3483" y="266"/>
                  <a:pt x="3844" y="157"/>
                  <a:pt x="4114" y="84"/>
                </a:cubicBezTo>
                <a:cubicBezTo>
                  <a:pt x="4384" y="11"/>
                  <a:pt x="4539" y="-61"/>
                  <a:pt x="4835" y="84"/>
                </a:cubicBezTo>
                <a:cubicBezTo>
                  <a:pt x="5131" y="229"/>
                  <a:pt x="5568" y="624"/>
                  <a:pt x="5890" y="956"/>
                </a:cubicBezTo>
                <a:cubicBezTo>
                  <a:pt x="6212" y="1288"/>
                  <a:pt x="6436" y="1600"/>
                  <a:pt x="6769" y="2074"/>
                </a:cubicBezTo>
                <a:cubicBezTo>
                  <a:pt x="7102" y="2548"/>
                  <a:pt x="7561" y="3183"/>
                  <a:pt x="7891" y="3801"/>
                </a:cubicBezTo>
                <a:cubicBezTo>
                  <a:pt x="8222" y="4419"/>
                  <a:pt x="8491" y="5128"/>
                  <a:pt x="8752" y="5780"/>
                </a:cubicBezTo>
                <a:cubicBezTo>
                  <a:pt x="9013" y="6432"/>
                  <a:pt x="9229" y="7058"/>
                  <a:pt x="9459" y="7712"/>
                </a:cubicBezTo>
                <a:cubicBezTo>
                  <a:pt x="9690" y="8365"/>
                  <a:pt x="9840" y="9165"/>
                  <a:pt x="10000" y="10000"/>
                </a:cubicBezTo>
              </a:path>
            </a:pathLst>
          </a:custGeom>
          <a:noFill/>
          <a:ln w="12700" cap="flat" cmpd="sng">
            <a:solidFill>
              <a:srgbClr val="0000FF"/>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solidFill>
                <a:srgbClr val="0000FF"/>
              </a:solidFill>
              <a:cs typeface="Times New Roman" panose="02020603050405020304" pitchFamily="18" charset="0"/>
            </a:endParaRPr>
          </a:p>
        </p:txBody>
      </p:sp>
      <p:sp>
        <p:nvSpPr>
          <p:cNvPr id="44" name="Freeform 27"/>
          <p:cNvSpPr>
            <a:spLocks/>
          </p:cNvSpPr>
          <p:nvPr/>
        </p:nvSpPr>
        <p:spPr bwMode="auto">
          <a:xfrm>
            <a:off x="3908117" y="4387766"/>
            <a:ext cx="1789113" cy="248114"/>
          </a:xfrm>
          <a:custGeom>
            <a:avLst/>
            <a:gdLst>
              <a:gd name="T0" fmla="*/ 74 w 993"/>
              <a:gd name="T1" fmla="*/ 0 h 131"/>
              <a:gd name="T2" fmla="*/ 0 w 993"/>
              <a:gd name="T3" fmla="*/ 254 h 131"/>
              <a:gd name="T4" fmla="*/ 85 w 993"/>
              <a:gd name="T5" fmla="*/ 695 h 131"/>
              <a:gd name="T6" fmla="*/ 286 w 993"/>
              <a:gd name="T7" fmla="*/ 1335 h 131"/>
              <a:gd name="T8" fmla="*/ 489 w 993"/>
              <a:gd name="T9" fmla="*/ 1723 h 131"/>
              <a:gd name="T10" fmla="*/ 819 w 993"/>
              <a:gd name="T11" fmla="*/ 2103 h 131"/>
              <a:gd name="T12" fmla="*/ 1159 w 993"/>
              <a:gd name="T13" fmla="*/ 2315 h 131"/>
              <a:gd name="T14" fmla="*/ 1574 w 993"/>
              <a:gd name="T15" fmla="*/ 2371 h 131"/>
              <a:gd name="T16" fmla="*/ 2033 w 993"/>
              <a:gd name="T17" fmla="*/ 2315 h 131"/>
              <a:gd name="T18" fmla="*/ 2470 w 993"/>
              <a:gd name="T19" fmla="*/ 2212 h 131"/>
              <a:gd name="T20" fmla="*/ 2873 w 993"/>
              <a:gd name="T21" fmla="*/ 2103 h 131"/>
              <a:gd name="T22" fmla="*/ 3257 w 993"/>
              <a:gd name="T23" fmla="*/ 1562 h 131"/>
              <a:gd name="T24" fmla="*/ 3521 w 993"/>
              <a:gd name="T25" fmla="*/ 745 h 13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connsiteX0" fmla="*/ 201 w 10000"/>
              <a:gd name="connsiteY0" fmla="*/ 0 h 10000"/>
              <a:gd name="connsiteX1" fmla="*/ 0 w 10000"/>
              <a:gd name="connsiteY1" fmla="*/ 1069 h 10000"/>
              <a:gd name="connsiteX2" fmla="*/ 242 w 10000"/>
              <a:gd name="connsiteY2" fmla="*/ 2901 h 10000"/>
              <a:gd name="connsiteX3" fmla="*/ 816 w 10000"/>
              <a:gd name="connsiteY3" fmla="*/ 5649 h 10000"/>
              <a:gd name="connsiteX4" fmla="*/ 1390 w 10000"/>
              <a:gd name="connsiteY4" fmla="*/ 7252 h 10000"/>
              <a:gd name="connsiteX5" fmla="*/ 2326 w 10000"/>
              <a:gd name="connsiteY5" fmla="*/ 8855 h 10000"/>
              <a:gd name="connsiteX6" fmla="*/ 3293 w 10000"/>
              <a:gd name="connsiteY6" fmla="*/ 9771 h 10000"/>
              <a:gd name="connsiteX7" fmla="*/ 4471 w 10000"/>
              <a:gd name="connsiteY7" fmla="*/ 10000 h 10000"/>
              <a:gd name="connsiteX8" fmla="*/ 5770 w 10000"/>
              <a:gd name="connsiteY8" fmla="*/ 9771 h 10000"/>
              <a:gd name="connsiteX9" fmla="*/ 6927 w 10000"/>
              <a:gd name="connsiteY9" fmla="*/ 9577 h 10000"/>
              <a:gd name="connsiteX10" fmla="*/ 8157 w 10000"/>
              <a:gd name="connsiteY10" fmla="*/ 8855 h 10000"/>
              <a:gd name="connsiteX11" fmla="*/ 9245 w 10000"/>
              <a:gd name="connsiteY11" fmla="*/ 6565 h 10000"/>
              <a:gd name="connsiteX12" fmla="*/ 10000 w 10000"/>
              <a:gd name="connsiteY12" fmla="*/ 3130 h 10000"/>
              <a:gd name="connsiteX0" fmla="*/ 0 w 10000"/>
              <a:gd name="connsiteY0" fmla="*/ 0 h 8931"/>
              <a:gd name="connsiteX1" fmla="*/ 242 w 10000"/>
              <a:gd name="connsiteY1" fmla="*/ 1832 h 8931"/>
              <a:gd name="connsiteX2" fmla="*/ 816 w 10000"/>
              <a:gd name="connsiteY2" fmla="*/ 4580 h 8931"/>
              <a:gd name="connsiteX3" fmla="*/ 1390 w 10000"/>
              <a:gd name="connsiteY3" fmla="*/ 6183 h 8931"/>
              <a:gd name="connsiteX4" fmla="*/ 2326 w 10000"/>
              <a:gd name="connsiteY4" fmla="*/ 7786 h 8931"/>
              <a:gd name="connsiteX5" fmla="*/ 3293 w 10000"/>
              <a:gd name="connsiteY5" fmla="*/ 8702 h 8931"/>
              <a:gd name="connsiteX6" fmla="*/ 4471 w 10000"/>
              <a:gd name="connsiteY6" fmla="*/ 8931 h 8931"/>
              <a:gd name="connsiteX7" fmla="*/ 5770 w 10000"/>
              <a:gd name="connsiteY7" fmla="*/ 8702 h 8931"/>
              <a:gd name="connsiteX8" fmla="*/ 6927 w 10000"/>
              <a:gd name="connsiteY8" fmla="*/ 8508 h 8931"/>
              <a:gd name="connsiteX9" fmla="*/ 8157 w 10000"/>
              <a:gd name="connsiteY9" fmla="*/ 7786 h 8931"/>
              <a:gd name="connsiteX10" fmla="*/ 9245 w 10000"/>
              <a:gd name="connsiteY10" fmla="*/ 5496 h 8931"/>
              <a:gd name="connsiteX11" fmla="*/ 10000 w 10000"/>
              <a:gd name="connsiteY11" fmla="*/ 2061 h 8931"/>
              <a:gd name="connsiteX0" fmla="*/ 0 w 10000"/>
              <a:gd name="connsiteY0" fmla="*/ 0 h 10000"/>
              <a:gd name="connsiteX1" fmla="*/ 242 w 10000"/>
              <a:gd name="connsiteY1" fmla="*/ 3011 h 10000"/>
              <a:gd name="connsiteX2" fmla="*/ 816 w 10000"/>
              <a:gd name="connsiteY2" fmla="*/ 5128 h 10000"/>
              <a:gd name="connsiteX3" fmla="*/ 1390 w 10000"/>
              <a:gd name="connsiteY3" fmla="*/ 6923 h 10000"/>
              <a:gd name="connsiteX4" fmla="*/ 2326 w 10000"/>
              <a:gd name="connsiteY4" fmla="*/ 8718 h 10000"/>
              <a:gd name="connsiteX5" fmla="*/ 3293 w 10000"/>
              <a:gd name="connsiteY5" fmla="*/ 9744 h 10000"/>
              <a:gd name="connsiteX6" fmla="*/ 4471 w 10000"/>
              <a:gd name="connsiteY6" fmla="*/ 10000 h 10000"/>
              <a:gd name="connsiteX7" fmla="*/ 5770 w 10000"/>
              <a:gd name="connsiteY7" fmla="*/ 9744 h 10000"/>
              <a:gd name="connsiteX8" fmla="*/ 6927 w 10000"/>
              <a:gd name="connsiteY8" fmla="*/ 9526 h 10000"/>
              <a:gd name="connsiteX9" fmla="*/ 8157 w 10000"/>
              <a:gd name="connsiteY9" fmla="*/ 8718 h 10000"/>
              <a:gd name="connsiteX10" fmla="*/ 9245 w 10000"/>
              <a:gd name="connsiteY10" fmla="*/ 6154 h 10000"/>
              <a:gd name="connsiteX11" fmla="*/ 10000 w 10000"/>
              <a:gd name="connsiteY11" fmla="*/ 2308 h 10000"/>
              <a:gd name="connsiteX0" fmla="*/ 0 w 10000"/>
              <a:gd name="connsiteY0" fmla="*/ 0 h 10000"/>
              <a:gd name="connsiteX1" fmla="*/ 375 w 10000"/>
              <a:gd name="connsiteY1" fmla="*/ 2915 h 10000"/>
              <a:gd name="connsiteX2" fmla="*/ 816 w 10000"/>
              <a:gd name="connsiteY2" fmla="*/ 5128 h 10000"/>
              <a:gd name="connsiteX3" fmla="*/ 1390 w 10000"/>
              <a:gd name="connsiteY3" fmla="*/ 6923 h 10000"/>
              <a:gd name="connsiteX4" fmla="*/ 2326 w 10000"/>
              <a:gd name="connsiteY4" fmla="*/ 8718 h 10000"/>
              <a:gd name="connsiteX5" fmla="*/ 3293 w 10000"/>
              <a:gd name="connsiteY5" fmla="*/ 9744 h 10000"/>
              <a:gd name="connsiteX6" fmla="*/ 4471 w 10000"/>
              <a:gd name="connsiteY6" fmla="*/ 10000 h 10000"/>
              <a:gd name="connsiteX7" fmla="*/ 5770 w 10000"/>
              <a:gd name="connsiteY7" fmla="*/ 9744 h 10000"/>
              <a:gd name="connsiteX8" fmla="*/ 6927 w 10000"/>
              <a:gd name="connsiteY8" fmla="*/ 9526 h 10000"/>
              <a:gd name="connsiteX9" fmla="*/ 8157 w 10000"/>
              <a:gd name="connsiteY9" fmla="*/ 8718 h 10000"/>
              <a:gd name="connsiteX10" fmla="*/ 9245 w 10000"/>
              <a:gd name="connsiteY10" fmla="*/ 6154 h 10000"/>
              <a:gd name="connsiteX11" fmla="*/ 10000 w 10000"/>
              <a:gd name="connsiteY11" fmla="*/ 2308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000" h="10000">
                <a:moveTo>
                  <a:pt x="0" y="0"/>
                </a:moveTo>
                <a:cubicBezTo>
                  <a:pt x="10" y="513"/>
                  <a:pt x="244" y="2060"/>
                  <a:pt x="375" y="2915"/>
                </a:cubicBezTo>
                <a:cubicBezTo>
                  <a:pt x="506" y="3770"/>
                  <a:pt x="647" y="4460"/>
                  <a:pt x="816" y="5128"/>
                </a:cubicBezTo>
                <a:cubicBezTo>
                  <a:pt x="985" y="5796"/>
                  <a:pt x="1138" y="6325"/>
                  <a:pt x="1390" y="6923"/>
                </a:cubicBezTo>
                <a:cubicBezTo>
                  <a:pt x="1641" y="7521"/>
                  <a:pt x="2014" y="8290"/>
                  <a:pt x="2326" y="8718"/>
                </a:cubicBezTo>
                <a:cubicBezTo>
                  <a:pt x="2638" y="9146"/>
                  <a:pt x="2941" y="9572"/>
                  <a:pt x="3293" y="9744"/>
                </a:cubicBezTo>
                <a:cubicBezTo>
                  <a:pt x="3646" y="9915"/>
                  <a:pt x="4058" y="10000"/>
                  <a:pt x="4471" y="10000"/>
                </a:cubicBezTo>
                <a:cubicBezTo>
                  <a:pt x="4884" y="10000"/>
                  <a:pt x="5361" y="9823"/>
                  <a:pt x="5770" y="9744"/>
                </a:cubicBezTo>
                <a:cubicBezTo>
                  <a:pt x="6179" y="9665"/>
                  <a:pt x="6534" y="9698"/>
                  <a:pt x="6927" y="9526"/>
                </a:cubicBezTo>
                <a:cubicBezTo>
                  <a:pt x="7320" y="9355"/>
                  <a:pt x="7771" y="9280"/>
                  <a:pt x="8157" y="8718"/>
                </a:cubicBezTo>
                <a:cubicBezTo>
                  <a:pt x="8543" y="8156"/>
                  <a:pt x="8943" y="7179"/>
                  <a:pt x="9245" y="6154"/>
                </a:cubicBezTo>
                <a:cubicBezTo>
                  <a:pt x="9547" y="5128"/>
                  <a:pt x="9879" y="3077"/>
                  <a:pt x="10000" y="2308"/>
                </a:cubicBezTo>
              </a:path>
            </a:pathLst>
          </a:custGeom>
          <a:noFill/>
          <a:ln w="12700" cap="flat" cmpd="sng">
            <a:solidFill>
              <a:srgbClr val="0000FF"/>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solidFill>
                <a:srgbClr val="0000FF"/>
              </a:solidFill>
              <a:cs typeface="Times New Roman" panose="02020603050405020304" pitchFamily="18" charset="0"/>
            </a:endParaRPr>
          </a:p>
        </p:txBody>
      </p:sp>
      <p:sp>
        <p:nvSpPr>
          <p:cNvPr id="45" name="Text Box 28"/>
          <p:cNvSpPr txBox="1">
            <a:spLocks noChangeArrowheads="1"/>
          </p:cNvSpPr>
          <p:nvPr/>
        </p:nvSpPr>
        <p:spPr bwMode="auto">
          <a:xfrm>
            <a:off x="3644592" y="4132643"/>
            <a:ext cx="569913" cy="375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a:solidFill>
                  <a:schemeClr val="tx1"/>
                </a:solidFill>
                <a:latin typeface="Times New Roman" pitchFamily="18" charset="0"/>
                <a:ea typeface="宋体" charset="-122"/>
              </a:defRPr>
            </a:lvl1pPr>
            <a:lvl2pPr marL="742950" indent="-285750" eaLnBrk="0" hangingPunct="0">
              <a:defRPr kumimoji="1" sz="2800">
                <a:solidFill>
                  <a:schemeClr val="tx1"/>
                </a:solidFill>
                <a:latin typeface="Times New Roman" pitchFamily="18" charset="0"/>
                <a:ea typeface="宋体" charset="-122"/>
              </a:defRPr>
            </a:lvl2pPr>
            <a:lvl3pPr marL="1143000" indent="-228600" eaLnBrk="0" hangingPunct="0">
              <a:defRPr kumimoji="1" sz="2800">
                <a:solidFill>
                  <a:schemeClr val="tx1"/>
                </a:solidFill>
                <a:latin typeface="Times New Roman" pitchFamily="18" charset="0"/>
                <a:ea typeface="宋体" charset="-122"/>
              </a:defRPr>
            </a:lvl3pPr>
            <a:lvl4pPr marL="1600200" indent="-228600" eaLnBrk="0" hangingPunct="0">
              <a:defRPr kumimoji="1" sz="2800">
                <a:solidFill>
                  <a:schemeClr val="tx1"/>
                </a:solidFill>
                <a:latin typeface="Times New Roman" pitchFamily="18" charset="0"/>
                <a:ea typeface="宋体" charset="-122"/>
              </a:defRPr>
            </a:lvl4pPr>
            <a:lvl5pPr marL="2057400" indent="-228600" eaLnBrk="0" hangingPunct="0">
              <a:defRPr kumimoji="1" sz="2800">
                <a:solidFill>
                  <a:schemeClr val="tx1"/>
                </a:solidFill>
                <a:latin typeface="Times New Roman" pitchFamily="18" charset="0"/>
                <a:ea typeface="宋体" charset="-122"/>
              </a:defRPr>
            </a:lvl5pPr>
            <a:lvl6pPr marL="2514600" indent="-228600" eaLnBrk="0" fontAlgn="base" hangingPunct="0">
              <a:spcBef>
                <a:spcPct val="50000"/>
              </a:spcBef>
              <a:spcAft>
                <a:spcPct val="0"/>
              </a:spcAft>
              <a:defRPr kumimoji="1" sz="2800">
                <a:solidFill>
                  <a:schemeClr val="tx1"/>
                </a:solidFill>
                <a:latin typeface="Times New Roman" pitchFamily="18" charset="0"/>
                <a:ea typeface="宋体" charset="-122"/>
              </a:defRPr>
            </a:lvl6pPr>
            <a:lvl7pPr marL="2971800" indent="-228600" eaLnBrk="0" fontAlgn="base" hangingPunct="0">
              <a:spcBef>
                <a:spcPct val="50000"/>
              </a:spcBef>
              <a:spcAft>
                <a:spcPct val="0"/>
              </a:spcAft>
              <a:defRPr kumimoji="1" sz="2800">
                <a:solidFill>
                  <a:schemeClr val="tx1"/>
                </a:solidFill>
                <a:latin typeface="Times New Roman" pitchFamily="18" charset="0"/>
                <a:ea typeface="宋体" charset="-122"/>
              </a:defRPr>
            </a:lvl7pPr>
            <a:lvl8pPr marL="3429000" indent="-228600" eaLnBrk="0" fontAlgn="base" hangingPunct="0">
              <a:spcBef>
                <a:spcPct val="50000"/>
              </a:spcBef>
              <a:spcAft>
                <a:spcPct val="0"/>
              </a:spcAft>
              <a:defRPr kumimoji="1" sz="2800">
                <a:solidFill>
                  <a:schemeClr val="tx1"/>
                </a:solidFill>
                <a:latin typeface="Times New Roman" pitchFamily="18" charset="0"/>
                <a:ea typeface="宋体" charset="-122"/>
              </a:defRPr>
            </a:lvl8pPr>
            <a:lvl9pPr marL="3886200" indent="-228600" eaLnBrk="0" fontAlgn="base" hangingPunct="0">
              <a:spcBef>
                <a:spcPct val="50000"/>
              </a:spcBef>
              <a:spcAft>
                <a:spcPct val="0"/>
              </a:spcAft>
              <a:defRPr kumimoji="1" sz="2800">
                <a:solidFill>
                  <a:schemeClr val="tx1"/>
                </a:solidFill>
                <a:latin typeface="Times New Roman" pitchFamily="18" charset="0"/>
                <a:ea typeface="宋体" charset="-122"/>
              </a:defRPr>
            </a:lvl9pPr>
          </a:lstStyle>
          <a:p>
            <a:pPr eaLnBrk="1" hangingPunct="1"/>
            <a:r>
              <a:rPr lang="en-US" altLang="zh-CN" sz="1600" b="1">
                <a:solidFill>
                  <a:srgbClr val="0000FF"/>
                </a:solidFill>
                <a:cs typeface="Times New Roman" panose="02020603050405020304" pitchFamily="18" charset="0"/>
              </a:rPr>
              <a:t>0.3</a:t>
            </a:r>
          </a:p>
        </p:txBody>
      </p:sp>
      <p:sp>
        <p:nvSpPr>
          <p:cNvPr id="46" name="Text Box 29"/>
          <p:cNvSpPr txBox="1">
            <a:spLocks noChangeArrowheads="1"/>
          </p:cNvSpPr>
          <p:nvPr/>
        </p:nvSpPr>
        <p:spPr bwMode="auto">
          <a:xfrm>
            <a:off x="5486092" y="4107243"/>
            <a:ext cx="571500" cy="375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a:solidFill>
                  <a:schemeClr val="tx1"/>
                </a:solidFill>
                <a:latin typeface="Times New Roman" pitchFamily="18" charset="0"/>
                <a:ea typeface="宋体" charset="-122"/>
              </a:defRPr>
            </a:lvl1pPr>
            <a:lvl2pPr marL="742950" indent="-285750" eaLnBrk="0" hangingPunct="0">
              <a:defRPr kumimoji="1" sz="2800">
                <a:solidFill>
                  <a:schemeClr val="tx1"/>
                </a:solidFill>
                <a:latin typeface="Times New Roman" pitchFamily="18" charset="0"/>
                <a:ea typeface="宋体" charset="-122"/>
              </a:defRPr>
            </a:lvl2pPr>
            <a:lvl3pPr marL="1143000" indent="-228600" eaLnBrk="0" hangingPunct="0">
              <a:defRPr kumimoji="1" sz="2800">
                <a:solidFill>
                  <a:schemeClr val="tx1"/>
                </a:solidFill>
                <a:latin typeface="Times New Roman" pitchFamily="18" charset="0"/>
                <a:ea typeface="宋体" charset="-122"/>
              </a:defRPr>
            </a:lvl3pPr>
            <a:lvl4pPr marL="1600200" indent="-228600" eaLnBrk="0" hangingPunct="0">
              <a:defRPr kumimoji="1" sz="2800">
                <a:solidFill>
                  <a:schemeClr val="tx1"/>
                </a:solidFill>
                <a:latin typeface="Times New Roman" pitchFamily="18" charset="0"/>
                <a:ea typeface="宋体" charset="-122"/>
              </a:defRPr>
            </a:lvl4pPr>
            <a:lvl5pPr marL="2057400" indent="-228600" eaLnBrk="0" hangingPunct="0">
              <a:defRPr kumimoji="1" sz="2800">
                <a:solidFill>
                  <a:schemeClr val="tx1"/>
                </a:solidFill>
                <a:latin typeface="Times New Roman" pitchFamily="18" charset="0"/>
                <a:ea typeface="宋体" charset="-122"/>
              </a:defRPr>
            </a:lvl5pPr>
            <a:lvl6pPr marL="2514600" indent="-228600" eaLnBrk="0" fontAlgn="base" hangingPunct="0">
              <a:spcBef>
                <a:spcPct val="50000"/>
              </a:spcBef>
              <a:spcAft>
                <a:spcPct val="0"/>
              </a:spcAft>
              <a:defRPr kumimoji="1" sz="2800">
                <a:solidFill>
                  <a:schemeClr val="tx1"/>
                </a:solidFill>
                <a:latin typeface="Times New Roman" pitchFamily="18" charset="0"/>
                <a:ea typeface="宋体" charset="-122"/>
              </a:defRPr>
            </a:lvl6pPr>
            <a:lvl7pPr marL="2971800" indent="-228600" eaLnBrk="0" fontAlgn="base" hangingPunct="0">
              <a:spcBef>
                <a:spcPct val="50000"/>
              </a:spcBef>
              <a:spcAft>
                <a:spcPct val="0"/>
              </a:spcAft>
              <a:defRPr kumimoji="1" sz="2800">
                <a:solidFill>
                  <a:schemeClr val="tx1"/>
                </a:solidFill>
                <a:latin typeface="Times New Roman" pitchFamily="18" charset="0"/>
                <a:ea typeface="宋体" charset="-122"/>
              </a:defRPr>
            </a:lvl7pPr>
            <a:lvl8pPr marL="3429000" indent="-228600" eaLnBrk="0" fontAlgn="base" hangingPunct="0">
              <a:spcBef>
                <a:spcPct val="50000"/>
              </a:spcBef>
              <a:spcAft>
                <a:spcPct val="0"/>
              </a:spcAft>
              <a:defRPr kumimoji="1" sz="2800">
                <a:solidFill>
                  <a:schemeClr val="tx1"/>
                </a:solidFill>
                <a:latin typeface="Times New Roman" pitchFamily="18" charset="0"/>
                <a:ea typeface="宋体" charset="-122"/>
              </a:defRPr>
            </a:lvl8pPr>
            <a:lvl9pPr marL="3886200" indent="-228600" eaLnBrk="0" fontAlgn="base" hangingPunct="0">
              <a:spcBef>
                <a:spcPct val="50000"/>
              </a:spcBef>
              <a:spcAft>
                <a:spcPct val="0"/>
              </a:spcAft>
              <a:defRPr kumimoji="1" sz="2800">
                <a:solidFill>
                  <a:schemeClr val="tx1"/>
                </a:solidFill>
                <a:latin typeface="Times New Roman" pitchFamily="18" charset="0"/>
                <a:ea typeface="宋体" charset="-122"/>
              </a:defRPr>
            </a:lvl9pPr>
          </a:lstStyle>
          <a:p>
            <a:pPr eaLnBrk="1" hangingPunct="1"/>
            <a:r>
              <a:rPr lang="en-US" altLang="zh-CN" sz="1600" b="1">
                <a:solidFill>
                  <a:srgbClr val="0000FF"/>
                </a:solidFill>
                <a:cs typeface="Times New Roman" panose="02020603050405020304" pitchFamily="18" charset="0"/>
              </a:rPr>
              <a:t>0.3</a:t>
            </a:r>
          </a:p>
        </p:txBody>
      </p:sp>
      <p:sp>
        <p:nvSpPr>
          <p:cNvPr id="47" name="Freeform 30"/>
          <p:cNvSpPr>
            <a:spLocks/>
          </p:cNvSpPr>
          <p:nvPr/>
        </p:nvSpPr>
        <p:spPr bwMode="auto">
          <a:xfrm>
            <a:off x="4089092" y="3689401"/>
            <a:ext cx="1292225" cy="467056"/>
          </a:xfrm>
          <a:custGeom>
            <a:avLst/>
            <a:gdLst>
              <a:gd name="T0" fmla="*/ 0 w 718"/>
              <a:gd name="T1" fmla="*/ 4163 h 224"/>
              <a:gd name="T2" fmla="*/ 85 w 718"/>
              <a:gd name="T3" fmla="*/ 3387 h 224"/>
              <a:gd name="T4" fmla="*/ 219 w 718"/>
              <a:gd name="T5" fmla="*/ 2412 h 224"/>
              <a:gd name="T6" fmla="*/ 393 w 718"/>
              <a:gd name="T7" fmla="*/ 1551 h 224"/>
              <a:gd name="T8" fmla="*/ 604 w 718"/>
              <a:gd name="T9" fmla="*/ 816 h 224"/>
              <a:gd name="T10" fmla="*/ 884 w 718"/>
              <a:gd name="T11" fmla="*/ 333 h 224"/>
              <a:gd name="T12" fmla="*/ 1189 w 718"/>
              <a:gd name="T13" fmla="*/ 0 h 224"/>
              <a:gd name="T14" fmla="*/ 1393 w 718"/>
              <a:gd name="T15" fmla="*/ 38 h 224"/>
              <a:gd name="T16" fmla="*/ 1635 w 718"/>
              <a:gd name="T17" fmla="*/ 218 h 224"/>
              <a:gd name="T18" fmla="*/ 1832 w 718"/>
              <a:gd name="T19" fmla="*/ 597 h 224"/>
              <a:gd name="T20" fmla="*/ 2077 w 718"/>
              <a:gd name="T21" fmla="*/ 1191 h 224"/>
              <a:gd name="T22" fmla="*/ 2271 w 718"/>
              <a:gd name="T23" fmla="*/ 2009 h 224"/>
              <a:gd name="T24" fmla="*/ 2442 w 718"/>
              <a:gd name="T25" fmla="*/ 2740 h 224"/>
              <a:gd name="T26" fmla="*/ 2519 w 718"/>
              <a:gd name="T27" fmla="*/ 3186 h 22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connsiteX0" fmla="*/ 0 w 10000"/>
              <a:gd name="connsiteY0" fmla="*/ 10000 h 10000"/>
              <a:gd name="connsiteX1" fmla="*/ 334 w 10000"/>
              <a:gd name="connsiteY1" fmla="*/ 8125 h 10000"/>
              <a:gd name="connsiteX2" fmla="*/ 864 w 10000"/>
              <a:gd name="connsiteY2" fmla="*/ 5804 h 10000"/>
              <a:gd name="connsiteX3" fmla="*/ 1560 w 10000"/>
              <a:gd name="connsiteY3" fmla="*/ 3750 h 10000"/>
              <a:gd name="connsiteX4" fmla="*/ 2396 w 10000"/>
              <a:gd name="connsiteY4" fmla="*/ 1964 h 10000"/>
              <a:gd name="connsiteX5" fmla="*/ 3510 w 10000"/>
              <a:gd name="connsiteY5" fmla="*/ 804 h 10000"/>
              <a:gd name="connsiteX6" fmla="*/ 4735 w 10000"/>
              <a:gd name="connsiteY6" fmla="*/ 0 h 10000"/>
              <a:gd name="connsiteX7" fmla="*/ 5543 w 10000"/>
              <a:gd name="connsiteY7" fmla="*/ 89 h 10000"/>
              <a:gd name="connsiteX8" fmla="*/ 6490 w 10000"/>
              <a:gd name="connsiteY8" fmla="*/ 536 h 10000"/>
              <a:gd name="connsiteX9" fmla="*/ 7270 w 10000"/>
              <a:gd name="connsiteY9" fmla="*/ 1429 h 10000"/>
              <a:gd name="connsiteX10" fmla="*/ 8245 w 10000"/>
              <a:gd name="connsiteY10" fmla="*/ 2857 h 10000"/>
              <a:gd name="connsiteX11" fmla="*/ 9025 w 10000"/>
              <a:gd name="connsiteY11" fmla="*/ 4821 h 10000"/>
              <a:gd name="connsiteX12" fmla="*/ 9694 w 10000"/>
              <a:gd name="connsiteY12" fmla="*/ 6607 h 10000"/>
              <a:gd name="connsiteX13" fmla="*/ 10000 w 10000"/>
              <a:gd name="connsiteY13" fmla="*/ 7679 h 10000"/>
              <a:gd name="connsiteX0" fmla="*/ 0 w 10000"/>
              <a:gd name="connsiteY0" fmla="*/ 10000 h 10000"/>
              <a:gd name="connsiteX1" fmla="*/ 334 w 10000"/>
              <a:gd name="connsiteY1" fmla="*/ 8125 h 10000"/>
              <a:gd name="connsiteX2" fmla="*/ 864 w 10000"/>
              <a:gd name="connsiteY2" fmla="*/ 5804 h 10000"/>
              <a:gd name="connsiteX3" fmla="*/ 1560 w 10000"/>
              <a:gd name="connsiteY3" fmla="*/ 3750 h 10000"/>
              <a:gd name="connsiteX4" fmla="*/ 2396 w 10000"/>
              <a:gd name="connsiteY4" fmla="*/ 1964 h 10000"/>
              <a:gd name="connsiteX5" fmla="*/ 3510 w 10000"/>
              <a:gd name="connsiteY5" fmla="*/ 804 h 10000"/>
              <a:gd name="connsiteX6" fmla="*/ 4735 w 10000"/>
              <a:gd name="connsiteY6" fmla="*/ 0 h 10000"/>
              <a:gd name="connsiteX7" fmla="*/ 5543 w 10000"/>
              <a:gd name="connsiteY7" fmla="*/ 89 h 10000"/>
              <a:gd name="connsiteX8" fmla="*/ 6490 w 10000"/>
              <a:gd name="connsiteY8" fmla="*/ 536 h 10000"/>
              <a:gd name="connsiteX9" fmla="*/ 7270 w 10000"/>
              <a:gd name="connsiteY9" fmla="*/ 1429 h 10000"/>
              <a:gd name="connsiteX10" fmla="*/ 8245 w 10000"/>
              <a:gd name="connsiteY10" fmla="*/ 2857 h 10000"/>
              <a:gd name="connsiteX11" fmla="*/ 9025 w 10000"/>
              <a:gd name="connsiteY11" fmla="*/ 4821 h 10000"/>
              <a:gd name="connsiteX12" fmla="*/ 9694 w 10000"/>
              <a:gd name="connsiteY12" fmla="*/ 6607 h 10000"/>
              <a:gd name="connsiteX13" fmla="*/ 10000 w 10000"/>
              <a:gd name="connsiteY13" fmla="*/ 7679 h 10000"/>
              <a:gd name="connsiteX0" fmla="*/ 0 w 10000"/>
              <a:gd name="connsiteY0" fmla="*/ 10000 h 10000"/>
              <a:gd name="connsiteX1" fmla="*/ 334 w 10000"/>
              <a:gd name="connsiteY1" fmla="*/ 8125 h 10000"/>
              <a:gd name="connsiteX2" fmla="*/ 864 w 10000"/>
              <a:gd name="connsiteY2" fmla="*/ 5804 h 10000"/>
              <a:gd name="connsiteX3" fmla="*/ 1560 w 10000"/>
              <a:gd name="connsiteY3" fmla="*/ 3750 h 10000"/>
              <a:gd name="connsiteX4" fmla="*/ 2396 w 10000"/>
              <a:gd name="connsiteY4" fmla="*/ 1964 h 10000"/>
              <a:gd name="connsiteX5" fmla="*/ 3510 w 10000"/>
              <a:gd name="connsiteY5" fmla="*/ 804 h 10000"/>
              <a:gd name="connsiteX6" fmla="*/ 4569 w 10000"/>
              <a:gd name="connsiteY6" fmla="*/ 0 h 10000"/>
              <a:gd name="connsiteX7" fmla="*/ 5543 w 10000"/>
              <a:gd name="connsiteY7" fmla="*/ 89 h 10000"/>
              <a:gd name="connsiteX8" fmla="*/ 6490 w 10000"/>
              <a:gd name="connsiteY8" fmla="*/ 536 h 10000"/>
              <a:gd name="connsiteX9" fmla="*/ 7270 w 10000"/>
              <a:gd name="connsiteY9" fmla="*/ 1429 h 10000"/>
              <a:gd name="connsiteX10" fmla="*/ 8245 w 10000"/>
              <a:gd name="connsiteY10" fmla="*/ 2857 h 10000"/>
              <a:gd name="connsiteX11" fmla="*/ 9025 w 10000"/>
              <a:gd name="connsiteY11" fmla="*/ 4821 h 10000"/>
              <a:gd name="connsiteX12" fmla="*/ 9694 w 10000"/>
              <a:gd name="connsiteY12" fmla="*/ 6607 h 10000"/>
              <a:gd name="connsiteX13" fmla="*/ 10000 w 10000"/>
              <a:gd name="connsiteY13" fmla="*/ 7679 h 10000"/>
              <a:gd name="connsiteX0" fmla="*/ 0 w 10000"/>
              <a:gd name="connsiteY0" fmla="*/ 9911 h 9911"/>
              <a:gd name="connsiteX1" fmla="*/ 334 w 10000"/>
              <a:gd name="connsiteY1" fmla="*/ 8036 h 9911"/>
              <a:gd name="connsiteX2" fmla="*/ 864 w 10000"/>
              <a:gd name="connsiteY2" fmla="*/ 5715 h 9911"/>
              <a:gd name="connsiteX3" fmla="*/ 1560 w 10000"/>
              <a:gd name="connsiteY3" fmla="*/ 3661 h 9911"/>
              <a:gd name="connsiteX4" fmla="*/ 2396 w 10000"/>
              <a:gd name="connsiteY4" fmla="*/ 1875 h 9911"/>
              <a:gd name="connsiteX5" fmla="*/ 3510 w 10000"/>
              <a:gd name="connsiteY5" fmla="*/ 715 h 9911"/>
              <a:gd name="connsiteX6" fmla="*/ 4458 w 10000"/>
              <a:gd name="connsiteY6" fmla="*/ 111 h 9911"/>
              <a:gd name="connsiteX7" fmla="*/ 5543 w 10000"/>
              <a:gd name="connsiteY7" fmla="*/ 0 h 9911"/>
              <a:gd name="connsiteX8" fmla="*/ 6490 w 10000"/>
              <a:gd name="connsiteY8" fmla="*/ 447 h 9911"/>
              <a:gd name="connsiteX9" fmla="*/ 7270 w 10000"/>
              <a:gd name="connsiteY9" fmla="*/ 1340 h 9911"/>
              <a:gd name="connsiteX10" fmla="*/ 8245 w 10000"/>
              <a:gd name="connsiteY10" fmla="*/ 2768 h 9911"/>
              <a:gd name="connsiteX11" fmla="*/ 9025 w 10000"/>
              <a:gd name="connsiteY11" fmla="*/ 4732 h 9911"/>
              <a:gd name="connsiteX12" fmla="*/ 9694 w 10000"/>
              <a:gd name="connsiteY12" fmla="*/ 6518 h 9911"/>
              <a:gd name="connsiteX13" fmla="*/ 10000 w 10000"/>
              <a:gd name="connsiteY13" fmla="*/ 7590 h 9911"/>
              <a:gd name="connsiteX0" fmla="*/ 0 w 10000"/>
              <a:gd name="connsiteY0" fmla="*/ 10000 h 10000"/>
              <a:gd name="connsiteX1" fmla="*/ 334 w 10000"/>
              <a:gd name="connsiteY1" fmla="*/ 8108 h 10000"/>
              <a:gd name="connsiteX2" fmla="*/ 864 w 10000"/>
              <a:gd name="connsiteY2" fmla="*/ 5766 h 10000"/>
              <a:gd name="connsiteX3" fmla="*/ 1560 w 10000"/>
              <a:gd name="connsiteY3" fmla="*/ 3694 h 10000"/>
              <a:gd name="connsiteX4" fmla="*/ 2396 w 10000"/>
              <a:gd name="connsiteY4" fmla="*/ 1892 h 10000"/>
              <a:gd name="connsiteX5" fmla="*/ 3510 w 10000"/>
              <a:gd name="connsiteY5" fmla="*/ 721 h 10000"/>
              <a:gd name="connsiteX6" fmla="*/ 4458 w 10000"/>
              <a:gd name="connsiteY6" fmla="*/ 112 h 10000"/>
              <a:gd name="connsiteX7" fmla="*/ 5543 w 10000"/>
              <a:gd name="connsiteY7" fmla="*/ 0 h 10000"/>
              <a:gd name="connsiteX8" fmla="*/ 6490 w 10000"/>
              <a:gd name="connsiteY8" fmla="*/ 451 h 10000"/>
              <a:gd name="connsiteX9" fmla="*/ 7270 w 10000"/>
              <a:gd name="connsiteY9" fmla="*/ 1352 h 10000"/>
              <a:gd name="connsiteX10" fmla="*/ 8245 w 10000"/>
              <a:gd name="connsiteY10" fmla="*/ 2793 h 10000"/>
              <a:gd name="connsiteX11" fmla="*/ 9025 w 10000"/>
              <a:gd name="connsiteY11" fmla="*/ 4774 h 10000"/>
              <a:gd name="connsiteX12" fmla="*/ 9694 w 10000"/>
              <a:gd name="connsiteY12" fmla="*/ 6577 h 10000"/>
              <a:gd name="connsiteX13" fmla="*/ 10000 w 10000"/>
              <a:gd name="connsiteY13" fmla="*/ 7658 h 10000"/>
              <a:gd name="connsiteX0" fmla="*/ 0 w 10000"/>
              <a:gd name="connsiteY0" fmla="*/ 10000 h 10000"/>
              <a:gd name="connsiteX1" fmla="*/ 334 w 10000"/>
              <a:gd name="connsiteY1" fmla="*/ 8108 h 10000"/>
              <a:gd name="connsiteX2" fmla="*/ 864 w 10000"/>
              <a:gd name="connsiteY2" fmla="*/ 5766 h 10000"/>
              <a:gd name="connsiteX3" fmla="*/ 1560 w 10000"/>
              <a:gd name="connsiteY3" fmla="*/ 3694 h 10000"/>
              <a:gd name="connsiteX4" fmla="*/ 2396 w 10000"/>
              <a:gd name="connsiteY4" fmla="*/ 1892 h 10000"/>
              <a:gd name="connsiteX5" fmla="*/ 3510 w 10000"/>
              <a:gd name="connsiteY5" fmla="*/ 721 h 10000"/>
              <a:gd name="connsiteX6" fmla="*/ 4458 w 10000"/>
              <a:gd name="connsiteY6" fmla="*/ 112 h 10000"/>
              <a:gd name="connsiteX7" fmla="*/ 5543 w 10000"/>
              <a:gd name="connsiteY7" fmla="*/ 0 h 10000"/>
              <a:gd name="connsiteX8" fmla="*/ 6490 w 10000"/>
              <a:gd name="connsiteY8" fmla="*/ 451 h 10000"/>
              <a:gd name="connsiteX9" fmla="*/ 7270 w 10000"/>
              <a:gd name="connsiteY9" fmla="*/ 1352 h 10000"/>
              <a:gd name="connsiteX10" fmla="*/ 8245 w 10000"/>
              <a:gd name="connsiteY10" fmla="*/ 2793 h 10000"/>
              <a:gd name="connsiteX11" fmla="*/ 9025 w 10000"/>
              <a:gd name="connsiteY11" fmla="*/ 4774 h 10000"/>
              <a:gd name="connsiteX12" fmla="*/ 9694 w 10000"/>
              <a:gd name="connsiteY12" fmla="*/ 6577 h 10000"/>
              <a:gd name="connsiteX13" fmla="*/ 10000 w 10000"/>
              <a:gd name="connsiteY13" fmla="*/ 7658 h 10000"/>
              <a:gd name="connsiteX0" fmla="*/ 0 w 10000"/>
              <a:gd name="connsiteY0" fmla="*/ 10000 h 10000"/>
              <a:gd name="connsiteX1" fmla="*/ 334 w 10000"/>
              <a:gd name="connsiteY1" fmla="*/ 8108 h 10000"/>
              <a:gd name="connsiteX2" fmla="*/ 864 w 10000"/>
              <a:gd name="connsiteY2" fmla="*/ 5766 h 10000"/>
              <a:gd name="connsiteX3" fmla="*/ 1560 w 10000"/>
              <a:gd name="connsiteY3" fmla="*/ 3694 h 10000"/>
              <a:gd name="connsiteX4" fmla="*/ 2396 w 10000"/>
              <a:gd name="connsiteY4" fmla="*/ 1892 h 10000"/>
              <a:gd name="connsiteX5" fmla="*/ 3510 w 10000"/>
              <a:gd name="connsiteY5" fmla="*/ 721 h 10000"/>
              <a:gd name="connsiteX6" fmla="*/ 4458 w 10000"/>
              <a:gd name="connsiteY6" fmla="*/ 112 h 10000"/>
              <a:gd name="connsiteX7" fmla="*/ 5543 w 10000"/>
              <a:gd name="connsiteY7" fmla="*/ 0 h 10000"/>
              <a:gd name="connsiteX8" fmla="*/ 6490 w 10000"/>
              <a:gd name="connsiteY8" fmla="*/ 451 h 10000"/>
              <a:gd name="connsiteX9" fmla="*/ 7270 w 10000"/>
              <a:gd name="connsiteY9" fmla="*/ 1352 h 10000"/>
              <a:gd name="connsiteX10" fmla="*/ 8245 w 10000"/>
              <a:gd name="connsiteY10" fmla="*/ 3045 h 10000"/>
              <a:gd name="connsiteX11" fmla="*/ 9025 w 10000"/>
              <a:gd name="connsiteY11" fmla="*/ 4774 h 10000"/>
              <a:gd name="connsiteX12" fmla="*/ 9694 w 10000"/>
              <a:gd name="connsiteY12" fmla="*/ 6577 h 10000"/>
              <a:gd name="connsiteX13" fmla="*/ 10000 w 10000"/>
              <a:gd name="connsiteY13" fmla="*/ 7658 h 10000"/>
              <a:gd name="connsiteX0" fmla="*/ 0 w 10000"/>
              <a:gd name="connsiteY0" fmla="*/ 10000 h 10000"/>
              <a:gd name="connsiteX1" fmla="*/ 334 w 10000"/>
              <a:gd name="connsiteY1" fmla="*/ 8108 h 10000"/>
              <a:gd name="connsiteX2" fmla="*/ 864 w 10000"/>
              <a:gd name="connsiteY2" fmla="*/ 5766 h 10000"/>
              <a:gd name="connsiteX3" fmla="*/ 1560 w 10000"/>
              <a:gd name="connsiteY3" fmla="*/ 3694 h 10000"/>
              <a:gd name="connsiteX4" fmla="*/ 2396 w 10000"/>
              <a:gd name="connsiteY4" fmla="*/ 1892 h 10000"/>
              <a:gd name="connsiteX5" fmla="*/ 3510 w 10000"/>
              <a:gd name="connsiteY5" fmla="*/ 721 h 10000"/>
              <a:gd name="connsiteX6" fmla="*/ 4458 w 10000"/>
              <a:gd name="connsiteY6" fmla="*/ 112 h 10000"/>
              <a:gd name="connsiteX7" fmla="*/ 5543 w 10000"/>
              <a:gd name="connsiteY7" fmla="*/ 0 h 10000"/>
              <a:gd name="connsiteX8" fmla="*/ 6490 w 10000"/>
              <a:gd name="connsiteY8" fmla="*/ 451 h 10000"/>
              <a:gd name="connsiteX9" fmla="*/ 7270 w 10000"/>
              <a:gd name="connsiteY9" fmla="*/ 1352 h 10000"/>
              <a:gd name="connsiteX10" fmla="*/ 8245 w 10000"/>
              <a:gd name="connsiteY10" fmla="*/ 3045 h 10000"/>
              <a:gd name="connsiteX11" fmla="*/ 9025 w 10000"/>
              <a:gd name="connsiteY11" fmla="*/ 4774 h 10000"/>
              <a:gd name="connsiteX12" fmla="*/ 9583 w 10000"/>
              <a:gd name="connsiteY12" fmla="*/ 6173 h 10000"/>
              <a:gd name="connsiteX13" fmla="*/ 10000 w 10000"/>
              <a:gd name="connsiteY13" fmla="*/ 7658 h 10000"/>
              <a:gd name="connsiteX0" fmla="*/ 0 w 10000"/>
              <a:gd name="connsiteY0" fmla="*/ 10000 h 10000"/>
              <a:gd name="connsiteX1" fmla="*/ 334 w 10000"/>
              <a:gd name="connsiteY1" fmla="*/ 8108 h 10000"/>
              <a:gd name="connsiteX2" fmla="*/ 864 w 10000"/>
              <a:gd name="connsiteY2" fmla="*/ 5766 h 10000"/>
              <a:gd name="connsiteX3" fmla="*/ 1560 w 10000"/>
              <a:gd name="connsiteY3" fmla="*/ 3694 h 10000"/>
              <a:gd name="connsiteX4" fmla="*/ 2396 w 10000"/>
              <a:gd name="connsiteY4" fmla="*/ 1892 h 10000"/>
              <a:gd name="connsiteX5" fmla="*/ 3510 w 10000"/>
              <a:gd name="connsiteY5" fmla="*/ 721 h 10000"/>
              <a:gd name="connsiteX6" fmla="*/ 4458 w 10000"/>
              <a:gd name="connsiteY6" fmla="*/ 112 h 10000"/>
              <a:gd name="connsiteX7" fmla="*/ 5543 w 10000"/>
              <a:gd name="connsiteY7" fmla="*/ 0 h 10000"/>
              <a:gd name="connsiteX8" fmla="*/ 6490 w 10000"/>
              <a:gd name="connsiteY8" fmla="*/ 653 h 10000"/>
              <a:gd name="connsiteX9" fmla="*/ 7270 w 10000"/>
              <a:gd name="connsiteY9" fmla="*/ 1352 h 10000"/>
              <a:gd name="connsiteX10" fmla="*/ 8245 w 10000"/>
              <a:gd name="connsiteY10" fmla="*/ 3045 h 10000"/>
              <a:gd name="connsiteX11" fmla="*/ 9025 w 10000"/>
              <a:gd name="connsiteY11" fmla="*/ 4774 h 10000"/>
              <a:gd name="connsiteX12" fmla="*/ 9583 w 10000"/>
              <a:gd name="connsiteY12" fmla="*/ 6173 h 10000"/>
              <a:gd name="connsiteX13" fmla="*/ 10000 w 10000"/>
              <a:gd name="connsiteY13" fmla="*/ 7658 h 10000"/>
              <a:gd name="connsiteX0" fmla="*/ 0 w 10000"/>
              <a:gd name="connsiteY0" fmla="*/ 9888 h 9888"/>
              <a:gd name="connsiteX1" fmla="*/ 334 w 10000"/>
              <a:gd name="connsiteY1" fmla="*/ 7996 h 9888"/>
              <a:gd name="connsiteX2" fmla="*/ 864 w 10000"/>
              <a:gd name="connsiteY2" fmla="*/ 5654 h 9888"/>
              <a:gd name="connsiteX3" fmla="*/ 1560 w 10000"/>
              <a:gd name="connsiteY3" fmla="*/ 3582 h 9888"/>
              <a:gd name="connsiteX4" fmla="*/ 2396 w 10000"/>
              <a:gd name="connsiteY4" fmla="*/ 1780 h 9888"/>
              <a:gd name="connsiteX5" fmla="*/ 3510 w 10000"/>
              <a:gd name="connsiteY5" fmla="*/ 609 h 9888"/>
              <a:gd name="connsiteX6" fmla="*/ 4458 w 10000"/>
              <a:gd name="connsiteY6" fmla="*/ 0 h 9888"/>
              <a:gd name="connsiteX7" fmla="*/ 5451 w 10000"/>
              <a:gd name="connsiteY7" fmla="*/ 90 h 9888"/>
              <a:gd name="connsiteX8" fmla="*/ 6490 w 10000"/>
              <a:gd name="connsiteY8" fmla="*/ 541 h 9888"/>
              <a:gd name="connsiteX9" fmla="*/ 7270 w 10000"/>
              <a:gd name="connsiteY9" fmla="*/ 1240 h 9888"/>
              <a:gd name="connsiteX10" fmla="*/ 8245 w 10000"/>
              <a:gd name="connsiteY10" fmla="*/ 2933 h 9888"/>
              <a:gd name="connsiteX11" fmla="*/ 9025 w 10000"/>
              <a:gd name="connsiteY11" fmla="*/ 4662 h 9888"/>
              <a:gd name="connsiteX12" fmla="*/ 9583 w 10000"/>
              <a:gd name="connsiteY12" fmla="*/ 6061 h 9888"/>
              <a:gd name="connsiteX13" fmla="*/ 10000 w 10000"/>
              <a:gd name="connsiteY13" fmla="*/ 7546 h 9888"/>
              <a:gd name="connsiteX0" fmla="*/ 0 w 10000"/>
              <a:gd name="connsiteY0" fmla="*/ 9909 h 9909"/>
              <a:gd name="connsiteX1" fmla="*/ 334 w 10000"/>
              <a:gd name="connsiteY1" fmla="*/ 7996 h 9909"/>
              <a:gd name="connsiteX2" fmla="*/ 864 w 10000"/>
              <a:gd name="connsiteY2" fmla="*/ 5627 h 9909"/>
              <a:gd name="connsiteX3" fmla="*/ 1560 w 10000"/>
              <a:gd name="connsiteY3" fmla="*/ 3532 h 9909"/>
              <a:gd name="connsiteX4" fmla="*/ 2396 w 10000"/>
              <a:gd name="connsiteY4" fmla="*/ 1709 h 9909"/>
              <a:gd name="connsiteX5" fmla="*/ 3510 w 10000"/>
              <a:gd name="connsiteY5" fmla="*/ 525 h 9909"/>
              <a:gd name="connsiteX6" fmla="*/ 4440 w 10000"/>
              <a:gd name="connsiteY6" fmla="*/ 164 h 9909"/>
              <a:gd name="connsiteX7" fmla="*/ 5451 w 10000"/>
              <a:gd name="connsiteY7" fmla="*/ 0 h 9909"/>
              <a:gd name="connsiteX8" fmla="*/ 6490 w 10000"/>
              <a:gd name="connsiteY8" fmla="*/ 456 h 9909"/>
              <a:gd name="connsiteX9" fmla="*/ 7270 w 10000"/>
              <a:gd name="connsiteY9" fmla="*/ 1163 h 9909"/>
              <a:gd name="connsiteX10" fmla="*/ 8245 w 10000"/>
              <a:gd name="connsiteY10" fmla="*/ 2875 h 9909"/>
              <a:gd name="connsiteX11" fmla="*/ 9025 w 10000"/>
              <a:gd name="connsiteY11" fmla="*/ 4624 h 9909"/>
              <a:gd name="connsiteX12" fmla="*/ 9583 w 10000"/>
              <a:gd name="connsiteY12" fmla="*/ 6039 h 9909"/>
              <a:gd name="connsiteX13" fmla="*/ 10000 w 10000"/>
              <a:gd name="connsiteY13" fmla="*/ 7540 h 9909"/>
              <a:gd name="connsiteX0" fmla="*/ 0 w 10000"/>
              <a:gd name="connsiteY0" fmla="*/ 10040 h 10040"/>
              <a:gd name="connsiteX1" fmla="*/ 334 w 10000"/>
              <a:gd name="connsiteY1" fmla="*/ 8109 h 10040"/>
              <a:gd name="connsiteX2" fmla="*/ 864 w 10000"/>
              <a:gd name="connsiteY2" fmla="*/ 5719 h 10040"/>
              <a:gd name="connsiteX3" fmla="*/ 1560 w 10000"/>
              <a:gd name="connsiteY3" fmla="*/ 3604 h 10040"/>
              <a:gd name="connsiteX4" fmla="*/ 2396 w 10000"/>
              <a:gd name="connsiteY4" fmla="*/ 1765 h 10040"/>
              <a:gd name="connsiteX5" fmla="*/ 3510 w 10000"/>
              <a:gd name="connsiteY5" fmla="*/ 570 h 10040"/>
              <a:gd name="connsiteX6" fmla="*/ 4403 w 10000"/>
              <a:gd name="connsiteY6" fmla="*/ 0 h 10040"/>
              <a:gd name="connsiteX7" fmla="*/ 5451 w 10000"/>
              <a:gd name="connsiteY7" fmla="*/ 40 h 10040"/>
              <a:gd name="connsiteX8" fmla="*/ 6490 w 10000"/>
              <a:gd name="connsiteY8" fmla="*/ 500 h 10040"/>
              <a:gd name="connsiteX9" fmla="*/ 7270 w 10000"/>
              <a:gd name="connsiteY9" fmla="*/ 1214 h 10040"/>
              <a:gd name="connsiteX10" fmla="*/ 8245 w 10000"/>
              <a:gd name="connsiteY10" fmla="*/ 2941 h 10040"/>
              <a:gd name="connsiteX11" fmla="*/ 9025 w 10000"/>
              <a:gd name="connsiteY11" fmla="*/ 4706 h 10040"/>
              <a:gd name="connsiteX12" fmla="*/ 9583 w 10000"/>
              <a:gd name="connsiteY12" fmla="*/ 6134 h 10040"/>
              <a:gd name="connsiteX13" fmla="*/ 10000 w 10000"/>
              <a:gd name="connsiteY13" fmla="*/ 7649 h 10040"/>
              <a:gd name="connsiteX0" fmla="*/ 0 w 10000"/>
              <a:gd name="connsiteY0" fmla="*/ 10040 h 10040"/>
              <a:gd name="connsiteX1" fmla="*/ 334 w 10000"/>
              <a:gd name="connsiteY1" fmla="*/ 8109 h 10040"/>
              <a:gd name="connsiteX2" fmla="*/ 864 w 10000"/>
              <a:gd name="connsiteY2" fmla="*/ 5719 h 10040"/>
              <a:gd name="connsiteX3" fmla="*/ 1560 w 10000"/>
              <a:gd name="connsiteY3" fmla="*/ 3604 h 10040"/>
              <a:gd name="connsiteX4" fmla="*/ 2396 w 10000"/>
              <a:gd name="connsiteY4" fmla="*/ 1765 h 10040"/>
              <a:gd name="connsiteX5" fmla="*/ 3252 w 10000"/>
              <a:gd name="connsiteY5" fmla="*/ 879 h 10040"/>
              <a:gd name="connsiteX6" fmla="*/ 4403 w 10000"/>
              <a:gd name="connsiteY6" fmla="*/ 0 h 10040"/>
              <a:gd name="connsiteX7" fmla="*/ 5451 w 10000"/>
              <a:gd name="connsiteY7" fmla="*/ 40 h 10040"/>
              <a:gd name="connsiteX8" fmla="*/ 6490 w 10000"/>
              <a:gd name="connsiteY8" fmla="*/ 500 h 10040"/>
              <a:gd name="connsiteX9" fmla="*/ 7270 w 10000"/>
              <a:gd name="connsiteY9" fmla="*/ 1214 h 10040"/>
              <a:gd name="connsiteX10" fmla="*/ 8245 w 10000"/>
              <a:gd name="connsiteY10" fmla="*/ 2941 h 10040"/>
              <a:gd name="connsiteX11" fmla="*/ 9025 w 10000"/>
              <a:gd name="connsiteY11" fmla="*/ 4706 h 10040"/>
              <a:gd name="connsiteX12" fmla="*/ 9583 w 10000"/>
              <a:gd name="connsiteY12" fmla="*/ 6134 h 10040"/>
              <a:gd name="connsiteX13" fmla="*/ 10000 w 10000"/>
              <a:gd name="connsiteY13" fmla="*/ 7649 h 10040"/>
              <a:gd name="connsiteX0" fmla="*/ 0 w 10000"/>
              <a:gd name="connsiteY0" fmla="*/ 10040 h 10040"/>
              <a:gd name="connsiteX1" fmla="*/ 334 w 10000"/>
              <a:gd name="connsiteY1" fmla="*/ 8109 h 10040"/>
              <a:gd name="connsiteX2" fmla="*/ 864 w 10000"/>
              <a:gd name="connsiteY2" fmla="*/ 5719 h 10040"/>
              <a:gd name="connsiteX3" fmla="*/ 1560 w 10000"/>
              <a:gd name="connsiteY3" fmla="*/ 3604 h 10040"/>
              <a:gd name="connsiteX4" fmla="*/ 2396 w 10000"/>
              <a:gd name="connsiteY4" fmla="*/ 1765 h 10040"/>
              <a:gd name="connsiteX5" fmla="*/ 3252 w 10000"/>
              <a:gd name="connsiteY5" fmla="*/ 879 h 10040"/>
              <a:gd name="connsiteX6" fmla="*/ 4403 w 10000"/>
              <a:gd name="connsiteY6" fmla="*/ 0 h 10040"/>
              <a:gd name="connsiteX7" fmla="*/ 5451 w 10000"/>
              <a:gd name="connsiteY7" fmla="*/ 40 h 10040"/>
              <a:gd name="connsiteX8" fmla="*/ 6490 w 10000"/>
              <a:gd name="connsiteY8" fmla="*/ 500 h 10040"/>
              <a:gd name="connsiteX9" fmla="*/ 7270 w 10000"/>
              <a:gd name="connsiteY9" fmla="*/ 1214 h 10040"/>
              <a:gd name="connsiteX10" fmla="*/ 8245 w 10000"/>
              <a:gd name="connsiteY10" fmla="*/ 2941 h 10040"/>
              <a:gd name="connsiteX11" fmla="*/ 9025 w 10000"/>
              <a:gd name="connsiteY11" fmla="*/ 4706 h 10040"/>
              <a:gd name="connsiteX12" fmla="*/ 9583 w 10000"/>
              <a:gd name="connsiteY12" fmla="*/ 6134 h 10040"/>
              <a:gd name="connsiteX13" fmla="*/ 10000 w 10000"/>
              <a:gd name="connsiteY13" fmla="*/ 7649 h 10040"/>
              <a:gd name="connsiteX0" fmla="*/ 0 w 10000"/>
              <a:gd name="connsiteY0" fmla="*/ 10040 h 10040"/>
              <a:gd name="connsiteX1" fmla="*/ 334 w 10000"/>
              <a:gd name="connsiteY1" fmla="*/ 8109 h 10040"/>
              <a:gd name="connsiteX2" fmla="*/ 864 w 10000"/>
              <a:gd name="connsiteY2" fmla="*/ 5719 h 10040"/>
              <a:gd name="connsiteX3" fmla="*/ 1560 w 10000"/>
              <a:gd name="connsiteY3" fmla="*/ 3604 h 10040"/>
              <a:gd name="connsiteX4" fmla="*/ 2396 w 10000"/>
              <a:gd name="connsiteY4" fmla="*/ 1765 h 10040"/>
              <a:gd name="connsiteX5" fmla="*/ 3252 w 10000"/>
              <a:gd name="connsiteY5" fmla="*/ 879 h 10040"/>
              <a:gd name="connsiteX6" fmla="*/ 4403 w 10000"/>
              <a:gd name="connsiteY6" fmla="*/ 0 h 10040"/>
              <a:gd name="connsiteX7" fmla="*/ 5451 w 10000"/>
              <a:gd name="connsiteY7" fmla="*/ 40 h 10040"/>
              <a:gd name="connsiteX8" fmla="*/ 6490 w 10000"/>
              <a:gd name="connsiteY8" fmla="*/ 500 h 10040"/>
              <a:gd name="connsiteX9" fmla="*/ 7270 w 10000"/>
              <a:gd name="connsiteY9" fmla="*/ 1214 h 10040"/>
              <a:gd name="connsiteX10" fmla="*/ 8245 w 10000"/>
              <a:gd name="connsiteY10" fmla="*/ 2941 h 10040"/>
              <a:gd name="connsiteX11" fmla="*/ 9025 w 10000"/>
              <a:gd name="connsiteY11" fmla="*/ 4706 h 10040"/>
              <a:gd name="connsiteX12" fmla="*/ 9583 w 10000"/>
              <a:gd name="connsiteY12" fmla="*/ 6134 h 10040"/>
              <a:gd name="connsiteX13" fmla="*/ 10000 w 10000"/>
              <a:gd name="connsiteY13" fmla="*/ 7649 h 10040"/>
              <a:gd name="connsiteX0" fmla="*/ 0 w 10000"/>
              <a:gd name="connsiteY0" fmla="*/ 10040 h 10040"/>
              <a:gd name="connsiteX1" fmla="*/ 334 w 10000"/>
              <a:gd name="connsiteY1" fmla="*/ 8109 h 10040"/>
              <a:gd name="connsiteX2" fmla="*/ 864 w 10000"/>
              <a:gd name="connsiteY2" fmla="*/ 5719 h 10040"/>
              <a:gd name="connsiteX3" fmla="*/ 1560 w 10000"/>
              <a:gd name="connsiteY3" fmla="*/ 3604 h 10040"/>
              <a:gd name="connsiteX4" fmla="*/ 2396 w 10000"/>
              <a:gd name="connsiteY4" fmla="*/ 1765 h 10040"/>
              <a:gd name="connsiteX5" fmla="*/ 3307 w 10000"/>
              <a:gd name="connsiteY5" fmla="*/ 725 h 10040"/>
              <a:gd name="connsiteX6" fmla="*/ 4403 w 10000"/>
              <a:gd name="connsiteY6" fmla="*/ 0 h 10040"/>
              <a:gd name="connsiteX7" fmla="*/ 5451 w 10000"/>
              <a:gd name="connsiteY7" fmla="*/ 40 h 10040"/>
              <a:gd name="connsiteX8" fmla="*/ 6490 w 10000"/>
              <a:gd name="connsiteY8" fmla="*/ 500 h 10040"/>
              <a:gd name="connsiteX9" fmla="*/ 7270 w 10000"/>
              <a:gd name="connsiteY9" fmla="*/ 1214 h 10040"/>
              <a:gd name="connsiteX10" fmla="*/ 8245 w 10000"/>
              <a:gd name="connsiteY10" fmla="*/ 2941 h 10040"/>
              <a:gd name="connsiteX11" fmla="*/ 9025 w 10000"/>
              <a:gd name="connsiteY11" fmla="*/ 4706 h 10040"/>
              <a:gd name="connsiteX12" fmla="*/ 9583 w 10000"/>
              <a:gd name="connsiteY12" fmla="*/ 6134 h 10040"/>
              <a:gd name="connsiteX13" fmla="*/ 10000 w 10000"/>
              <a:gd name="connsiteY13" fmla="*/ 7649 h 10040"/>
              <a:gd name="connsiteX0" fmla="*/ 0 w 10000"/>
              <a:gd name="connsiteY0" fmla="*/ 10040 h 10040"/>
              <a:gd name="connsiteX1" fmla="*/ 334 w 10000"/>
              <a:gd name="connsiteY1" fmla="*/ 8109 h 10040"/>
              <a:gd name="connsiteX2" fmla="*/ 864 w 10000"/>
              <a:gd name="connsiteY2" fmla="*/ 5719 h 10040"/>
              <a:gd name="connsiteX3" fmla="*/ 1560 w 10000"/>
              <a:gd name="connsiteY3" fmla="*/ 3604 h 10040"/>
              <a:gd name="connsiteX4" fmla="*/ 2396 w 10000"/>
              <a:gd name="connsiteY4" fmla="*/ 1765 h 10040"/>
              <a:gd name="connsiteX5" fmla="*/ 3307 w 10000"/>
              <a:gd name="connsiteY5" fmla="*/ 725 h 10040"/>
              <a:gd name="connsiteX6" fmla="*/ 4403 w 10000"/>
              <a:gd name="connsiteY6" fmla="*/ 0 h 10040"/>
              <a:gd name="connsiteX7" fmla="*/ 5451 w 10000"/>
              <a:gd name="connsiteY7" fmla="*/ 40 h 10040"/>
              <a:gd name="connsiteX8" fmla="*/ 6490 w 10000"/>
              <a:gd name="connsiteY8" fmla="*/ 500 h 10040"/>
              <a:gd name="connsiteX9" fmla="*/ 7270 w 10000"/>
              <a:gd name="connsiteY9" fmla="*/ 1214 h 10040"/>
              <a:gd name="connsiteX10" fmla="*/ 8245 w 10000"/>
              <a:gd name="connsiteY10" fmla="*/ 2941 h 10040"/>
              <a:gd name="connsiteX11" fmla="*/ 9025 w 10000"/>
              <a:gd name="connsiteY11" fmla="*/ 4706 h 10040"/>
              <a:gd name="connsiteX12" fmla="*/ 9583 w 10000"/>
              <a:gd name="connsiteY12" fmla="*/ 6134 h 10040"/>
              <a:gd name="connsiteX13" fmla="*/ 10000 w 10000"/>
              <a:gd name="connsiteY13" fmla="*/ 7649 h 10040"/>
              <a:gd name="connsiteX0" fmla="*/ 0 w 10000"/>
              <a:gd name="connsiteY0" fmla="*/ 10040 h 10040"/>
              <a:gd name="connsiteX1" fmla="*/ 334 w 10000"/>
              <a:gd name="connsiteY1" fmla="*/ 8109 h 10040"/>
              <a:gd name="connsiteX2" fmla="*/ 864 w 10000"/>
              <a:gd name="connsiteY2" fmla="*/ 5719 h 10040"/>
              <a:gd name="connsiteX3" fmla="*/ 1560 w 10000"/>
              <a:gd name="connsiteY3" fmla="*/ 3604 h 10040"/>
              <a:gd name="connsiteX4" fmla="*/ 2396 w 10000"/>
              <a:gd name="connsiteY4" fmla="*/ 1765 h 10040"/>
              <a:gd name="connsiteX5" fmla="*/ 3307 w 10000"/>
              <a:gd name="connsiteY5" fmla="*/ 725 h 10040"/>
              <a:gd name="connsiteX6" fmla="*/ 4403 w 10000"/>
              <a:gd name="connsiteY6" fmla="*/ 0 h 10040"/>
              <a:gd name="connsiteX7" fmla="*/ 5451 w 10000"/>
              <a:gd name="connsiteY7" fmla="*/ 40 h 10040"/>
              <a:gd name="connsiteX8" fmla="*/ 6490 w 10000"/>
              <a:gd name="connsiteY8" fmla="*/ 500 h 10040"/>
              <a:gd name="connsiteX9" fmla="*/ 7270 w 10000"/>
              <a:gd name="connsiteY9" fmla="*/ 1214 h 10040"/>
              <a:gd name="connsiteX10" fmla="*/ 8245 w 10000"/>
              <a:gd name="connsiteY10" fmla="*/ 2941 h 10040"/>
              <a:gd name="connsiteX11" fmla="*/ 9025 w 10000"/>
              <a:gd name="connsiteY11" fmla="*/ 4706 h 10040"/>
              <a:gd name="connsiteX12" fmla="*/ 9583 w 10000"/>
              <a:gd name="connsiteY12" fmla="*/ 6134 h 10040"/>
              <a:gd name="connsiteX13" fmla="*/ 10000 w 10000"/>
              <a:gd name="connsiteY13" fmla="*/ 7649 h 10040"/>
              <a:gd name="connsiteX0" fmla="*/ 0 w 10000"/>
              <a:gd name="connsiteY0" fmla="*/ 10099 h 10099"/>
              <a:gd name="connsiteX1" fmla="*/ 334 w 10000"/>
              <a:gd name="connsiteY1" fmla="*/ 8168 h 10099"/>
              <a:gd name="connsiteX2" fmla="*/ 864 w 10000"/>
              <a:gd name="connsiteY2" fmla="*/ 5778 h 10099"/>
              <a:gd name="connsiteX3" fmla="*/ 1560 w 10000"/>
              <a:gd name="connsiteY3" fmla="*/ 3663 h 10099"/>
              <a:gd name="connsiteX4" fmla="*/ 2396 w 10000"/>
              <a:gd name="connsiteY4" fmla="*/ 1824 h 10099"/>
              <a:gd name="connsiteX5" fmla="*/ 3307 w 10000"/>
              <a:gd name="connsiteY5" fmla="*/ 784 h 10099"/>
              <a:gd name="connsiteX6" fmla="*/ 4403 w 10000"/>
              <a:gd name="connsiteY6" fmla="*/ 59 h 10099"/>
              <a:gd name="connsiteX7" fmla="*/ 5451 w 10000"/>
              <a:gd name="connsiteY7" fmla="*/ 99 h 10099"/>
              <a:gd name="connsiteX8" fmla="*/ 6490 w 10000"/>
              <a:gd name="connsiteY8" fmla="*/ 559 h 10099"/>
              <a:gd name="connsiteX9" fmla="*/ 7270 w 10000"/>
              <a:gd name="connsiteY9" fmla="*/ 1273 h 10099"/>
              <a:gd name="connsiteX10" fmla="*/ 8245 w 10000"/>
              <a:gd name="connsiteY10" fmla="*/ 3000 h 10099"/>
              <a:gd name="connsiteX11" fmla="*/ 9025 w 10000"/>
              <a:gd name="connsiteY11" fmla="*/ 4765 h 10099"/>
              <a:gd name="connsiteX12" fmla="*/ 9583 w 10000"/>
              <a:gd name="connsiteY12" fmla="*/ 6193 h 10099"/>
              <a:gd name="connsiteX13" fmla="*/ 10000 w 10000"/>
              <a:gd name="connsiteY13" fmla="*/ 7708 h 10099"/>
              <a:gd name="connsiteX0" fmla="*/ 0 w 10000"/>
              <a:gd name="connsiteY0" fmla="*/ 10099 h 10099"/>
              <a:gd name="connsiteX1" fmla="*/ 334 w 10000"/>
              <a:gd name="connsiteY1" fmla="*/ 8168 h 10099"/>
              <a:gd name="connsiteX2" fmla="*/ 864 w 10000"/>
              <a:gd name="connsiteY2" fmla="*/ 5778 h 10099"/>
              <a:gd name="connsiteX3" fmla="*/ 1560 w 10000"/>
              <a:gd name="connsiteY3" fmla="*/ 3663 h 10099"/>
              <a:gd name="connsiteX4" fmla="*/ 2396 w 10000"/>
              <a:gd name="connsiteY4" fmla="*/ 1824 h 10099"/>
              <a:gd name="connsiteX5" fmla="*/ 3307 w 10000"/>
              <a:gd name="connsiteY5" fmla="*/ 784 h 10099"/>
              <a:gd name="connsiteX6" fmla="*/ 4403 w 10000"/>
              <a:gd name="connsiteY6" fmla="*/ 59 h 10099"/>
              <a:gd name="connsiteX7" fmla="*/ 5451 w 10000"/>
              <a:gd name="connsiteY7" fmla="*/ 99 h 10099"/>
              <a:gd name="connsiteX8" fmla="*/ 6490 w 10000"/>
              <a:gd name="connsiteY8" fmla="*/ 559 h 10099"/>
              <a:gd name="connsiteX9" fmla="*/ 7473 w 10000"/>
              <a:gd name="connsiteY9" fmla="*/ 1736 h 10099"/>
              <a:gd name="connsiteX10" fmla="*/ 8245 w 10000"/>
              <a:gd name="connsiteY10" fmla="*/ 3000 h 10099"/>
              <a:gd name="connsiteX11" fmla="*/ 9025 w 10000"/>
              <a:gd name="connsiteY11" fmla="*/ 4765 h 10099"/>
              <a:gd name="connsiteX12" fmla="*/ 9583 w 10000"/>
              <a:gd name="connsiteY12" fmla="*/ 6193 h 10099"/>
              <a:gd name="connsiteX13" fmla="*/ 10000 w 10000"/>
              <a:gd name="connsiteY13" fmla="*/ 7708 h 100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000" h="10099">
                <a:moveTo>
                  <a:pt x="0" y="10099"/>
                </a:moveTo>
                <a:cubicBezTo>
                  <a:pt x="111" y="9455"/>
                  <a:pt x="223" y="8812"/>
                  <a:pt x="334" y="8168"/>
                </a:cubicBezTo>
                <a:lnTo>
                  <a:pt x="864" y="5778"/>
                </a:lnTo>
                <a:cubicBezTo>
                  <a:pt x="1068" y="5027"/>
                  <a:pt x="1305" y="4322"/>
                  <a:pt x="1560" y="3663"/>
                </a:cubicBezTo>
                <a:cubicBezTo>
                  <a:pt x="1815" y="3004"/>
                  <a:pt x="2114" y="2278"/>
                  <a:pt x="2396" y="1824"/>
                </a:cubicBezTo>
                <a:cubicBezTo>
                  <a:pt x="2721" y="1318"/>
                  <a:pt x="2917" y="1121"/>
                  <a:pt x="3307" y="784"/>
                </a:cubicBezTo>
                <a:cubicBezTo>
                  <a:pt x="3697" y="447"/>
                  <a:pt x="4064" y="181"/>
                  <a:pt x="4403" y="59"/>
                </a:cubicBezTo>
                <a:cubicBezTo>
                  <a:pt x="4760" y="-55"/>
                  <a:pt x="5103" y="16"/>
                  <a:pt x="5451" y="99"/>
                </a:cubicBezTo>
                <a:cubicBezTo>
                  <a:pt x="5799" y="182"/>
                  <a:pt x="6187" y="363"/>
                  <a:pt x="6490" y="559"/>
                </a:cubicBezTo>
                <a:cubicBezTo>
                  <a:pt x="6793" y="755"/>
                  <a:pt x="7181" y="1329"/>
                  <a:pt x="7473" y="1736"/>
                </a:cubicBezTo>
                <a:cubicBezTo>
                  <a:pt x="7765" y="2133"/>
                  <a:pt x="7953" y="2419"/>
                  <a:pt x="8245" y="3000"/>
                </a:cubicBezTo>
                <a:cubicBezTo>
                  <a:pt x="8537" y="3583"/>
                  <a:pt x="8784" y="4122"/>
                  <a:pt x="9025" y="4765"/>
                </a:cubicBezTo>
                <a:lnTo>
                  <a:pt x="9583" y="6193"/>
                </a:lnTo>
                <a:lnTo>
                  <a:pt x="10000" y="7708"/>
                </a:lnTo>
              </a:path>
            </a:pathLst>
          </a:custGeom>
          <a:noFill/>
          <a:ln w="12700" cap="flat" cmpd="sng">
            <a:solidFill>
              <a:srgbClr val="0000FF"/>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solidFill>
                <a:srgbClr val="0000FF"/>
              </a:solidFill>
              <a:cs typeface="Times New Roman" panose="02020603050405020304" pitchFamily="18" charset="0"/>
            </a:endParaRPr>
          </a:p>
        </p:txBody>
      </p:sp>
      <p:sp>
        <p:nvSpPr>
          <p:cNvPr id="48" name="Freeform 31"/>
          <p:cNvSpPr>
            <a:spLocks/>
          </p:cNvSpPr>
          <p:nvPr/>
        </p:nvSpPr>
        <p:spPr bwMode="auto">
          <a:xfrm>
            <a:off x="4228792" y="4313618"/>
            <a:ext cx="1138238" cy="185737"/>
          </a:xfrm>
          <a:custGeom>
            <a:avLst/>
            <a:gdLst>
              <a:gd name="T0" fmla="*/ 0 w 632"/>
              <a:gd name="T1" fmla="*/ 758 h 88"/>
              <a:gd name="T2" fmla="*/ 137 w 632"/>
              <a:gd name="T3" fmla="*/ 1100 h 88"/>
              <a:gd name="T4" fmla="*/ 362 w 632"/>
              <a:gd name="T5" fmla="*/ 1310 h 88"/>
              <a:gd name="T6" fmla="*/ 630 w 632"/>
              <a:gd name="T7" fmla="*/ 1488 h 88"/>
              <a:gd name="T8" fmla="*/ 877 w 632"/>
              <a:gd name="T9" fmla="*/ 1520 h 88"/>
              <a:gd name="T10" fmla="*/ 1162 w 632"/>
              <a:gd name="T11" fmla="*/ 1488 h 88"/>
              <a:gd name="T12" fmla="*/ 1468 w 632"/>
              <a:gd name="T13" fmla="*/ 1375 h 88"/>
              <a:gd name="T14" fmla="*/ 1727 w 632"/>
              <a:gd name="T15" fmla="*/ 1211 h 88"/>
              <a:gd name="T16" fmla="*/ 1959 w 632"/>
              <a:gd name="T17" fmla="*/ 937 h 88"/>
              <a:gd name="T18" fmla="*/ 2126 w 632"/>
              <a:gd name="T19" fmla="*/ 476 h 88"/>
              <a:gd name="T20" fmla="*/ 2232 w 632"/>
              <a:gd name="T21" fmla="*/ 0 h 8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connsiteX0" fmla="*/ 0 w 10000"/>
              <a:gd name="connsiteY0" fmla="*/ 5000 h 10000"/>
              <a:gd name="connsiteX1" fmla="*/ 643 w 10000"/>
              <a:gd name="connsiteY1" fmla="*/ 6888 h 10000"/>
              <a:gd name="connsiteX2" fmla="*/ 1614 w 10000"/>
              <a:gd name="connsiteY2" fmla="*/ 8636 h 10000"/>
              <a:gd name="connsiteX3" fmla="*/ 2816 w 10000"/>
              <a:gd name="connsiteY3" fmla="*/ 9773 h 10000"/>
              <a:gd name="connsiteX4" fmla="*/ 3924 w 10000"/>
              <a:gd name="connsiteY4" fmla="*/ 10000 h 10000"/>
              <a:gd name="connsiteX5" fmla="*/ 5222 w 10000"/>
              <a:gd name="connsiteY5" fmla="*/ 9773 h 10000"/>
              <a:gd name="connsiteX6" fmla="*/ 6582 w 10000"/>
              <a:gd name="connsiteY6" fmla="*/ 9091 h 10000"/>
              <a:gd name="connsiteX7" fmla="*/ 7722 w 10000"/>
              <a:gd name="connsiteY7" fmla="*/ 7955 h 10000"/>
              <a:gd name="connsiteX8" fmla="*/ 8766 w 10000"/>
              <a:gd name="connsiteY8" fmla="*/ 6136 h 10000"/>
              <a:gd name="connsiteX9" fmla="*/ 9525 w 10000"/>
              <a:gd name="connsiteY9" fmla="*/ 3182 h 10000"/>
              <a:gd name="connsiteX10" fmla="*/ 10000 w 10000"/>
              <a:gd name="connsiteY10" fmla="*/ 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000" h="10000">
                <a:moveTo>
                  <a:pt x="0" y="5000"/>
                </a:moveTo>
                <a:lnTo>
                  <a:pt x="643" y="6888"/>
                </a:lnTo>
                <a:lnTo>
                  <a:pt x="1614" y="8636"/>
                </a:lnTo>
                <a:lnTo>
                  <a:pt x="2816" y="9773"/>
                </a:lnTo>
                <a:lnTo>
                  <a:pt x="3924" y="10000"/>
                </a:lnTo>
                <a:lnTo>
                  <a:pt x="5222" y="9773"/>
                </a:lnTo>
                <a:lnTo>
                  <a:pt x="6582" y="9091"/>
                </a:lnTo>
                <a:lnTo>
                  <a:pt x="7722" y="7955"/>
                </a:lnTo>
                <a:lnTo>
                  <a:pt x="8766" y="6136"/>
                </a:lnTo>
                <a:lnTo>
                  <a:pt x="9525" y="3182"/>
                </a:lnTo>
                <a:cubicBezTo>
                  <a:pt x="9683" y="2121"/>
                  <a:pt x="9842" y="1061"/>
                  <a:pt x="10000" y="0"/>
                </a:cubicBezTo>
              </a:path>
            </a:pathLst>
          </a:custGeom>
          <a:noFill/>
          <a:ln w="12700" cap="flat" cmpd="sng">
            <a:solidFill>
              <a:srgbClr val="0000FF"/>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solidFill>
                <a:srgbClr val="0000FF"/>
              </a:solidFill>
              <a:cs typeface="Times New Roman" panose="02020603050405020304" pitchFamily="18" charset="0"/>
            </a:endParaRPr>
          </a:p>
        </p:txBody>
      </p:sp>
      <p:sp>
        <p:nvSpPr>
          <p:cNvPr id="49" name="Text Box 32"/>
          <p:cNvSpPr txBox="1">
            <a:spLocks noChangeArrowheads="1"/>
          </p:cNvSpPr>
          <p:nvPr/>
        </p:nvSpPr>
        <p:spPr bwMode="auto">
          <a:xfrm>
            <a:off x="5159067" y="3986593"/>
            <a:ext cx="569913" cy="375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a:solidFill>
                  <a:schemeClr val="tx1"/>
                </a:solidFill>
                <a:latin typeface="Times New Roman" pitchFamily="18" charset="0"/>
                <a:ea typeface="宋体" charset="-122"/>
              </a:defRPr>
            </a:lvl1pPr>
            <a:lvl2pPr marL="742950" indent="-285750" eaLnBrk="0" hangingPunct="0">
              <a:defRPr kumimoji="1" sz="2800">
                <a:solidFill>
                  <a:schemeClr val="tx1"/>
                </a:solidFill>
                <a:latin typeface="Times New Roman" pitchFamily="18" charset="0"/>
                <a:ea typeface="宋体" charset="-122"/>
              </a:defRPr>
            </a:lvl2pPr>
            <a:lvl3pPr marL="1143000" indent="-228600" eaLnBrk="0" hangingPunct="0">
              <a:defRPr kumimoji="1" sz="2800">
                <a:solidFill>
                  <a:schemeClr val="tx1"/>
                </a:solidFill>
                <a:latin typeface="Times New Roman" pitchFamily="18" charset="0"/>
                <a:ea typeface="宋体" charset="-122"/>
              </a:defRPr>
            </a:lvl3pPr>
            <a:lvl4pPr marL="1600200" indent="-228600" eaLnBrk="0" hangingPunct="0">
              <a:defRPr kumimoji="1" sz="2800">
                <a:solidFill>
                  <a:schemeClr val="tx1"/>
                </a:solidFill>
                <a:latin typeface="Times New Roman" pitchFamily="18" charset="0"/>
                <a:ea typeface="宋体" charset="-122"/>
              </a:defRPr>
            </a:lvl4pPr>
            <a:lvl5pPr marL="2057400" indent="-228600" eaLnBrk="0" hangingPunct="0">
              <a:defRPr kumimoji="1" sz="2800">
                <a:solidFill>
                  <a:schemeClr val="tx1"/>
                </a:solidFill>
                <a:latin typeface="Times New Roman" pitchFamily="18" charset="0"/>
                <a:ea typeface="宋体" charset="-122"/>
              </a:defRPr>
            </a:lvl5pPr>
            <a:lvl6pPr marL="2514600" indent="-228600" eaLnBrk="0" fontAlgn="base" hangingPunct="0">
              <a:spcBef>
                <a:spcPct val="50000"/>
              </a:spcBef>
              <a:spcAft>
                <a:spcPct val="0"/>
              </a:spcAft>
              <a:defRPr kumimoji="1" sz="2800">
                <a:solidFill>
                  <a:schemeClr val="tx1"/>
                </a:solidFill>
                <a:latin typeface="Times New Roman" pitchFamily="18" charset="0"/>
                <a:ea typeface="宋体" charset="-122"/>
              </a:defRPr>
            </a:lvl6pPr>
            <a:lvl7pPr marL="2971800" indent="-228600" eaLnBrk="0" fontAlgn="base" hangingPunct="0">
              <a:spcBef>
                <a:spcPct val="50000"/>
              </a:spcBef>
              <a:spcAft>
                <a:spcPct val="0"/>
              </a:spcAft>
              <a:defRPr kumimoji="1" sz="2800">
                <a:solidFill>
                  <a:schemeClr val="tx1"/>
                </a:solidFill>
                <a:latin typeface="Times New Roman" pitchFamily="18" charset="0"/>
                <a:ea typeface="宋体" charset="-122"/>
              </a:defRPr>
            </a:lvl7pPr>
            <a:lvl8pPr marL="3429000" indent="-228600" eaLnBrk="0" fontAlgn="base" hangingPunct="0">
              <a:spcBef>
                <a:spcPct val="50000"/>
              </a:spcBef>
              <a:spcAft>
                <a:spcPct val="0"/>
              </a:spcAft>
              <a:defRPr kumimoji="1" sz="2800">
                <a:solidFill>
                  <a:schemeClr val="tx1"/>
                </a:solidFill>
                <a:latin typeface="Times New Roman" pitchFamily="18" charset="0"/>
                <a:ea typeface="宋体" charset="-122"/>
              </a:defRPr>
            </a:lvl8pPr>
            <a:lvl9pPr marL="3886200" indent="-228600" eaLnBrk="0" fontAlgn="base" hangingPunct="0">
              <a:spcBef>
                <a:spcPct val="50000"/>
              </a:spcBef>
              <a:spcAft>
                <a:spcPct val="0"/>
              </a:spcAft>
              <a:defRPr kumimoji="1" sz="2800">
                <a:solidFill>
                  <a:schemeClr val="tx1"/>
                </a:solidFill>
                <a:latin typeface="Times New Roman" pitchFamily="18" charset="0"/>
                <a:ea typeface="宋体" charset="-122"/>
              </a:defRPr>
            </a:lvl9pPr>
          </a:lstStyle>
          <a:p>
            <a:pPr eaLnBrk="1" hangingPunct="1"/>
            <a:r>
              <a:rPr lang="en-US" altLang="zh-CN" sz="1600" b="1">
                <a:solidFill>
                  <a:srgbClr val="0000FF"/>
                </a:solidFill>
                <a:cs typeface="Times New Roman" panose="02020603050405020304" pitchFamily="18" charset="0"/>
              </a:rPr>
              <a:t>0.5</a:t>
            </a:r>
          </a:p>
        </p:txBody>
      </p:sp>
      <p:sp>
        <p:nvSpPr>
          <p:cNvPr id="50" name="Text Box 33"/>
          <p:cNvSpPr txBox="1">
            <a:spLocks noChangeArrowheads="1"/>
          </p:cNvSpPr>
          <p:nvPr/>
        </p:nvSpPr>
        <p:spPr bwMode="auto">
          <a:xfrm>
            <a:off x="3944630" y="4132643"/>
            <a:ext cx="571500" cy="375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a:solidFill>
                  <a:schemeClr val="tx1"/>
                </a:solidFill>
                <a:latin typeface="Times New Roman" pitchFamily="18" charset="0"/>
                <a:ea typeface="宋体" charset="-122"/>
              </a:defRPr>
            </a:lvl1pPr>
            <a:lvl2pPr marL="742950" indent="-285750" eaLnBrk="0" hangingPunct="0">
              <a:defRPr kumimoji="1" sz="2800">
                <a:solidFill>
                  <a:schemeClr val="tx1"/>
                </a:solidFill>
                <a:latin typeface="Times New Roman" pitchFamily="18" charset="0"/>
                <a:ea typeface="宋体" charset="-122"/>
              </a:defRPr>
            </a:lvl2pPr>
            <a:lvl3pPr marL="1143000" indent="-228600" eaLnBrk="0" hangingPunct="0">
              <a:defRPr kumimoji="1" sz="2800">
                <a:solidFill>
                  <a:schemeClr val="tx1"/>
                </a:solidFill>
                <a:latin typeface="Times New Roman" pitchFamily="18" charset="0"/>
                <a:ea typeface="宋体" charset="-122"/>
              </a:defRPr>
            </a:lvl3pPr>
            <a:lvl4pPr marL="1600200" indent="-228600" eaLnBrk="0" hangingPunct="0">
              <a:defRPr kumimoji="1" sz="2800">
                <a:solidFill>
                  <a:schemeClr val="tx1"/>
                </a:solidFill>
                <a:latin typeface="Times New Roman" pitchFamily="18" charset="0"/>
                <a:ea typeface="宋体" charset="-122"/>
              </a:defRPr>
            </a:lvl4pPr>
            <a:lvl5pPr marL="2057400" indent="-228600" eaLnBrk="0" hangingPunct="0">
              <a:defRPr kumimoji="1" sz="2800">
                <a:solidFill>
                  <a:schemeClr val="tx1"/>
                </a:solidFill>
                <a:latin typeface="Times New Roman" pitchFamily="18" charset="0"/>
                <a:ea typeface="宋体" charset="-122"/>
              </a:defRPr>
            </a:lvl5pPr>
            <a:lvl6pPr marL="2514600" indent="-228600" eaLnBrk="0" fontAlgn="base" hangingPunct="0">
              <a:spcBef>
                <a:spcPct val="50000"/>
              </a:spcBef>
              <a:spcAft>
                <a:spcPct val="0"/>
              </a:spcAft>
              <a:defRPr kumimoji="1" sz="2800">
                <a:solidFill>
                  <a:schemeClr val="tx1"/>
                </a:solidFill>
                <a:latin typeface="Times New Roman" pitchFamily="18" charset="0"/>
                <a:ea typeface="宋体" charset="-122"/>
              </a:defRPr>
            </a:lvl6pPr>
            <a:lvl7pPr marL="2971800" indent="-228600" eaLnBrk="0" fontAlgn="base" hangingPunct="0">
              <a:spcBef>
                <a:spcPct val="50000"/>
              </a:spcBef>
              <a:spcAft>
                <a:spcPct val="0"/>
              </a:spcAft>
              <a:defRPr kumimoji="1" sz="2800">
                <a:solidFill>
                  <a:schemeClr val="tx1"/>
                </a:solidFill>
                <a:latin typeface="Times New Roman" pitchFamily="18" charset="0"/>
                <a:ea typeface="宋体" charset="-122"/>
              </a:defRPr>
            </a:lvl7pPr>
            <a:lvl8pPr marL="3429000" indent="-228600" eaLnBrk="0" fontAlgn="base" hangingPunct="0">
              <a:spcBef>
                <a:spcPct val="50000"/>
              </a:spcBef>
              <a:spcAft>
                <a:spcPct val="0"/>
              </a:spcAft>
              <a:defRPr kumimoji="1" sz="2800">
                <a:solidFill>
                  <a:schemeClr val="tx1"/>
                </a:solidFill>
                <a:latin typeface="Times New Roman" pitchFamily="18" charset="0"/>
                <a:ea typeface="宋体" charset="-122"/>
              </a:defRPr>
            </a:lvl8pPr>
            <a:lvl9pPr marL="3886200" indent="-228600" eaLnBrk="0" fontAlgn="base" hangingPunct="0">
              <a:spcBef>
                <a:spcPct val="50000"/>
              </a:spcBef>
              <a:spcAft>
                <a:spcPct val="0"/>
              </a:spcAft>
              <a:defRPr kumimoji="1" sz="2800">
                <a:solidFill>
                  <a:schemeClr val="tx1"/>
                </a:solidFill>
                <a:latin typeface="Times New Roman" pitchFamily="18" charset="0"/>
                <a:ea typeface="宋体" charset="-122"/>
              </a:defRPr>
            </a:lvl9pPr>
          </a:lstStyle>
          <a:p>
            <a:pPr eaLnBrk="1" hangingPunct="1"/>
            <a:r>
              <a:rPr lang="en-US" altLang="zh-CN" sz="1600" b="1">
                <a:solidFill>
                  <a:srgbClr val="0000FF"/>
                </a:solidFill>
                <a:cs typeface="Times New Roman" panose="02020603050405020304" pitchFamily="18" charset="0"/>
              </a:rPr>
              <a:t>0.5</a:t>
            </a:r>
          </a:p>
        </p:txBody>
      </p:sp>
      <p:sp>
        <p:nvSpPr>
          <p:cNvPr id="51" name="Freeform 34"/>
          <p:cNvSpPr>
            <a:spLocks/>
          </p:cNvSpPr>
          <p:nvPr/>
        </p:nvSpPr>
        <p:spPr bwMode="auto">
          <a:xfrm>
            <a:off x="4312930" y="3796093"/>
            <a:ext cx="809806" cy="199803"/>
          </a:xfrm>
          <a:custGeom>
            <a:avLst/>
            <a:gdLst>
              <a:gd name="T0" fmla="*/ 0 w 462"/>
              <a:gd name="T1" fmla="*/ 1312 h 112"/>
              <a:gd name="T2" fmla="*/ 108 w 462"/>
              <a:gd name="T3" fmla="*/ 871 h 112"/>
              <a:gd name="T4" fmla="*/ 260 w 462"/>
              <a:gd name="T5" fmla="*/ 466 h 112"/>
              <a:gd name="T6" fmla="*/ 436 w 462"/>
              <a:gd name="T7" fmla="*/ 202 h 112"/>
              <a:gd name="T8" fmla="*/ 677 w 462"/>
              <a:gd name="T9" fmla="*/ 37 h 112"/>
              <a:gd name="T10" fmla="*/ 860 w 462"/>
              <a:gd name="T11" fmla="*/ 0 h 112"/>
              <a:gd name="T12" fmla="*/ 1064 w 462"/>
              <a:gd name="T13" fmla="*/ 113 h 112"/>
              <a:gd name="T14" fmla="*/ 1303 w 462"/>
              <a:gd name="T15" fmla="*/ 419 h 112"/>
              <a:gd name="T16" fmla="*/ 1454 w 462"/>
              <a:gd name="T17" fmla="*/ 942 h 112"/>
              <a:gd name="T18" fmla="*/ 1578 w 462"/>
              <a:gd name="T19" fmla="*/ 1591 h 112"/>
              <a:gd name="T20" fmla="*/ 1628 w 462"/>
              <a:gd name="T21" fmla="*/ 1944 h 11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connsiteX0" fmla="*/ 0 w 10000"/>
              <a:gd name="connsiteY0" fmla="*/ 6786 h 10000"/>
              <a:gd name="connsiteX1" fmla="*/ 649 w 10000"/>
              <a:gd name="connsiteY1" fmla="*/ 4464 h 10000"/>
              <a:gd name="connsiteX2" fmla="*/ 1602 w 10000"/>
              <a:gd name="connsiteY2" fmla="*/ 2321 h 10000"/>
              <a:gd name="connsiteX3" fmla="*/ 2684 w 10000"/>
              <a:gd name="connsiteY3" fmla="*/ 1071 h 10000"/>
              <a:gd name="connsiteX4" fmla="*/ 4156 w 10000"/>
              <a:gd name="connsiteY4" fmla="*/ 179 h 10000"/>
              <a:gd name="connsiteX5" fmla="*/ 5281 w 10000"/>
              <a:gd name="connsiteY5" fmla="*/ 0 h 10000"/>
              <a:gd name="connsiteX6" fmla="*/ 6537 w 10000"/>
              <a:gd name="connsiteY6" fmla="*/ 536 h 10000"/>
              <a:gd name="connsiteX7" fmla="*/ 7832 w 10000"/>
              <a:gd name="connsiteY7" fmla="*/ 2143 h 10000"/>
              <a:gd name="connsiteX8" fmla="*/ 8918 w 10000"/>
              <a:gd name="connsiteY8" fmla="*/ 4821 h 10000"/>
              <a:gd name="connsiteX9" fmla="*/ 9697 w 10000"/>
              <a:gd name="connsiteY9" fmla="*/ 8214 h 10000"/>
              <a:gd name="connsiteX10" fmla="*/ 10000 w 10000"/>
              <a:gd name="connsiteY10" fmla="*/ 10000 h 10000"/>
              <a:gd name="connsiteX0" fmla="*/ 0 w 10000"/>
              <a:gd name="connsiteY0" fmla="*/ 6786 h 10000"/>
              <a:gd name="connsiteX1" fmla="*/ 649 w 10000"/>
              <a:gd name="connsiteY1" fmla="*/ 4464 h 10000"/>
              <a:gd name="connsiteX2" fmla="*/ 1602 w 10000"/>
              <a:gd name="connsiteY2" fmla="*/ 2321 h 10000"/>
              <a:gd name="connsiteX3" fmla="*/ 2684 w 10000"/>
              <a:gd name="connsiteY3" fmla="*/ 1071 h 10000"/>
              <a:gd name="connsiteX4" fmla="*/ 4156 w 10000"/>
              <a:gd name="connsiteY4" fmla="*/ 179 h 10000"/>
              <a:gd name="connsiteX5" fmla="*/ 5281 w 10000"/>
              <a:gd name="connsiteY5" fmla="*/ 0 h 10000"/>
              <a:gd name="connsiteX6" fmla="*/ 6537 w 10000"/>
              <a:gd name="connsiteY6" fmla="*/ 536 h 10000"/>
              <a:gd name="connsiteX7" fmla="*/ 7832 w 10000"/>
              <a:gd name="connsiteY7" fmla="*/ 2143 h 10000"/>
              <a:gd name="connsiteX8" fmla="*/ 8918 w 10000"/>
              <a:gd name="connsiteY8" fmla="*/ 4821 h 10000"/>
              <a:gd name="connsiteX9" fmla="*/ 10000 w 10000"/>
              <a:gd name="connsiteY9" fmla="*/ 10000 h 10000"/>
              <a:gd name="connsiteX0" fmla="*/ 0 w 9735"/>
              <a:gd name="connsiteY0" fmla="*/ 6786 h 8447"/>
              <a:gd name="connsiteX1" fmla="*/ 649 w 9735"/>
              <a:gd name="connsiteY1" fmla="*/ 4464 h 8447"/>
              <a:gd name="connsiteX2" fmla="*/ 1602 w 9735"/>
              <a:gd name="connsiteY2" fmla="*/ 2321 h 8447"/>
              <a:gd name="connsiteX3" fmla="*/ 2684 w 9735"/>
              <a:gd name="connsiteY3" fmla="*/ 1071 h 8447"/>
              <a:gd name="connsiteX4" fmla="*/ 4156 w 9735"/>
              <a:gd name="connsiteY4" fmla="*/ 179 h 8447"/>
              <a:gd name="connsiteX5" fmla="*/ 5281 w 9735"/>
              <a:gd name="connsiteY5" fmla="*/ 0 h 8447"/>
              <a:gd name="connsiteX6" fmla="*/ 6537 w 9735"/>
              <a:gd name="connsiteY6" fmla="*/ 536 h 8447"/>
              <a:gd name="connsiteX7" fmla="*/ 7832 w 9735"/>
              <a:gd name="connsiteY7" fmla="*/ 2143 h 8447"/>
              <a:gd name="connsiteX8" fmla="*/ 8918 w 9735"/>
              <a:gd name="connsiteY8" fmla="*/ 4821 h 8447"/>
              <a:gd name="connsiteX9" fmla="*/ 9735 w 9735"/>
              <a:gd name="connsiteY9" fmla="*/ 8447 h 8447"/>
              <a:gd name="connsiteX0" fmla="*/ 0 w 10000"/>
              <a:gd name="connsiteY0" fmla="*/ 8034 h 10000"/>
              <a:gd name="connsiteX1" fmla="*/ 667 w 10000"/>
              <a:gd name="connsiteY1" fmla="*/ 5285 h 10000"/>
              <a:gd name="connsiteX2" fmla="*/ 1646 w 10000"/>
              <a:gd name="connsiteY2" fmla="*/ 2748 h 10000"/>
              <a:gd name="connsiteX3" fmla="*/ 2757 w 10000"/>
              <a:gd name="connsiteY3" fmla="*/ 1268 h 10000"/>
              <a:gd name="connsiteX4" fmla="*/ 4269 w 10000"/>
              <a:gd name="connsiteY4" fmla="*/ 212 h 10000"/>
              <a:gd name="connsiteX5" fmla="*/ 5425 w 10000"/>
              <a:gd name="connsiteY5" fmla="*/ 0 h 10000"/>
              <a:gd name="connsiteX6" fmla="*/ 6715 w 10000"/>
              <a:gd name="connsiteY6" fmla="*/ 635 h 10000"/>
              <a:gd name="connsiteX7" fmla="*/ 8045 w 10000"/>
              <a:gd name="connsiteY7" fmla="*/ 2537 h 10000"/>
              <a:gd name="connsiteX8" fmla="*/ 9161 w 10000"/>
              <a:gd name="connsiteY8" fmla="*/ 5707 h 10000"/>
              <a:gd name="connsiteX9" fmla="*/ 10000 w 10000"/>
              <a:gd name="connsiteY9" fmla="*/ 10000 h 10000"/>
              <a:gd name="connsiteX0" fmla="*/ 0 w 10000"/>
              <a:gd name="connsiteY0" fmla="*/ 8034 h 10000"/>
              <a:gd name="connsiteX1" fmla="*/ 667 w 10000"/>
              <a:gd name="connsiteY1" fmla="*/ 5285 h 10000"/>
              <a:gd name="connsiteX2" fmla="*/ 1646 w 10000"/>
              <a:gd name="connsiteY2" fmla="*/ 2748 h 10000"/>
              <a:gd name="connsiteX3" fmla="*/ 2757 w 10000"/>
              <a:gd name="connsiteY3" fmla="*/ 1268 h 10000"/>
              <a:gd name="connsiteX4" fmla="*/ 4269 w 10000"/>
              <a:gd name="connsiteY4" fmla="*/ 212 h 10000"/>
              <a:gd name="connsiteX5" fmla="*/ 5425 w 10000"/>
              <a:gd name="connsiteY5" fmla="*/ 0 h 10000"/>
              <a:gd name="connsiteX6" fmla="*/ 6715 w 10000"/>
              <a:gd name="connsiteY6" fmla="*/ 635 h 10000"/>
              <a:gd name="connsiteX7" fmla="*/ 8045 w 10000"/>
              <a:gd name="connsiteY7" fmla="*/ 2537 h 10000"/>
              <a:gd name="connsiteX8" fmla="*/ 9161 w 10000"/>
              <a:gd name="connsiteY8" fmla="*/ 5707 h 10000"/>
              <a:gd name="connsiteX9" fmla="*/ 10000 w 10000"/>
              <a:gd name="connsiteY9" fmla="*/ 1000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000" h="10000">
                <a:moveTo>
                  <a:pt x="0" y="8034"/>
                </a:moveTo>
                <a:lnTo>
                  <a:pt x="667" y="5285"/>
                </a:lnTo>
                <a:lnTo>
                  <a:pt x="1646" y="2748"/>
                </a:lnTo>
                <a:lnTo>
                  <a:pt x="2757" y="1268"/>
                </a:lnTo>
                <a:lnTo>
                  <a:pt x="4269" y="212"/>
                </a:lnTo>
                <a:lnTo>
                  <a:pt x="5425" y="0"/>
                </a:lnTo>
                <a:lnTo>
                  <a:pt x="6715" y="635"/>
                </a:lnTo>
                <a:cubicBezTo>
                  <a:pt x="7152" y="1058"/>
                  <a:pt x="7637" y="1692"/>
                  <a:pt x="8045" y="2537"/>
                </a:cubicBezTo>
                <a:cubicBezTo>
                  <a:pt x="8453" y="3382"/>
                  <a:pt x="8835" y="4463"/>
                  <a:pt x="9161" y="5707"/>
                </a:cubicBezTo>
                <a:lnTo>
                  <a:pt x="10000" y="10000"/>
                </a:lnTo>
              </a:path>
            </a:pathLst>
          </a:custGeom>
          <a:noFill/>
          <a:ln w="12700" cap="flat" cmpd="sng">
            <a:solidFill>
              <a:srgbClr val="0000FF"/>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solidFill>
                <a:srgbClr val="0000FF"/>
              </a:solidFill>
              <a:cs typeface="Times New Roman" panose="02020603050405020304" pitchFamily="18" charset="0"/>
            </a:endParaRPr>
          </a:p>
        </p:txBody>
      </p:sp>
      <p:sp>
        <p:nvSpPr>
          <p:cNvPr id="52" name="Freeform 35"/>
          <p:cNvSpPr>
            <a:spLocks/>
          </p:cNvSpPr>
          <p:nvPr/>
        </p:nvSpPr>
        <p:spPr bwMode="auto">
          <a:xfrm>
            <a:off x="4312897" y="4187412"/>
            <a:ext cx="770466" cy="155971"/>
          </a:xfrm>
          <a:custGeom>
            <a:avLst/>
            <a:gdLst>
              <a:gd name="T0" fmla="*/ 0 w 450"/>
              <a:gd name="T1" fmla="*/ 0 h 88"/>
              <a:gd name="T2" fmla="*/ 159 w 450"/>
              <a:gd name="T3" fmla="*/ 937 h 88"/>
              <a:gd name="T4" fmla="*/ 436 w 450"/>
              <a:gd name="T5" fmla="*/ 1421 h 88"/>
              <a:gd name="T6" fmla="*/ 835 w 450"/>
              <a:gd name="T7" fmla="*/ 1520 h 88"/>
              <a:gd name="T8" fmla="*/ 1267 w 450"/>
              <a:gd name="T9" fmla="*/ 1246 h 88"/>
              <a:gd name="T10" fmla="*/ 1532 w 450"/>
              <a:gd name="T11" fmla="*/ 719 h 88"/>
              <a:gd name="T12" fmla="*/ 1602 w 450"/>
              <a:gd name="T13" fmla="*/ 455 h 88"/>
              <a:gd name="T14" fmla="*/ 0 60000 65536"/>
              <a:gd name="T15" fmla="*/ 0 60000 65536"/>
              <a:gd name="T16" fmla="*/ 0 60000 65536"/>
              <a:gd name="T17" fmla="*/ 0 60000 65536"/>
              <a:gd name="T18" fmla="*/ 0 60000 65536"/>
              <a:gd name="T19" fmla="*/ 0 60000 65536"/>
              <a:gd name="T20" fmla="*/ 0 60000 65536"/>
              <a:gd name="connsiteX0" fmla="*/ 0 w 10000"/>
              <a:gd name="connsiteY0" fmla="*/ 0 h 10000"/>
              <a:gd name="connsiteX1" fmla="*/ 978 w 10000"/>
              <a:gd name="connsiteY1" fmla="*/ 6136 h 10000"/>
              <a:gd name="connsiteX2" fmla="*/ 2711 w 10000"/>
              <a:gd name="connsiteY2" fmla="*/ 9318 h 10000"/>
              <a:gd name="connsiteX3" fmla="*/ 5200 w 10000"/>
              <a:gd name="connsiteY3" fmla="*/ 10000 h 10000"/>
              <a:gd name="connsiteX4" fmla="*/ 7911 w 10000"/>
              <a:gd name="connsiteY4" fmla="*/ 8182 h 10000"/>
              <a:gd name="connsiteX5" fmla="*/ 9556 w 10000"/>
              <a:gd name="connsiteY5" fmla="*/ 4773 h 10000"/>
              <a:gd name="connsiteX6" fmla="*/ 10000 w 10000"/>
              <a:gd name="connsiteY6" fmla="*/ 2955 h 10000"/>
              <a:gd name="connsiteX0" fmla="*/ 0 w 10000"/>
              <a:gd name="connsiteY0" fmla="*/ 0 h 10064"/>
              <a:gd name="connsiteX1" fmla="*/ 978 w 10000"/>
              <a:gd name="connsiteY1" fmla="*/ 6136 h 10064"/>
              <a:gd name="connsiteX2" fmla="*/ 2711 w 10000"/>
              <a:gd name="connsiteY2" fmla="*/ 9318 h 10064"/>
              <a:gd name="connsiteX3" fmla="*/ 5200 w 10000"/>
              <a:gd name="connsiteY3" fmla="*/ 10000 h 10064"/>
              <a:gd name="connsiteX4" fmla="*/ 7911 w 10000"/>
              <a:gd name="connsiteY4" fmla="*/ 8182 h 10064"/>
              <a:gd name="connsiteX5" fmla="*/ 9556 w 10000"/>
              <a:gd name="connsiteY5" fmla="*/ 4773 h 10064"/>
              <a:gd name="connsiteX6" fmla="*/ 10000 w 10000"/>
              <a:gd name="connsiteY6" fmla="*/ 2955 h 10064"/>
              <a:gd name="connsiteX0" fmla="*/ 0 w 9556"/>
              <a:gd name="connsiteY0" fmla="*/ 0 h 10064"/>
              <a:gd name="connsiteX1" fmla="*/ 978 w 9556"/>
              <a:gd name="connsiteY1" fmla="*/ 6136 h 10064"/>
              <a:gd name="connsiteX2" fmla="*/ 2711 w 9556"/>
              <a:gd name="connsiteY2" fmla="*/ 9318 h 10064"/>
              <a:gd name="connsiteX3" fmla="*/ 5200 w 9556"/>
              <a:gd name="connsiteY3" fmla="*/ 10000 h 10064"/>
              <a:gd name="connsiteX4" fmla="*/ 7911 w 9556"/>
              <a:gd name="connsiteY4" fmla="*/ 8182 h 10064"/>
              <a:gd name="connsiteX5" fmla="*/ 9556 w 9556"/>
              <a:gd name="connsiteY5" fmla="*/ 4773 h 10064"/>
              <a:gd name="connsiteX0" fmla="*/ 0 w 10000"/>
              <a:gd name="connsiteY0" fmla="*/ 0 h 10000"/>
              <a:gd name="connsiteX1" fmla="*/ 1023 w 10000"/>
              <a:gd name="connsiteY1" fmla="*/ 6097 h 10000"/>
              <a:gd name="connsiteX2" fmla="*/ 2837 w 10000"/>
              <a:gd name="connsiteY2" fmla="*/ 9259 h 10000"/>
              <a:gd name="connsiteX3" fmla="*/ 5442 w 10000"/>
              <a:gd name="connsiteY3" fmla="*/ 9936 h 10000"/>
              <a:gd name="connsiteX4" fmla="*/ 8279 w 10000"/>
              <a:gd name="connsiteY4" fmla="*/ 8130 h 10000"/>
              <a:gd name="connsiteX5" fmla="*/ 10000 w 10000"/>
              <a:gd name="connsiteY5" fmla="*/ 4743 h 10000"/>
              <a:gd name="connsiteX0" fmla="*/ 0 w 10000"/>
              <a:gd name="connsiteY0" fmla="*/ 0 h 10000"/>
              <a:gd name="connsiteX1" fmla="*/ 1023 w 10000"/>
              <a:gd name="connsiteY1" fmla="*/ 6097 h 10000"/>
              <a:gd name="connsiteX2" fmla="*/ 2837 w 10000"/>
              <a:gd name="connsiteY2" fmla="*/ 9259 h 10000"/>
              <a:gd name="connsiteX3" fmla="*/ 5442 w 10000"/>
              <a:gd name="connsiteY3" fmla="*/ 9936 h 10000"/>
              <a:gd name="connsiteX4" fmla="*/ 8279 w 10000"/>
              <a:gd name="connsiteY4" fmla="*/ 8130 h 10000"/>
              <a:gd name="connsiteX5" fmla="*/ 10000 w 10000"/>
              <a:gd name="connsiteY5" fmla="*/ 4743 h 10000"/>
              <a:gd name="connsiteX0" fmla="*/ 0 w 9939"/>
              <a:gd name="connsiteY0" fmla="*/ 0 h 8344"/>
              <a:gd name="connsiteX1" fmla="*/ 962 w 9939"/>
              <a:gd name="connsiteY1" fmla="*/ 4441 h 8344"/>
              <a:gd name="connsiteX2" fmla="*/ 2776 w 9939"/>
              <a:gd name="connsiteY2" fmla="*/ 7603 h 8344"/>
              <a:gd name="connsiteX3" fmla="*/ 5381 w 9939"/>
              <a:gd name="connsiteY3" fmla="*/ 8280 h 8344"/>
              <a:gd name="connsiteX4" fmla="*/ 8218 w 9939"/>
              <a:gd name="connsiteY4" fmla="*/ 6474 h 8344"/>
              <a:gd name="connsiteX5" fmla="*/ 9939 w 9939"/>
              <a:gd name="connsiteY5" fmla="*/ 3087 h 83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939" h="8344">
                <a:moveTo>
                  <a:pt x="0" y="0"/>
                </a:moveTo>
                <a:cubicBezTo>
                  <a:pt x="341" y="2032"/>
                  <a:pt x="489" y="2898"/>
                  <a:pt x="962" y="4441"/>
                </a:cubicBezTo>
                <a:cubicBezTo>
                  <a:pt x="1435" y="5984"/>
                  <a:pt x="2039" y="6963"/>
                  <a:pt x="2776" y="7603"/>
                </a:cubicBezTo>
                <a:cubicBezTo>
                  <a:pt x="3513" y="8243"/>
                  <a:pt x="4473" y="8468"/>
                  <a:pt x="5381" y="8280"/>
                </a:cubicBezTo>
                <a:cubicBezTo>
                  <a:pt x="6288" y="8092"/>
                  <a:pt x="7458" y="7340"/>
                  <a:pt x="8218" y="6474"/>
                </a:cubicBezTo>
                <a:lnTo>
                  <a:pt x="9939" y="3087"/>
                </a:lnTo>
              </a:path>
            </a:pathLst>
          </a:custGeom>
          <a:noFill/>
          <a:ln w="12700" cap="flat" cmpd="sng">
            <a:solidFill>
              <a:srgbClr val="0000FF"/>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solidFill>
                <a:srgbClr val="0000FF"/>
              </a:solidFill>
              <a:cs typeface="Times New Roman" panose="02020603050405020304" pitchFamily="18" charset="0"/>
            </a:endParaRPr>
          </a:p>
        </p:txBody>
      </p:sp>
      <p:sp>
        <p:nvSpPr>
          <p:cNvPr id="53" name="Text Box 36"/>
          <p:cNvSpPr txBox="1">
            <a:spLocks noChangeArrowheads="1"/>
          </p:cNvSpPr>
          <p:nvPr/>
        </p:nvSpPr>
        <p:spPr bwMode="auto">
          <a:xfrm>
            <a:off x="4062105" y="3938968"/>
            <a:ext cx="571500" cy="375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a:solidFill>
                  <a:schemeClr val="tx1"/>
                </a:solidFill>
                <a:latin typeface="Times New Roman" pitchFamily="18" charset="0"/>
                <a:ea typeface="宋体" charset="-122"/>
              </a:defRPr>
            </a:lvl1pPr>
            <a:lvl2pPr marL="742950" indent="-285750" eaLnBrk="0" hangingPunct="0">
              <a:defRPr kumimoji="1" sz="2800">
                <a:solidFill>
                  <a:schemeClr val="tx1"/>
                </a:solidFill>
                <a:latin typeface="Times New Roman" pitchFamily="18" charset="0"/>
                <a:ea typeface="宋体" charset="-122"/>
              </a:defRPr>
            </a:lvl2pPr>
            <a:lvl3pPr marL="1143000" indent="-228600" eaLnBrk="0" hangingPunct="0">
              <a:defRPr kumimoji="1" sz="2800">
                <a:solidFill>
                  <a:schemeClr val="tx1"/>
                </a:solidFill>
                <a:latin typeface="Times New Roman" pitchFamily="18" charset="0"/>
                <a:ea typeface="宋体" charset="-122"/>
              </a:defRPr>
            </a:lvl3pPr>
            <a:lvl4pPr marL="1600200" indent="-228600" eaLnBrk="0" hangingPunct="0">
              <a:defRPr kumimoji="1" sz="2800">
                <a:solidFill>
                  <a:schemeClr val="tx1"/>
                </a:solidFill>
                <a:latin typeface="Times New Roman" pitchFamily="18" charset="0"/>
                <a:ea typeface="宋体" charset="-122"/>
              </a:defRPr>
            </a:lvl4pPr>
            <a:lvl5pPr marL="2057400" indent="-228600" eaLnBrk="0" hangingPunct="0">
              <a:defRPr kumimoji="1" sz="2800">
                <a:solidFill>
                  <a:schemeClr val="tx1"/>
                </a:solidFill>
                <a:latin typeface="Times New Roman" pitchFamily="18" charset="0"/>
                <a:ea typeface="宋体" charset="-122"/>
              </a:defRPr>
            </a:lvl5pPr>
            <a:lvl6pPr marL="2514600" indent="-228600" eaLnBrk="0" fontAlgn="base" hangingPunct="0">
              <a:spcBef>
                <a:spcPct val="50000"/>
              </a:spcBef>
              <a:spcAft>
                <a:spcPct val="0"/>
              </a:spcAft>
              <a:defRPr kumimoji="1" sz="2800">
                <a:solidFill>
                  <a:schemeClr val="tx1"/>
                </a:solidFill>
                <a:latin typeface="Times New Roman" pitchFamily="18" charset="0"/>
                <a:ea typeface="宋体" charset="-122"/>
              </a:defRPr>
            </a:lvl6pPr>
            <a:lvl7pPr marL="2971800" indent="-228600" eaLnBrk="0" fontAlgn="base" hangingPunct="0">
              <a:spcBef>
                <a:spcPct val="50000"/>
              </a:spcBef>
              <a:spcAft>
                <a:spcPct val="0"/>
              </a:spcAft>
              <a:defRPr kumimoji="1" sz="2800">
                <a:solidFill>
                  <a:schemeClr val="tx1"/>
                </a:solidFill>
                <a:latin typeface="Times New Roman" pitchFamily="18" charset="0"/>
                <a:ea typeface="宋体" charset="-122"/>
              </a:defRPr>
            </a:lvl7pPr>
            <a:lvl8pPr marL="3429000" indent="-228600" eaLnBrk="0" fontAlgn="base" hangingPunct="0">
              <a:spcBef>
                <a:spcPct val="50000"/>
              </a:spcBef>
              <a:spcAft>
                <a:spcPct val="0"/>
              </a:spcAft>
              <a:defRPr kumimoji="1" sz="2800">
                <a:solidFill>
                  <a:schemeClr val="tx1"/>
                </a:solidFill>
                <a:latin typeface="Times New Roman" pitchFamily="18" charset="0"/>
                <a:ea typeface="宋体" charset="-122"/>
              </a:defRPr>
            </a:lvl8pPr>
            <a:lvl9pPr marL="3886200" indent="-228600" eaLnBrk="0" fontAlgn="base" hangingPunct="0">
              <a:spcBef>
                <a:spcPct val="50000"/>
              </a:spcBef>
              <a:spcAft>
                <a:spcPct val="0"/>
              </a:spcAft>
              <a:defRPr kumimoji="1" sz="2800">
                <a:solidFill>
                  <a:schemeClr val="tx1"/>
                </a:solidFill>
                <a:latin typeface="Times New Roman" pitchFamily="18" charset="0"/>
                <a:ea typeface="宋体" charset="-122"/>
              </a:defRPr>
            </a:lvl9pPr>
          </a:lstStyle>
          <a:p>
            <a:pPr eaLnBrk="1" hangingPunct="1"/>
            <a:r>
              <a:rPr lang="en-US" altLang="zh-CN" sz="1600" b="1">
                <a:solidFill>
                  <a:srgbClr val="0000FF"/>
                </a:solidFill>
                <a:cs typeface="Times New Roman" panose="02020603050405020304" pitchFamily="18" charset="0"/>
              </a:rPr>
              <a:t>0.7</a:t>
            </a:r>
          </a:p>
        </p:txBody>
      </p:sp>
      <p:sp>
        <p:nvSpPr>
          <p:cNvPr id="54" name="Text Box 37"/>
          <p:cNvSpPr txBox="1">
            <a:spLocks noChangeArrowheads="1"/>
          </p:cNvSpPr>
          <p:nvPr/>
        </p:nvSpPr>
        <p:spPr bwMode="auto">
          <a:xfrm>
            <a:off x="4913005" y="3945318"/>
            <a:ext cx="571500" cy="375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a:solidFill>
                  <a:schemeClr val="tx1"/>
                </a:solidFill>
                <a:latin typeface="Times New Roman" pitchFamily="18" charset="0"/>
                <a:ea typeface="宋体" charset="-122"/>
              </a:defRPr>
            </a:lvl1pPr>
            <a:lvl2pPr marL="742950" indent="-285750" eaLnBrk="0" hangingPunct="0">
              <a:defRPr kumimoji="1" sz="2800">
                <a:solidFill>
                  <a:schemeClr val="tx1"/>
                </a:solidFill>
                <a:latin typeface="Times New Roman" pitchFamily="18" charset="0"/>
                <a:ea typeface="宋体" charset="-122"/>
              </a:defRPr>
            </a:lvl2pPr>
            <a:lvl3pPr marL="1143000" indent="-228600" eaLnBrk="0" hangingPunct="0">
              <a:defRPr kumimoji="1" sz="2800">
                <a:solidFill>
                  <a:schemeClr val="tx1"/>
                </a:solidFill>
                <a:latin typeface="Times New Roman" pitchFamily="18" charset="0"/>
                <a:ea typeface="宋体" charset="-122"/>
              </a:defRPr>
            </a:lvl3pPr>
            <a:lvl4pPr marL="1600200" indent="-228600" eaLnBrk="0" hangingPunct="0">
              <a:defRPr kumimoji="1" sz="2800">
                <a:solidFill>
                  <a:schemeClr val="tx1"/>
                </a:solidFill>
                <a:latin typeface="Times New Roman" pitchFamily="18" charset="0"/>
                <a:ea typeface="宋体" charset="-122"/>
              </a:defRPr>
            </a:lvl4pPr>
            <a:lvl5pPr marL="2057400" indent="-228600" eaLnBrk="0" hangingPunct="0">
              <a:defRPr kumimoji="1" sz="2800">
                <a:solidFill>
                  <a:schemeClr val="tx1"/>
                </a:solidFill>
                <a:latin typeface="Times New Roman" pitchFamily="18" charset="0"/>
                <a:ea typeface="宋体" charset="-122"/>
              </a:defRPr>
            </a:lvl5pPr>
            <a:lvl6pPr marL="2514600" indent="-228600" eaLnBrk="0" fontAlgn="base" hangingPunct="0">
              <a:spcBef>
                <a:spcPct val="50000"/>
              </a:spcBef>
              <a:spcAft>
                <a:spcPct val="0"/>
              </a:spcAft>
              <a:defRPr kumimoji="1" sz="2800">
                <a:solidFill>
                  <a:schemeClr val="tx1"/>
                </a:solidFill>
                <a:latin typeface="Times New Roman" pitchFamily="18" charset="0"/>
                <a:ea typeface="宋体" charset="-122"/>
              </a:defRPr>
            </a:lvl6pPr>
            <a:lvl7pPr marL="2971800" indent="-228600" eaLnBrk="0" fontAlgn="base" hangingPunct="0">
              <a:spcBef>
                <a:spcPct val="50000"/>
              </a:spcBef>
              <a:spcAft>
                <a:spcPct val="0"/>
              </a:spcAft>
              <a:defRPr kumimoji="1" sz="2800">
                <a:solidFill>
                  <a:schemeClr val="tx1"/>
                </a:solidFill>
                <a:latin typeface="Times New Roman" pitchFamily="18" charset="0"/>
                <a:ea typeface="宋体" charset="-122"/>
              </a:defRPr>
            </a:lvl7pPr>
            <a:lvl8pPr marL="3429000" indent="-228600" eaLnBrk="0" fontAlgn="base" hangingPunct="0">
              <a:spcBef>
                <a:spcPct val="50000"/>
              </a:spcBef>
              <a:spcAft>
                <a:spcPct val="0"/>
              </a:spcAft>
              <a:defRPr kumimoji="1" sz="2800">
                <a:solidFill>
                  <a:schemeClr val="tx1"/>
                </a:solidFill>
                <a:latin typeface="Times New Roman" pitchFamily="18" charset="0"/>
                <a:ea typeface="宋体" charset="-122"/>
              </a:defRPr>
            </a:lvl8pPr>
            <a:lvl9pPr marL="3886200" indent="-228600" eaLnBrk="0" fontAlgn="base" hangingPunct="0">
              <a:spcBef>
                <a:spcPct val="50000"/>
              </a:spcBef>
              <a:spcAft>
                <a:spcPct val="0"/>
              </a:spcAft>
              <a:defRPr kumimoji="1" sz="2800">
                <a:solidFill>
                  <a:schemeClr val="tx1"/>
                </a:solidFill>
                <a:latin typeface="Times New Roman" pitchFamily="18" charset="0"/>
                <a:ea typeface="宋体" charset="-122"/>
              </a:defRPr>
            </a:lvl9pPr>
          </a:lstStyle>
          <a:p>
            <a:pPr eaLnBrk="1" hangingPunct="1"/>
            <a:r>
              <a:rPr lang="en-US" altLang="zh-CN" sz="1600" b="1">
                <a:solidFill>
                  <a:srgbClr val="0000FF"/>
                </a:solidFill>
                <a:cs typeface="Times New Roman" panose="02020603050405020304" pitchFamily="18" charset="0"/>
              </a:rPr>
              <a:t>0.7</a:t>
            </a:r>
          </a:p>
        </p:txBody>
      </p:sp>
      <p:sp>
        <p:nvSpPr>
          <p:cNvPr id="55" name="Text Box 38"/>
          <p:cNvSpPr txBox="1">
            <a:spLocks noChangeArrowheads="1"/>
          </p:cNvSpPr>
          <p:nvPr/>
        </p:nvSpPr>
        <p:spPr bwMode="auto">
          <a:xfrm>
            <a:off x="4512955" y="4089781"/>
            <a:ext cx="571500" cy="375487"/>
          </a:xfrm>
          <a:prstGeom prst="rect">
            <a:avLst/>
          </a:prstGeom>
          <a:noFill/>
          <a:ln w="127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a:solidFill>
                  <a:schemeClr val="tx1"/>
                </a:solidFill>
                <a:latin typeface="Times New Roman" pitchFamily="18" charset="0"/>
                <a:ea typeface="宋体" charset="-122"/>
              </a:defRPr>
            </a:lvl1pPr>
            <a:lvl2pPr marL="742950" indent="-285750" eaLnBrk="0" hangingPunct="0">
              <a:defRPr kumimoji="1" sz="2800">
                <a:solidFill>
                  <a:schemeClr val="tx1"/>
                </a:solidFill>
                <a:latin typeface="Times New Roman" pitchFamily="18" charset="0"/>
                <a:ea typeface="宋体" charset="-122"/>
              </a:defRPr>
            </a:lvl2pPr>
            <a:lvl3pPr marL="1143000" indent="-228600" eaLnBrk="0" hangingPunct="0">
              <a:defRPr kumimoji="1" sz="2800">
                <a:solidFill>
                  <a:schemeClr val="tx1"/>
                </a:solidFill>
                <a:latin typeface="Times New Roman" pitchFamily="18" charset="0"/>
                <a:ea typeface="宋体" charset="-122"/>
              </a:defRPr>
            </a:lvl3pPr>
            <a:lvl4pPr marL="1600200" indent="-228600" eaLnBrk="0" hangingPunct="0">
              <a:defRPr kumimoji="1" sz="2800">
                <a:solidFill>
                  <a:schemeClr val="tx1"/>
                </a:solidFill>
                <a:latin typeface="Times New Roman" pitchFamily="18" charset="0"/>
                <a:ea typeface="宋体" charset="-122"/>
              </a:defRPr>
            </a:lvl4pPr>
            <a:lvl5pPr marL="2057400" indent="-228600" eaLnBrk="0" hangingPunct="0">
              <a:defRPr kumimoji="1" sz="2800">
                <a:solidFill>
                  <a:schemeClr val="tx1"/>
                </a:solidFill>
                <a:latin typeface="Times New Roman" pitchFamily="18" charset="0"/>
                <a:ea typeface="宋体" charset="-122"/>
              </a:defRPr>
            </a:lvl5pPr>
            <a:lvl6pPr marL="2514600" indent="-228600" eaLnBrk="0" fontAlgn="base" hangingPunct="0">
              <a:spcBef>
                <a:spcPct val="50000"/>
              </a:spcBef>
              <a:spcAft>
                <a:spcPct val="0"/>
              </a:spcAft>
              <a:defRPr kumimoji="1" sz="2800">
                <a:solidFill>
                  <a:schemeClr val="tx1"/>
                </a:solidFill>
                <a:latin typeface="Times New Roman" pitchFamily="18" charset="0"/>
                <a:ea typeface="宋体" charset="-122"/>
              </a:defRPr>
            </a:lvl6pPr>
            <a:lvl7pPr marL="2971800" indent="-228600" eaLnBrk="0" fontAlgn="base" hangingPunct="0">
              <a:spcBef>
                <a:spcPct val="50000"/>
              </a:spcBef>
              <a:spcAft>
                <a:spcPct val="0"/>
              </a:spcAft>
              <a:defRPr kumimoji="1" sz="2800">
                <a:solidFill>
                  <a:schemeClr val="tx1"/>
                </a:solidFill>
                <a:latin typeface="Times New Roman" pitchFamily="18" charset="0"/>
                <a:ea typeface="宋体" charset="-122"/>
              </a:defRPr>
            </a:lvl7pPr>
            <a:lvl8pPr marL="3429000" indent="-228600" eaLnBrk="0" fontAlgn="base" hangingPunct="0">
              <a:spcBef>
                <a:spcPct val="50000"/>
              </a:spcBef>
              <a:spcAft>
                <a:spcPct val="0"/>
              </a:spcAft>
              <a:defRPr kumimoji="1" sz="2800">
                <a:solidFill>
                  <a:schemeClr val="tx1"/>
                </a:solidFill>
                <a:latin typeface="Times New Roman" pitchFamily="18" charset="0"/>
                <a:ea typeface="宋体" charset="-122"/>
              </a:defRPr>
            </a:lvl8pPr>
            <a:lvl9pPr marL="3886200" indent="-228600" eaLnBrk="0" fontAlgn="base" hangingPunct="0">
              <a:spcBef>
                <a:spcPct val="50000"/>
              </a:spcBef>
              <a:spcAft>
                <a:spcPct val="0"/>
              </a:spcAft>
              <a:defRPr kumimoji="1" sz="2800">
                <a:solidFill>
                  <a:schemeClr val="tx1"/>
                </a:solidFill>
                <a:latin typeface="Times New Roman" pitchFamily="18" charset="0"/>
                <a:ea typeface="宋体" charset="-122"/>
              </a:defRPr>
            </a:lvl9pPr>
          </a:lstStyle>
          <a:p>
            <a:pPr eaLnBrk="1" hangingPunct="1"/>
            <a:r>
              <a:rPr lang="en-US" altLang="zh-CN" sz="1600" b="1" dirty="0">
                <a:solidFill>
                  <a:srgbClr val="0000FF"/>
                </a:solidFill>
                <a:cs typeface="Times New Roman" panose="02020603050405020304" pitchFamily="18" charset="0"/>
              </a:rPr>
              <a:t>0.8</a:t>
            </a:r>
          </a:p>
        </p:txBody>
      </p:sp>
      <p:sp>
        <p:nvSpPr>
          <p:cNvPr id="56" name="Freeform 39"/>
          <p:cNvSpPr>
            <a:spLocks/>
          </p:cNvSpPr>
          <p:nvPr/>
        </p:nvSpPr>
        <p:spPr bwMode="auto">
          <a:xfrm>
            <a:off x="4419678" y="3892931"/>
            <a:ext cx="588939" cy="334918"/>
          </a:xfrm>
          <a:custGeom>
            <a:avLst/>
            <a:gdLst>
              <a:gd name="T0" fmla="*/ 366 w 332"/>
              <a:gd name="T1" fmla="*/ 3111 h 173"/>
              <a:gd name="T2" fmla="*/ 326 w 332"/>
              <a:gd name="T3" fmla="*/ 2852 h 173"/>
              <a:gd name="T4" fmla="*/ 85 w 332"/>
              <a:gd name="T5" fmla="*/ 2530 h 173"/>
              <a:gd name="T6" fmla="*/ 26 w 332"/>
              <a:gd name="T7" fmla="*/ 2051 h 173"/>
              <a:gd name="T8" fmla="*/ 16 w 332"/>
              <a:gd name="T9" fmla="*/ 1442 h 173"/>
              <a:gd name="T10" fmla="*/ 123 w 332"/>
              <a:gd name="T11" fmla="*/ 606 h 173"/>
              <a:gd name="T12" fmla="*/ 305 w 332"/>
              <a:gd name="T13" fmla="*/ 174 h 173"/>
              <a:gd name="T14" fmla="*/ 586 w 332"/>
              <a:gd name="T15" fmla="*/ 0 h 173"/>
              <a:gd name="T16" fmla="*/ 849 w 332"/>
              <a:gd name="T17" fmla="*/ 151 h 173"/>
              <a:gd name="T18" fmla="*/ 1034 w 332"/>
              <a:gd name="T19" fmla="*/ 427 h 173"/>
              <a:gd name="T20" fmla="*/ 1139 w 332"/>
              <a:gd name="T21" fmla="*/ 860 h 173"/>
              <a:gd name="T22" fmla="*/ 1180 w 332"/>
              <a:gd name="T23" fmla="*/ 1600 h 173"/>
              <a:gd name="T24" fmla="*/ 1105 w 332"/>
              <a:gd name="T25" fmla="*/ 2265 h 173"/>
              <a:gd name="T26" fmla="*/ 904 w 332"/>
              <a:gd name="T27" fmla="*/ 2807 h 17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connsiteX0" fmla="*/ 2696 w 9878"/>
              <a:gd name="connsiteY0" fmla="*/ 9133 h 9133"/>
              <a:gd name="connsiteX1" fmla="*/ 648 w 9878"/>
              <a:gd name="connsiteY1" fmla="*/ 8092 h 9133"/>
              <a:gd name="connsiteX2" fmla="*/ 166 w 9878"/>
              <a:gd name="connsiteY2" fmla="*/ 6590 h 9133"/>
              <a:gd name="connsiteX3" fmla="*/ 45 w 9878"/>
              <a:gd name="connsiteY3" fmla="*/ 4624 h 9133"/>
              <a:gd name="connsiteX4" fmla="*/ 949 w 9878"/>
              <a:gd name="connsiteY4" fmla="*/ 1965 h 9133"/>
              <a:gd name="connsiteX5" fmla="*/ 2515 w 9878"/>
              <a:gd name="connsiteY5" fmla="*/ 578 h 9133"/>
              <a:gd name="connsiteX6" fmla="*/ 4865 w 9878"/>
              <a:gd name="connsiteY6" fmla="*/ 0 h 9133"/>
              <a:gd name="connsiteX7" fmla="*/ 7094 w 9878"/>
              <a:gd name="connsiteY7" fmla="*/ 462 h 9133"/>
              <a:gd name="connsiteX8" fmla="*/ 8660 w 9878"/>
              <a:gd name="connsiteY8" fmla="*/ 1387 h 9133"/>
              <a:gd name="connsiteX9" fmla="*/ 9564 w 9878"/>
              <a:gd name="connsiteY9" fmla="*/ 2775 h 9133"/>
              <a:gd name="connsiteX10" fmla="*/ 9865 w 9878"/>
              <a:gd name="connsiteY10" fmla="*/ 5087 h 9133"/>
              <a:gd name="connsiteX11" fmla="*/ 9262 w 9878"/>
              <a:gd name="connsiteY11" fmla="*/ 7283 h 9133"/>
              <a:gd name="connsiteX12" fmla="*/ 7576 w 9878"/>
              <a:gd name="connsiteY12" fmla="*/ 9017 h 9133"/>
              <a:gd name="connsiteX0" fmla="*/ 2691 w 9962"/>
              <a:gd name="connsiteY0" fmla="*/ 10000 h 10000"/>
              <a:gd name="connsiteX1" fmla="*/ 618 w 9962"/>
              <a:gd name="connsiteY1" fmla="*/ 8860 h 10000"/>
              <a:gd name="connsiteX2" fmla="*/ 8 w 9962"/>
              <a:gd name="connsiteY2" fmla="*/ 5063 h 10000"/>
              <a:gd name="connsiteX3" fmla="*/ 923 w 9962"/>
              <a:gd name="connsiteY3" fmla="*/ 2152 h 10000"/>
              <a:gd name="connsiteX4" fmla="*/ 2508 w 9962"/>
              <a:gd name="connsiteY4" fmla="*/ 633 h 10000"/>
              <a:gd name="connsiteX5" fmla="*/ 4887 w 9962"/>
              <a:gd name="connsiteY5" fmla="*/ 0 h 10000"/>
              <a:gd name="connsiteX6" fmla="*/ 7144 w 9962"/>
              <a:gd name="connsiteY6" fmla="*/ 506 h 10000"/>
              <a:gd name="connsiteX7" fmla="*/ 8729 w 9962"/>
              <a:gd name="connsiteY7" fmla="*/ 1519 h 10000"/>
              <a:gd name="connsiteX8" fmla="*/ 9644 w 9962"/>
              <a:gd name="connsiteY8" fmla="*/ 3038 h 10000"/>
              <a:gd name="connsiteX9" fmla="*/ 9949 w 9962"/>
              <a:gd name="connsiteY9" fmla="*/ 5570 h 10000"/>
              <a:gd name="connsiteX10" fmla="*/ 9338 w 9962"/>
              <a:gd name="connsiteY10" fmla="*/ 7974 h 10000"/>
              <a:gd name="connsiteX11" fmla="*/ 7632 w 9962"/>
              <a:gd name="connsiteY11" fmla="*/ 9873 h 10000"/>
              <a:gd name="connsiteX0" fmla="*/ 2701 w 10000"/>
              <a:gd name="connsiteY0" fmla="*/ 10000 h 10000"/>
              <a:gd name="connsiteX1" fmla="*/ 620 w 10000"/>
              <a:gd name="connsiteY1" fmla="*/ 8092 h 10000"/>
              <a:gd name="connsiteX2" fmla="*/ 8 w 10000"/>
              <a:gd name="connsiteY2" fmla="*/ 5063 h 10000"/>
              <a:gd name="connsiteX3" fmla="*/ 927 w 10000"/>
              <a:gd name="connsiteY3" fmla="*/ 2152 h 10000"/>
              <a:gd name="connsiteX4" fmla="*/ 2518 w 10000"/>
              <a:gd name="connsiteY4" fmla="*/ 633 h 10000"/>
              <a:gd name="connsiteX5" fmla="*/ 4906 w 10000"/>
              <a:gd name="connsiteY5" fmla="*/ 0 h 10000"/>
              <a:gd name="connsiteX6" fmla="*/ 7171 w 10000"/>
              <a:gd name="connsiteY6" fmla="*/ 506 h 10000"/>
              <a:gd name="connsiteX7" fmla="*/ 8762 w 10000"/>
              <a:gd name="connsiteY7" fmla="*/ 1519 h 10000"/>
              <a:gd name="connsiteX8" fmla="*/ 9681 w 10000"/>
              <a:gd name="connsiteY8" fmla="*/ 3038 h 10000"/>
              <a:gd name="connsiteX9" fmla="*/ 9987 w 10000"/>
              <a:gd name="connsiteY9" fmla="*/ 5570 h 10000"/>
              <a:gd name="connsiteX10" fmla="*/ 9374 w 10000"/>
              <a:gd name="connsiteY10" fmla="*/ 7974 h 10000"/>
              <a:gd name="connsiteX11" fmla="*/ 7661 w 10000"/>
              <a:gd name="connsiteY11" fmla="*/ 9873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000" h="10000">
                <a:moveTo>
                  <a:pt x="2701" y="10000"/>
                </a:moveTo>
                <a:cubicBezTo>
                  <a:pt x="2304" y="9684"/>
                  <a:pt x="1069" y="8915"/>
                  <a:pt x="620" y="8092"/>
                </a:cubicBezTo>
                <a:cubicBezTo>
                  <a:pt x="172" y="7269"/>
                  <a:pt x="-43" y="6053"/>
                  <a:pt x="8" y="5063"/>
                </a:cubicBezTo>
                <a:cubicBezTo>
                  <a:pt x="59" y="4073"/>
                  <a:pt x="498" y="2911"/>
                  <a:pt x="927" y="2152"/>
                </a:cubicBezTo>
                <a:cubicBezTo>
                  <a:pt x="1355" y="1393"/>
                  <a:pt x="1845" y="1013"/>
                  <a:pt x="2518" y="633"/>
                </a:cubicBezTo>
                <a:cubicBezTo>
                  <a:pt x="3191" y="253"/>
                  <a:pt x="4141" y="0"/>
                  <a:pt x="4906" y="0"/>
                </a:cubicBezTo>
                <a:cubicBezTo>
                  <a:pt x="5671" y="0"/>
                  <a:pt x="6528" y="253"/>
                  <a:pt x="7171" y="506"/>
                </a:cubicBezTo>
                <a:cubicBezTo>
                  <a:pt x="7813" y="760"/>
                  <a:pt x="8334" y="1076"/>
                  <a:pt x="8762" y="1519"/>
                </a:cubicBezTo>
                <a:cubicBezTo>
                  <a:pt x="9191" y="1962"/>
                  <a:pt x="9467" y="2342"/>
                  <a:pt x="9681" y="3038"/>
                </a:cubicBezTo>
                <a:cubicBezTo>
                  <a:pt x="9895" y="3734"/>
                  <a:pt x="10048" y="4747"/>
                  <a:pt x="9987" y="5570"/>
                </a:cubicBezTo>
                <a:cubicBezTo>
                  <a:pt x="9926" y="6392"/>
                  <a:pt x="9772" y="7278"/>
                  <a:pt x="9374" y="7974"/>
                </a:cubicBezTo>
                <a:cubicBezTo>
                  <a:pt x="8977" y="8671"/>
                  <a:pt x="8303" y="9240"/>
                  <a:pt x="7661" y="9873"/>
                </a:cubicBezTo>
              </a:path>
            </a:pathLst>
          </a:custGeom>
          <a:noFill/>
          <a:ln w="12700" cap="flat" cmpd="sng">
            <a:solidFill>
              <a:srgbClr val="0000FF"/>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solidFill>
                <a:srgbClr val="0000FF"/>
              </a:solidFill>
              <a:cs typeface="Times New Roman" panose="02020603050405020304" pitchFamily="18" charset="0"/>
            </a:endParaRPr>
          </a:p>
        </p:txBody>
      </p:sp>
      <p:sp>
        <p:nvSpPr>
          <p:cNvPr id="69" name="Text Box 133"/>
          <p:cNvSpPr txBox="1">
            <a:spLocks noChangeArrowheads="1"/>
          </p:cNvSpPr>
          <p:nvPr/>
        </p:nvSpPr>
        <p:spPr bwMode="auto">
          <a:xfrm>
            <a:off x="1980816" y="2839305"/>
            <a:ext cx="373979" cy="3710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1800" b="1" dirty="0">
                <a:solidFill>
                  <a:schemeClr val="tx1"/>
                </a:solidFill>
                <a:latin typeface="Times New Roman" panose="02020603050405020304" pitchFamily="18" charset="0"/>
              </a:rPr>
              <a:t>O</a:t>
            </a:r>
          </a:p>
        </p:txBody>
      </p:sp>
      <p:cxnSp>
        <p:nvCxnSpPr>
          <p:cNvPr id="70" name="直接箭头连接符 69"/>
          <p:cNvCxnSpPr>
            <a:endCxn id="72" idx="13"/>
          </p:cNvCxnSpPr>
          <p:nvPr/>
        </p:nvCxnSpPr>
        <p:spPr bwMode="auto">
          <a:xfrm>
            <a:off x="2388521" y="3089727"/>
            <a:ext cx="1699861" cy="500758"/>
          </a:xfrm>
          <a:prstGeom prst="straightConnector1">
            <a:avLst/>
          </a:prstGeom>
          <a:noFill/>
          <a:ln w="12700" cap="flat" cmpd="sng" algn="ctr">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1" name="直接箭头连接符 70"/>
          <p:cNvCxnSpPr>
            <a:endCxn id="72" idx="0"/>
          </p:cNvCxnSpPr>
          <p:nvPr/>
        </p:nvCxnSpPr>
        <p:spPr bwMode="auto">
          <a:xfrm flipH="1">
            <a:off x="1686272" y="3087382"/>
            <a:ext cx="712631" cy="1538616"/>
          </a:xfrm>
          <a:prstGeom prst="straightConnector1">
            <a:avLst/>
          </a:prstGeom>
          <a:noFill/>
          <a:ln w="12700" cap="flat" cmpd="sng" algn="ctr">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2" name="任意多边形 71"/>
          <p:cNvSpPr/>
          <p:nvPr/>
        </p:nvSpPr>
        <p:spPr bwMode="auto">
          <a:xfrm>
            <a:off x="1686272" y="3590485"/>
            <a:ext cx="2402110" cy="1196990"/>
          </a:xfrm>
          <a:custGeom>
            <a:avLst/>
            <a:gdLst>
              <a:gd name="connsiteX0" fmla="*/ 0 w 3464678"/>
              <a:gd name="connsiteY0" fmla="*/ 1559237 h 1789468"/>
              <a:gd name="connsiteX1" fmla="*/ 224636 w 3464678"/>
              <a:gd name="connsiteY1" fmla="*/ 1646449 h 1789468"/>
              <a:gd name="connsiteX2" fmla="*/ 502127 w 3464678"/>
              <a:gd name="connsiteY2" fmla="*/ 1731018 h 1789468"/>
              <a:gd name="connsiteX3" fmla="*/ 824546 w 3464678"/>
              <a:gd name="connsiteY3" fmla="*/ 1778588 h 1789468"/>
              <a:gd name="connsiteX4" fmla="*/ 1218319 w 3464678"/>
              <a:gd name="connsiteY4" fmla="*/ 1786516 h 1789468"/>
              <a:gd name="connsiteX5" fmla="*/ 1585665 w 3464678"/>
              <a:gd name="connsiteY5" fmla="*/ 1738946 h 1789468"/>
              <a:gd name="connsiteX6" fmla="*/ 1910726 w 3464678"/>
              <a:gd name="connsiteY6" fmla="*/ 1646449 h 1789468"/>
              <a:gd name="connsiteX7" fmla="*/ 2145933 w 3464678"/>
              <a:gd name="connsiteY7" fmla="*/ 1548666 h 1789468"/>
              <a:gd name="connsiteX8" fmla="*/ 2402282 w 3464678"/>
              <a:gd name="connsiteY8" fmla="*/ 1411242 h 1789468"/>
              <a:gd name="connsiteX9" fmla="*/ 2648060 w 3464678"/>
              <a:gd name="connsiteY9" fmla="*/ 1228891 h 1789468"/>
              <a:gd name="connsiteX10" fmla="*/ 2880625 w 3464678"/>
              <a:gd name="connsiteY10" fmla="*/ 1001612 h 1789468"/>
              <a:gd name="connsiteX11" fmla="*/ 3121117 w 3464678"/>
              <a:gd name="connsiteY11" fmla="*/ 713549 h 1789468"/>
              <a:gd name="connsiteX12" fmla="*/ 3282326 w 3464678"/>
              <a:gd name="connsiteY12" fmla="*/ 443986 h 1789468"/>
              <a:gd name="connsiteX13" fmla="*/ 3409180 w 3464678"/>
              <a:gd name="connsiteY13" fmla="*/ 177066 h 1789468"/>
              <a:gd name="connsiteX14" fmla="*/ 3464678 w 3464678"/>
              <a:gd name="connsiteY14" fmla="*/ 0 h 1789468"/>
              <a:gd name="connsiteX0" fmla="*/ 0 w 3409179"/>
              <a:gd name="connsiteY0" fmla="*/ 1382170 h 1612401"/>
              <a:gd name="connsiteX1" fmla="*/ 224636 w 3409179"/>
              <a:gd name="connsiteY1" fmla="*/ 1469382 h 1612401"/>
              <a:gd name="connsiteX2" fmla="*/ 502127 w 3409179"/>
              <a:gd name="connsiteY2" fmla="*/ 1553951 h 1612401"/>
              <a:gd name="connsiteX3" fmla="*/ 824546 w 3409179"/>
              <a:gd name="connsiteY3" fmla="*/ 1601521 h 1612401"/>
              <a:gd name="connsiteX4" fmla="*/ 1218319 w 3409179"/>
              <a:gd name="connsiteY4" fmla="*/ 1609449 h 1612401"/>
              <a:gd name="connsiteX5" fmla="*/ 1585665 w 3409179"/>
              <a:gd name="connsiteY5" fmla="*/ 1561879 h 1612401"/>
              <a:gd name="connsiteX6" fmla="*/ 1910726 w 3409179"/>
              <a:gd name="connsiteY6" fmla="*/ 1469382 h 1612401"/>
              <a:gd name="connsiteX7" fmla="*/ 2145933 w 3409179"/>
              <a:gd name="connsiteY7" fmla="*/ 1371599 h 1612401"/>
              <a:gd name="connsiteX8" fmla="*/ 2402282 w 3409179"/>
              <a:gd name="connsiteY8" fmla="*/ 1234175 h 1612401"/>
              <a:gd name="connsiteX9" fmla="*/ 2648060 w 3409179"/>
              <a:gd name="connsiteY9" fmla="*/ 1051824 h 1612401"/>
              <a:gd name="connsiteX10" fmla="*/ 2880625 w 3409179"/>
              <a:gd name="connsiteY10" fmla="*/ 824545 h 1612401"/>
              <a:gd name="connsiteX11" fmla="*/ 3121117 w 3409179"/>
              <a:gd name="connsiteY11" fmla="*/ 536482 h 1612401"/>
              <a:gd name="connsiteX12" fmla="*/ 3282326 w 3409179"/>
              <a:gd name="connsiteY12" fmla="*/ 266919 h 1612401"/>
              <a:gd name="connsiteX13" fmla="*/ 3409180 w 3409179"/>
              <a:gd name="connsiteY13" fmla="*/ -1 h 1612401"/>
              <a:gd name="connsiteX0" fmla="*/ 0 w 3424888"/>
              <a:gd name="connsiteY0" fmla="*/ 1476417 h 1706648"/>
              <a:gd name="connsiteX1" fmla="*/ 224636 w 3424888"/>
              <a:gd name="connsiteY1" fmla="*/ 1563629 h 1706648"/>
              <a:gd name="connsiteX2" fmla="*/ 502127 w 3424888"/>
              <a:gd name="connsiteY2" fmla="*/ 1648198 h 1706648"/>
              <a:gd name="connsiteX3" fmla="*/ 824546 w 3424888"/>
              <a:gd name="connsiteY3" fmla="*/ 1695768 h 1706648"/>
              <a:gd name="connsiteX4" fmla="*/ 1218319 w 3424888"/>
              <a:gd name="connsiteY4" fmla="*/ 1703696 h 1706648"/>
              <a:gd name="connsiteX5" fmla="*/ 1585665 w 3424888"/>
              <a:gd name="connsiteY5" fmla="*/ 1656126 h 1706648"/>
              <a:gd name="connsiteX6" fmla="*/ 1910726 w 3424888"/>
              <a:gd name="connsiteY6" fmla="*/ 1563629 h 1706648"/>
              <a:gd name="connsiteX7" fmla="*/ 2145933 w 3424888"/>
              <a:gd name="connsiteY7" fmla="*/ 1465846 h 1706648"/>
              <a:gd name="connsiteX8" fmla="*/ 2402282 w 3424888"/>
              <a:gd name="connsiteY8" fmla="*/ 1328422 h 1706648"/>
              <a:gd name="connsiteX9" fmla="*/ 2648060 w 3424888"/>
              <a:gd name="connsiteY9" fmla="*/ 1146071 h 1706648"/>
              <a:gd name="connsiteX10" fmla="*/ 2880625 w 3424888"/>
              <a:gd name="connsiteY10" fmla="*/ 918792 h 1706648"/>
              <a:gd name="connsiteX11" fmla="*/ 3121117 w 3424888"/>
              <a:gd name="connsiteY11" fmla="*/ 630729 h 1706648"/>
              <a:gd name="connsiteX12" fmla="*/ 3282326 w 3424888"/>
              <a:gd name="connsiteY12" fmla="*/ 361166 h 1706648"/>
              <a:gd name="connsiteX13" fmla="*/ 3424888 w 3424888"/>
              <a:gd name="connsiteY13" fmla="*/ 0 h 1706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424888" h="1706648">
                <a:moveTo>
                  <a:pt x="0" y="1476417"/>
                </a:moveTo>
                <a:cubicBezTo>
                  <a:pt x="70474" y="1505708"/>
                  <a:pt x="140948" y="1534999"/>
                  <a:pt x="224636" y="1563629"/>
                </a:cubicBezTo>
                <a:cubicBezTo>
                  <a:pt x="308324" y="1592259"/>
                  <a:pt x="402142" y="1626175"/>
                  <a:pt x="502127" y="1648198"/>
                </a:cubicBezTo>
                <a:cubicBezTo>
                  <a:pt x="602112" y="1670221"/>
                  <a:pt x="705181" y="1686518"/>
                  <a:pt x="824546" y="1695768"/>
                </a:cubicBezTo>
                <a:cubicBezTo>
                  <a:pt x="943911" y="1705018"/>
                  <a:pt x="1091466" y="1710303"/>
                  <a:pt x="1218319" y="1703696"/>
                </a:cubicBezTo>
                <a:cubicBezTo>
                  <a:pt x="1345172" y="1697089"/>
                  <a:pt x="1470264" y="1679470"/>
                  <a:pt x="1585665" y="1656126"/>
                </a:cubicBezTo>
                <a:cubicBezTo>
                  <a:pt x="1701066" y="1632782"/>
                  <a:pt x="1817348" y="1595342"/>
                  <a:pt x="1910726" y="1563629"/>
                </a:cubicBezTo>
                <a:cubicBezTo>
                  <a:pt x="2004104" y="1531916"/>
                  <a:pt x="2064007" y="1505047"/>
                  <a:pt x="2145933" y="1465846"/>
                </a:cubicBezTo>
                <a:cubicBezTo>
                  <a:pt x="2227859" y="1426645"/>
                  <a:pt x="2318594" y="1381718"/>
                  <a:pt x="2402282" y="1328422"/>
                </a:cubicBezTo>
                <a:cubicBezTo>
                  <a:pt x="2485970" y="1275126"/>
                  <a:pt x="2568336" y="1214343"/>
                  <a:pt x="2648060" y="1146071"/>
                </a:cubicBezTo>
                <a:cubicBezTo>
                  <a:pt x="2727784" y="1077799"/>
                  <a:pt x="2801782" y="1004682"/>
                  <a:pt x="2880625" y="918792"/>
                </a:cubicBezTo>
                <a:cubicBezTo>
                  <a:pt x="2959468" y="832902"/>
                  <a:pt x="3054167" y="723667"/>
                  <a:pt x="3121117" y="630729"/>
                </a:cubicBezTo>
                <a:cubicBezTo>
                  <a:pt x="3188067" y="537791"/>
                  <a:pt x="3231698" y="466287"/>
                  <a:pt x="3282326" y="361166"/>
                </a:cubicBezTo>
                <a:cubicBezTo>
                  <a:pt x="3332954" y="256045"/>
                  <a:pt x="3394496" y="73998"/>
                  <a:pt x="3424888" y="0"/>
                </a:cubicBezTo>
              </a:path>
            </a:pathLst>
          </a:custGeom>
          <a:noFill/>
          <a:ln w="28575" cap="flat" cmpd="sng" algn="ctr">
            <a:solidFill>
              <a:srgbClr val="C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Tree>
    <p:extLst>
      <p:ext uri="{BB962C8B-B14F-4D97-AF65-F5344CB8AC3E}">
        <p14:creationId xmlns:p14="http://schemas.microsoft.com/office/powerpoint/2010/main" val="3734854083"/>
      </p:ext>
    </p:extLst>
  </p:cSld>
  <p:clrMapOvr>
    <a:masterClrMapping/>
  </p:clrMapOvr>
  <p:transition spd="med">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dissolve">
                                      <p:cBhvr>
                                        <p:cTn id="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utoUpdateAnimBg="0"/>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76</a:t>
            </a:fld>
            <a:endParaRPr lang="zh-CN" altLang="en-US" dirty="0">
              <a:solidFill>
                <a:srgbClr val="C00000"/>
              </a:solidFill>
            </a:endParaRPr>
          </a:p>
        </p:txBody>
      </p:sp>
      <p:sp>
        <p:nvSpPr>
          <p:cNvPr id="61" name="Text Box 2"/>
          <p:cNvSpPr txBox="1">
            <a:spLocks noChangeArrowheads="1"/>
          </p:cNvSpPr>
          <p:nvPr/>
        </p:nvSpPr>
        <p:spPr bwMode="auto">
          <a:xfrm>
            <a:off x="2456953" y="5701142"/>
            <a:ext cx="5398936"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zh-CN" altLang="en-US" sz="4000" b="1" dirty="0">
                <a:solidFill>
                  <a:srgbClr val="000066"/>
                </a:solidFill>
                <a:latin typeface="黑体" pitchFamily="2" charset="-122"/>
                <a:ea typeface="黑体" pitchFamily="2" charset="-122"/>
              </a:rPr>
              <a:t>稳定渗流土坡稳定分析</a:t>
            </a:r>
          </a:p>
        </p:txBody>
      </p:sp>
      <p:sp>
        <p:nvSpPr>
          <p:cNvPr id="8" name="Text Box 7"/>
          <p:cNvSpPr txBox="1">
            <a:spLocks noChangeArrowheads="1"/>
          </p:cNvSpPr>
          <p:nvPr/>
        </p:nvSpPr>
        <p:spPr bwMode="auto">
          <a:xfrm>
            <a:off x="0" y="0"/>
            <a:ext cx="6492240"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1800" b="1" kern="900" spc="130" dirty="0" smtClean="0">
                <a:solidFill>
                  <a:srgbClr val="000066"/>
                </a:solidFill>
                <a:ea typeface="黑体" panose="02010609060101010101" pitchFamily="49" charset="-122"/>
                <a:cs typeface="Times New Roman" panose="02020603050405020304" pitchFamily="18" charset="0"/>
              </a:rPr>
              <a:t>§7.4  </a:t>
            </a:r>
            <a:r>
              <a:rPr lang="zh-CN" altLang="en-US" sz="1800" b="1" kern="900" spc="130" dirty="0" smtClean="0">
                <a:solidFill>
                  <a:srgbClr val="000066"/>
                </a:solidFill>
                <a:ea typeface="黑体" panose="02010609060101010101" pitchFamily="49" charset="-122"/>
                <a:cs typeface="Times New Roman" panose="02020603050405020304" pitchFamily="18" charset="0"/>
              </a:rPr>
              <a:t>总</a:t>
            </a:r>
            <a:r>
              <a:rPr lang="zh-CN" altLang="en-US" sz="1800" b="1" kern="900" spc="130" dirty="0">
                <a:solidFill>
                  <a:srgbClr val="000066"/>
                </a:solidFill>
                <a:ea typeface="黑体" panose="02010609060101010101" pitchFamily="49" charset="-122"/>
                <a:cs typeface="Times New Roman" panose="02020603050405020304" pitchFamily="18" charset="0"/>
              </a:rPr>
              <a:t>应力法与有效应力</a:t>
            </a:r>
            <a:r>
              <a:rPr lang="zh-CN" altLang="en-US" sz="1800" b="1" kern="900" spc="130" dirty="0" smtClean="0">
                <a:solidFill>
                  <a:srgbClr val="000066"/>
                </a:solidFill>
                <a:ea typeface="黑体" panose="02010609060101010101" pitchFamily="49" charset="-122"/>
                <a:cs typeface="Times New Roman" panose="02020603050405020304" pitchFamily="18" charset="0"/>
              </a:rPr>
              <a:t>法 </a:t>
            </a:r>
            <a:r>
              <a:rPr lang="en-US" altLang="zh-CN" sz="1800" b="1" kern="900" spc="130" dirty="0" smtClean="0">
                <a:solidFill>
                  <a:srgbClr val="000066"/>
                </a:solidFill>
                <a:ea typeface="黑体" panose="02010609060101010101" pitchFamily="49" charset="-122"/>
                <a:cs typeface="Times New Roman" panose="02020603050405020304" pitchFamily="18" charset="0"/>
              </a:rPr>
              <a:t>- </a:t>
            </a:r>
            <a:r>
              <a:rPr lang="zh-CN" altLang="en-US" sz="1800" b="1" kern="900" spc="130" dirty="0" smtClean="0">
                <a:solidFill>
                  <a:srgbClr val="000066"/>
                </a:solidFill>
                <a:ea typeface="黑体" panose="02010609060101010101" pitchFamily="49" charset="-122"/>
                <a:cs typeface="Times New Roman" panose="02020603050405020304" pitchFamily="18" charset="0"/>
              </a:rPr>
              <a:t>稳定渗流</a:t>
            </a:r>
            <a:r>
              <a:rPr lang="zh-CN" altLang="en-US" sz="1800" b="1" kern="900" spc="130" dirty="0">
                <a:solidFill>
                  <a:srgbClr val="000066"/>
                </a:solidFill>
                <a:ea typeface="黑体" panose="02010609060101010101" pitchFamily="49" charset="-122"/>
                <a:cs typeface="Times New Roman" panose="02020603050405020304" pitchFamily="18" charset="0"/>
              </a:rPr>
              <a:t>期土坡稳定分析</a:t>
            </a:r>
          </a:p>
          <a:p>
            <a:pPr eaLnBrk="1" fontAlgn="ctr" hangingPunct="1">
              <a:lnSpc>
                <a:spcPct val="100000"/>
              </a:lnSpc>
              <a:spcBef>
                <a:spcPct val="0"/>
              </a:spcBef>
              <a:spcAft>
                <a:spcPct val="0"/>
              </a:spcAft>
            </a:pPr>
            <a:endParaRPr lang="zh-CN" altLang="en-US" sz="1800" b="1" kern="900" spc="130" dirty="0">
              <a:solidFill>
                <a:srgbClr val="000066"/>
              </a:solidFill>
              <a:ea typeface="黑体" panose="02010609060101010101" pitchFamily="49" charset="-122"/>
              <a:cs typeface="Times New Roman" panose="02020603050405020304" pitchFamily="18" charset="0"/>
            </a:endParaRPr>
          </a:p>
        </p:txBody>
      </p:sp>
      <p:sp>
        <p:nvSpPr>
          <p:cNvPr id="10" name="Text Box 4"/>
          <p:cNvSpPr txBox="1">
            <a:spLocks noChangeArrowheads="1"/>
          </p:cNvSpPr>
          <p:nvPr/>
        </p:nvSpPr>
        <p:spPr bwMode="auto">
          <a:xfrm>
            <a:off x="337645" y="708376"/>
            <a:ext cx="4384479" cy="5314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358775" indent="-358775" eaLnBrk="1" hangingPunct="1">
              <a:lnSpc>
                <a:spcPct val="120000"/>
              </a:lnSpc>
              <a:spcBef>
                <a:spcPts val="600"/>
              </a:spcBef>
              <a:spcAft>
                <a:spcPts val="0"/>
              </a:spcAft>
              <a:buClr>
                <a:srgbClr val="A50021"/>
              </a:buClr>
              <a:buSzPct val="100000"/>
              <a:buFont typeface="Wingdings" panose="05000000000000000000" pitchFamily="2" charset="2"/>
              <a:buChar char="n"/>
            </a:pPr>
            <a:r>
              <a:rPr lang="zh-CN" altLang="en-US" sz="2600" b="1" dirty="0" smtClean="0">
                <a:solidFill>
                  <a:srgbClr val="A50021"/>
                </a:solidFill>
                <a:latin typeface="微软雅黑" panose="020B0503020204020204" pitchFamily="34" charset="-122"/>
                <a:ea typeface="微软雅黑" panose="020B0503020204020204" pitchFamily="34" charset="-122"/>
              </a:rPr>
              <a:t>稳定渗流期</a:t>
            </a:r>
            <a:endParaRPr lang="zh-CN" altLang="en-US" sz="2600" b="1" dirty="0">
              <a:solidFill>
                <a:srgbClr val="000066"/>
              </a:solidFill>
              <a:ea typeface="幼圆" pitchFamily="49" charset="-122"/>
            </a:endParaRPr>
          </a:p>
        </p:txBody>
      </p:sp>
      <p:sp>
        <p:nvSpPr>
          <p:cNvPr id="11" name="Text Box 110"/>
          <p:cNvSpPr txBox="1">
            <a:spLocks noChangeArrowheads="1"/>
          </p:cNvSpPr>
          <p:nvPr/>
        </p:nvSpPr>
        <p:spPr bwMode="auto">
          <a:xfrm>
            <a:off x="888930" y="1524951"/>
            <a:ext cx="6911831" cy="25299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marL="446088" indent="-446088" defTabSz="739775">
              <a:lnSpc>
                <a:spcPct val="125000"/>
              </a:lnSpc>
              <a:buClr>
                <a:srgbClr val="C00000"/>
              </a:buClr>
              <a:buSzPct val="130000"/>
              <a:buFont typeface="Wingdings" panose="05000000000000000000" pitchFamily="2" charset="2"/>
              <a:buChar char="F"/>
              <a:tabLst>
                <a:tab pos="3411538" algn="l"/>
              </a:tabLst>
            </a:pPr>
            <a:r>
              <a:rPr lang="zh-CN" altLang="en-US" sz="24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指坝体施工期的超静孔隙水压力已经全部消散，水库长期蓄水，</a:t>
            </a:r>
            <a:r>
              <a:rPr lang="en-US" altLang="zh-CN" sz="2400" b="1" dirty="0" err="1"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在坝体内已形成稳定渗流</a:t>
            </a:r>
            <a:endParaRPr lang="en-US" altLang="zh-CN" sz="24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a:p>
            <a:pPr marL="446088" indent="-446088" defTabSz="739775">
              <a:lnSpc>
                <a:spcPct val="125000"/>
              </a:lnSpc>
              <a:buClr>
                <a:srgbClr val="C00000"/>
              </a:buClr>
              <a:buSzPct val="130000"/>
              <a:buFont typeface="Wingdings" panose="05000000000000000000" pitchFamily="2" charset="2"/>
              <a:buChar char="F"/>
              <a:tabLst>
                <a:tab pos="3411538" algn="l"/>
              </a:tabLst>
            </a:pPr>
            <a:r>
              <a:rPr lang="en-US" altLang="zh-CN" sz="2400" b="1" dirty="0" err="1"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坝体内各点的孔隙水压力均能由流网确定</a:t>
            </a:r>
            <a:r>
              <a:rPr lang="zh-CN" altLang="en-US" sz="24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a:t>
            </a:r>
            <a:r>
              <a:rPr lang="en-US" altLang="zh-CN" sz="2400" b="1" dirty="0" err="1"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原则上应该用有效应力法</a:t>
            </a:r>
            <a:r>
              <a:rPr lang="zh-CN" altLang="en-US" sz="24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进行稳定</a:t>
            </a:r>
            <a:r>
              <a:rPr lang="en-US" altLang="zh-CN" sz="2400" b="1" dirty="0" err="1"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分析</a:t>
            </a:r>
            <a:endParaRPr lang="en-US" altLang="zh-CN" sz="24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a:p>
            <a:pPr marL="446088" indent="-446088" defTabSz="739775">
              <a:lnSpc>
                <a:spcPct val="125000"/>
              </a:lnSpc>
              <a:buClr>
                <a:srgbClr val="C00000"/>
              </a:buClr>
              <a:buSzPct val="130000"/>
              <a:buFont typeface="Wingdings" panose="05000000000000000000" pitchFamily="2" charset="2"/>
              <a:buChar char="F"/>
              <a:tabLst>
                <a:tab pos="3411538" algn="l"/>
              </a:tabLst>
            </a:pPr>
            <a:r>
              <a:rPr lang="zh-CN" altLang="en-US" sz="24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可采用下面两种方法进行分析</a:t>
            </a:r>
            <a:r>
              <a:rPr lang="en-US" altLang="zh-CN" sz="24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a:t>
            </a:r>
          </a:p>
        </p:txBody>
      </p:sp>
      <p:sp>
        <p:nvSpPr>
          <p:cNvPr id="97" name="Text Box 110"/>
          <p:cNvSpPr txBox="1">
            <a:spLocks noChangeArrowheads="1"/>
          </p:cNvSpPr>
          <p:nvPr/>
        </p:nvSpPr>
        <p:spPr bwMode="auto">
          <a:xfrm>
            <a:off x="1585349" y="4224952"/>
            <a:ext cx="3286900" cy="10341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marL="355600" indent="-355600" defTabSz="739775">
              <a:lnSpc>
                <a:spcPct val="125000"/>
              </a:lnSpc>
              <a:buClr>
                <a:srgbClr val="C00000"/>
              </a:buClr>
              <a:buSzPct val="100000"/>
              <a:buFont typeface="+mj-lt"/>
              <a:buAutoNum type="arabicPeriod"/>
              <a:tabLst>
                <a:tab pos="3411538" algn="l"/>
              </a:tabLst>
            </a:pPr>
            <a:r>
              <a:rPr lang="zh-CN" altLang="en-US" sz="24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取</a:t>
            </a:r>
            <a:r>
              <a:rPr lang="zh-CN" altLang="en-US" sz="2400" b="1" dirty="0" smtClean="0">
                <a:solidFill>
                  <a:srgbClr val="C00000"/>
                </a:solidFill>
                <a:latin typeface="黑体" panose="02010609060101010101" pitchFamily="49" charset="-122"/>
                <a:ea typeface="黑体" panose="02010609060101010101" pitchFamily="49" charset="-122"/>
                <a:cs typeface="Times New Roman" panose="02020603050405020304" pitchFamily="18" charset="0"/>
              </a:rPr>
              <a:t>土水整体</a:t>
            </a:r>
            <a:r>
              <a:rPr lang="zh-CN" altLang="en-US" sz="24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为</a:t>
            </a:r>
            <a:r>
              <a:rPr lang="zh-CN" altLang="en-US" sz="24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隔离体</a:t>
            </a:r>
            <a:endParaRPr lang="en-US" altLang="zh-CN" sz="24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a:p>
            <a:pPr marL="355600" indent="-355600" defTabSz="739775" eaLnBrk="1" hangingPunct="1">
              <a:lnSpc>
                <a:spcPct val="125000"/>
              </a:lnSpc>
              <a:buClr>
                <a:srgbClr val="C00000"/>
              </a:buClr>
              <a:buSzPct val="100000"/>
              <a:buFont typeface="+mj-lt"/>
              <a:buAutoNum type="arabicPeriod"/>
              <a:tabLst>
                <a:tab pos="3411538" algn="l"/>
              </a:tabLst>
            </a:pPr>
            <a:r>
              <a:rPr lang="zh-CN" altLang="en-US" sz="24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取</a:t>
            </a:r>
            <a:r>
              <a:rPr lang="zh-CN" altLang="en-US" sz="2400" b="1" dirty="0">
                <a:solidFill>
                  <a:srgbClr val="C00000"/>
                </a:solidFill>
                <a:latin typeface="黑体" panose="02010609060101010101" pitchFamily="49" charset="-122"/>
                <a:ea typeface="黑体" panose="02010609060101010101" pitchFamily="49" charset="-122"/>
                <a:cs typeface="Times New Roman" panose="02020603050405020304" pitchFamily="18" charset="0"/>
              </a:rPr>
              <a:t>土</a:t>
            </a:r>
            <a:r>
              <a:rPr lang="zh-CN" altLang="en-US" sz="2400" b="1" dirty="0" smtClean="0">
                <a:solidFill>
                  <a:srgbClr val="C00000"/>
                </a:solidFill>
                <a:latin typeface="黑体" panose="02010609060101010101" pitchFamily="49" charset="-122"/>
                <a:ea typeface="黑体" panose="02010609060101010101" pitchFamily="49" charset="-122"/>
                <a:cs typeface="Times New Roman" panose="02020603050405020304" pitchFamily="18" charset="0"/>
              </a:rPr>
              <a:t>体骨架</a:t>
            </a:r>
            <a:r>
              <a:rPr lang="zh-CN" altLang="en-US" sz="24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为</a:t>
            </a:r>
            <a:r>
              <a:rPr lang="zh-CN" altLang="en-US" sz="24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隔离</a:t>
            </a:r>
            <a:r>
              <a:rPr lang="zh-CN" altLang="en-US" sz="24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体</a:t>
            </a:r>
            <a:endParaRPr lang="en-US" altLang="zh-CN" sz="24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p:txBody>
      </p:sp>
    </p:spTree>
    <p:extLst>
      <p:ext uri="{BB962C8B-B14F-4D97-AF65-F5344CB8AC3E}">
        <p14:creationId xmlns:p14="http://schemas.microsoft.com/office/powerpoint/2010/main" val="2671123688"/>
      </p:ext>
    </p:extLst>
  </p:cSld>
  <p:clrMapOvr>
    <a:masterClrMapping/>
  </p:clrMapOvr>
  <p:transition spd="med">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animEffect transition="in" filter="wipe(left)">
                                      <p:cBhvr>
                                        <p:cTn id="7" dur="1000"/>
                                        <p:tgtEl>
                                          <p:spTgt spid="1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1">
                                            <p:txEl>
                                              <p:pRg st="1" end="1"/>
                                            </p:txEl>
                                          </p:spTgt>
                                        </p:tgtEl>
                                        <p:attrNameLst>
                                          <p:attrName>style.visibility</p:attrName>
                                        </p:attrNameLst>
                                      </p:cBhvr>
                                      <p:to>
                                        <p:strVal val="visible"/>
                                      </p:to>
                                    </p:set>
                                    <p:animEffect transition="in" filter="wipe(left)">
                                      <p:cBhvr>
                                        <p:cTn id="12" dur="1000"/>
                                        <p:tgtEl>
                                          <p:spTgt spid="1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1">
                                            <p:txEl>
                                              <p:pRg st="2" end="2"/>
                                            </p:txEl>
                                          </p:spTgt>
                                        </p:tgtEl>
                                        <p:attrNameLst>
                                          <p:attrName>style.visibility</p:attrName>
                                        </p:attrNameLst>
                                      </p:cBhvr>
                                      <p:to>
                                        <p:strVal val="visible"/>
                                      </p:to>
                                    </p:set>
                                    <p:animEffect transition="in" filter="wipe(left)">
                                      <p:cBhvr>
                                        <p:cTn id="17" dur="1000"/>
                                        <p:tgtEl>
                                          <p:spTgt spid="1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97"/>
                                        </p:tgtEl>
                                        <p:attrNameLst>
                                          <p:attrName>style.visibility</p:attrName>
                                        </p:attrNameLst>
                                      </p:cBhvr>
                                      <p:to>
                                        <p:strVal val="visible"/>
                                      </p:to>
                                    </p:set>
                                    <p:animEffect transition="in" filter="dissolve">
                                      <p:cBhvr>
                                        <p:cTn id="22" dur="500"/>
                                        <p:tgtEl>
                                          <p:spTgt spid="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uiExpand="1" build="p"/>
      <p:bldP spid="97" grpId="0" autoUpdateAnimBg="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 name="Freeform 9"/>
          <p:cNvSpPr>
            <a:spLocks/>
          </p:cNvSpPr>
          <p:nvPr/>
        </p:nvSpPr>
        <p:spPr bwMode="auto">
          <a:xfrm flipH="1">
            <a:off x="3976564" y="4850098"/>
            <a:ext cx="1242656" cy="464586"/>
          </a:xfrm>
          <a:custGeom>
            <a:avLst/>
            <a:gdLst>
              <a:gd name="T0" fmla="*/ 0 w 845"/>
              <a:gd name="T1" fmla="*/ 0 h 149"/>
              <a:gd name="T2" fmla="*/ 845 w 845"/>
              <a:gd name="T3" fmla="*/ 0 h 149"/>
              <a:gd name="T4" fmla="*/ 845 w 845"/>
              <a:gd name="T5" fmla="*/ 149 h 149"/>
              <a:gd name="T6" fmla="*/ 312 w 845"/>
              <a:gd name="T7" fmla="*/ 149 h 149"/>
              <a:gd name="T8" fmla="*/ 0 w 845"/>
              <a:gd name="T9" fmla="*/ 0 h 149"/>
              <a:gd name="T10" fmla="*/ 0 60000 65536"/>
              <a:gd name="T11" fmla="*/ 0 60000 65536"/>
              <a:gd name="T12" fmla="*/ 0 60000 65536"/>
              <a:gd name="T13" fmla="*/ 0 60000 65536"/>
              <a:gd name="T14" fmla="*/ 0 60000 65536"/>
              <a:gd name="T15" fmla="*/ 0 w 845"/>
              <a:gd name="T16" fmla="*/ 0 h 149"/>
              <a:gd name="T17" fmla="*/ 845 w 845"/>
              <a:gd name="T18" fmla="*/ 149 h 149"/>
              <a:gd name="connsiteX0" fmla="*/ 0 w 10000"/>
              <a:gd name="connsiteY0" fmla="*/ 0 h 10000"/>
              <a:gd name="connsiteX1" fmla="*/ 10000 w 10000"/>
              <a:gd name="connsiteY1" fmla="*/ 0 h 10000"/>
              <a:gd name="connsiteX2" fmla="*/ 10000 w 10000"/>
              <a:gd name="connsiteY2" fmla="*/ 10000 h 10000"/>
              <a:gd name="connsiteX3" fmla="*/ 4888 w 10000"/>
              <a:gd name="connsiteY3" fmla="*/ 9939 h 10000"/>
              <a:gd name="connsiteX4" fmla="*/ 0 w 10000"/>
              <a:gd name="connsiteY4" fmla="*/ 0 h 10000"/>
              <a:gd name="connsiteX0" fmla="*/ 0 w 10000"/>
              <a:gd name="connsiteY0" fmla="*/ 0 h 10000"/>
              <a:gd name="connsiteX1" fmla="*/ 10000 w 10000"/>
              <a:gd name="connsiteY1" fmla="*/ 0 h 10000"/>
              <a:gd name="connsiteX2" fmla="*/ 10000 w 10000"/>
              <a:gd name="connsiteY2" fmla="*/ 10000 h 10000"/>
              <a:gd name="connsiteX3" fmla="*/ 5329 w 10000"/>
              <a:gd name="connsiteY3" fmla="*/ 9939 h 10000"/>
              <a:gd name="connsiteX4" fmla="*/ 0 w 10000"/>
              <a:gd name="connsiteY4" fmla="*/ 0 h 10000"/>
              <a:gd name="connsiteX0" fmla="*/ 0 w 10000"/>
              <a:gd name="connsiteY0" fmla="*/ 0 h 10000"/>
              <a:gd name="connsiteX1" fmla="*/ 10000 w 10000"/>
              <a:gd name="connsiteY1" fmla="*/ 0 h 10000"/>
              <a:gd name="connsiteX2" fmla="*/ 10000 w 10000"/>
              <a:gd name="connsiteY2" fmla="*/ 10000 h 10000"/>
              <a:gd name="connsiteX3" fmla="*/ 5728 w 10000"/>
              <a:gd name="connsiteY3" fmla="*/ 9939 h 10000"/>
              <a:gd name="connsiteX4" fmla="*/ 0 w 10000"/>
              <a:gd name="connsiteY4" fmla="*/ 0 h 10000"/>
              <a:gd name="connsiteX0" fmla="*/ 0 w 10000"/>
              <a:gd name="connsiteY0" fmla="*/ 0 h 10000"/>
              <a:gd name="connsiteX1" fmla="*/ 10000 w 10000"/>
              <a:gd name="connsiteY1" fmla="*/ 0 h 10000"/>
              <a:gd name="connsiteX2" fmla="*/ 10000 w 10000"/>
              <a:gd name="connsiteY2" fmla="*/ 10000 h 10000"/>
              <a:gd name="connsiteX3" fmla="*/ 6085 w 10000"/>
              <a:gd name="connsiteY3" fmla="*/ 10000 h 10000"/>
              <a:gd name="connsiteX4" fmla="*/ 0 w 10000"/>
              <a:gd name="connsiteY4" fmla="*/ 0 h 10000"/>
              <a:gd name="connsiteX0" fmla="*/ 0 w 12111"/>
              <a:gd name="connsiteY0" fmla="*/ 105 h 10000"/>
              <a:gd name="connsiteX1" fmla="*/ 12111 w 12111"/>
              <a:gd name="connsiteY1" fmla="*/ 0 h 10000"/>
              <a:gd name="connsiteX2" fmla="*/ 12111 w 12111"/>
              <a:gd name="connsiteY2" fmla="*/ 10000 h 10000"/>
              <a:gd name="connsiteX3" fmla="*/ 8196 w 12111"/>
              <a:gd name="connsiteY3" fmla="*/ 10000 h 10000"/>
              <a:gd name="connsiteX4" fmla="*/ 0 w 12111"/>
              <a:gd name="connsiteY4" fmla="*/ 105 h 10000"/>
              <a:gd name="connsiteX0" fmla="*/ 0 w 11970"/>
              <a:gd name="connsiteY0" fmla="*/ 105 h 10000"/>
              <a:gd name="connsiteX1" fmla="*/ 11970 w 11970"/>
              <a:gd name="connsiteY1" fmla="*/ 0 h 10000"/>
              <a:gd name="connsiteX2" fmla="*/ 11970 w 11970"/>
              <a:gd name="connsiteY2" fmla="*/ 10000 h 10000"/>
              <a:gd name="connsiteX3" fmla="*/ 8055 w 11970"/>
              <a:gd name="connsiteY3" fmla="*/ 10000 h 10000"/>
              <a:gd name="connsiteX4" fmla="*/ 0 w 11970"/>
              <a:gd name="connsiteY4" fmla="*/ 105 h 10000"/>
              <a:gd name="connsiteX0" fmla="*/ 0 w 11923"/>
              <a:gd name="connsiteY0" fmla="*/ 105 h 10000"/>
              <a:gd name="connsiteX1" fmla="*/ 11923 w 11923"/>
              <a:gd name="connsiteY1" fmla="*/ 0 h 10000"/>
              <a:gd name="connsiteX2" fmla="*/ 11923 w 11923"/>
              <a:gd name="connsiteY2" fmla="*/ 10000 h 10000"/>
              <a:gd name="connsiteX3" fmla="*/ 8008 w 11923"/>
              <a:gd name="connsiteY3" fmla="*/ 10000 h 10000"/>
              <a:gd name="connsiteX4" fmla="*/ 0 w 11923"/>
              <a:gd name="connsiteY4" fmla="*/ 105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23" h="10000">
                <a:moveTo>
                  <a:pt x="0" y="105"/>
                </a:moveTo>
                <a:lnTo>
                  <a:pt x="11923" y="0"/>
                </a:lnTo>
                <a:lnTo>
                  <a:pt x="11923" y="10000"/>
                </a:lnTo>
                <a:lnTo>
                  <a:pt x="8008" y="10000"/>
                </a:lnTo>
                <a:lnTo>
                  <a:pt x="0" y="105"/>
                </a:lnTo>
                <a:close/>
              </a:path>
            </a:pathLst>
          </a:custGeom>
          <a:solidFill>
            <a:srgbClr val="0066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2" name="任意多边形 91"/>
          <p:cNvSpPr/>
          <p:nvPr/>
        </p:nvSpPr>
        <p:spPr bwMode="auto">
          <a:xfrm>
            <a:off x="4423264" y="3876563"/>
            <a:ext cx="4225332" cy="1441938"/>
          </a:xfrm>
          <a:custGeom>
            <a:avLst/>
            <a:gdLst>
              <a:gd name="connsiteX0" fmla="*/ 4210260 w 4225332"/>
              <a:gd name="connsiteY0" fmla="*/ 1441938 h 1441938"/>
              <a:gd name="connsiteX1" fmla="*/ 0 w 4225332"/>
              <a:gd name="connsiteY1" fmla="*/ 1441938 h 1441938"/>
              <a:gd name="connsiteX2" fmla="*/ 2532185 w 4225332"/>
              <a:gd name="connsiteY2" fmla="*/ 0 h 1441938"/>
              <a:gd name="connsiteX3" fmla="*/ 2863781 w 4225332"/>
              <a:gd name="connsiteY3" fmla="*/ 0 h 1441938"/>
              <a:gd name="connsiteX4" fmla="*/ 4225332 w 4225332"/>
              <a:gd name="connsiteY4" fmla="*/ 728505 h 1441938"/>
              <a:gd name="connsiteX5" fmla="*/ 4210260 w 4225332"/>
              <a:gd name="connsiteY5" fmla="*/ 1441938 h 14419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225332" h="1441938">
                <a:moveTo>
                  <a:pt x="4210260" y="1441938"/>
                </a:moveTo>
                <a:lnTo>
                  <a:pt x="0" y="1441938"/>
                </a:lnTo>
                <a:lnTo>
                  <a:pt x="2532185" y="0"/>
                </a:lnTo>
                <a:lnTo>
                  <a:pt x="2863781" y="0"/>
                </a:lnTo>
                <a:lnTo>
                  <a:pt x="4225332" y="728505"/>
                </a:lnTo>
                <a:lnTo>
                  <a:pt x="4210260" y="1441938"/>
                </a:lnTo>
                <a:close/>
              </a:path>
            </a:pathLst>
          </a:custGeom>
          <a:solidFill>
            <a:srgbClr val="FFFFCC"/>
          </a:solidFill>
          <a:ln w="12700" cap="flat" cmpd="sng" algn="ctr">
            <a:no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70" name="任意多边形 69"/>
          <p:cNvSpPr/>
          <p:nvPr/>
        </p:nvSpPr>
        <p:spPr bwMode="auto">
          <a:xfrm>
            <a:off x="6494021" y="4013908"/>
            <a:ext cx="238539" cy="773927"/>
          </a:xfrm>
          <a:custGeom>
            <a:avLst/>
            <a:gdLst>
              <a:gd name="connsiteX0" fmla="*/ 0 w 238539"/>
              <a:gd name="connsiteY0" fmla="*/ 127221 h 773927"/>
              <a:gd name="connsiteX1" fmla="*/ 0 w 238539"/>
              <a:gd name="connsiteY1" fmla="*/ 773927 h 773927"/>
              <a:gd name="connsiteX2" fmla="*/ 111318 w 238539"/>
              <a:gd name="connsiteY2" fmla="*/ 675861 h 773927"/>
              <a:gd name="connsiteX3" fmla="*/ 204084 w 238539"/>
              <a:gd name="connsiteY3" fmla="*/ 593698 h 773927"/>
              <a:gd name="connsiteX4" fmla="*/ 238539 w 238539"/>
              <a:gd name="connsiteY4" fmla="*/ 559242 h 773927"/>
              <a:gd name="connsiteX5" fmla="*/ 238539 w 238539"/>
              <a:gd name="connsiteY5" fmla="*/ 0 h 773927"/>
              <a:gd name="connsiteX6" fmla="*/ 0 w 238539"/>
              <a:gd name="connsiteY6" fmla="*/ 127221 h 773927"/>
              <a:gd name="connsiteX0" fmla="*/ 0 w 238539"/>
              <a:gd name="connsiteY0" fmla="*/ 127221 h 773927"/>
              <a:gd name="connsiteX1" fmla="*/ 0 w 238539"/>
              <a:gd name="connsiteY1" fmla="*/ 773927 h 773927"/>
              <a:gd name="connsiteX2" fmla="*/ 111318 w 238539"/>
              <a:gd name="connsiteY2" fmla="*/ 675861 h 773927"/>
              <a:gd name="connsiteX3" fmla="*/ 182653 w 238539"/>
              <a:gd name="connsiteY3" fmla="*/ 619892 h 773927"/>
              <a:gd name="connsiteX4" fmla="*/ 238539 w 238539"/>
              <a:gd name="connsiteY4" fmla="*/ 559242 h 773927"/>
              <a:gd name="connsiteX5" fmla="*/ 238539 w 238539"/>
              <a:gd name="connsiteY5" fmla="*/ 0 h 773927"/>
              <a:gd name="connsiteX6" fmla="*/ 0 w 238539"/>
              <a:gd name="connsiteY6" fmla="*/ 127221 h 773927"/>
              <a:gd name="connsiteX0" fmla="*/ 0 w 238539"/>
              <a:gd name="connsiteY0" fmla="*/ 127221 h 773927"/>
              <a:gd name="connsiteX1" fmla="*/ 0 w 238539"/>
              <a:gd name="connsiteY1" fmla="*/ 773927 h 773927"/>
              <a:gd name="connsiteX2" fmla="*/ 97031 w 238539"/>
              <a:gd name="connsiteY2" fmla="*/ 692530 h 773927"/>
              <a:gd name="connsiteX3" fmla="*/ 182653 w 238539"/>
              <a:gd name="connsiteY3" fmla="*/ 619892 h 773927"/>
              <a:gd name="connsiteX4" fmla="*/ 238539 w 238539"/>
              <a:gd name="connsiteY4" fmla="*/ 559242 h 773927"/>
              <a:gd name="connsiteX5" fmla="*/ 238539 w 238539"/>
              <a:gd name="connsiteY5" fmla="*/ 0 h 773927"/>
              <a:gd name="connsiteX6" fmla="*/ 0 w 238539"/>
              <a:gd name="connsiteY6" fmla="*/ 127221 h 773927"/>
              <a:gd name="connsiteX0" fmla="*/ 0 w 238539"/>
              <a:gd name="connsiteY0" fmla="*/ 127221 h 773927"/>
              <a:gd name="connsiteX1" fmla="*/ 0 w 238539"/>
              <a:gd name="connsiteY1" fmla="*/ 773927 h 773927"/>
              <a:gd name="connsiteX2" fmla="*/ 97031 w 238539"/>
              <a:gd name="connsiteY2" fmla="*/ 692530 h 773927"/>
              <a:gd name="connsiteX3" fmla="*/ 170747 w 238539"/>
              <a:gd name="connsiteY3" fmla="*/ 627036 h 773927"/>
              <a:gd name="connsiteX4" fmla="*/ 238539 w 238539"/>
              <a:gd name="connsiteY4" fmla="*/ 559242 h 773927"/>
              <a:gd name="connsiteX5" fmla="*/ 238539 w 238539"/>
              <a:gd name="connsiteY5" fmla="*/ 0 h 773927"/>
              <a:gd name="connsiteX6" fmla="*/ 0 w 238539"/>
              <a:gd name="connsiteY6" fmla="*/ 127221 h 773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8539" h="773927">
                <a:moveTo>
                  <a:pt x="0" y="127221"/>
                </a:moveTo>
                <a:lnTo>
                  <a:pt x="0" y="773927"/>
                </a:lnTo>
                <a:cubicBezTo>
                  <a:pt x="37106" y="741238"/>
                  <a:pt x="68573" y="717012"/>
                  <a:pt x="97031" y="692530"/>
                </a:cubicBezTo>
                <a:cubicBezTo>
                  <a:pt x="125489" y="668048"/>
                  <a:pt x="146969" y="645692"/>
                  <a:pt x="170747" y="627036"/>
                </a:cubicBezTo>
                <a:lnTo>
                  <a:pt x="238539" y="559242"/>
                </a:lnTo>
                <a:lnTo>
                  <a:pt x="238539" y="0"/>
                </a:lnTo>
                <a:lnTo>
                  <a:pt x="0" y="127221"/>
                </a:lnTo>
                <a:close/>
              </a:path>
            </a:pathLst>
          </a:custGeom>
          <a:solidFill>
            <a:srgbClr val="FFC000"/>
          </a:solidFill>
          <a:ln w="12700" cap="flat" cmpd="sng" algn="ctr">
            <a:no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6"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77</a:t>
            </a:fld>
            <a:endParaRPr lang="zh-CN" altLang="en-US" dirty="0">
              <a:solidFill>
                <a:srgbClr val="C00000"/>
              </a:solidFill>
            </a:endParaRPr>
          </a:p>
        </p:txBody>
      </p:sp>
      <p:sp>
        <p:nvSpPr>
          <p:cNvPr id="61" name="Text Box 2"/>
          <p:cNvSpPr txBox="1">
            <a:spLocks noChangeArrowheads="1"/>
          </p:cNvSpPr>
          <p:nvPr/>
        </p:nvSpPr>
        <p:spPr bwMode="auto">
          <a:xfrm>
            <a:off x="2456953" y="5701142"/>
            <a:ext cx="5398936"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zh-CN" altLang="en-US" sz="4000" b="1" dirty="0">
                <a:solidFill>
                  <a:srgbClr val="000066"/>
                </a:solidFill>
                <a:latin typeface="黑体" pitchFamily="2" charset="-122"/>
                <a:ea typeface="黑体" pitchFamily="2" charset="-122"/>
              </a:rPr>
              <a:t>稳定渗流土坡稳定分析</a:t>
            </a:r>
          </a:p>
        </p:txBody>
      </p:sp>
      <p:sp>
        <p:nvSpPr>
          <p:cNvPr id="10" name="Text Box 4"/>
          <p:cNvSpPr txBox="1">
            <a:spLocks noChangeArrowheads="1"/>
          </p:cNvSpPr>
          <p:nvPr/>
        </p:nvSpPr>
        <p:spPr bwMode="auto">
          <a:xfrm>
            <a:off x="474125" y="697743"/>
            <a:ext cx="4214833" cy="5724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514350" indent="-514350" eaLnBrk="1" hangingPunct="1">
              <a:lnSpc>
                <a:spcPct val="120000"/>
              </a:lnSpc>
              <a:spcBef>
                <a:spcPts val="600"/>
              </a:spcBef>
              <a:spcAft>
                <a:spcPts val="0"/>
              </a:spcAft>
              <a:buClr>
                <a:srgbClr val="A50021"/>
              </a:buClr>
              <a:buSzPct val="100000"/>
              <a:buFont typeface="+mj-lt"/>
              <a:buAutoNum type="arabicPeriod"/>
            </a:pPr>
            <a:r>
              <a:rPr lang="zh-CN" altLang="en-US" sz="2600" b="1" dirty="0" smtClean="0">
                <a:solidFill>
                  <a:srgbClr val="A50021"/>
                </a:solidFill>
                <a:latin typeface="微软雅黑" panose="020B0503020204020204" pitchFamily="34" charset="-122"/>
                <a:ea typeface="微软雅黑" panose="020B0503020204020204" pitchFamily="34" charset="-122"/>
              </a:rPr>
              <a:t>取</a:t>
            </a:r>
            <a:r>
              <a:rPr lang="zh-CN" altLang="en-US" sz="2600" b="1" dirty="0">
                <a:solidFill>
                  <a:srgbClr val="A50021"/>
                </a:solidFill>
                <a:latin typeface="微软雅黑" panose="020B0503020204020204" pitchFamily="34" charset="-122"/>
                <a:ea typeface="微软雅黑" panose="020B0503020204020204" pitchFamily="34" charset="-122"/>
              </a:rPr>
              <a:t>土体整体为隔离体</a:t>
            </a:r>
          </a:p>
        </p:txBody>
      </p:sp>
      <p:sp>
        <p:nvSpPr>
          <p:cNvPr id="9" name="Freeform 10"/>
          <p:cNvSpPr>
            <a:spLocks/>
          </p:cNvSpPr>
          <p:nvPr/>
        </p:nvSpPr>
        <p:spPr bwMode="auto">
          <a:xfrm flipH="1">
            <a:off x="7445907" y="3967469"/>
            <a:ext cx="1181405" cy="642787"/>
          </a:xfrm>
          <a:custGeom>
            <a:avLst/>
            <a:gdLst>
              <a:gd name="T0" fmla="*/ 10 w 1848"/>
              <a:gd name="T1" fmla="*/ 0 h 682"/>
              <a:gd name="T2" fmla="*/ 1848 w 1848"/>
              <a:gd name="T3" fmla="*/ 0 h 682"/>
              <a:gd name="T4" fmla="*/ 341 w 1848"/>
              <a:gd name="T5" fmla="*/ 682 h 682"/>
              <a:gd name="T6" fmla="*/ 0 w 1848"/>
              <a:gd name="T7" fmla="*/ 677 h 682"/>
              <a:gd name="T8" fmla="*/ 10 w 1848"/>
              <a:gd name="T9" fmla="*/ 0 h 682"/>
              <a:gd name="T10" fmla="*/ 0 60000 65536"/>
              <a:gd name="T11" fmla="*/ 0 60000 65536"/>
              <a:gd name="T12" fmla="*/ 0 60000 65536"/>
              <a:gd name="T13" fmla="*/ 0 60000 65536"/>
              <a:gd name="T14" fmla="*/ 0 60000 65536"/>
              <a:gd name="T15" fmla="*/ 0 w 1848"/>
              <a:gd name="T16" fmla="*/ 0 h 682"/>
              <a:gd name="T17" fmla="*/ 1848 w 1848"/>
              <a:gd name="T18" fmla="*/ 682 h 682"/>
              <a:gd name="connsiteX0" fmla="*/ 54 w 10156"/>
              <a:gd name="connsiteY0" fmla="*/ 49 h 10049"/>
              <a:gd name="connsiteX1" fmla="*/ 10156 w 10156"/>
              <a:gd name="connsiteY1" fmla="*/ 0 h 10049"/>
              <a:gd name="connsiteX2" fmla="*/ 1845 w 10156"/>
              <a:gd name="connsiteY2" fmla="*/ 10049 h 10049"/>
              <a:gd name="connsiteX3" fmla="*/ 0 w 10156"/>
              <a:gd name="connsiteY3" fmla="*/ 9976 h 10049"/>
              <a:gd name="connsiteX4" fmla="*/ 54 w 10156"/>
              <a:gd name="connsiteY4" fmla="*/ 49 h 10049"/>
              <a:gd name="connsiteX0" fmla="*/ 6334 w 10156"/>
              <a:gd name="connsiteY0" fmla="*/ 0 h 10089"/>
              <a:gd name="connsiteX1" fmla="*/ 10156 w 10156"/>
              <a:gd name="connsiteY1" fmla="*/ 40 h 10089"/>
              <a:gd name="connsiteX2" fmla="*/ 1845 w 10156"/>
              <a:gd name="connsiteY2" fmla="*/ 10089 h 10089"/>
              <a:gd name="connsiteX3" fmla="*/ 0 w 10156"/>
              <a:gd name="connsiteY3" fmla="*/ 10016 h 10089"/>
              <a:gd name="connsiteX4" fmla="*/ 6334 w 10156"/>
              <a:gd name="connsiteY4" fmla="*/ 0 h 10089"/>
              <a:gd name="connsiteX0" fmla="*/ 6334 w 10156"/>
              <a:gd name="connsiteY0" fmla="*/ 0 h 10016"/>
              <a:gd name="connsiteX1" fmla="*/ 10156 w 10156"/>
              <a:gd name="connsiteY1" fmla="*/ 40 h 10016"/>
              <a:gd name="connsiteX2" fmla="*/ 6316 w 10156"/>
              <a:gd name="connsiteY2" fmla="*/ 4665 h 10016"/>
              <a:gd name="connsiteX3" fmla="*/ 0 w 10156"/>
              <a:gd name="connsiteY3" fmla="*/ 10016 h 10016"/>
              <a:gd name="connsiteX4" fmla="*/ 6334 w 10156"/>
              <a:gd name="connsiteY4" fmla="*/ 0 h 10016"/>
              <a:gd name="connsiteX0" fmla="*/ 18 w 3840"/>
              <a:gd name="connsiteY0" fmla="*/ 0 h 4665"/>
              <a:gd name="connsiteX1" fmla="*/ 3840 w 3840"/>
              <a:gd name="connsiteY1" fmla="*/ 40 h 4665"/>
              <a:gd name="connsiteX2" fmla="*/ 0 w 3840"/>
              <a:gd name="connsiteY2" fmla="*/ 4665 h 4665"/>
              <a:gd name="connsiteX3" fmla="*/ 18 w 3840"/>
              <a:gd name="connsiteY3" fmla="*/ 0 h 4665"/>
            </a:gdLst>
            <a:ahLst/>
            <a:cxnLst>
              <a:cxn ang="0">
                <a:pos x="connsiteX0" y="connsiteY0"/>
              </a:cxn>
              <a:cxn ang="0">
                <a:pos x="connsiteX1" y="connsiteY1"/>
              </a:cxn>
              <a:cxn ang="0">
                <a:pos x="connsiteX2" y="connsiteY2"/>
              </a:cxn>
              <a:cxn ang="0">
                <a:pos x="connsiteX3" y="connsiteY3"/>
              </a:cxn>
            </a:cxnLst>
            <a:rect l="l" t="t" r="r" b="b"/>
            <a:pathLst>
              <a:path w="3840" h="4665">
                <a:moveTo>
                  <a:pt x="18" y="0"/>
                </a:moveTo>
                <a:lnTo>
                  <a:pt x="3840" y="40"/>
                </a:lnTo>
                <a:lnTo>
                  <a:pt x="0" y="4665"/>
                </a:lnTo>
                <a:lnTo>
                  <a:pt x="18" y="0"/>
                </a:lnTo>
                <a:close/>
              </a:path>
            </a:pathLst>
          </a:custGeom>
          <a:solidFill>
            <a:srgbClr val="0066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 name="Freeform 2422"/>
          <p:cNvSpPr>
            <a:spLocks/>
          </p:cNvSpPr>
          <p:nvPr/>
        </p:nvSpPr>
        <p:spPr bwMode="auto">
          <a:xfrm flipH="1">
            <a:off x="4396503" y="3883528"/>
            <a:ext cx="4235206" cy="1429273"/>
          </a:xfrm>
          <a:custGeom>
            <a:avLst/>
            <a:gdLst>
              <a:gd name="T0" fmla="*/ 0 w 2975"/>
              <a:gd name="T1" fmla="*/ 756 h 759"/>
              <a:gd name="T2" fmla="*/ 1444 w 2975"/>
              <a:gd name="T3" fmla="*/ 0 h 759"/>
              <a:gd name="T4" fmla="*/ 1608 w 2975"/>
              <a:gd name="T5" fmla="*/ 0 h 759"/>
              <a:gd name="T6" fmla="*/ 2975 w 2975"/>
              <a:gd name="T7" fmla="*/ 759 h 759"/>
              <a:gd name="connsiteX0" fmla="*/ 0 w 10000"/>
              <a:gd name="connsiteY0" fmla="*/ 9960 h 10000"/>
              <a:gd name="connsiteX1" fmla="*/ 2412 w 10000"/>
              <a:gd name="connsiteY1" fmla="*/ 5057 h 10000"/>
              <a:gd name="connsiteX2" fmla="*/ 4854 w 10000"/>
              <a:gd name="connsiteY2" fmla="*/ 0 h 10000"/>
              <a:gd name="connsiteX3" fmla="*/ 5405 w 10000"/>
              <a:gd name="connsiteY3" fmla="*/ 0 h 10000"/>
              <a:gd name="connsiteX4" fmla="*/ 10000 w 10000"/>
              <a:gd name="connsiteY4" fmla="*/ 10000 h 10000"/>
              <a:gd name="connsiteX0" fmla="*/ 0 w 7588"/>
              <a:gd name="connsiteY0" fmla="*/ 5057 h 10000"/>
              <a:gd name="connsiteX1" fmla="*/ 2442 w 7588"/>
              <a:gd name="connsiteY1" fmla="*/ 0 h 10000"/>
              <a:gd name="connsiteX2" fmla="*/ 2993 w 7588"/>
              <a:gd name="connsiteY2" fmla="*/ 0 h 10000"/>
              <a:gd name="connsiteX3" fmla="*/ 7588 w 7588"/>
              <a:gd name="connsiteY3" fmla="*/ 10000 h 10000"/>
            </a:gdLst>
            <a:ahLst/>
            <a:cxnLst>
              <a:cxn ang="0">
                <a:pos x="connsiteX0" y="connsiteY0"/>
              </a:cxn>
              <a:cxn ang="0">
                <a:pos x="connsiteX1" y="connsiteY1"/>
              </a:cxn>
              <a:cxn ang="0">
                <a:pos x="connsiteX2" y="connsiteY2"/>
              </a:cxn>
              <a:cxn ang="0">
                <a:pos x="connsiteX3" y="connsiteY3"/>
              </a:cxn>
            </a:cxnLst>
            <a:rect l="l" t="t" r="r" b="b"/>
            <a:pathLst>
              <a:path w="7588" h="10000">
                <a:moveTo>
                  <a:pt x="0" y="5057"/>
                </a:moveTo>
                <a:lnTo>
                  <a:pt x="2442" y="0"/>
                </a:lnTo>
                <a:lnTo>
                  <a:pt x="2993" y="0"/>
                </a:lnTo>
                <a:lnTo>
                  <a:pt x="7588" y="10000"/>
                </a:lnTo>
              </a:path>
            </a:pathLst>
          </a:custGeom>
          <a:noFill/>
          <a:ln w="19050" cmpd="sng">
            <a:solidFill>
              <a:schemeClr val="tx1"/>
            </a:solidFill>
            <a:round/>
            <a:headEnd/>
            <a:tailEnd/>
          </a:ln>
          <a:effectLst/>
        </p:spPr>
        <p:txBody>
          <a:bodyPr/>
          <a:lstStyle/>
          <a:p>
            <a:endParaRPr lang="zh-CN" altLang="en-US"/>
          </a:p>
        </p:txBody>
      </p:sp>
      <p:sp>
        <p:nvSpPr>
          <p:cNvPr id="17" name="Line 2423"/>
          <p:cNvSpPr>
            <a:spLocks noChangeShapeType="1"/>
          </p:cNvSpPr>
          <p:nvPr/>
        </p:nvSpPr>
        <p:spPr bwMode="auto">
          <a:xfrm flipH="1">
            <a:off x="3990014" y="5312801"/>
            <a:ext cx="4651343"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 name="Line 2424"/>
          <p:cNvSpPr>
            <a:spLocks noChangeShapeType="1"/>
          </p:cNvSpPr>
          <p:nvPr/>
        </p:nvSpPr>
        <p:spPr bwMode="auto">
          <a:xfrm>
            <a:off x="7446186" y="3972034"/>
            <a:ext cx="1195171"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20" name="Group 2426"/>
          <p:cNvGrpSpPr>
            <a:grpSpLocks/>
          </p:cNvGrpSpPr>
          <p:nvPr/>
        </p:nvGrpSpPr>
        <p:grpSpPr bwMode="auto">
          <a:xfrm flipH="1">
            <a:off x="7983017" y="3832475"/>
            <a:ext cx="373473" cy="291880"/>
            <a:chOff x="355" y="513"/>
            <a:chExt cx="204" cy="175"/>
          </a:xfrm>
        </p:grpSpPr>
        <p:sp>
          <p:nvSpPr>
            <p:cNvPr id="21" name="AutoShape 2427"/>
            <p:cNvSpPr>
              <a:spLocks noChangeArrowheads="1"/>
            </p:cNvSpPr>
            <p:nvPr/>
          </p:nvSpPr>
          <p:spPr bwMode="auto">
            <a:xfrm flipV="1">
              <a:off x="420" y="513"/>
              <a:ext cx="94" cy="78"/>
            </a:xfrm>
            <a:prstGeom prst="triangle">
              <a:avLst>
                <a:gd name="adj" fmla="val 50000"/>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 name="Line 2428"/>
            <p:cNvSpPr>
              <a:spLocks noChangeShapeType="1"/>
            </p:cNvSpPr>
            <p:nvPr/>
          </p:nvSpPr>
          <p:spPr bwMode="auto">
            <a:xfrm>
              <a:off x="355" y="626"/>
              <a:ext cx="9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3" name="Line 2429"/>
            <p:cNvSpPr>
              <a:spLocks noChangeShapeType="1"/>
            </p:cNvSpPr>
            <p:nvPr/>
          </p:nvSpPr>
          <p:spPr bwMode="auto">
            <a:xfrm>
              <a:off x="469" y="626"/>
              <a:ext cx="9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4" name="Line 2430"/>
            <p:cNvSpPr>
              <a:spLocks noChangeShapeType="1"/>
            </p:cNvSpPr>
            <p:nvPr/>
          </p:nvSpPr>
          <p:spPr bwMode="auto">
            <a:xfrm>
              <a:off x="409" y="657"/>
              <a:ext cx="11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5" name="Line 2431"/>
            <p:cNvSpPr>
              <a:spLocks noChangeShapeType="1"/>
            </p:cNvSpPr>
            <p:nvPr/>
          </p:nvSpPr>
          <p:spPr bwMode="auto">
            <a:xfrm>
              <a:off x="453" y="688"/>
              <a:ext cx="4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26" name="Freeform 2432"/>
          <p:cNvSpPr>
            <a:spLocks/>
          </p:cNvSpPr>
          <p:nvPr/>
        </p:nvSpPr>
        <p:spPr bwMode="auto">
          <a:xfrm flipH="1">
            <a:off x="5630416" y="3981449"/>
            <a:ext cx="1803083" cy="644417"/>
          </a:xfrm>
          <a:custGeom>
            <a:avLst/>
            <a:gdLst>
              <a:gd name="T0" fmla="*/ 0 w 953"/>
              <a:gd name="T1" fmla="*/ 0 h 321"/>
              <a:gd name="T2" fmla="*/ 24 w 953"/>
              <a:gd name="T3" fmla="*/ 17 h 321"/>
              <a:gd name="T4" fmla="*/ 111 w 953"/>
              <a:gd name="T5" fmla="*/ 48 h 321"/>
              <a:gd name="T6" fmla="*/ 224 w 953"/>
              <a:gd name="T7" fmla="*/ 81 h 321"/>
              <a:gd name="T8" fmla="*/ 432 w 953"/>
              <a:gd name="T9" fmla="*/ 139 h 321"/>
              <a:gd name="T10" fmla="*/ 639 w 953"/>
              <a:gd name="T11" fmla="*/ 204 h 321"/>
              <a:gd name="T12" fmla="*/ 819 w 953"/>
              <a:gd name="T13" fmla="*/ 269 h 321"/>
              <a:gd name="T14" fmla="*/ 953 w 953"/>
              <a:gd name="T15" fmla="*/ 321 h 321"/>
              <a:gd name="connsiteX0" fmla="*/ 0 w 9716"/>
              <a:gd name="connsiteY0" fmla="*/ 0 h 9429"/>
              <a:gd name="connsiteX1" fmla="*/ 252 w 9716"/>
              <a:gd name="connsiteY1" fmla="*/ 530 h 9429"/>
              <a:gd name="connsiteX2" fmla="*/ 1165 w 9716"/>
              <a:gd name="connsiteY2" fmla="*/ 1495 h 9429"/>
              <a:gd name="connsiteX3" fmla="*/ 2350 w 9716"/>
              <a:gd name="connsiteY3" fmla="*/ 2523 h 9429"/>
              <a:gd name="connsiteX4" fmla="*/ 4533 w 9716"/>
              <a:gd name="connsiteY4" fmla="*/ 4330 h 9429"/>
              <a:gd name="connsiteX5" fmla="*/ 6705 w 9716"/>
              <a:gd name="connsiteY5" fmla="*/ 6355 h 9429"/>
              <a:gd name="connsiteX6" fmla="*/ 8594 w 9716"/>
              <a:gd name="connsiteY6" fmla="*/ 8380 h 9429"/>
              <a:gd name="connsiteX7" fmla="*/ 9716 w 9716"/>
              <a:gd name="connsiteY7" fmla="*/ 9429 h 9429"/>
              <a:gd name="connsiteX0" fmla="*/ 0 w 10000"/>
              <a:gd name="connsiteY0" fmla="*/ 0 h 10000"/>
              <a:gd name="connsiteX1" fmla="*/ 259 w 10000"/>
              <a:gd name="connsiteY1" fmla="*/ 562 h 10000"/>
              <a:gd name="connsiteX2" fmla="*/ 1199 w 10000"/>
              <a:gd name="connsiteY2" fmla="*/ 1586 h 10000"/>
              <a:gd name="connsiteX3" fmla="*/ 2419 w 10000"/>
              <a:gd name="connsiteY3" fmla="*/ 2676 h 10000"/>
              <a:gd name="connsiteX4" fmla="*/ 4666 w 10000"/>
              <a:gd name="connsiteY4" fmla="*/ 4592 h 10000"/>
              <a:gd name="connsiteX5" fmla="*/ 6901 w 10000"/>
              <a:gd name="connsiteY5" fmla="*/ 6740 h 10000"/>
              <a:gd name="connsiteX6" fmla="*/ 8709 w 10000"/>
              <a:gd name="connsiteY6" fmla="*/ 8612 h 10000"/>
              <a:gd name="connsiteX7" fmla="*/ 10000 w 10000"/>
              <a:gd name="connsiteY7" fmla="*/ 10000 h 10000"/>
              <a:gd name="connsiteX0" fmla="*/ 0 w 9686"/>
              <a:gd name="connsiteY0" fmla="*/ 0 h 9642"/>
              <a:gd name="connsiteX1" fmla="*/ 259 w 9686"/>
              <a:gd name="connsiteY1" fmla="*/ 562 h 9642"/>
              <a:gd name="connsiteX2" fmla="*/ 1199 w 9686"/>
              <a:gd name="connsiteY2" fmla="*/ 1586 h 9642"/>
              <a:gd name="connsiteX3" fmla="*/ 2419 w 9686"/>
              <a:gd name="connsiteY3" fmla="*/ 2676 h 9642"/>
              <a:gd name="connsiteX4" fmla="*/ 4666 w 9686"/>
              <a:gd name="connsiteY4" fmla="*/ 4592 h 9642"/>
              <a:gd name="connsiteX5" fmla="*/ 6901 w 9686"/>
              <a:gd name="connsiteY5" fmla="*/ 6740 h 9642"/>
              <a:gd name="connsiteX6" fmla="*/ 8709 w 9686"/>
              <a:gd name="connsiteY6" fmla="*/ 8612 h 9642"/>
              <a:gd name="connsiteX7" fmla="*/ 9686 w 9686"/>
              <a:gd name="connsiteY7" fmla="*/ 9642 h 9642"/>
              <a:gd name="connsiteX0" fmla="*/ 0 w 10000"/>
              <a:gd name="connsiteY0" fmla="*/ 0 h 10000"/>
              <a:gd name="connsiteX1" fmla="*/ 267 w 10000"/>
              <a:gd name="connsiteY1" fmla="*/ 583 h 10000"/>
              <a:gd name="connsiteX2" fmla="*/ 1238 w 10000"/>
              <a:gd name="connsiteY2" fmla="*/ 1645 h 10000"/>
              <a:gd name="connsiteX3" fmla="*/ 2497 w 10000"/>
              <a:gd name="connsiteY3" fmla="*/ 2775 h 10000"/>
              <a:gd name="connsiteX4" fmla="*/ 4817 w 10000"/>
              <a:gd name="connsiteY4" fmla="*/ 4762 h 10000"/>
              <a:gd name="connsiteX5" fmla="*/ 7125 w 10000"/>
              <a:gd name="connsiteY5" fmla="*/ 6990 h 10000"/>
              <a:gd name="connsiteX6" fmla="*/ 8516 w 10000"/>
              <a:gd name="connsiteY6" fmla="*/ 8504 h 10000"/>
              <a:gd name="connsiteX7" fmla="*/ 10000 w 10000"/>
              <a:gd name="connsiteY7" fmla="*/ 10000 h 10000"/>
              <a:gd name="connsiteX0" fmla="*/ 0 w 10000"/>
              <a:gd name="connsiteY0" fmla="*/ 0 h 10000"/>
              <a:gd name="connsiteX1" fmla="*/ 267 w 10000"/>
              <a:gd name="connsiteY1" fmla="*/ 583 h 10000"/>
              <a:gd name="connsiteX2" fmla="*/ 1238 w 10000"/>
              <a:gd name="connsiteY2" fmla="*/ 1645 h 10000"/>
              <a:gd name="connsiteX3" fmla="*/ 2497 w 10000"/>
              <a:gd name="connsiteY3" fmla="*/ 2775 h 10000"/>
              <a:gd name="connsiteX4" fmla="*/ 4817 w 10000"/>
              <a:gd name="connsiteY4" fmla="*/ 4762 h 10000"/>
              <a:gd name="connsiteX5" fmla="*/ 6995 w 10000"/>
              <a:gd name="connsiteY5" fmla="*/ 6990 h 10000"/>
              <a:gd name="connsiteX6" fmla="*/ 8516 w 10000"/>
              <a:gd name="connsiteY6" fmla="*/ 8504 h 10000"/>
              <a:gd name="connsiteX7" fmla="*/ 10000 w 10000"/>
              <a:gd name="connsiteY7" fmla="*/ 10000 h 10000"/>
              <a:gd name="connsiteX0" fmla="*/ 0 w 9709"/>
              <a:gd name="connsiteY0" fmla="*/ 0 h 9515"/>
              <a:gd name="connsiteX1" fmla="*/ 267 w 9709"/>
              <a:gd name="connsiteY1" fmla="*/ 583 h 9515"/>
              <a:gd name="connsiteX2" fmla="*/ 1238 w 9709"/>
              <a:gd name="connsiteY2" fmla="*/ 1645 h 9515"/>
              <a:gd name="connsiteX3" fmla="*/ 2497 w 9709"/>
              <a:gd name="connsiteY3" fmla="*/ 2775 h 9515"/>
              <a:gd name="connsiteX4" fmla="*/ 4817 w 9709"/>
              <a:gd name="connsiteY4" fmla="*/ 4762 h 9515"/>
              <a:gd name="connsiteX5" fmla="*/ 6995 w 9709"/>
              <a:gd name="connsiteY5" fmla="*/ 6990 h 9515"/>
              <a:gd name="connsiteX6" fmla="*/ 8516 w 9709"/>
              <a:gd name="connsiteY6" fmla="*/ 8504 h 9515"/>
              <a:gd name="connsiteX7" fmla="*/ 9709 w 9709"/>
              <a:gd name="connsiteY7" fmla="*/ 9515 h 9515"/>
              <a:gd name="connsiteX0" fmla="*/ 0 w 10000"/>
              <a:gd name="connsiteY0" fmla="*/ 0 h 10000"/>
              <a:gd name="connsiteX1" fmla="*/ 275 w 10000"/>
              <a:gd name="connsiteY1" fmla="*/ 613 h 10000"/>
              <a:gd name="connsiteX2" fmla="*/ 1275 w 10000"/>
              <a:gd name="connsiteY2" fmla="*/ 1729 h 10000"/>
              <a:gd name="connsiteX3" fmla="*/ 2572 w 10000"/>
              <a:gd name="connsiteY3" fmla="*/ 2916 h 10000"/>
              <a:gd name="connsiteX4" fmla="*/ 4961 w 10000"/>
              <a:gd name="connsiteY4" fmla="*/ 5005 h 10000"/>
              <a:gd name="connsiteX5" fmla="*/ 7205 w 10000"/>
              <a:gd name="connsiteY5" fmla="*/ 7346 h 10000"/>
              <a:gd name="connsiteX6" fmla="*/ 8771 w 10000"/>
              <a:gd name="connsiteY6" fmla="*/ 8937 h 10000"/>
              <a:gd name="connsiteX7" fmla="*/ 8516 w 10000"/>
              <a:gd name="connsiteY7" fmla="*/ 8593 h 10000"/>
              <a:gd name="connsiteX8" fmla="*/ 10000 w 10000"/>
              <a:gd name="connsiteY8" fmla="*/ 10000 h 10000"/>
              <a:gd name="connsiteX0" fmla="*/ 0 w 10000"/>
              <a:gd name="connsiteY0" fmla="*/ 0 h 10000"/>
              <a:gd name="connsiteX1" fmla="*/ 275 w 10000"/>
              <a:gd name="connsiteY1" fmla="*/ 613 h 10000"/>
              <a:gd name="connsiteX2" fmla="*/ 1275 w 10000"/>
              <a:gd name="connsiteY2" fmla="*/ 1729 h 10000"/>
              <a:gd name="connsiteX3" fmla="*/ 2572 w 10000"/>
              <a:gd name="connsiteY3" fmla="*/ 2916 h 10000"/>
              <a:gd name="connsiteX4" fmla="*/ 4961 w 10000"/>
              <a:gd name="connsiteY4" fmla="*/ 5005 h 10000"/>
              <a:gd name="connsiteX5" fmla="*/ 7205 w 10000"/>
              <a:gd name="connsiteY5" fmla="*/ 7346 h 10000"/>
              <a:gd name="connsiteX6" fmla="*/ 8516 w 10000"/>
              <a:gd name="connsiteY6" fmla="*/ 8593 h 10000"/>
              <a:gd name="connsiteX7" fmla="*/ 10000 w 10000"/>
              <a:gd name="connsiteY7" fmla="*/ 1000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000" h="10000">
                <a:moveTo>
                  <a:pt x="0" y="0"/>
                </a:moveTo>
                <a:cubicBezTo>
                  <a:pt x="34" y="145"/>
                  <a:pt x="69" y="324"/>
                  <a:pt x="275" y="613"/>
                </a:cubicBezTo>
                <a:cubicBezTo>
                  <a:pt x="483" y="901"/>
                  <a:pt x="895" y="1333"/>
                  <a:pt x="1275" y="1729"/>
                </a:cubicBezTo>
                <a:cubicBezTo>
                  <a:pt x="1653" y="2124"/>
                  <a:pt x="1963" y="2377"/>
                  <a:pt x="2572" y="2916"/>
                </a:cubicBezTo>
                <a:cubicBezTo>
                  <a:pt x="3182" y="3458"/>
                  <a:pt x="4189" y="4267"/>
                  <a:pt x="4961" y="5005"/>
                </a:cubicBezTo>
                <a:cubicBezTo>
                  <a:pt x="5734" y="5744"/>
                  <a:pt x="6613" y="6748"/>
                  <a:pt x="7205" y="7346"/>
                </a:cubicBezTo>
                <a:cubicBezTo>
                  <a:pt x="7797" y="7944"/>
                  <a:pt x="8050" y="8151"/>
                  <a:pt x="8516" y="8593"/>
                </a:cubicBezTo>
                <a:cubicBezTo>
                  <a:pt x="8721" y="8770"/>
                  <a:pt x="9801" y="9825"/>
                  <a:pt x="10000" y="10000"/>
                </a:cubicBezTo>
              </a:path>
            </a:pathLst>
          </a:custGeom>
          <a:noFill/>
          <a:ln w="19050" cap="flat" cmpd="sng">
            <a:solidFill>
              <a:srgbClr val="0000FF"/>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4" name="Text Box 2447"/>
          <p:cNvSpPr txBox="1">
            <a:spLocks noChangeArrowheads="1"/>
          </p:cNvSpPr>
          <p:nvPr/>
        </p:nvSpPr>
        <p:spPr bwMode="auto">
          <a:xfrm flipH="1">
            <a:off x="7414630" y="3595414"/>
            <a:ext cx="351378" cy="410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800" b="1" dirty="0">
                <a:latin typeface="Times New Roman" pitchFamily="18" charset="0"/>
              </a:rPr>
              <a:t>A</a:t>
            </a:r>
          </a:p>
        </p:txBody>
      </p:sp>
      <p:sp>
        <p:nvSpPr>
          <p:cNvPr id="35" name="Text Box 2448"/>
          <p:cNvSpPr txBox="1">
            <a:spLocks noChangeArrowheads="1"/>
          </p:cNvSpPr>
          <p:nvPr/>
        </p:nvSpPr>
        <p:spPr bwMode="auto">
          <a:xfrm flipH="1">
            <a:off x="8651467" y="5206507"/>
            <a:ext cx="338554" cy="410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800" b="1" dirty="0">
                <a:latin typeface="Times New Roman" pitchFamily="18" charset="0"/>
              </a:rPr>
              <a:t>B</a:t>
            </a:r>
          </a:p>
        </p:txBody>
      </p:sp>
      <p:sp>
        <p:nvSpPr>
          <p:cNvPr id="36" name="Text Box 2449"/>
          <p:cNvSpPr txBox="1">
            <a:spLocks noChangeArrowheads="1"/>
          </p:cNvSpPr>
          <p:nvPr/>
        </p:nvSpPr>
        <p:spPr bwMode="auto">
          <a:xfrm flipH="1">
            <a:off x="4232892" y="5254424"/>
            <a:ext cx="351378" cy="410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800" b="1">
                <a:latin typeface="Times New Roman" pitchFamily="18" charset="0"/>
              </a:rPr>
              <a:t>C</a:t>
            </a:r>
          </a:p>
        </p:txBody>
      </p:sp>
      <p:sp>
        <p:nvSpPr>
          <p:cNvPr id="37" name="Text Box 2450"/>
          <p:cNvSpPr txBox="1">
            <a:spLocks noChangeArrowheads="1"/>
          </p:cNvSpPr>
          <p:nvPr/>
        </p:nvSpPr>
        <p:spPr bwMode="auto">
          <a:xfrm flipH="1">
            <a:off x="4659230" y="5018769"/>
            <a:ext cx="351378" cy="385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800" b="1" dirty="0"/>
              <a:t>A</a:t>
            </a:r>
            <a:endParaRPr kumimoji="1" lang="en-US" altLang="zh-CN" sz="1800" b="1" dirty="0">
              <a:latin typeface="Times New Roman" pitchFamily="18" charset="0"/>
            </a:endParaRPr>
          </a:p>
        </p:txBody>
      </p:sp>
      <p:grpSp>
        <p:nvGrpSpPr>
          <p:cNvPr id="38" name="Group 2507"/>
          <p:cNvGrpSpPr>
            <a:grpSpLocks/>
          </p:cNvGrpSpPr>
          <p:nvPr/>
        </p:nvGrpSpPr>
        <p:grpSpPr bwMode="auto">
          <a:xfrm flipH="1">
            <a:off x="7751842" y="5306941"/>
            <a:ext cx="812973" cy="158180"/>
            <a:chOff x="2644" y="2807"/>
            <a:chExt cx="481" cy="83"/>
          </a:xfrm>
        </p:grpSpPr>
        <p:sp>
          <p:nvSpPr>
            <p:cNvPr id="39" name="Freeform 2508"/>
            <p:cNvSpPr>
              <a:spLocks/>
            </p:cNvSpPr>
            <p:nvPr/>
          </p:nvSpPr>
          <p:spPr bwMode="auto">
            <a:xfrm>
              <a:off x="2644" y="2810"/>
              <a:ext cx="97" cy="73"/>
            </a:xfrm>
            <a:custGeom>
              <a:avLst/>
              <a:gdLst>
                <a:gd name="T0" fmla="*/ 97 w 97"/>
                <a:gd name="T1" fmla="*/ 0 h 73"/>
                <a:gd name="T2" fmla="*/ 0 w 97"/>
                <a:gd name="T3" fmla="*/ 73 h 73"/>
              </a:gdLst>
              <a:ahLst/>
              <a:cxnLst>
                <a:cxn ang="0">
                  <a:pos x="T0" y="T1"/>
                </a:cxn>
                <a:cxn ang="0">
                  <a:pos x="T2" y="T3"/>
                </a:cxn>
              </a:cxnLst>
              <a:rect l="0" t="0" r="r" b="b"/>
              <a:pathLst>
                <a:path w="97" h="73">
                  <a:moveTo>
                    <a:pt x="97" y="0"/>
                  </a:moveTo>
                  <a:lnTo>
                    <a:pt x="0" y="73"/>
                  </a:ln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40" name="Freeform 2509"/>
            <p:cNvSpPr>
              <a:spLocks/>
            </p:cNvSpPr>
            <p:nvPr/>
          </p:nvSpPr>
          <p:spPr bwMode="auto">
            <a:xfrm>
              <a:off x="2729" y="2810"/>
              <a:ext cx="97" cy="73"/>
            </a:xfrm>
            <a:custGeom>
              <a:avLst/>
              <a:gdLst>
                <a:gd name="T0" fmla="*/ 97 w 97"/>
                <a:gd name="T1" fmla="*/ 0 h 73"/>
                <a:gd name="T2" fmla="*/ 0 w 97"/>
                <a:gd name="T3" fmla="*/ 73 h 73"/>
              </a:gdLst>
              <a:ahLst/>
              <a:cxnLst>
                <a:cxn ang="0">
                  <a:pos x="T0" y="T1"/>
                </a:cxn>
                <a:cxn ang="0">
                  <a:pos x="T2" y="T3"/>
                </a:cxn>
              </a:cxnLst>
              <a:rect l="0" t="0" r="r" b="b"/>
              <a:pathLst>
                <a:path w="97" h="73">
                  <a:moveTo>
                    <a:pt x="97" y="0"/>
                  </a:moveTo>
                  <a:lnTo>
                    <a:pt x="0" y="73"/>
                  </a:ln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41" name="Freeform 2510"/>
            <p:cNvSpPr>
              <a:spLocks/>
            </p:cNvSpPr>
            <p:nvPr/>
          </p:nvSpPr>
          <p:spPr bwMode="auto">
            <a:xfrm>
              <a:off x="2693" y="2807"/>
              <a:ext cx="97" cy="73"/>
            </a:xfrm>
            <a:custGeom>
              <a:avLst/>
              <a:gdLst>
                <a:gd name="T0" fmla="*/ 97 w 97"/>
                <a:gd name="T1" fmla="*/ 0 h 73"/>
                <a:gd name="T2" fmla="*/ 0 w 97"/>
                <a:gd name="T3" fmla="*/ 73 h 73"/>
              </a:gdLst>
              <a:ahLst/>
              <a:cxnLst>
                <a:cxn ang="0">
                  <a:pos x="T0" y="T1"/>
                </a:cxn>
                <a:cxn ang="0">
                  <a:pos x="T2" y="T3"/>
                </a:cxn>
              </a:cxnLst>
              <a:rect l="0" t="0" r="r" b="b"/>
              <a:pathLst>
                <a:path w="97" h="73">
                  <a:moveTo>
                    <a:pt x="97" y="0"/>
                  </a:moveTo>
                  <a:lnTo>
                    <a:pt x="0" y="73"/>
                  </a:ln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42" name="Freeform 2511"/>
            <p:cNvSpPr>
              <a:spLocks/>
            </p:cNvSpPr>
            <p:nvPr/>
          </p:nvSpPr>
          <p:spPr bwMode="auto">
            <a:xfrm>
              <a:off x="2792" y="2837"/>
              <a:ext cx="72" cy="40"/>
            </a:xfrm>
            <a:custGeom>
              <a:avLst/>
              <a:gdLst>
                <a:gd name="T0" fmla="*/ 0 w 72"/>
                <a:gd name="T1" fmla="*/ 0 h 40"/>
                <a:gd name="T2" fmla="*/ 72 w 72"/>
                <a:gd name="T3" fmla="*/ 40 h 40"/>
              </a:gdLst>
              <a:ahLst/>
              <a:cxnLst>
                <a:cxn ang="0">
                  <a:pos x="T0" y="T1"/>
                </a:cxn>
                <a:cxn ang="0">
                  <a:pos x="T2" y="T3"/>
                </a:cxn>
              </a:cxnLst>
              <a:rect l="0" t="0" r="r" b="b"/>
              <a:pathLst>
                <a:path w="72" h="40">
                  <a:moveTo>
                    <a:pt x="0" y="0"/>
                  </a:moveTo>
                  <a:lnTo>
                    <a:pt x="72" y="40"/>
                  </a:ln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43" name="Freeform 2512"/>
            <p:cNvSpPr>
              <a:spLocks/>
            </p:cNvSpPr>
            <p:nvPr/>
          </p:nvSpPr>
          <p:spPr bwMode="auto">
            <a:xfrm>
              <a:off x="2759" y="2859"/>
              <a:ext cx="54" cy="30"/>
            </a:xfrm>
            <a:custGeom>
              <a:avLst/>
              <a:gdLst>
                <a:gd name="T0" fmla="*/ 0 w 54"/>
                <a:gd name="T1" fmla="*/ 0 h 30"/>
                <a:gd name="T2" fmla="*/ 54 w 54"/>
                <a:gd name="T3" fmla="*/ 30 h 30"/>
              </a:gdLst>
              <a:ahLst/>
              <a:cxnLst>
                <a:cxn ang="0">
                  <a:pos x="T0" y="T1"/>
                </a:cxn>
                <a:cxn ang="0">
                  <a:pos x="T2" y="T3"/>
                </a:cxn>
              </a:cxnLst>
              <a:rect l="0" t="0" r="r" b="b"/>
              <a:pathLst>
                <a:path w="54" h="30">
                  <a:moveTo>
                    <a:pt x="0" y="0"/>
                  </a:moveTo>
                  <a:lnTo>
                    <a:pt x="54" y="30"/>
                  </a:ln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44" name="Freeform 2513"/>
            <p:cNvSpPr>
              <a:spLocks/>
            </p:cNvSpPr>
            <p:nvPr/>
          </p:nvSpPr>
          <p:spPr bwMode="auto">
            <a:xfrm>
              <a:off x="2829" y="2813"/>
              <a:ext cx="72" cy="40"/>
            </a:xfrm>
            <a:custGeom>
              <a:avLst/>
              <a:gdLst>
                <a:gd name="T0" fmla="*/ 0 w 72"/>
                <a:gd name="T1" fmla="*/ 0 h 40"/>
                <a:gd name="T2" fmla="*/ 72 w 72"/>
                <a:gd name="T3" fmla="*/ 40 h 40"/>
              </a:gdLst>
              <a:ahLst/>
              <a:cxnLst>
                <a:cxn ang="0">
                  <a:pos x="T0" y="T1"/>
                </a:cxn>
                <a:cxn ang="0">
                  <a:pos x="T2" y="T3"/>
                </a:cxn>
              </a:cxnLst>
              <a:rect l="0" t="0" r="r" b="b"/>
              <a:pathLst>
                <a:path w="72" h="40">
                  <a:moveTo>
                    <a:pt x="0" y="0"/>
                  </a:moveTo>
                  <a:lnTo>
                    <a:pt x="72" y="40"/>
                  </a:ln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45" name="Freeform 2514"/>
            <p:cNvSpPr>
              <a:spLocks/>
            </p:cNvSpPr>
            <p:nvPr/>
          </p:nvSpPr>
          <p:spPr bwMode="auto">
            <a:xfrm>
              <a:off x="2868" y="2811"/>
              <a:ext cx="97" cy="73"/>
            </a:xfrm>
            <a:custGeom>
              <a:avLst/>
              <a:gdLst>
                <a:gd name="T0" fmla="*/ 97 w 97"/>
                <a:gd name="T1" fmla="*/ 0 h 73"/>
                <a:gd name="T2" fmla="*/ 0 w 97"/>
                <a:gd name="T3" fmla="*/ 73 h 73"/>
              </a:gdLst>
              <a:ahLst/>
              <a:cxnLst>
                <a:cxn ang="0">
                  <a:pos x="T0" y="T1"/>
                </a:cxn>
                <a:cxn ang="0">
                  <a:pos x="T2" y="T3"/>
                </a:cxn>
              </a:cxnLst>
              <a:rect l="0" t="0" r="r" b="b"/>
              <a:pathLst>
                <a:path w="97" h="73">
                  <a:moveTo>
                    <a:pt x="97" y="0"/>
                  </a:moveTo>
                  <a:lnTo>
                    <a:pt x="0" y="73"/>
                  </a:ln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46" name="Freeform 2515"/>
            <p:cNvSpPr>
              <a:spLocks/>
            </p:cNvSpPr>
            <p:nvPr/>
          </p:nvSpPr>
          <p:spPr bwMode="auto">
            <a:xfrm>
              <a:off x="2953" y="2811"/>
              <a:ext cx="97" cy="73"/>
            </a:xfrm>
            <a:custGeom>
              <a:avLst/>
              <a:gdLst>
                <a:gd name="T0" fmla="*/ 97 w 97"/>
                <a:gd name="T1" fmla="*/ 0 h 73"/>
                <a:gd name="T2" fmla="*/ 0 w 97"/>
                <a:gd name="T3" fmla="*/ 73 h 73"/>
              </a:gdLst>
              <a:ahLst/>
              <a:cxnLst>
                <a:cxn ang="0">
                  <a:pos x="T0" y="T1"/>
                </a:cxn>
                <a:cxn ang="0">
                  <a:pos x="T2" y="T3"/>
                </a:cxn>
              </a:cxnLst>
              <a:rect l="0" t="0" r="r" b="b"/>
              <a:pathLst>
                <a:path w="97" h="73">
                  <a:moveTo>
                    <a:pt x="97" y="0"/>
                  </a:moveTo>
                  <a:lnTo>
                    <a:pt x="0" y="73"/>
                  </a:ln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47" name="Freeform 2516"/>
            <p:cNvSpPr>
              <a:spLocks/>
            </p:cNvSpPr>
            <p:nvPr/>
          </p:nvSpPr>
          <p:spPr bwMode="auto">
            <a:xfrm>
              <a:off x="2917" y="2808"/>
              <a:ext cx="97" cy="73"/>
            </a:xfrm>
            <a:custGeom>
              <a:avLst/>
              <a:gdLst>
                <a:gd name="T0" fmla="*/ 97 w 97"/>
                <a:gd name="T1" fmla="*/ 0 h 73"/>
                <a:gd name="T2" fmla="*/ 0 w 97"/>
                <a:gd name="T3" fmla="*/ 73 h 73"/>
              </a:gdLst>
              <a:ahLst/>
              <a:cxnLst>
                <a:cxn ang="0">
                  <a:pos x="T0" y="T1"/>
                </a:cxn>
                <a:cxn ang="0">
                  <a:pos x="T2" y="T3"/>
                </a:cxn>
              </a:cxnLst>
              <a:rect l="0" t="0" r="r" b="b"/>
              <a:pathLst>
                <a:path w="97" h="73">
                  <a:moveTo>
                    <a:pt x="97" y="0"/>
                  </a:moveTo>
                  <a:lnTo>
                    <a:pt x="0" y="73"/>
                  </a:ln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48" name="Freeform 2517"/>
            <p:cNvSpPr>
              <a:spLocks/>
            </p:cNvSpPr>
            <p:nvPr/>
          </p:nvSpPr>
          <p:spPr bwMode="auto">
            <a:xfrm>
              <a:off x="3016" y="2838"/>
              <a:ext cx="72" cy="40"/>
            </a:xfrm>
            <a:custGeom>
              <a:avLst/>
              <a:gdLst>
                <a:gd name="T0" fmla="*/ 0 w 72"/>
                <a:gd name="T1" fmla="*/ 0 h 40"/>
                <a:gd name="T2" fmla="*/ 72 w 72"/>
                <a:gd name="T3" fmla="*/ 40 h 40"/>
              </a:gdLst>
              <a:ahLst/>
              <a:cxnLst>
                <a:cxn ang="0">
                  <a:pos x="T0" y="T1"/>
                </a:cxn>
                <a:cxn ang="0">
                  <a:pos x="T2" y="T3"/>
                </a:cxn>
              </a:cxnLst>
              <a:rect l="0" t="0" r="r" b="b"/>
              <a:pathLst>
                <a:path w="72" h="40">
                  <a:moveTo>
                    <a:pt x="0" y="0"/>
                  </a:moveTo>
                  <a:lnTo>
                    <a:pt x="72" y="40"/>
                  </a:ln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49" name="Freeform 2518"/>
            <p:cNvSpPr>
              <a:spLocks/>
            </p:cNvSpPr>
            <p:nvPr/>
          </p:nvSpPr>
          <p:spPr bwMode="auto">
            <a:xfrm>
              <a:off x="2983" y="2860"/>
              <a:ext cx="54" cy="30"/>
            </a:xfrm>
            <a:custGeom>
              <a:avLst/>
              <a:gdLst>
                <a:gd name="T0" fmla="*/ 0 w 54"/>
                <a:gd name="T1" fmla="*/ 0 h 30"/>
                <a:gd name="T2" fmla="*/ 54 w 54"/>
                <a:gd name="T3" fmla="*/ 30 h 30"/>
              </a:gdLst>
              <a:ahLst/>
              <a:cxnLst>
                <a:cxn ang="0">
                  <a:pos x="T0" y="T1"/>
                </a:cxn>
                <a:cxn ang="0">
                  <a:pos x="T2" y="T3"/>
                </a:cxn>
              </a:cxnLst>
              <a:rect l="0" t="0" r="r" b="b"/>
              <a:pathLst>
                <a:path w="54" h="30">
                  <a:moveTo>
                    <a:pt x="0" y="0"/>
                  </a:moveTo>
                  <a:lnTo>
                    <a:pt x="54" y="30"/>
                  </a:ln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50" name="Freeform 2519"/>
            <p:cNvSpPr>
              <a:spLocks/>
            </p:cNvSpPr>
            <p:nvPr/>
          </p:nvSpPr>
          <p:spPr bwMode="auto">
            <a:xfrm>
              <a:off x="3053" y="2814"/>
              <a:ext cx="72" cy="40"/>
            </a:xfrm>
            <a:custGeom>
              <a:avLst/>
              <a:gdLst>
                <a:gd name="T0" fmla="*/ 0 w 72"/>
                <a:gd name="T1" fmla="*/ 0 h 40"/>
                <a:gd name="T2" fmla="*/ 72 w 72"/>
                <a:gd name="T3" fmla="*/ 40 h 40"/>
              </a:gdLst>
              <a:ahLst/>
              <a:cxnLst>
                <a:cxn ang="0">
                  <a:pos x="T0" y="T1"/>
                </a:cxn>
                <a:cxn ang="0">
                  <a:pos x="T2" y="T3"/>
                </a:cxn>
              </a:cxnLst>
              <a:rect l="0" t="0" r="r" b="b"/>
              <a:pathLst>
                <a:path w="72" h="40">
                  <a:moveTo>
                    <a:pt x="0" y="0"/>
                  </a:moveTo>
                  <a:lnTo>
                    <a:pt x="72" y="40"/>
                  </a:ln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grpSp>
      <p:grpSp>
        <p:nvGrpSpPr>
          <p:cNvPr id="51" name="Group 2520"/>
          <p:cNvGrpSpPr>
            <a:grpSpLocks/>
          </p:cNvGrpSpPr>
          <p:nvPr/>
        </p:nvGrpSpPr>
        <p:grpSpPr bwMode="auto">
          <a:xfrm flipH="1">
            <a:off x="5618026" y="5309035"/>
            <a:ext cx="812973" cy="158180"/>
            <a:chOff x="2644" y="2807"/>
            <a:chExt cx="481" cy="83"/>
          </a:xfrm>
        </p:grpSpPr>
        <p:sp>
          <p:nvSpPr>
            <p:cNvPr id="52" name="Freeform 2521"/>
            <p:cNvSpPr>
              <a:spLocks/>
            </p:cNvSpPr>
            <p:nvPr/>
          </p:nvSpPr>
          <p:spPr bwMode="auto">
            <a:xfrm>
              <a:off x="2644" y="2810"/>
              <a:ext cx="97" cy="73"/>
            </a:xfrm>
            <a:custGeom>
              <a:avLst/>
              <a:gdLst>
                <a:gd name="T0" fmla="*/ 97 w 97"/>
                <a:gd name="T1" fmla="*/ 0 h 73"/>
                <a:gd name="T2" fmla="*/ 0 w 97"/>
                <a:gd name="T3" fmla="*/ 73 h 73"/>
              </a:gdLst>
              <a:ahLst/>
              <a:cxnLst>
                <a:cxn ang="0">
                  <a:pos x="T0" y="T1"/>
                </a:cxn>
                <a:cxn ang="0">
                  <a:pos x="T2" y="T3"/>
                </a:cxn>
              </a:cxnLst>
              <a:rect l="0" t="0" r="r" b="b"/>
              <a:pathLst>
                <a:path w="97" h="73">
                  <a:moveTo>
                    <a:pt x="97" y="0"/>
                  </a:moveTo>
                  <a:lnTo>
                    <a:pt x="0" y="73"/>
                  </a:ln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53" name="Freeform 2522"/>
            <p:cNvSpPr>
              <a:spLocks/>
            </p:cNvSpPr>
            <p:nvPr/>
          </p:nvSpPr>
          <p:spPr bwMode="auto">
            <a:xfrm>
              <a:off x="2729" y="2810"/>
              <a:ext cx="97" cy="73"/>
            </a:xfrm>
            <a:custGeom>
              <a:avLst/>
              <a:gdLst>
                <a:gd name="T0" fmla="*/ 97 w 97"/>
                <a:gd name="T1" fmla="*/ 0 h 73"/>
                <a:gd name="T2" fmla="*/ 0 w 97"/>
                <a:gd name="T3" fmla="*/ 73 h 73"/>
              </a:gdLst>
              <a:ahLst/>
              <a:cxnLst>
                <a:cxn ang="0">
                  <a:pos x="T0" y="T1"/>
                </a:cxn>
                <a:cxn ang="0">
                  <a:pos x="T2" y="T3"/>
                </a:cxn>
              </a:cxnLst>
              <a:rect l="0" t="0" r="r" b="b"/>
              <a:pathLst>
                <a:path w="97" h="73">
                  <a:moveTo>
                    <a:pt x="97" y="0"/>
                  </a:moveTo>
                  <a:lnTo>
                    <a:pt x="0" y="73"/>
                  </a:ln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54" name="Freeform 2523"/>
            <p:cNvSpPr>
              <a:spLocks/>
            </p:cNvSpPr>
            <p:nvPr/>
          </p:nvSpPr>
          <p:spPr bwMode="auto">
            <a:xfrm>
              <a:off x="2693" y="2807"/>
              <a:ext cx="97" cy="73"/>
            </a:xfrm>
            <a:custGeom>
              <a:avLst/>
              <a:gdLst>
                <a:gd name="T0" fmla="*/ 97 w 97"/>
                <a:gd name="T1" fmla="*/ 0 h 73"/>
                <a:gd name="T2" fmla="*/ 0 w 97"/>
                <a:gd name="T3" fmla="*/ 73 h 73"/>
              </a:gdLst>
              <a:ahLst/>
              <a:cxnLst>
                <a:cxn ang="0">
                  <a:pos x="T0" y="T1"/>
                </a:cxn>
                <a:cxn ang="0">
                  <a:pos x="T2" y="T3"/>
                </a:cxn>
              </a:cxnLst>
              <a:rect l="0" t="0" r="r" b="b"/>
              <a:pathLst>
                <a:path w="97" h="73">
                  <a:moveTo>
                    <a:pt x="97" y="0"/>
                  </a:moveTo>
                  <a:lnTo>
                    <a:pt x="0" y="73"/>
                  </a:ln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55" name="Freeform 2524"/>
            <p:cNvSpPr>
              <a:spLocks/>
            </p:cNvSpPr>
            <p:nvPr/>
          </p:nvSpPr>
          <p:spPr bwMode="auto">
            <a:xfrm>
              <a:off x="2792" y="2837"/>
              <a:ext cx="72" cy="40"/>
            </a:xfrm>
            <a:custGeom>
              <a:avLst/>
              <a:gdLst>
                <a:gd name="T0" fmla="*/ 0 w 72"/>
                <a:gd name="T1" fmla="*/ 0 h 40"/>
                <a:gd name="T2" fmla="*/ 72 w 72"/>
                <a:gd name="T3" fmla="*/ 40 h 40"/>
              </a:gdLst>
              <a:ahLst/>
              <a:cxnLst>
                <a:cxn ang="0">
                  <a:pos x="T0" y="T1"/>
                </a:cxn>
                <a:cxn ang="0">
                  <a:pos x="T2" y="T3"/>
                </a:cxn>
              </a:cxnLst>
              <a:rect l="0" t="0" r="r" b="b"/>
              <a:pathLst>
                <a:path w="72" h="40">
                  <a:moveTo>
                    <a:pt x="0" y="0"/>
                  </a:moveTo>
                  <a:lnTo>
                    <a:pt x="72" y="40"/>
                  </a:ln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56" name="Freeform 2525"/>
            <p:cNvSpPr>
              <a:spLocks/>
            </p:cNvSpPr>
            <p:nvPr/>
          </p:nvSpPr>
          <p:spPr bwMode="auto">
            <a:xfrm>
              <a:off x="2759" y="2859"/>
              <a:ext cx="54" cy="30"/>
            </a:xfrm>
            <a:custGeom>
              <a:avLst/>
              <a:gdLst>
                <a:gd name="T0" fmla="*/ 0 w 54"/>
                <a:gd name="T1" fmla="*/ 0 h 30"/>
                <a:gd name="T2" fmla="*/ 54 w 54"/>
                <a:gd name="T3" fmla="*/ 30 h 30"/>
              </a:gdLst>
              <a:ahLst/>
              <a:cxnLst>
                <a:cxn ang="0">
                  <a:pos x="T0" y="T1"/>
                </a:cxn>
                <a:cxn ang="0">
                  <a:pos x="T2" y="T3"/>
                </a:cxn>
              </a:cxnLst>
              <a:rect l="0" t="0" r="r" b="b"/>
              <a:pathLst>
                <a:path w="54" h="30">
                  <a:moveTo>
                    <a:pt x="0" y="0"/>
                  </a:moveTo>
                  <a:lnTo>
                    <a:pt x="54" y="30"/>
                  </a:ln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57" name="Freeform 2526"/>
            <p:cNvSpPr>
              <a:spLocks/>
            </p:cNvSpPr>
            <p:nvPr/>
          </p:nvSpPr>
          <p:spPr bwMode="auto">
            <a:xfrm>
              <a:off x="2829" y="2813"/>
              <a:ext cx="72" cy="40"/>
            </a:xfrm>
            <a:custGeom>
              <a:avLst/>
              <a:gdLst>
                <a:gd name="T0" fmla="*/ 0 w 72"/>
                <a:gd name="T1" fmla="*/ 0 h 40"/>
                <a:gd name="T2" fmla="*/ 72 w 72"/>
                <a:gd name="T3" fmla="*/ 40 h 40"/>
              </a:gdLst>
              <a:ahLst/>
              <a:cxnLst>
                <a:cxn ang="0">
                  <a:pos x="T0" y="T1"/>
                </a:cxn>
                <a:cxn ang="0">
                  <a:pos x="T2" y="T3"/>
                </a:cxn>
              </a:cxnLst>
              <a:rect l="0" t="0" r="r" b="b"/>
              <a:pathLst>
                <a:path w="72" h="40">
                  <a:moveTo>
                    <a:pt x="0" y="0"/>
                  </a:moveTo>
                  <a:lnTo>
                    <a:pt x="72" y="40"/>
                  </a:ln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58" name="Freeform 2527"/>
            <p:cNvSpPr>
              <a:spLocks/>
            </p:cNvSpPr>
            <p:nvPr/>
          </p:nvSpPr>
          <p:spPr bwMode="auto">
            <a:xfrm>
              <a:off x="2868" y="2811"/>
              <a:ext cx="97" cy="73"/>
            </a:xfrm>
            <a:custGeom>
              <a:avLst/>
              <a:gdLst>
                <a:gd name="T0" fmla="*/ 97 w 97"/>
                <a:gd name="T1" fmla="*/ 0 h 73"/>
                <a:gd name="T2" fmla="*/ 0 w 97"/>
                <a:gd name="T3" fmla="*/ 73 h 73"/>
              </a:gdLst>
              <a:ahLst/>
              <a:cxnLst>
                <a:cxn ang="0">
                  <a:pos x="T0" y="T1"/>
                </a:cxn>
                <a:cxn ang="0">
                  <a:pos x="T2" y="T3"/>
                </a:cxn>
              </a:cxnLst>
              <a:rect l="0" t="0" r="r" b="b"/>
              <a:pathLst>
                <a:path w="97" h="73">
                  <a:moveTo>
                    <a:pt x="97" y="0"/>
                  </a:moveTo>
                  <a:lnTo>
                    <a:pt x="0" y="73"/>
                  </a:ln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59" name="Freeform 2528"/>
            <p:cNvSpPr>
              <a:spLocks/>
            </p:cNvSpPr>
            <p:nvPr/>
          </p:nvSpPr>
          <p:spPr bwMode="auto">
            <a:xfrm>
              <a:off x="2953" y="2811"/>
              <a:ext cx="97" cy="73"/>
            </a:xfrm>
            <a:custGeom>
              <a:avLst/>
              <a:gdLst>
                <a:gd name="T0" fmla="*/ 97 w 97"/>
                <a:gd name="T1" fmla="*/ 0 h 73"/>
                <a:gd name="T2" fmla="*/ 0 w 97"/>
                <a:gd name="T3" fmla="*/ 73 h 73"/>
              </a:gdLst>
              <a:ahLst/>
              <a:cxnLst>
                <a:cxn ang="0">
                  <a:pos x="T0" y="T1"/>
                </a:cxn>
                <a:cxn ang="0">
                  <a:pos x="T2" y="T3"/>
                </a:cxn>
              </a:cxnLst>
              <a:rect l="0" t="0" r="r" b="b"/>
              <a:pathLst>
                <a:path w="97" h="73">
                  <a:moveTo>
                    <a:pt x="97" y="0"/>
                  </a:moveTo>
                  <a:lnTo>
                    <a:pt x="0" y="73"/>
                  </a:ln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60" name="Freeform 2529"/>
            <p:cNvSpPr>
              <a:spLocks/>
            </p:cNvSpPr>
            <p:nvPr/>
          </p:nvSpPr>
          <p:spPr bwMode="auto">
            <a:xfrm>
              <a:off x="2917" y="2808"/>
              <a:ext cx="97" cy="73"/>
            </a:xfrm>
            <a:custGeom>
              <a:avLst/>
              <a:gdLst>
                <a:gd name="T0" fmla="*/ 97 w 97"/>
                <a:gd name="T1" fmla="*/ 0 h 73"/>
                <a:gd name="T2" fmla="*/ 0 w 97"/>
                <a:gd name="T3" fmla="*/ 73 h 73"/>
              </a:gdLst>
              <a:ahLst/>
              <a:cxnLst>
                <a:cxn ang="0">
                  <a:pos x="T0" y="T1"/>
                </a:cxn>
                <a:cxn ang="0">
                  <a:pos x="T2" y="T3"/>
                </a:cxn>
              </a:cxnLst>
              <a:rect l="0" t="0" r="r" b="b"/>
              <a:pathLst>
                <a:path w="97" h="73">
                  <a:moveTo>
                    <a:pt x="97" y="0"/>
                  </a:moveTo>
                  <a:lnTo>
                    <a:pt x="0" y="73"/>
                  </a:ln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62" name="Freeform 2530"/>
            <p:cNvSpPr>
              <a:spLocks/>
            </p:cNvSpPr>
            <p:nvPr/>
          </p:nvSpPr>
          <p:spPr bwMode="auto">
            <a:xfrm>
              <a:off x="3016" y="2838"/>
              <a:ext cx="72" cy="40"/>
            </a:xfrm>
            <a:custGeom>
              <a:avLst/>
              <a:gdLst>
                <a:gd name="T0" fmla="*/ 0 w 72"/>
                <a:gd name="T1" fmla="*/ 0 h 40"/>
                <a:gd name="T2" fmla="*/ 72 w 72"/>
                <a:gd name="T3" fmla="*/ 40 h 40"/>
              </a:gdLst>
              <a:ahLst/>
              <a:cxnLst>
                <a:cxn ang="0">
                  <a:pos x="T0" y="T1"/>
                </a:cxn>
                <a:cxn ang="0">
                  <a:pos x="T2" y="T3"/>
                </a:cxn>
              </a:cxnLst>
              <a:rect l="0" t="0" r="r" b="b"/>
              <a:pathLst>
                <a:path w="72" h="40">
                  <a:moveTo>
                    <a:pt x="0" y="0"/>
                  </a:moveTo>
                  <a:lnTo>
                    <a:pt x="72" y="40"/>
                  </a:ln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63" name="Freeform 2531"/>
            <p:cNvSpPr>
              <a:spLocks/>
            </p:cNvSpPr>
            <p:nvPr/>
          </p:nvSpPr>
          <p:spPr bwMode="auto">
            <a:xfrm>
              <a:off x="2983" y="2860"/>
              <a:ext cx="54" cy="30"/>
            </a:xfrm>
            <a:custGeom>
              <a:avLst/>
              <a:gdLst>
                <a:gd name="T0" fmla="*/ 0 w 54"/>
                <a:gd name="T1" fmla="*/ 0 h 30"/>
                <a:gd name="T2" fmla="*/ 54 w 54"/>
                <a:gd name="T3" fmla="*/ 30 h 30"/>
              </a:gdLst>
              <a:ahLst/>
              <a:cxnLst>
                <a:cxn ang="0">
                  <a:pos x="T0" y="T1"/>
                </a:cxn>
                <a:cxn ang="0">
                  <a:pos x="T2" y="T3"/>
                </a:cxn>
              </a:cxnLst>
              <a:rect l="0" t="0" r="r" b="b"/>
              <a:pathLst>
                <a:path w="54" h="30">
                  <a:moveTo>
                    <a:pt x="0" y="0"/>
                  </a:moveTo>
                  <a:lnTo>
                    <a:pt x="54" y="30"/>
                  </a:ln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64" name="Freeform 2532"/>
            <p:cNvSpPr>
              <a:spLocks/>
            </p:cNvSpPr>
            <p:nvPr/>
          </p:nvSpPr>
          <p:spPr bwMode="auto">
            <a:xfrm>
              <a:off x="3053" y="2814"/>
              <a:ext cx="72" cy="40"/>
            </a:xfrm>
            <a:custGeom>
              <a:avLst/>
              <a:gdLst>
                <a:gd name="T0" fmla="*/ 0 w 72"/>
                <a:gd name="T1" fmla="*/ 0 h 40"/>
                <a:gd name="T2" fmla="*/ 72 w 72"/>
                <a:gd name="T3" fmla="*/ 40 h 40"/>
              </a:gdLst>
              <a:ahLst/>
              <a:cxnLst>
                <a:cxn ang="0">
                  <a:pos x="T0" y="T1"/>
                </a:cxn>
                <a:cxn ang="0">
                  <a:pos x="T2" y="T3"/>
                </a:cxn>
              </a:cxnLst>
              <a:rect l="0" t="0" r="r" b="b"/>
              <a:pathLst>
                <a:path w="72" h="40">
                  <a:moveTo>
                    <a:pt x="0" y="0"/>
                  </a:moveTo>
                  <a:lnTo>
                    <a:pt x="72" y="40"/>
                  </a:ln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grpSp>
      <p:sp>
        <p:nvSpPr>
          <p:cNvPr id="65" name="Text Box 2451"/>
          <p:cNvSpPr txBox="1">
            <a:spLocks noChangeArrowheads="1"/>
          </p:cNvSpPr>
          <p:nvPr/>
        </p:nvSpPr>
        <p:spPr bwMode="auto">
          <a:xfrm flipH="1">
            <a:off x="6939281" y="3505086"/>
            <a:ext cx="351378" cy="385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800" b="1" dirty="0"/>
              <a:t>C</a:t>
            </a:r>
            <a:endParaRPr kumimoji="1" lang="en-US" altLang="zh-CN" sz="1800" b="1" dirty="0">
              <a:latin typeface="Times New Roman" pitchFamily="18" charset="0"/>
            </a:endParaRPr>
          </a:p>
        </p:txBody>
      </p:sp>
      <p:cxnSp>
        <p:nvCxnSpPr>
          <p:cNvPr id="5" name="直接箭头连接符 4"/>
          <p:cNvCxnSpPr>
            <a:stCxn id="80" idx="3"/>
          </p:cNvCxnSpPr>
          <p:nvPr/>
        </p:nvCxnSpPr>
        <p:spPr bwMode="auto">
          <a:xfrm>
            <a:off x="5328244" y="3248803"/>
            <a:ext cx="1807182" cy="637885"/>
          </a:xfrm>
          <a:prstGeom prst="straightConnector1">
            <a:avLst/>
          </a:prstGeom>
          <a:noFill/>
          <a:ln w="12700" cap="flat" cmpd="sng" algn="ctr">
            <a:solidFill>
              <a:schemeClr val="tx1"/>
            </a:solidFill>
            <a:prstDash val="solid"/>
            <a:round/>
            <a:headEnd type="non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6" name="直接箭头连接符 65"/>
          <p:cNvCxnSpPr/>
          <p:nvPr/>
        </p:nvCxnSpPr>
        <p:spPr bwMode="auto">
          <a:xfrm flipH="1">
            <a:off x="4792442" y="3248803"/>
            <a:ext cx="535802" cy="1841182"/>
          </a:xfrm>
          <a:prstGeom prst="straightConnector1">
            <a:avLst/>
          </a:prstGeom>
          <a:noFill/>
          <a:ln w="12700" cap="flat" cmpd="sng" algn="ctr">
            <a:solidFill>
              <a:schemeClr val="tx1"/>
            </a:solidFill>
            <a:prstDash val="solid"/>
            <a:round/>
            <a:headEnd type="non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8" name="直接连接符 67"/>
          <p:cNvCxnSpPr/>
          <p:nvPr/>
        </p:nvCxnSpPr>
        <p:spPr bwMode="auto">
          <a:xfrm>
            <a:off x="5328244" y="3248803"/>
            <a:ext cx="0" cy="2214893"/>
          </a:xfrm>
          <a:prstGeom prst="line">
            <a:avLst/>
          </a:prstGeom>
          <a:noFill/>
          <a:ln w="9525" cap="flat" cmpd="sng" algn="ctr">
            <a:solidFill>
              <a:schemeClr val="tx1"/>
            </a:solidFill>
            <a:prstDash val="lgDashDot"/>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9" name="任意多边形 68"/>
          <p:cNvSpPr/>
          <p:nvPr/>
        </p:nvSpPr>
        <p:spPr bwMode="auto">
          <a:xfrm>
            <a:off x="4792442" y="3886688"/>
            <a:ext cx="2350935" cy="1284664"/>
          </a:xfrm>
          <a:custGeom>
            <a:avLst/>
            <a:gdLst>
              <a:gd name="connsiteX0" fmla="*/ 0 w 2350935"/>
              <a:gd name="connsiteY0" fmla="*/ 1203297 h 1284664"/>
              <a:gd name="connsiteX1" fmla="*/ 132521 w 2350935"/>
              <a:gd name="connsiteY1" fmla="*/ 1240404 h 1284664"/>
              <a:gd name="connsiteX2" fmla="*/ 307450 w 2350935"/>
              <a:gd name="connsiteY2" fmla="*/ 1272209 h 1284664"/>
              <a:gd name="connsiteX3" fmla="*/ 466476 w 2350935"/>
              <a:gd name="connsiteY3" fmla="*/ 1282810 h 1284664"/>
              <a:gd name="connsiteX4" fmla="*/ 670560 w 2350935"/>
              <a:gd name="connsiteY4" fmla="*/ 1282810 h 1284664"/>
              <a:gd name="connsiteX5" fmla="*/ 845488 w 2350935"/>
              <a:gd name="connsiteY5" fmla="*/ 1264257 h 1284664"/>
              <a:gd name="connsiteX6" fmla="*/ 1036320 w 2350935"/>
              <a:gd name="connsiteY6" fmla="*/ 1221850 h 1284664"/>
              <a:gd name="connsiteX7" fmla="*/ 1237753 w 2350935"/>
              <a:gd name="connsiteY7" fmla="*/ 1160890 h 1284664"/>
              <a:gd name="connsiteX8" fmla="*/ 1428584 w 2350935"/>
              <a:gd name="connsiteY8" fmla="*/ 1068125 h 1284664"/>
              <a:gd name="connsiteX9" fmla="*/ 1574358 w 2350935"/>
              <a:gd name="connsiteY9" fmla="*/ 993913 h 1284664"/>
              <a:gd name="connsiteX10" fmla="*/ 1778441 w 2350935"/>
              <a:gd name="connsiteY10" fmla="*/ 840188 h 1284664"/>
              <a:gd name="connsiteX11" fmla="*/ 1942768 w 2350935"/>
              <a:gd name="connsiteY11" fmla="*/ 683812 h 1284664"/>
              <a:gd name="connsiteX12" fmla="*/ 2067339 w 2350935"/>
              <a:gd name="connsiteY12" fmla="*/ 535388 h 1284664"/>
              <a:gd name="connsiteX13" fmla="*/ 2189259 w 2350935"/>
              <a:gd name="connsiteY13" fmla="*/ 355158 h 1284664"/>
              <a:gd name="connsiteX14" fmla="*/ 2289975 w 2350935"/>
              <a:gd name="connsiteY14" fmla="*/ 161677 h 1284664"/>
              <a:gd name="connsiteX15" fmla="*/ 2350935 w 2350935"/>
              <a:gd name="connsiteY15" fmla="*/ 0 h 1284664"/>
              <a:gd name="connsiteX0" fmla="*/ 0 w 2350935"/>
              <a:gd name="connsiteY0" fmla="*/ 1203297 h 1284664"/>
              <a:gd name="connsiteX1" fmla="*/ 132521 w 2350935"/>
              <a:gd name="connsiteY1" fmla="*/ 1240404 h 1284664"/>
              <a:gd name="connsiteX2" fmla="*/ 307450 w 2350935"/>
              <a:gd name="connsiteY2" fmla="*/ 1272209 h 1284664"/>
              <a:gd name="connsiteX3" fmla="*/ 466476 w 2350935"/>
              <a:gd name="connsiteY3" fmla="*/ 1282810 h 1284664"/>
              <a:gd name="connsiteX4" fmla="*/ 670560 w 2350935"/>
              <a:gd name="connsiteY4" fmla="*/ 1282810 h 1284664"/>
              <a:gd name="connsiteX5" fmla="*/ 845488 w 2350935"/>
              <a:gd name="connsiteY5" fmla="*/ 1264257 h 1284664"/>
              <a:gd name="connsiteX6" fmla="*/ 1036320 w 2350935"/>
              <a:gd name="connsiteY6" fmla="*/ 1221850 h 1284664"/>
              <a:gd name="connsiteX7" fmla="*/ 1237753 w 2350935"/>
              <a:gd name="connsiteY7" fmla="*/ 1160890 h 1284664"/>
              <a:gd name="connsiteX8" fmla="*/ 1423283 w 2350935"/>
              <a:gd name="connsiteY8" fmla="*/ 1076077 h 1284664"/>
              <a:gd name="connsiteX9" fmla="*/ 1574358 w 2350935"/>
              <a:gd name="connsiteY9" fmla="*/ 993913 h 1284664"/>
              <a:gd name="connsiteX10" fmla="*/ 1778441 w 2350935"/>
              <a:gd name="connsiteY10" fmla="*/ 840188 h 1284664"/>
              <a:gd name="connsiteX11" fmla="*/ 1942768 w 2350935"/>
              <a:gd name="connsiteY11" fmla="*/ 683812 h 1284664"/>
              <a:gd name="connsiteX12" fmla="*/ 2067339 w 2350935"/>
              <a:gd name="connsiteY12" fmla="*/ 535388 h 1284664"/>
              <a:gd name="connsiteX13" fmla="*/ 2189259 w 2350935"/>
              <a:gd name="connsiteY13" fmla="*/ 355158 h 1284664"/>
              <a:gd name="connsiteX14" fmla="*/ 2289975 w 2350935"/>
              <a:gd name="connsiteY14" fmla="*/ 161677 h 1284664"/>
              <a:gd name="connsiteX15" fmla="*/ 2350935 w 2350935"/>
              <a:gd name="connsiteY15" fmla="*/ 0 h 12846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350935" h="1284664">
                <a:moveTo>
                  <a:pt x="0" y="1203297"/>
                </a:moveTo>
                <a:cubicBezTo>
                  <a:pt x="40639" y="1216108"/>
                  <a:pt x="81279" y="1228919"/>
                  <a:pt x="132521" y="1240404"/>
                </a:cubicBezTo>
                <a:cubicBezTo>
                  <a:pt x="183763" y="1251889"/>
                  <a:pt x="251791" y="1265141"/>
                  <a:pt x="307450" y="1272209"/>
                </a:cubicBezTo>
                <a:cubicBezTo>
                  <a:pt x="363109" y="1279277"/>
                  <a:pt x="405958" y="1281043"/>
                  <a:pt x="466476" y="1282810"/>
                </a:cubicBezTo>
                <a:cubicBezTo>
                  <a:pt x="526994" y="1284577"/>
                  <a:pt x="607391" y="1285902"/>
                  <a:pt x="670560" y="1282810"/>
                </a:cubicBezTo>
                <a:cubicBezTo>
                  <a:pt x="733729" y="1279718"/>
                  <a:pt x="784528" y="1274417"/>
                  <a:pt x="845488" y="1264257"/>
                </a:cubicBezTo>
                <a:cubicBezTo>
                  <a:pt x="906448" y="1254097"/>
                  <a:pt x="970943" y="1239078"/>
                  <a:pt x="1036320" y="1221850"/>
                </a:cubicBezTo>
                <a:cubicBezTo>
                  <a:pt x="1101697" y="1204622"/>
                  <a:pt x="1173259" y="1185185"/>
                  <a:pt x="1237753" y="1160890"/>
                </a:cubicBezTo>
                <a:cubicBezTo>
                  <a:pt x="1302247" y="1136595"/>
                  <a:pt x="1367182" y="1103906"/>
                  <a:pt x="1423283" y="1076077"/>
                </a:cubicBezTo>
                <a:cubicBezTo>
                  <a:pt x="1479384" y="1048248"/>
                  <a:pt x="1515165" y="1033228"/>
                  <a:pt x="1574358" y="993913"/>
                </a:cubicBezTo>
                <a:cubicBezTo>
                  <a:pt x="1633551" y="954598"/>
                  <a:pt x="1717039" y="891871"/>
                  <a:pt x="1778441" y="840188"/>
                </a:cubicBezTo>
                <a:cubicBezTo>
                  <a:pt x="1839843" y="788504"/>
                  <a:pt x="1894618" y="734612"/>
                  <a:pt x="1942768" y="683812"/>
                </a:cubicBezTo>
                <a:cubicBezTo>
                  <a:pt x="1990918" y="633012"/>
                  <a:pt x="2026257" y="590164"/>
                  <a:pt x="2067339" y="535388"/>
                </a:cubicBezTo>
                <a:cubicBezTo>
                  <a:pt x="2108421" y="480612"/>
                  <a:pt x="2152153" y="417443"/>
                  <a:pt x="2189259" y="355158"/>
                </a:cubicBezTo>
                <a:cubicBezTo>
                  <a:pt x="2226365" y="292873"/>
                  <a:pt x="2263029" y="220870"/>
                  <a:pt x="2289975" y="161677"/>
                </a:cubicBezTo>
                <a:cubicBezTo>
                  <a:pt x="2316921" y="102484"/>
                  <a:pt x="2333928" y="51242"/>
                  <a:pt x="2350935" y="0"/>
                </a:cubicBezTo>
              </a:path>
            </a:pathLst>
          </a:custGeom>
          <a:noFill/>
          <a:ln w="19050" cap="flat" cmpd="sng" algn="ctr">
            <a:solidFill>
              <a:srgbClr val="C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cxnSp>
        <p:nvCxnSpPr>
          <p:cNvPr id="72" name="直接连接符 71"/>
          <p:cNvCxnSpPr>
            <a:stCxn id="80" idx="3"/>
          </p:cNvCxnSpPr>
          <p:nvPr/>
        </p:nvCxnSpPr>
        <p:spPr bwMode="auto">
          <a:xfrm>
            <a:off x="5328244" y="3248803"/>
            <a:ext cx="1292769" cy="1430355"/>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5" name="直接连接符 74"/>
          <p:cNvCxnSpPr/>
          <p:nvPr/>
        </p:nvCxnSpPr>
        <p:spPr bwMode="auto">
          <a:xfrm>
            <a:off x="6497438" y="4144153"/>
            <a:ext cx="0" cy="645318"/>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7" name="直接连接符 76"/>
          <p:cNvCxnSpPr>
            <a:endCxn id="70" idx="4"/>
          </p:cNvCxnSpPr>
          <p:nvPr/>
        </p:nvCxnSpPr>
        <p:spPr bwMode="auto">
          <a:xfrm>
            <a:off x="6728419" y="4015565"/>
            <a:ext cx="4141" cy="557585"/>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9" name="Text Box 2451"/>
          <p:cNvSpPr txBox="1">
            <a:spLocks noChangeArrowheads="1"/>
          </p:cNvSpPr>
          <p:nvPr/>
        </p:nvSpPr>
        <p:spPr bwMode="auto">
          <a:xfrm flipH="1">
            <a:off x="6483526" y="4175021"/>
            <a:ext cx="248786" cy="385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800" b="1" i="1" dirty="0" err="1" smtClean="0">
                <a:solidFill>
                  <a:srgbClr val="CC0066"/>
                </a:solidFill>
                <a:latin typeface="Times New Roman" pitchFamily="18" charset="0"/>
              </a:rPr>
              <a:t>i</a:t>
            </a:r>
            <a:endParaRPr kumimoji="1" lang="en-US" altLang="zh-CN" sz="1800" b="1" i="1" dirty="0">
              <a:solidFill>
                <a:srgbClr val="CC0066"/>
              </a:solidFill>
              <a:latin typeface="Times New Roman" pitchFamily="18" charset="0"/>
            </a:endParaRPr>
          </a:p>
        </p:txBody>
      </p:sp>
      <p:sp>
        <p:nvSpPr>
          <p:cNvPr id="80" name="Text Box 133"/>
          <p:cNvSpPr txBox="1">
            <a:spLocks noChangeArrowheads="1"/>
          </p:cNvSpPr>
          <p:nvPr/>
        </p:nvSpPr>
        <p:spPr bwMode="auto">
          <a:xfrm>
            <a:off x="4954265" y="3063270"/>
            <a:ext cx="373979" cy="3710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1800" b="1" dirty="0">
                <a:solidFill>
                  <a:schemeClr val="tx1"/>
                </a:solidFill>
                <a:latin typeface="Times New Roman" panose="02020603050405020304" pitchFamily="18" charset="0"/>
              </a:rPr>
              <a:t>O</a:t>
            </a:r>
          </a:p>
        </p:txBody>
      </p:sp>
      <p:sp>
        <p:nvSpPr>
          <p:cNvPr id="81" name="Text Box 136"/>
          <p:cNvSpPr txBox="1">
            <a:spLocks noChangeArrowheads="1"/>
          </p:cNvSpPr>
          <p:nvPr/>
        </p:nvSpPr>
        <p:spPr bwMode="auto">
          <a:xfrm>
            <a:off x="5249707" y="3488723"/>
            <a:ext cx="478166" cy="3845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1800" b="1" dirty="0">
                <a:solidFill>
                  <a:srgbClr val="C00000"/>
                </a:solidFill>
                <a:latin typeface="Times New Roman" panose="02020603050405020304" pitchFamily="18" charset="0"/>
                <a:sym typeface="Symbol" panose="05050102010706020507" pitchFamily="18" charset="2"/>
              </a:rPr>
              <a:t> </a:t>
            </a:r>
            <a:r>
              <a:rPr kumimoji="1" lang="en-US" altLang="zh-CN" sz="1800" b="1" i="1" dirty="0">
                <a:solidFill>
                  <a:srgbClr val="C00000"/>
                </a:solidFill>
                <a:latin typeface="Times New Roman" panose="02020603050405020304" pitchFamily="18" charset="0"/>
                <a:sym typeface="Symbol" panose="05050102010706020507" pitchFamily="18" charset="2"/>
              </a:rPr>
              <a:t></a:t>
            </a:r>
            <a:r>
              <a:rPr kumimoji="1" lang="en-US" altLang="zh-CN" sz="1800" b="1" baseline="-25000" dirty="0" err="1">
                <a:solidFill>
                  <a:srgbClr val="C00000"/>
                </a:solidFill>
                <a:latin typeface="Times New Roman" panose="02020603050405020304" pitchFamily="18" charset="0"/>
                <a:sym typeface="Symbol" panose="05050102010706020507" pitchFamily="18" charset="2"/>
              </a:rPr>
              <a:t>i</a:t>
            </a:r>
            <a:endParaRPr kumimoji="1" lang="en-US" altLang="zh-CN" sz="1800" b="1" baseline="-25000" dirty="0">
              <a:solidFill>
                <a:srgbClr val="C00000"/>
              </a:solidFill>
              <a:latin typeface="Times New Roman" panose="02020603050405020304" pitchFamily="18" charset="0"/>
            </a:endParaRPr>
          </a:p>
        </p:txBody>
      </p:sp>
      <p:sp>
        <p:nvSpPr>
          <p:cNvPr id="82" name="Arc 52"/>
          <p:cNvSpPr>
            <a:spLocks/>
          </p:cNvSpPr>
          <p:nvPr/>
        </p:nvSpPr>
        <p:spPr bwMode="auto">
          <a:xfrm rot="6458630">
            <a:off x="5372679" y="3418184"/>
            <a:ext cx="132426" cy="17244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9525">
            <a:solidFill>
              <a:schemeClr val="tx1"/>
            </a:solidFill>
            <a:round/>
            <a:headEnd type="triangle" w="med" len="me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83" name="Text Box 2450"/>
          <p:cNvSpPr txBox="1">
            <a:spLocks noChangeArrowheads="1"/>
          </p:cNvSpPr>
          <p:nvPr/>
        </p:nvSpPr>
        <p:spPr bwMode="auto">
          <a:xfrm>
            <a:off x="4696313" y="4009258"/>
            <a:ext cx="317328" cy="3480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800" b="1" i="1" dirty="0"/>
              <a:t>R</a:t>
            </a:r>
          </a:p>
        </p:txBody>
      </p:sp>
      <p:cxnSp>
        <p:nvCxnSpPr>
          <p:cNvPr id="84" name="直接连接符 83"/>
          <p:cNvCxnSpPr/>
          <p:nvPr/>
        </p:nvCxnSpPr>
        <p:spPr bwMode="auto">
          <a:xfrm>
            <a:off x="6621015" y="3986347"/>
            <a:ext cx="0" cy="802204"/>
          </a:xfrm>
          <a:prstGeom prst="line">
            <a:avLst/>
          </a:prstGeom>
          <a:noFill/>
          <a:ln w="9525" cap="flat" cmpd="sng" algn="ctr">
            <a:solidFill>
              <a:schemeClr val="tx1"/>
            </a:solidFill>
            <a:prstDash val="dashDot"/>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9" name="Text Box 2451"/>
          <p:cNvSpPr txBox="1">
            <a:spLocks noChangeArrowheads="1"/>
          </p:cNvSpPr>
          <p:nvPr/>
        </p:nvSpPr>
        <p:spPr bwMode="auto">
          <a:xfrm flipH="1">
            <a:off x="7252454" y="4275459"/>
            <a:ext cx="881973" cy="410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800" b="1" dirty="0">
                <a:latin typeface="幼圆" panose="02010509060101010101" pitchFamily="49" charset="-122"/>
                <a:ea typeface="幼圆" panose="02010509060101010101" pitchFamily="49" charset="-122"/>
              </a:rPr>
              <a:t>浸润线</a:t>
            </a:r>
            <a:endParaRPr kumimoji="1" lang="en-US" altLang="zh-CN" sz="1800" b="1" dirty="0">
              <a:latin typeface="幼圆" panose="02010509060101010101" pitchFamily="49" charset="-122"/>
              <a:ea typeface="幼圆" panose="02010509060101010101" pitchFamily="49" charset="-122"/>
            </a:endParaRPr>
          </a:p>
        </p:txBody>
      </p:sp>
      <p:cxnSp>
        <p:nvCxnSpPr>
          <p:cNvPr id="90" name="直接连接符 89"/>
          <p:cNvCxnSpPr/>
          <p:nvPr/>
        </p:nvCxnSpPr>
        <p:spPr bwMode="auto">
          <a:xfrm>
            <a:off x="7249468" y="4108931"/>
            <a:ext cx="231112" cy="195943"/>
          </a:xfrm>
          <a:prstGeom prst="line">
            <a:avLst/>
          </a:prstGeom>
          <a:noFill/>
          <a:ln w="63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0" name="任意多边形 99"/>
          <p:cNvSpPr/>
          <p:nvPr/>
        </p:nvSpPr>
        <p:spPr bwMode="auto">
          <a:xfrm>
            <a:off x="1779821" y="3235040"/>
            <a:ext cx="667800" cy="2166640"/>
          </a:xfrm>
          <a:custGeom>
            <a:avLst/>
            <a:gdLst>
              <a:gd name="connsiteX0" fmla="*/ 0 w 238539"/>
              <a:gd name="connsiteY0" fmla="*/ 127221 h 773927"/>
              <a:gd name="connsiteX1" fmla="*/ 0 w 238539"/>
              <a:gd name="connsiteY1" fmla="*/ 773927 h 773927"/>
              <a:gd name="connsiteX2" fmla="*/ 111318 w 238539"/>
              <a:gd name="connsiteY2" fmla="*/ 675861 h 773927"/>
              <a:gd name="connsiteX3" fmla="*/ 204084 w 238539"/>
              <a:gd name="connsiteY3" fmla="*/ 593698 h 773927"/>
              <a:gd name="connsiteX4" fmla="*/ 238539 w 238539"/>
              <a:gd name="connsiteY4" fmla="*/ 559242 h 773927"/>
              <a:gd name="connsiteX5" fmla="*/ 238539 w 238539"/>
              <a:gd name="connsiteY5" fmla="*/ 0 h 773927"/>
              <a:gd name="connsiteX6" fmla="*/ 0 w 238539"/>
              <a:gd name="connsiteY6" fmla="*/ 127221 h 773927"/>
              <a:gd name="connsiteX0" fmla="*/ 0 w 238539"/>
              <a:gd name="connsiteY0" fmla="*/ 127221 h 773927"/>
              <a:gd name="connsiteX1" fmla="*/ 0 w 238539"/>
              <a:gd name="connsiteY1" fmla="*/ 773927 h 773927"/>
              <a:gd name="connsiteX2" fmla="*/ 111318 w 238539"/>
              <a:gd name="connsiteY2" fmla="*/ 675861 h 773927"/>
              <a:gd name="connsiteX3" fmla="*/ 182653 w 238539"/>
              <a:gd name="connsiteY3" fmla="*/ 619892 h 773927"/>
              <a:gd name="connsiteX4" fmla="*/ 238539 w 238539"/>
              <a:gd name="connsiteY4" fmla="*/ 559242 h 773927"/>
              <a:gd name="connsiteX5" fmla="*/ 238539 w 238539"/>
              <a:gd name="connsiteY5" fmla="*/ 0 h 773927"/>
              <a:gd name="connsiteX6" fmla="*/ 0 w 238539"/>
              <a:gd name="connsiteY6" fmla="*/ 127221 h 773927"/>
              <a:gd name="connsiteX0" fmla="*/ 0 w 238539"/>
              <a:gd name="connsiteY0" fmla="*/ 127221 h 773927"/>
              <a:gd name="connsiteX1" fmla="*/ 0 w 238539"/>
              <a:gd name="connsiteY1" fmla="*/ 773927 h 773927"/>
              <a:gd name="connsiteX2" fmla="*/ 97031 w 238539"/>
              <a:gd name="connsiteY2" fmla="*/ 692530 h 773927"/>
              <a:gd name="connsiteX3" fmla="*/ 182653 w 238539"/>
              <a:gd name="connsiteY3" fmla="*/ 619892 h 773927"/>
              <a:gd name="connsiteX4" fmla="*/ 238539 w 238539"/>
              <a:gd name="connsiteY4" fmla="*/ 559242 h 773927"/>
              <a:gd name="connsiteX5" fmla="*/ 238539 w 238539"/>
              <a:gd name="connsiteY5" fmla="*/ 0 h 773927"/>
              <a:gd name="connsiteX6" fmla="*/ 0 w 238539"/>
              <a:gd name="connsiteY6" fmla="*/ 127221 h 773927"/>
              <a:gd name="connsiteX0" fmla="*/ 0 w 238539"/>
              <a:gd name="connsiteY0" fmla="*/ 127221 h 773927"/>
              <a:gd name="connsiteX1" fmla="*/ 0 w 238539"/>
              <a:gd name="connsiteY1" fmla="*/ 773927 h 773927"/>
              <a:gd name="connsiteX2" fmla="*/ 97031 w 238539"/>
              <a:gd name="connsiteY2" fmla="*/ 692530 h 773927"/>
              <a:gd name="connsiteX3" fmla="*/ 170747 w 238539"/>
              <a:gd name="connsiteY3" fmla="*/ 627036 h 773927"/>
              <a:gd name="connsiteX4" fmla="*/ 238539 w 238539"/>
              <a:gd name="connsiteY4" fmla="*/ 559242 h 773927"/>
              <a:gd name="connsiteX5" fmla="*/ 238539 w 238539"/>
              <a:gd name="connsiteY5" fmla="*/ 0 h 773927"/>
              <a:gd name="connsiteX6" fmla="*/ 0 w 238539"/>
              <a:gd name="connsiteY6" fmla="*/ 127221 h 773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8539" h="773927">
                <a:moveTo>
                  <a:pt x="0" y="127221"/>
                </a:moveTo>
                <a:lnTo>
                  <a:pt x="0" y="773927"/>
                </a:lnTo>
                <a:cubicBezTo>
                  <a:pt x="37106" y="741238"/>
                  <a:pt x="68573" y="717012"/>
                  <a:pt x="97031" y="692530"/>
                </a:cubicBezTo>
                <a:cubicBezTo>
                  <a:pt x="125489" y="668048"/>
                  <a:pt x="146969" y="645692"/>
                  <a:pt x="170747" y="627036"/>
                </a:cubicBezTo>
                <a:lnTo>
                  <a:pt x="238539" y="559242"/>
                </a:lnTo>
                <a:lnTo>
                  <a:pt x="238539" y="0"/>
                </a:lnTo>
                <a:lnTo>
                  <a:pt x="0" y="127221"/>
                </a:lnTo>
                <a:close/>
              </a:path>
            </a:pathLst>
          </a:custGeom>
          <a:solidFill>
            <a:srgbClr val="FFC000"/>
          </a:solidFill>
          <a:ln w="28575"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cxnSp>
        <p:nvCxnSpPr>
          <p:cNvPr id="102" name="直接连接符 101"/>
          <p:cNvCxnSpPr/>
          <p:nvPr/>
        </p:nvCxnSpPr>
        <p:spPr bwMode="auto">
          <a:xfrm>
            <a:off x="2135345" y="3255462"/>
            <a:ext cx="0" cy="2030962"/>
          </a:xfrm>
          <a:prstGeom prst="line">
            <a:avLst/>
          </a:prstGeom>
          <a:noFill/>
          <a:ln w="9525" cap="flat" cmpd="sng" algn="ctr">
            <a:solidFill>
              <a:schemeClr val="tx1"/>
            </a:solidFill>
            <a:prstDash val="dashDot"/>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3" name="任意多边形 102"/>
          <p:cNvSpPr/>
          <p:nvPr/>
        </p:nvSpPr>
        <p:spPr bwMode="auto">
          <a:xfrm>
            <a:off x="1312250" y="3814871"/>
            <a:ext cx="1291321" cy="470776"/>
          </a:xfrm>
          <a:custGeom>
            <a:avLst/>
            <a:gdLst>
              <a:gd name="connsiteX0" fmla="*/ 0 w 559594"/>
              <a:gd name="connsiteY0" fmla="*/ 185737 h 185737"/>
              <a:gd name="connsiteX1" fmla="*/ 221456 w 559594"/>
              <a:gd name="connsiteY1" fmla="*/ 116681 h 185737"/>
              <a:gd name="connsiteX2" fmla="*/ 404812 w 559594"/>
              <a:gd name="connsiteY2" fmla="*/ 47625 h 185737"/>
              <a:gd name="connsiteX3" fmla="*/ 559594 w 559594"/>
              <a:gd name="connsiteY3" fmla="*/ 0 h 185737"/>
              <a:gd name="connsiteX0" fmla="*/ 0 w 552450"/>
              <a:gd name="connsiteY0" fmla="*/ 195262 h 195262"/>
              <a:gd name="connsiteX1" fmla="*/ 214312 w 552450"/>
              <a:gd name="connsiteY1" fmla="*/ 116681 h 195262"/>
              <a:gd name="connsiteX2" fmla="*/ 397668 w 552450"/>
              <a:gd name="connsiteY2" fmla="*/ 47625 h 195262"/>
              <a:gd name="connsiteX3" fmla="*/ 552450 w 552450"/>
              <a:gd name="connsiteY3" fmla="*/ 0 h 195262"/>
              <a:gd name="connsiteX0" fmla="*/ 0 w 528637"/>
              <a:gd name="connsiteY0" fmla="*/ 188118 h 188118"/>
              <a:gd name="connsiteX1" fmla="*/ 190499 w 528637"/>
              <a:gd name="connsiteY1" fmla="*/ 116681 h 188118"/>
              <a:gd name="connsiteX2" fmla="*/ 373855 w 528637"/>
              <a:gd name="connsiteY2" fmla="*/ 47625 h 188118"/>
              <a:gd name="connsiteX3" fmla="*/ 528637 w 528637"/>
              <a:gd name="connsiteY3" fmla="*/ 0 h 188118"/>
              <a:gd name="connsiteX0" fmla="*/ 0 w 528637"/>
              <a:gd name="connsiteY0" fmla="*/ 188118 h 188118"/>
              <a:gd name="connsiteX1" fmla="*/ 180974 w 528637"/>
              <a:gd name="connsiteY1" fmla="*/ 116681 h 188118"/>
              <a:gd name="connsiteX2" fmla="*/ 373855 w 528637"/>
              <a:gd name="connsiteY2" fmla="*/ 47625 h 188118"/>
              <a:gd name="connsiteX3" fmla="*/ 528637 w 528637"/>
              <a:gd name="connsiteY3" fmla="*/ 0 h 188118"/>
              <a:gd name="connsiteX0" fmla="*/ 0 w 528637"/>
              <a:gd name="connsiteY0" fmla="*/ 188118 h 188118"/>
              <a:gd name="connsiteX1" fmla="*/ 63488 w 528637"/>
              <a:gd name="connsiteY1" fmla="*/ 161683 h 188118"/>
              <a:gd name="connsiteX2" fmla="*/ 180974 w 528637"/>
              <a:gd name="connsiteY2" fmla="*/ 116681 h 188118"/>
              <a:gd name="connsiteX3" fmla="*/ 373855 w 528637"/>
              <a:gd name="connsiteY3" fmla="*/ 47625 h 188118"/>
              <a:gd name="connsiteX4" fmla="*/ 528637 w 528637"/>
              <a:gd name="connsiteY4" fmla="*/ 0 h 188118"/>
              <a:gd name="connsiteX0" fmla="*/ 0 w 528637"/>
              <a:gd name="connsiteY0" fmla="*/ 188118 h 188118"/>
              <a:gd name="connsiteX1" fmla="*/ 60897 w 528637"/>
              <a:gd name="connsiteY1" fmla="*/ 165570 h 188118"/>
              <a:gd name="connsiteX2" fmla="*/ 180974 w 528637"/>
              <a:gd name="connsiteY2" fmla="*/ 116681 h 188118"/>
              <a:gd name="connsiteX3" fmla="*/ 373855 w 528637"/>
              <a:gd name="connsiteY3" fmla="*/ 47625 h 188118"/>
              <a:gd name="connsiteX4" fmla="*/ 528637 w 528637"/>
              <a:gd name="connsiteY4" fmla="*/ 0 h 188118"/>
              <a:gd name="connsiteX0" fmla="*/ 0 w 532524"/>
              <a:gd name="connsiteY0" fmla="*/ 195892 h 195892"/>
              <a:gd name="connsiteX1" fmla="*/ 64784 w 532524"/>
              <a:gd name="connsiteY1" fmla="*/ 165570 h 195892"/>
              <a:gd name="connsiteX2" fmla="*/ 184861 w 532524"/>
              <a:gd name="connsiteY2" fmla="*/ 116681 h 195892"/>
              <a:gd name="connsiteX3" fmla="*/ 377742 w 532524"/>
              <a:gd name="connsiteY3" fmla="*/ 47625 h 195892"/>
              <a:gd name="connsiteX4" fmla="*/ 532524 w 532524"/>
              <a:gd name="connsiteY4" fmla="*/ 0 h 195892"/>
              <a:gd name="connsiteX0" fmla="*/ 0 w 467740"/>
              <a:gd name="connsiteY0" fmla="*/ 165570 h 165570"/>
              <a:gd name="connsiteX1" fmla="*/ 120077 w 467740"/>
              <a:gd name="connsiteY1" fmla="*/ 116681 h 165570"/>
              <a:gd name="connsiteX2" fmla="*/ 312958 w 467740"/>
              <a:gd name="connsiteY2" fmla="*/ 47625 h 165570"/>
              <a:gd name="connsiteX3" fmla="*/ 467740 w 467740"/>
              <a:gd name="connsiteY3" fmla="*/ 0 h 165570"/>
              <a:gd name="connsiteX0" fmla="*/ 0 w 431461"/>
              <a:gd name="connsiteY0" fmla="*/ 157796 h 157796"/>
              <a:gd name="connsiteX1" fmla="*/ 120077 w 431461"/>
              <a:gd name="connsiteY1" fmla="*/ 108907 h 157796"/>
              <a:gd name="connsiteX2" fmla="*/ 312958 w 431461"/>
              <a:gd name="connsiteY2" fmla="*/ 39851 h 157796"/>
              <a:gd name="connsiteX3" fmla="*/ 431461 w 431461"/>
              <a:gd name="connsiteY3" fmla="*/ 0 h 157796"/>
              <a:gd name="connsiteX0" fmla="*/ 0 w 427574"/>
              <a:gd name="connsiteY0" fmla="*/ 153909 h 153909"/>
              <a:gd name="connsiteX1" fmla="*/ 120077 w 427574"/>
              <a:gd name="connsiteY1" fmla="*/ 105020 h 153909"/>
              <a:gd name="connsiteX2" fmla="*/ 312958 w 427574"/>
              <a:gd name="connsiteY2" fmla="*/ 35964 h 153909"/>
              <a:gd name="connsiteX3" fmla="*/ 427574 w 427574"/>
              <a:gd name="connsiteY3" fmla="*/ 0 h 153909"/>
              <a:gd name="connsiteX0" fmla="*/ 0 w 461262"/>
              <a:gd name="connsiteY0" fmla="*/ 168162 h 168162"/>
              <a:gd name="connsiteX1" fmla="*/ 153765 w 461262"/>
              <a:gd name="connsiteY1" fmla="*/ 105020 h 168162"/>
              <a:gd name="connsiteX2" fmla="*/ 346646 w 461262"/>
              <a:gd name="connsiteY2" fmla="*/ 35964 h 168162"/>
              <a:gd name="connsiteX3" fmla="*/ 461262 w 461262"/>
              <a:gd name="connsiteY3" fmla="*/ 0 h 168162"/>
            </a:gdLst>
            <a:ahLst/>
            <a:cxnLst>
              <a:cxn ang="0">
                <a:pos x="connsiteX0" y="connsiteY0"/>
              </a:cxn>
              <a:cxn ang="0">
                <a:pos x="connsiteX1" y="connsiteY1"/>
              </a:cxn>
              <a:cxn ang="0">
                <a:pos x="connsiteX2" y="connsiteY2"/>
              </a:cxn>
              <a:cxn ang="0">
                <a:pos x="connsiteX3" y="connsiteY3"/>
              </a:cxn>
            </a:cxnLst>
            <a:rect l="l" t="t" r="r" b="b"/>
            <a:pathLst>
              <a:path w="461262" h="168162">
                <a:moveTo>
                  <a:pt x="0" y="168162"/>
                </a:moveTo>
                <a:cubicBezTo>
                  <a:pt x="30162" y="156256"/>
                  <a:pt x="95991" y="127053"/>
                  <a:pt x="153765" y="105020"/>
                </a:cubicBezTo>
                <a:cubicBezTo>
                  <a:pt x="211539" y="82987"/>
                  <a:pt x="295397" y="53467"/>
                  <a:pt x="346646" y="35964"/>
                </a:cubicBezTo>
                <a:cubicBezTo>
                  <a:pt x="397895" y="18461"/>
                  <a:pt x="412049" y="14089"/>
                  <a:pt x="461262" y="0"/>
                </a:cubicBezTo>
              </a:path>
            </a:pathLst>
          </a:custGeom>
          <a:noFill/>
          <a:ln w="19050" cap="flat" cmpd="sng" algn="ctr">
            <a:solidFill>
              <a:srgbClr val="0000F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grpSp>
        <p:nvGrpSpPr>
          <p:cNvPr id="107" name="Group 2438"/>
          <p:cNvGrpSpPr>
            <a:grpSpLocks/>
          </p:cNvGrpSpPr>
          <p:nvPr/>
        </p:nvGrpSpPr>
        <p:grpSpPr bwMode="auto">
          <a:xfrm rot="20169434" flipH="1">
            <a:off x="1326774" y="4140638"/>
            <a:ext cx="254826" cy="199155"/>
            <a:chOff x="355" y="513"/>
            <a:chExt cx="204" cy="175"/>
          </a:xfrm>
        </p:grpSpPr>
        <p:sp>
          <p:nvSpPr>
            <p:cNvPr id="108" name="AutoShape 2439"/>
            <p:cNvSpPr>
              <a:spLocks noChangeArrowheads="1"/>
            </p:cNvSpPr>
            <p:nvPr/>
          </p:nvSpPr>
          <p:spPr bwMode="auto">
            <a:xfrm flipV="1">
              <a:off x="420" y="513"/>
              <a:ext cx="94" cy="78"/>
            </a:xfrm>
            <a:prstGeom prst="triangle">
              <a:avLst>
                <a:gd name="adj" fmla="val 50000"/>
              </a:avLst>
            </a:prstGeom>
            <a:noFill/>
            <a:ln w="63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 name="Line 2440"/>
            <p:cNvSpPr>
              <a:spLocks noChangeShapeType="1"/>
            </p:cNvSpPr>
            <p:nvPr/>
          </p:nvSpPr>
          <p:spPr bwMode="auto">
            <a:xfrm>
              <a:off x="355" y="626"/>
              <a:ext cx="90" cy="0"/>
            </a:xfrm>
            <a:prstGeom prst="line">
              <a:avLst/>
            </a:prstGeom>
            <a:noFill/>
            <a:ln w="63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0" name="Line 2441"/>
            <p:cNvSpPr>
              <a:spLocks noChangeShapeType="1"/>
            </p:cNvSpPr>
            <p:nvPr/>
          </p:nvSpPr>
          <p:spPr bwMode="auto">
            <a:xfrm>
              <a:off x="469" y="626"/>
              <a:ext cx="90" cy="0"/>
            </a:xfrm>
            <a:prstGeom prst="line">
              <a:avLst/>
            </a:prstGeom>
            <a:noFill/>
            <a:ln w="63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1" name="Line 2442"/>
            <p:cNvSpPr>
              <a:spLocks noChangeShapeType="1"/>
            </p:cNvSpPr>
            <p:nvPr/>
          </p:nvSpPr>
          <p:spPr bwMode="auto">
            <a:xfrm>
              <a:off x="409" y="657"/>
              <a:ext cx="116" cy="0"/>
            </a:xfrm>
            <a:prstGeom prst="line">
              <a:avLst/>
            </a:prstGeom>
            <a:noFill/>
            <a:ln w="63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2" name="Line 2443"/>
            <p:cNvSpPr>
              <a:spLocks noChangeShapeType="1"/>
            </p:cNvSpPr>
            <p:nvPr/>
          </p:nvSpPr>
          <p:spPr bwMode="auto">
            <a:xfrm>
              <a:off x="453" y="688"/>
              <a:ext cx="40" cy="0"/>
            </a:xfrm>
            <a:prstGeom prst="line">
              <a:avLst/>
            </a:prstGeom>
            <a:noFill/>
            <a:ln w="63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13" name="矩形 112"/>
          <p:cNvSpPr/>
          <p:nvPr/>
        </p:nvSpPr>
        <p:spPr>
          <a:xfrm>
            <a:off x="532202" y="4068708"/>
            <a:ext cx="805029" cy="375487"/>
          </a:xfrm>
          <a:prstGeom prst="rect">
            <a:avLst/>
          </a:prstGeom>
        </p:spPr>
        <p:txBody>
          <a:bodyPr wrap="none">
            <a:spAutoFit/>
          </a:bodyPr>
          <a:lstStyle/>
          <a:p>
            <a:pPr algn="ctr" eaLnBrk="1" hangingPunct="1">
              <a:spcBef>
                <a:spcPct val="20000"/>
              </a:spcBef>
            </a:pPr>
            <a:r>
              <a:rPr kumimoji="1" lang="zh-CN" altLang="en-US" sz="1600" b="1" dirty="0">
                <a:solidFill>
                  <a:srgbClr val="0000FF"/>
                </a:solidFill>
                <a:latin typeface="幼圆" panose="02010509060101010101" pitchFamily="49" charset="-122"/>
                <a:ea typeface="幼圆" panose="02010509060101010101" pitchFamily="49" charset="-122"/>
              </a:rPr>
              <a:t>浸润线</a:t>
            </a:r>
          </a:p>
        </p:txBody>
      </p:sp>
      <p:grpSp>
        <p:nvGrpSpPr>
          <p:cNvPr id="11" name="组合 10"/>
          <p:cNvGrpSpPr/>
          <p:nvPr/>
        </p:nvGrpSpPr>
        <p:grpSpPr>
          <a:xfrm>
            <a:off x="3410592" y="4152703"/>
            <a:ext cx="515447" cy="959483"/>
            <a:chOff x="3410592" y="4152703"/>
            <a:chExt cx="515447" cy="959483"/>
          </a:xfrm>
        </p:grpSpPr>
        <p:cxnSp>
          <p:nvCxnSpPr>
            <p:cNvPr id="118" name="直接连接符 117"/>
            <p:cNvCxnSpPr/>
            <p:nvPr/>
          </p:nvCxnSpPr>
          <p:spPr bwMode="auto">
            <a:xfrm rot="16200000">
              <a:off x="3577512" y="4958921"/>
              <a:ext cx="0" cy="299850"/>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9" name="直接连接符 118"/>
            <p:cNvCxnSpPr/>
            <p:nvPr/>
          </p:nvCxnSpPr>
          <p:spPr bwMode="auto">
            <a:xfrm rot="16200000">
              <a:off x="3560517" y="4002778"/>
              <a:ext cx="0" cy="299850"/>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0" name="直接箭头连接符 119"/>
            <p:cNvCxnSpPr/>
            <p:nvPr/>
          </p:nvCxnSpPr>
          <p:spPr bwMode="auto">
            <a:xfrm flipV="1">
              <a:off x="3567804" y="4167123"/>
              <a:ext cx="0" cy="945063"/>
            </a:xfrm>
            <a:prstGeom prst="straightConnector1">
              <a:avLst/>
            </a:prstGeom>
            <a:noFill/>
            <a:ln w="12700" cap="flat" cmpd="sng" algn="ctr">
              <a:solidFill>
                <a:schemeClr val="tx1"/>
              </a:solidFill>
              <a:prstDash val="solid"/>
              <a:round/>
              <a:headEnd type="triangl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21" name="Text Box 2450"/>
            <p:cNvSpPr txBox="1">
              <a:spLocks noChangeArrowheads="1"/>
            </p:cNvSpPr>
            <p:nvPr/>
          </p:nvSpPr>
          <p:spPr bwMode="auto">
            <a:xfrm>
              <a:off x="3518555" y="4296626"/>
              <a:ext cx="407484" cy="385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800" b="1" i="1" dirty="0" err="1" smtClean="0">
                  <a:solidFill>
                    <a:srgbClr val="C00000"/>
                  </a:solidFill>
                </a:rPr>
                <a:t>h</a:t>
              </a:r>
              <a:r>
                <a:rPr kumimoji="1" lang="en-US" altLang="zh-CN" sz="1800" b="1" baseline="-25000" dirty="0" err="1" smtClean="0">
                  <a:solidFill>
                    <a:srgbClr val="C00000"/>
                  </a:solidFill>
                </a:rPr>
                <a:t>ti</a:t>
              </a:r>
              <a:endParaRPr kumimoji="1" lang="en-US" altLang="zh-CN" sz="1800" b="1" baseline="-25000" dirty="0">
                <a:solidFill>
                  <a:srgbClr val="C00000"/>
                </a:solidFill>
              </a:endParaRPr>
            </a:p>
          </p:txBody>
        </p:sp>
      </p:grpSp>
      <p:grpSp>
        <p:nvGrpSpPr>
          <p:cNvPr id="138" name="组合 137"/>
          <p:cNvGrpSpPr/>
          <p:nvPr/>
        </p:nvGrpSpPr>
        <p:grpSpPr>
          <a:xfrm>
            <a:off x="1810518" y="4805413"/>
            <a:ext cx="846109" cy="951337"/>
            <a:chOff x="1922133" y="4375455"/>
            <a:chExt cx="550075" cy="660441"/>
          </a:xfrm>
        </p:grpSpPr>
        <p:cxnSp>
          <p:nvCxnSpPr>
            <p:cNvPr id="123" name="直接连接符 122"/>
            <p:cNvCxnSpPr/>
            <p:nvPr/>
          </p:nvCxnSpPr>
          <p:spPr bwMode="auto">
            <a:xfrm rot="20951774">
              <a:off x="2131000" y="4584779"/>
              <a:ext cx="138308" cy="202912"/>
            </a:xfrm>
            <a:prstGeom prst="line">
              <a:avLst/>
            </a:prstGeom>
            <a:noFill/>
            <a:ln w="19050" cap="flat" cmpd="sng" algn="ctr">
              <a:solidFill>
                <a:srgbClr val="000066"/>
              </a:solidFill>
              <a:prstDash val="solid"/>
              <a:round/>
              <a:headEnd type="triangl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4" name="直接连接符 123"/>
            <p:cNvCxnSpPr/>
            <p:nvPr/>
          </p:nvCxnSpPr>
          <p:spPr bwMode="auto">
            <a:xfrm rot="20951774">
              <a:off x="2027611" y="4681961"/>
              <a:ext cx="151578" cy="219637"/>
            </a:xfrm>
            <a:prstGeom prst="line">
              <a:avLst/>
            </a:prstGeom>
            <a:noFill/>
            <a:ln w="19050" cap="flat" cmpd="sng" algn="ctr">
              <a:solidFill>
                <a:srgbClr val="000066"/>
              </a:solidFill>
              <a:prstDash val="solid"/>
              <a:round/>
              <a:headEnd type="triangl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5" name="直接连接符 124"/>
            <p:cNvCxnSpPr/>
            <p:nvPr/>
          </p:nvCxnSpPr>
          <p:spPr bwMode="auto">
            <a:xfrm rot="20951774">
              <a:off x="1922133" y="4777420"/>
              <a:ext cx="157236" cy="258476"/>
            </a:xfrm>
            <a:prstGeom prst="line">
              <a:avLst/>
            </a:prstGeom>
            <a:noFill/>
            <a:ln w="19050" cap="flat" cmpd="sng" algn="ctr">
              <a:solidFill>
                <a:srgbClr val="000066"/>
              </a:solidFill>
              <a:prstDash val="solid"/>
              <a:round/>
              <a:headEnd type="triangl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6" name="直接连接符 125"/>
            <p:cNvCxnSpPr/>
            <p:nvPr/>
          </p:nvCxnSpPr>
          <p:spPr bwMode="auto">
            <a:xfrm rot="20951774">
              <a:off x="2232157" y="4482688"/>
              <a:ext cx="143390" cy="187095"/>
            </a:xfrm>
            <a:prstGeom prst="line">
              <a:avLst/>
            </a:prstGeom>
            <a:noFill/>
            <a:ln w="19050" cap="flat" cmpd="sng" algn="ctr">
              <a:solidFill>
                <a:srgbClr val="000066"/>
              </a:solidFill>
              <a:prstDash val="solid"/>
              <a:round/>
              <a:headEnd type="triangl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7" name="直接连接符 126"/>
            <p:cNvCxnSpPr/>
            <p:nvPr/>
          </p:nvCxnSpPr>
          <p:spPr bwMode="auto">
            <a:xfrm rot="20951774">
              <a:off x="2317838" y="4375455"/>
              <a:ext cx="154370" cy="185414"/>
            </a:xfrm>
            <a:prstGeom prst="line">
              <a:avLst/>
            </a:prstGeom>
            <a:noFill/>
            <a:ln w="19050" cap="flat" cmpd="sng" algn="ctr">
              <a:solidFill>
                <a:srgbClr val="000066"/>
              </a:solidFill>
              <a:prstDash val="solid"/>
              <a:round/>
              <a:headEnd type="triangl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128" name="任意多边形 127"/>
          <p:cNvSpPr/>
          <p:nvPr/>
        </p:nvSpPr>
        <p:spPr bwMode="auto">
          <a:xfrm rot="20996439">
            <a:off x="2025185" y="5092869"/>
            <a:ext cx="708464" cy="595270"/>
          </a:xfrm>
          <a:custGeom>
            <a:avLst/>
            <a:gdLst>
              <a:gd name="connsiteX0" fmla="*/ 0 w 271717"/>
              <a:gd name="connsiteY0" fmla="*/ 221278 h 221278"/>
              <a:gd name="connsiteX1" fmla="*/ 76471 w 271717"/>
              <a:gd name="connsiteY1" fmla="*/ 154569 h 221278"/>
              <a:gd name="connsiteX2" fmla="*/ 139926 w 271717"/>
              <a:gd name="connsiteY2" fmla="*/ 99249 h 221278"/>
              <a:gd name="connsiteX3" fmla="*/ 208262 w 271717"/>
              <a:gd name="connsiteY3" fmla="*/ 43930 h 221278"/>
              <a:gd name="connsiteX4" fmla="*/ 271717 w 271717"/>
              <a:gd name="connsiteY4" fmla="*/ 0 h 221278"/>
              <a:gd name="connsiteX0" fmla="*/ 0 w 289527"/>
              <a:gd name="connsiteY0" fmla="*/ 281314 h 281314"/>
              <a:gd name="connsiteX1" fmla="*/ 76471 w 289527"/>
              <a:gd name="connsiteY1" fmla="*/ 214605 h 281314"/>
              <a:gd name="connsiteX2" fmla="*/ 139926 w 289527"/>
              <a:gd name="connsiteY2" fmla="*/ 159285 h 281314"/>
              <a:gd name="connsiteX3" fmla="*/ 208262 w 289527"/>
              <a:gd name="connsiteY3" fmla="*/ 103966 h 281314"/>
              <a:gd name="connsiteX4" fmla="*/ 289527 w 289527"/>
              <a:gd name="connsiteY4" fmla="*/ 0 h 281314"/>
              <a:gd name="connsiteX0" fmla="*/ 0 w 289527"/>
              <a:gd name="connsiteY0" fmla="*/ 281314 h 281314"/>
              <a:gd name="connsiteX1" fmla="*/ 76471 w 289527"/>
              <a:gd name="connsiteY1" fmla="*/ 214605 h 281314"/>
              <a:gd name="connsiteX2" fmla="*/ 139926 w 289527"/>
              <a:gd name="connsiteY2" fmla="*/ 159285 h 281314"/>
              <a:gd name="connsiteX3" fmla="*/ 223161 w 289527"/>
              <a:gd name="connsiteY3" fmla="*/ 61563 h 281314"/>
              <a:gd name="connsiteX4" fmla="*/ 289527 w 289527"/>
              <a:gd name="connsiteY4" fmla="*/ 0 h 281314"/>
              <a:gd name="connsiteX0" fmla="*/ 0 w 289527"/>
              <a:gd name="connsiteY0" fmla="*/ 281314 h 281314"/>
              <a:gd name="connsiteX1" fmla="*/ 76471 w 289527"/>
              <a:gd name="connsiteY1" fmla="*/ 214605 h 281314"/>
              <a:gd name="connsiteX2" fmla="*/ 145261 w 289527"/>
              <a:gd name="connsiteY2" fmla="*/ 126955 h 281314"/>
              <a:gd name="connsiteX3" fmla="*/ 223161 w 289527"/>
              <a:gd name="connsiteY3" fmla="*/ 61563 h 281314"/>
              <a:gd name="connsiteX4" fmla="*/ 289527 w 289527"/>
              <a:gd name="connsiteY4" fmla="*/ 0 h 281314"/>
              <a:gd name="connsiteX0" fmla="*/ 0 w 289527"/>
              <a:gd name="connsiteY0" fmla="*/ 281314 h 281314"/>
              <a:gd name="connsiteX1" fmla="*/ 69331 w 289527"/>
              <a:gd name="connsiteY1" fmla="*/ 209982 h 281314"/>
              <a:gd name="connsiteX2" fmla="*/ 145261 w 289527"/>
              <a:gd name="connsiteY2" fmla="*/ 126955 h 281314"/>
              <a:gd name="connsiteX3" fmla="*/ 223161 w 289527"/>
              <a:gd name="connsiteY3" fmla="*/ 61563 h 281314"/>
              <a:gd name="connsiteX4" fmla="*/ 289527 w 289527"/>
              <a:gd name="connsiteY4" fmla="*/ 0 h 281314"/>
              <a:gd name="connsiteX0" fmla="*/ 0 w 289527"/>
              <a:gd name="connsiteY0" fmla="*/ 281314 h 281314"/>
              <a:gd name="connsiteX1" fmla="*/ 70797 w 289527"/>
              <a:gd name="connsiteY1" fmla="*/ 201101 h 281314"/>
              <a:gd name="connsiteX2" fmla="*/ 145261 w 289527"/>
              <a:gd name="connsiteY2" fmla="*/ 126955 h 281314"/>
              <a:gd name="connsiteX3" fmla="*/ 223161 w 289527"/>
              <a:gd name="connsiteY3" fmla="*/ 61563 h 281314"/>
              <a:gd name="connsiteX4" fmla="*/ 289527 w 289527"/>
              <a:gd name="connsiteY4" fmla="*/ 0 h 281314"/>
              <a:gd name="connsiteX0" fmla="*/ 0 w 289527"/>
              <a:gd name="connsiteY0" fmla="*/ 281314 h 281314"/>
              <a:gd name="connsiteX1" fmla="*/ 70797 w 289527"/>
              <a:gd name="connsiteY1" fmla="*/ 201101 h 281314"/>
              <a:gd name="connsiteX2" fmla="*/ 145261 w 289527"/>
              <a:gd name="connsiteY2" fmla="*/ 126955 h 281314"/>
              <a:gd name="connsiteX3" fmla="*/ 222211 w 289527"/>
              <a:gd name="connsiteY3" fmla="*/ 57671 h 281314"/>
              <a:gd name="connsiteX4" fmla="*/ 289527 w 289527"/>
              <a:gd name="connsiteY4" fmla="*/ 0 h 281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9527" h="281314">
                <a:moveTo>
                  <a:pt x="0" y="281314"/>
                </a:moveTo>
                <a:lnTo>
                  <a:pt x="70797" y="201101"/>
                </a:lnTo>
                <a:cubicBezTo>
                  <a:pt x="94118" y="180763"/>
                  <a:pt x="120025" y="150860"/>
                  <a:pt x="145261" y="126955"/>
                </a:cubicBezTo>
                <a:cubicBezTo>
                  <a:pt x="170497" y="103050"/>
                  <a:pt x="200246" y="74212"/>
                  <a:pt x="222211" y="57671"/>
                </a:cubicBezTo>
                <a:cubicBezTo>
                  <a:pt x="244176" y="41130"/>
                  <a:pt x="268782" y="13694"/>
                  <a:pt x="289527" y="0"/>
                </a:cubicBezTo>
              </a:path>
            </a:pathLst>
          </a:custGeom>
          <a:noFill/>
          <a:ln w="19050" cap="flat" cmpd="sng" algn="ctr">
            <a:solidFill>
              <a:srgbClr val="000066"/>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131" name="Text Box 2450"/>
          <p:cNvSpPr txBox="1">
            <a:spLocks noChangeArrowheads="1"/>
          </p:cNvSpPr>
          <p:nvPr/>
        </p:nvSpPr>
        <p:spPr bwMode="auto">
          <a:xfrm>
            <a:off x="2365071" y="5259993"/>
            <a:ext cx="915635" cy="3845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800" b="1" i="1" dirty="0" err="1" smtClean="0">
                <a:solidFill>
                  <a:srgbClr val="C00000"/>
                </a:solidFill>
              </a:rPr>
              <a:t>u</a:t>
            </a:r>
            <a:r>
              <a:rPr kumimoji="1" lang="en-US" altLang="zh-CN" sz="1800" b="1" baseline="-25000" dirty="0" err="1" smtClean="0">
                <a:solidFill>
                  <a:srgbClr val="C00000"/>
                </a:solidFill>
              </a:rPr>
              <a:t>i</a:t>
            </a:r>
            <a:r>
              <a:rPr kumimoji="1" lang="en-US" altLang="zh-CN" sz="1800" b="1" i="1" dirty="0" smtClean="0">
                <a:solidFill>
                  <a:srgbClr val="C00000"/>
                </a:solidFill>
              </a:rPr>
              <a:t>=</a:t>
            </a:r>
            <a:r>
              <a:rPr kumimoji="1" lang="en-US" altLang="zh-CN" sz="1800" b="1" i="1" dirty="0" smtClean="0">
                <a:solidFill>
                  <a:srgbClr val="C00000"/>
                </a:solidFill>
                <a:sym typeface="Symbol"/>
              </a:rPr>
              <a:t></a:t>
            </a:r>
            <a:r>
              <a:rPr kumimoji="1" lang="en-US" altLang="zh-CN" sz="1800" b="1" baseline="-25000" dirty="0" err="1" smtClean="0">
                <a:solidFill>
                  <a:srgbClr val="C00000"/>
                </a:solidFill>
                <a:sym typeface="Symbol"/>
              </a:rPr>
              <a:t>w</a:t>
            </a:r>
            <a:r>
              <a:rPr kumimoji="1" lang="en-US" altLang="zh-CN" sz="1800" b="1" i="1" dirty="0" err="1" smtClean="0">
                <a:solidFill>
                  <a:srgbClr val="C00000"/>
                </a:solidFill>
                <a:sym typeface="Symbol"/>
              </a:rPr>
              <a:t>h</a:t>
            </a:r>
            <a:r>
              <a:rPr kumimoji="1" lang="en-US" altLang="zh-CN" sz="1800" b="1" baseline="-25000" dirty="0" err="1" smtClean="0">
                <a:solidFill>
                  <a:srgbClr val="C00000"/>
                </a:solidFill>
                <a:sym typeface="Symbol"/>
              </a:rPr>
              <a:t>ti</a:t>
            </a:r>
            <a:endParaRPr kumimoji="1" lang="en-US" altLang="zh-CN" sz="1800" b="1" baseline="-25000" dirty="0">
              <a:solidFill>
                <a:srgbClr val="C00000"/>
              </a:solidFill>
            </a:endParaRPr>
          </a:p>
        </p:txBody>
      </p:sp>
      <p:cxnSp>
        <p:nvCxnSpPr>
          <p:cNvPr id="140" name="直接连接符 139"/>
          <p:cNvCxnSpPr/>
          <p:nvPr/>
        </p:nvCxnSpPr>
        <p:spPr bwMode="auto">
          <a:xfrm>
            <a:off x="1703947" y="4151735"/>
            <a:ext cx="1492033" cy="0"/>
          </a:xfrm>
          <a:prstGeom prst="line">
            <a:avLst/>
          </a:prstGeom>
          <a:noFill/>
          <a:ln w="12700" cap="flat" cmpd="sng" algn="ctr">
            <a:solidFill>
              <a:srgbClr val="C00000"/>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7" name="组合 6"/>
          <p:cNvGrpSpPr/>
          <p:nvPr/>
        </p:nvGrpSpPr>
        <p:grpSpPr>
          <a:xfrm>
            <a:off x="2128869" y="3539597"/>
            <a:ext cx="1168858" cy="1575105"/>
            <a:chOff x="2128869" y="3539597"/>
            <a:chExt cx="1168858" cy="1575105"/>
          </a:xfrm>
        </p:grpSpPr>
        <p:sp>
          <p:nvSpPr>
            <p:cNvPr id="114" name="任意多边形 113"/>
            <p:cNvSpPr/>
            <p:nvPr/>
          </p:nvSpPr>
          <p:spPr bwMode="auto">
            <a:xfrm>
              <a:off x="2136666" y="4154673"/>
              <a:ext cx="1161061" cy="960029"/>
            </a:xfrm>
            <a:custGeom>
              <a:avLst/>
              <a:gdLst>
                <a:gd name="connsiteX0" fmla="*/ 41275 w 1123950"/>
                <a:gd name="connsiteY0" fmla="*/ 714375 h 763588"/>
                <a:gd name="connsiteX1" fmla="*/ 1066800 w 1123950"/>
                <a:gd name="connsiteY1" fmla="*/ 714375 h 763588"/>
                <a:gd name="connsiteX2" fmla="*/ 1066800 w 1123950"/>
                <a:gd name="connsiteY2" fmla="*/ 0 h 763588"/>
                <a:gd name="connsiteX3" fmla="*/ 1123950 w 1123950"/>
                <a:gd name="connsiteY3" fmla="*/ 0 h 763588"/>
                <a:gd name="connsiteX4" fmla="*/ 1123950 w 1123950"/>
                <a:gd name="connsiteY4" fmla="*/ 763588 h 763588"/>
                <a:gd name="connsiteX5" fmla="*/ 0 w 1123950"/>
                <a:gd name="connsiteY5" fmla="*/ 763588 h 763588"/>
                <a:gd name="connsiteX6" fmla="*/ 41275 w 1123950"/>
                <a:gd name="connsiteY6" fmla="*/ 714375 h 763588"/>
                <a:gd name="connsiteX0" fmla="*/ 41275 w 1123950"/>
                <a:gd name="connsiteY0" fmla="*/ 714375 h 763588"/>
                <a:gd name="connsiteX1" fmla="*/ 1066800 w 1123950"/>
                <a:gd name="connsiteY1" fmla="*/ 714375 h 763588"/>
                <a:gd name="connsiteX2" fmla="*/ 1064419 w 1123950"/>
                <a:gd name="connsiteY2" fmla="*/ 142875 h 763588"/>
                <a:gd name="connsiteX3" fmla="*/ 1123950 w 1123950"/>
                <a:gd name="connsiteY3" fmla="*/ 0 h 763588"/>
                <a:gd name="connsiteX4" fmla="*/ 1123950 w 1123950"/>
                <a:gd name="connsiteY4" fmla="*/ 763588 h 763588"/>
                <a:gd name="connsiteX5" fmla="*/ 0 w 1123950"/>
                <a:gd name="connsiteY5" fmla="*/ 763588 h 763588"/>
                <a:gd name="connsiteX6" fmla="*/ 41275 w 1123950"/>
                <a:gd name="connsiteY6" fmla="*/ 714375 h 763588"/>
                <a:gd name="connsiteX0" fmla="*/ 41275 w 1128713"/>
                <a:gd name="connsiteY0" fmla="*/ 585787 h 635000"/>
                <a:gd name="connsiteX1" fmla="*/ 1066800 w 1128713"/>
                <a:gd name="connsiteY1" fmla="*/ 585787 h 635000"/>
                <a:gd name="connsiteX2" fmla="*/ 1064419 w 1128713"/>
                <a:gd name="connsiteY2" fmla="*/ 14287 h 635000"/>
                <a:gd name="connsiteX3" fmla="*/ 1128713 w 1128713"/>
                <a:gd name="connsiteY3" fmla="*/ 0 h 635000"/>
                <a:gd name="connsiteX4" fmla="*/ 1123950 w 1128713"/>
                <a:gd name="connsiteY4" fmla="*/ 635000 h 635000"/>
                <a:gd name="connsiteX5" fmla="*/ 0 w 1128713"/>
                <a:gd name="connsiteY5" fmla="*/ 635000 h 635000"/>
                <a:gd name="connsiteX6" fmla="*/ 41275 w 1128713"/>
                <a:gd name="connsiteY6" fmla="*/ 585787 h 635000"/>
                <a:gd name="connsiteX0" fmla="*/ 41275 w 1128713"/>
                <a:gd name="connsiteY0" fmla="*/ 585787 h 635000"/>
                <a:gd name="connsiteX1" fmla="*/ 1066800 w 1128713"/>
                <a:gd name="connsiteY1" fmla="*/ 585787 h 635000"/>
                <a:gd name="connsiteX2" fmla="*/ 1064419 w 1128713"/>
                <a:gd name="connsiteY2" fmla="*/ 4762 h 635000"/>
                <a:gd name="connsiteX3" fmla="*/ 1128713 w 1128713"/>
                <a:gd name="connsiteY3" fmla="*/ 0 h 635000"/>
                <a:gd name="connsiteX4" fmla="*/ 1123950 w 1128713"/>
                <a:gd name="connsiteY4" fmla="*/ 635000 h 635000"/>
                <a:gd name="connsiteX5" fmla="*/ 0 w 1128713"/>
                <a:gd name="connsiteY5" fmla="*/ 635000 h 635000"/>
                <a:gd name="connsiteX6" fmla="*/ 41275 w 1128713"/>
                <a:gd name="connsiteY6" fmla="*/ 585787 h 635000"/>
                <a:gd name="connsiteX0" fmla="*/ 41275 w 1126332"/>
                <a:gd name="connsiteY0" fmla="*/ 583406 h 632619"/>
                <a:gd name="connsiteX1" fmla="*/ 1066800 w 1126332"/>
                <a:gd name="connsiteY1" fmla="*/ 583406 h 632619"/>
                <a:gd name="connsiteX2" fmla="*/ 1064419 w 1126332"/>
                <a:gd name="connsiteY2" fmla="*/ 2381 h 632619"/>
                <a:gd name="connsiteX3" fmla="*/ 1126332 w 1126332"/>
                <a:gd name="connsiteY3" fmla="*/ 0 h 632619"/>
                <a:gd name="connsiteX4" fmla="*/ 1123950 w 1126332"/>
                <a:gd name="connsiteY4" fmla="*/ 632619 h 632619"/>
                <a:gd name="connsiteX5" fmla="*/ 0 w 1126332"/>
                <a:gd name="connsiteY5" fmla="*/ 632619 h 632619"/>
                <a:gd name="connsiteX6" fmla="*/ 41275 w 1126332"/>
                <a:gd name="connsiteY6" fmla="*/ 583406 h 632619"/>
                <a:gd name="connsiteX0" fmla="*/ 41275 w 1126332"/>
                <a:gd name="connsiteY0" fmla="*/ 583406 h 632619"/>
                <a:gd name="connsiteX1" fmla="*/ 704850 w 1126332"/>
                <a:gd name="connsiteY1" fmla="*/ 588169 h 632619"/>
                <a:gd name="connsiteX2" fmla="*/ 1064419 w 1126332"/>
                <a:gd name="connsiteY2" fmla="*/ 2381 h 632619"/>
                <a:gd name="connsiteX3" fmla="*/ 1126332 w 1126332"/>
                <a:gd name="connsiteY3" fmla="*/ 0 h 632619"/>
                <a:gd name="connsiteX4" fmla="*/ 1123950 w 1126332"/>
                <a:gd name="connsiteY4" fmla="*/ 632619 h 632619"/>
                <a:gd name="connsiteX5" fmla="*/ 0 w 1126332"/>
                <a:gd name="connsiteY5" fmla="*/ 632619 h 632619"/>
                <a:gd name="connsiteX6" fmla="*/ 41275 w 1126332"/>
                <a:gd name="connsiteY6" fmla="*/ 583406 h 632619"/>
                <a:gd name="connsiteX0" fmla="*/ 41275 w 1126332"/>
                <a:gd name="connsiteY0" fmla="*/ 583406 h 632619"/>
                <a:gd name="connsiteX1" fmla="*/ 704850 w 1126332"/>
                <a:gd name="connsiteY1" fmla="*/ 588169 h 632619"/>
                <a:gd name="connsiteX2" fmla="*/ 692944 w 1126332"/>
                <a:gd name="connsiteY2" fmla="*/ 2381 h 632619"/>
                <a:gd name="connsiteX3" fmla="*/ 1126332 w 1126332"/>
                <a:gd name="connsiteY3" fmla="*/ 0 h 632619"/>
                <a:gd name="connsiteX4" fmla="*/ 1123950 w 1126332"/>
                <a:gd name="connsiteY4" fmla="*/ 632619 h 632619"/>
                <a:gd name="connsiteX5" fmla="*/ 0 w 1126332"/>
                <a:gd name="connsiteY5" fmla="*/ 632619 h 632619"/>
                <a:gd name="connsiteX6" fmla="*/ 41275 w 1126332"/>
                <a:gd name="connsiteY6" fmla="*/ 583406 h 632619"/>
                <a:gd name="connsiteX0" fmla="*/ 41275 w 1123955"/>
                <a:gd name="connsiteY0" fmla="*/ 581025 h 630238"/>
                <a:gd name="connsiteX1" fmla="*/ 704850 w 1123955"/>
                <a:gd name="connsiteY1" fmla="*/ 585788 h 630238"/>
                <a:gd name="connsiteX2" fmla="*/ 692944 w 1123955"/>
                <a:gd name="connsiteY2" fmla="*/ 0 h 630238"/>
                <a:gd name="connsiteX3" fmla="*/ 757238 w 1123955"/>
                <a:gd name="connsiteY3" fmla="*/ 0 h 630238"/>
                <a:gd name="connsiteX4" fmla="*/ 1123950 w 1123955"/>
                <a:gd name="connsiteY4" fmla="*/ 630238 h 630238"/>
                <a:gd name="connsiteX5" fmla="*/ 0 w 1123955"/>
                <a:gd name="connsiteY5" fmla="*/ 630238 h 630238"/>
                <a:gd name="connsiteX6" fmla="*/ 41275 w 1123955"/>
                <a:gd name="connsiteY6" fmla="*/ 581025 h 630238"/>
                <a:gd name="connsiteX0" fmla="*/ 41275 w 762211"/>
                <a:gd name="connsiteY0" fmla="*/ 581025 h 630238"/>
                <a:gd name="connsiteX1" fmla="*/ 704850 w 762211"/>
                <a:gd name="connsiteY1" fmla="*/ 585788 h 630238"/>
                <a:gd name="connsiteX2" fmla="*/ 692944 w 762211"/>
                <a:gd name="connsiteY2" fmla="*/ 0 h 630238"/>
                <a:gd name="connsiteX3" fmla="*/ 757238 w 762211"/>
                <a:gd name="connsiteY3" fmla="*/ 0 h 630238"/>
                <a:gd name="connsiteX4" fmla="*/ 762000 w 762211"/>
                <a:gd name="connsiteY4" fmla="*/ 623095 h 630238"/>
                <a:gd name="connsiteX5" fmla="*/ 0 w 762211"/>
                <a:gd name="connsiteY5" fmla="*/ 630238 h 630238"/>
                <a:gd name="connsiteX6" fmla="*/ 41275 w 762211"/>
                <a:gd name="connsiteY6" fmla="*/ 581025 h 630238"/>
                <a:gd name="connsiteX0" fmla="*/ 41275 w 762211"/>
                <a:gd name="connsiteY0" fmla="*/ 581025 h 630238"/>
                <a:gd name="connsiteX1" fmla="*/ 695325 w 762211"/>
                <a:gd name="connsiteY1" fmla="*/ 573882 h 630238"/>
                <a:gd name="connsiteX2" fmla="*/ 692944 w 762211"/>
                <a:gd name="connsiteY2" fmla="*/ 0 h 630238"/>
                <a:gd name="connsiteX3" fmla="*/ 757238 w 762211"/>
                <a:gd name="connsiteY3" fmla="*/ 0 h 630238"/>
                <a:gd name="connsiteX4" fmla="*/ 762000 w 762211"/>
                <a:gd name="connsiteY4" fmla="*/ 623095 h 630238"/>
                <a:gd name="connsiteX5" fmla="*/ 0 w 762211"/>
                <a:gd name="connsiteY5" fmla="*/ 630238 h 630238"/>
                <a:gd name="connsiteX6" fmla="*/ 41275 w 762211"/>
                <a:gd name="connsiteY6" fmla="*/ 581025 h 630238"/>
                <a:gd name="connsiteX0" fmla="*/ 35817 w 762211"/>
                <a:gd name="connsiteY0" fmla="*/ 575568 h 630238"/>
                <a:gd name="connsiteX1" fmla="*/ 695325 w 762211"/>
                <a:gd name="connsiteY1" fmla="*/ 573882 h 630238"/>
                <a:gd name="connsiteX2" fmla="*/ 692944 w 762211"/>
                <a:gd name="connsiteY2" fmla="*/ 0 h 630238"/>
                <a:gd name="connsiteX3" fmla="*/ 757238 w 762211"/>
                <a:gd name="connsiteY3" fmla="*/ 0 h 630238"/>
                <a:gd name="connsiteX4" fmla="*/ 762000 w 762211"/>
                <a:gd name="connsiteY4" fmla="*/ 623095 h 630238"/>
                <a:gd name="connsiteX5" fmla="*/ 0 w 762211"/>
                <a:gd name="connsiteY5" fmla="*/ 630238 h 630238"/>
                <a:gd name="connsiteX6" fmla="*/ 35817 w 762211"/>
                <a:gd name="connsiteY6" fmla="*/ 575568 h 630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62211" h="630238">
                  <a:moveTo>
                    <a:pt x="35817" y="575568"/>
                  </a:moveTo>
                  <a:lnTo>
                    <a:pt x="695325" y="573882"/>
                  </a:lnTo>
                  <a:cubicBezTo>
                    <a:pt x="694531" y="383382"/>
                    <a:pt x="693738" y="190500"/>
                    <a:pt x="692944" y="0"/>
                  </a:cubicBezTo>
                  <a:lnTo>
                    <a:pt x="757238" y="0"/>
                  </a:lnTo>
                  <a:cubicBezTo>
                    <a:pt x="755650" y="211667"/>
                    <a:pt x="763588" y="411428"/>
                    <a:pt x="762000" y="623095"/>
                  </a:cubicBezTo>
                  <a:lnTo>
                    <a:pt x="0" y="630238"/>
                  </a:lnTo>
                  <a:lnTo>
                    <a:pt x="35817" y="575568"/>
                  </a:lnTo>
                  <a:close/>
                </a:path>
              </a:pathLst>
            </a:custGeom>
            <a:solidFill>
              <a:srgbClr val="3399FF"/>
            </a:solidFill>
            <a:ln w="12700" cap="flat" cmpd="sng" algn="ctr">
              <a:no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cxnSp>
          <p:nvCxnSpPr>
            <p:cNvPr id="132" name="直接连接符 131"/>
            <p:cNvCxnSpPr/>
            <p:nvPr/>
          </p:nvCxnSpPr>
          <p:spPr bwMode="auto">
            <a:xfrm>
              <a:off x="3193880" y="4155883"/>
              <a:ext cx="101565" cy="0"/>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3" name="直接连接符 132"/>
            <p:cNvCxnSpPr/>
            <p:nvPr/>
          </p:nvCxnSpPr>
          <p:spPr bwMode="auto">
            <a:xfrm>
              <a:off x="3203763" y="4189732"/>
              <a:ext cx="62873" cy="0"/>
            </a:xfrm>
            <a:prstGeom prst="line">
              <a:avLst/>
            </a:prstGeom>
            <a:noFill/>
            <a:ln w="63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4" name="直接连接符 133"/>
            <p:cNvCxnSpPr/>
            <p:nvPr/>
          </p:nvCxnSpPr>
          <p:spPr bwMode="auto">
            <a:xfrm>
              <a:off x="3206182" y="4223581"/>
              <a:ext cx="62873" cy="0"/>
            </a:xfrm>
            <a:prstGeom prst="line">
              <a:avLst/>
            </a:prstGeom>
            <a:noFill/>
            <a:ln w="63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3" name="任意多边形 142"/>
            <p:cNvSpPr/>
            <p:nvPr/>
          </p:nvSpPr>
          <p:spPr bwMode="auto">
            <a:xfrm>
              <a:off x="2215923" y="3539597"/>
              <a:ext cx="983002" cy="1490825"/>
            </a:xfrm>
            <a:custGeom>
              <a:avLst/>
              <a:gdLst>
                <a:gd name="connsiteX0" fmla="*/ 0 w 645319"/>
                <a:gd name="connsiteY0" fmla="*/ 978694 h 978694"/>
                <a:gd name="connsiteX1" fmla="*/ 645319 w 645319"/>
                <a:gd name="connsiteY1" fmla="*/ 978694 h 978694"/>
                <a:gd name="connsiteX2" fmla="*/ 645319 w 645319"/>
                <a:gd name="connsiteY2" fmla="*/ 0 h 978694"/>
              </a:gdLst>
              <a:ahLst/>
              <a:cxnLst>
                <a:cxn ang="0">
                  <a:pos x="connsiteX0" y="connsiteY0"/>
                </a:cxn>
                <a:cxn ang="0">
                  <a:pos x="connsiteX1" y="connsiteY1"/>
                </a:cxn>
                <a:cxn ang="0">
                  <a:pos x="connsiteX2" y="connsiteY2"/>
                </a:cxn>
              </a:cxnLst>
              <a:rect l="l" t="t" r="r" b="b"/>
              <a:pathLst>
                <a:path w="645319" h="978694">
                  <a:moveTo>
                    <a:pt x="0" y="978694"/>
                  </a:moveTo>
                  <a:lnTo>
                    <a:pt x="645319" y="978694"/>
                  </a:lnTo>
                  <a:lnTo>
                    <a:pt x="645319" y="0"/>
                  </a:lnTo>
                </a:path>
              </a:pathLst>
            </a:cu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144" name="任意多边形 143"/>
            <p:cNvSpPr/>
            <p:nvPr/>
          </p:nvSpPr>
          <p:spPr bwMode="auto">
            <a:xfrm>
              <a:off x="2128869" y="3550480"/>
              <a:ext cx="1164368" cy="1552489"/>
            </a:xfrm>
            <a:custGeom>
              <a:avLst/>
              <a:gdLst>
                <a:gd name="connsiteX0" fmla="*/ 0 w 764382"/>
                <a:gd name="connsiteY0" fmla="*/ 1019175 h 1019175"/>
                <a:gd name="connsiteX1" fmla="*/ 764382 w 764382"/>
                <a:gd name="connsiteY1" fmla="*/ 1019175 h 1019175"/>
                <a:gd name="connsiteX2" fmla="*/ 764382 w 764382"/>
                <a:gd name="connsiteY2" fmla="*/ 0 h 1019175"/>
              </a:gdLst>
              <a:ahLst/>
              <a:cxnLst>
                <a:cxn ang="0">
                  <a:pos x="connsiteX0" y="connsiteY0"/>
                </a:cxn>
                <a:cxn ang="0">
                  <a:pos x="connsiteX1" y="connsiteY1"/>
                </a:cxn>
                <a:cxn ang="0">
                  <a:pos x="connsiteX2" y="connsiteY2"/>
                </a:cxn>
              </a:cxnLst>
              <a:rect l="l" t="t" r="r" b="b"/>
              <a:pathLst>
                <a:path w="764382" h="1019175">
                  <a:moveTo>
                    <a:pt x="0" y="1019175"/>
                  </a:moveTo>
                  <a:lnTo>
                    <a:pt x="764382" y="1019175"/>
                  </a:lnTo>
                  <a:lnTo>
                    <a:pt x="764382" y="0"/>
                  </a:lnTo>
                </a:path>
              </a:pathLst>
            </a:cu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grpSp>
      <p:grpSp>
        <p:nvGrpSpPr>
          <p:cNvPr id="4" name="组合 3"/>
          <p:cNvGrpSpPr/>
          <p:nvPr/>
        </p:nvGrpSpPr>
        <p:grpSpPr>
          <a:xfrm>
            <a:off x="868214" y="4140024"/>
            <a:ext cx="1260706" cy="946728"/>
            <a:chOff x="868214" y="4140024"/>
            <a:chExt cx="1260706" cy="946728"/>
          </a:xfrm>
        </p:grpSpPr>
        <p:sp>
          <p:nvSpPr>
            <p:cNvPr id="105" name="任意多边形 104"/>
            <p:cNvSpPr/>
            <p:nvPr/>
          </p:nvSpPr>
          <p:spPr bwMode="auto">
            <a:xfrm>
              <a:off x="1679135" y="4140024"/>
              <a:ext cx="449785" cy="946728"/>
            </a:xfrm>
            <a:custGeom>
              <a:avLst/>
              <a:gdLst>
                <a:gd name="connsiteX0" fmla="*/ 0 w 347662"/>
                <a:gd name="connsiteY0" fmla="*/ 0 h 778669"/>
                <a:gd name="connsiteX1" fmla="*/ 78581 w 347662"/>
                <a:gd name="connsiteY1" fmla="*/ 126206 h 778669"/>
                <a:gd name="connsiteX2" fmla="*/ 214312 w 347662"/>
                <a:gd name="connsiteY2" fmla="*/ 419100 h 778669"/>
                <a:gd name="connsiteX3" fmla="*/ 319087 w 347662"/>
                <a:gd name="connsiteY3" fmla="*/ 685800 h 778669"/>
                <a:gd name="connsiteX4" fmla="*/ 347662 w 347662"/>
                <a:gd name="connsiteY4" fmla="*/ 778669 h 778669"/>
                <a:gd name="connsiteX0" fmla="*/ 0 w 319087"/>
                <a:gd name="connsiteY0" fmla="*/ 0 h 685800"/>
                <a:gd name="connsiteX1" fmla="*/ 78581 w 319087"/>
                <a:gd name="connsiteY1" fmla="*/ 126206 h 685800"/>
                <a:gd name="connsiteX2" fmla="*/ 214312 w 319087"/>
                <a:gd name="connsiteY2" fmla="*/ 419100 h 685800"/>
                <a:gd name="connsiteX3" fmla="*/ 319087 w 319087"/>
                <a:gd name="connsiteY3" fmla="*/ 685800 h 685800"/>
                <a:gd name="connsiteX0" fmla="*/ 0 w 295274"/>
                <a:gd name="connsiteY0" fmla="*/ 0 h 621506"/>
                <a:gd name="connsiteX1" fmla="*/ 78581 w 295274"/>
                <a:gd name="connsiteY1" fmla="*/ 126206 h 621506"/>
                <a:gd name="connsiteX2" fmla="*/ 214312 w 295274"/>
                <a:gd name="connsiteY2" fmla="*/ 419100 h 621506"/>
                <a:gd name="connsiteX3" fmla="*/ 295274 w 295274"/>
                <a:gd name="connsiteY3" fmla="*/ 621506 h 621506"/>
                <a:gd name="connsiteX0" fmla="*/ 0 w 295274"/>
                <a:gd name="connsiteY0" fmla="*/ 0 h 621506"/>
                <a:gd name="connsiteX1" fmla="*/ 73819 w 295274"/>
                <a:gd name="connsiteY1" fmla="*/ 126206 h 621506"/>
                <a:gd name="connsiteX2" fmla="*/ 214312 w 295274"/>
                <a:gd name="connsiteY2" fmla="*/ 419100 h 621506"/>
                <a:gd name="connsiteX3" fmla="*/ 295274 w 295274"/>
                <a:gd name="connsiteY3" fmla="*/ 621506 h 621506"/>
              </a:gdLst>
              <a:ahLst/>
              <a:cxnLst>
                <a:cxn ang="0">
                  <a:pos x="connsiteX0" y="connsiteY0"/>
                </a:cxn>
                <a:cxn ang="0">
                  <a:pos x="connsiteX1" y="connsiteY1"/>
                </a:cxn>
                <a:cxn ang="0">
                  <a:pos x="connsiteX2" y="connsiteY2"/>
                </a:cxn>
                <a:cxn ang="0">
                  <a:pos x="connsiteX3" y="connsiteY3"/>
                </a:cxn>
              </a:cxnLst>
              <a:rect l="l" t="t" r="r" b="b"/>
              <a:pathLst>
                <a:path w="295274" h="621506">
                  <a:moveTo>
                    <a:pt x="0" y="0"/>
                  </a:moveTo>
                  <a:lnTo>
                    <a:pt x="73819" y="126206"/>
                  </a:lnTo>
                  <a:lnTo>
                    <a:pt x="214312" y="419100"/>
                  </a:lnTo>
                  <a:lnTo>
                    <a:pt x="295274" y="621506"/>
                  </a:lnTo>
                </a:path>
              </a:pathLst>
            </a:custGeom>
            <a:noFill/>
            <a:ln w="19050" cap="flat" cmpd="sng" algn="ctr">
              <a:solidFill>
                <a:srgbClr val="CC0066"/>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146" name="矩形 145"/>
            <p:cNvSpPr/>
            <p:nvPr/>
          </p:nvSpPr>
          <p:spPr>
            <a:xfrm>
              <a:off x="868214" y="4606870"/>
              <a:ext cx="805029" cy="375487"/>
            </a:xfrm>
            <a:prstGeom prst="rect">
              <a:avLst/>
            </a:prstGeom>
          </p:spPr>
          <p:txBody>
            <a:bodyPr wrap="none">
              <a:spAutoFit/>
            </a:bodyPr>
            <a:lstStyle/>
            <a:p>
              <a:pPr algn="ctr" eaLnBrk="1" hangingPunct="1">
                <a:spcBef>
                  <a:spcPct val="20000"/>
                </a:spcBef>
              </a:pPr>
              <a:r>
                <a:rPr kumimoji="1" lang="zh-CN" altLang="en-US" sz="1600" b="1" dirty="0">
                  <a:solidFill>
                    <a:srgbClr val="CC0066"/>
                  </a:solidFill>
                  <a:latin typeface="幼圆" panose="02010509060101010101" pitchFamily="49" charset="-122"/>
                  <a:ea typeface="幼圆" panose="02010509060101010101" pitchFamily="49" charset="-122"/>
                </a:rPr>
                <a:t>等势线</a:t>
              </a:r>
            </a:p>
          </p:txBody>
        </p:sp>
        <p:cxnSp>
          <p:nvCxnSpPr>
            <p:cNvPr id="149" name="直接连接符 148"/>
            <p:cNvCxnSpPr/>
            <p:nvPr/>
          </p:nvCxnSpPr>
          <p:spPr bwMode="auto">
            <a:xfrm flipH="1">
              <a:off x="1597396" y="4459108"/>
              <a:ext cx="236912" cy="249382"/>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2" name="组合 1"/>
          <p:cNvGrpSpPr/>
          <p:nvPr/>
        </p:nvGrpSpPr>
        <p:grpSpPr>
          <a:xfrm>
            <a:off x="2063765" y="3383947"/>
            <a:ext cx="609600" cy="568084"/>
            <a:chOff x="2056731" y="3383947"/>
            <a:chExt cx="609600" cy="568084"/>
          </a:xfrm>
        </p:grpSpPr>
        <p:cxnSp>
          <p:nvCxnSpPr>
            <p:cNvPr id="151" name="直接箭头连接符 150"/>
            <p:cNvCxnSpPr/>
            <p:nvPr/>
          </p:nvCxnSpPr>
          <p:spPr bwMode="auto">
            <a:xfrm flipV="1">
              <a:off x="2133566" y="3411704"/>
              <a:ext cx="0" cy="540327"/>
            </a:xfrm>
            <a:prstGeom prst="straightConnector1">
              <a:avLst/>
            </a:prstGeom>
            <a:noFill/>
            <a:ln w="12700" cap="flat" cmpd="sng" algn="ctr">
              <a:solidFill>
                <a:schemeClr val="tx1"/>
              </a:solidFill>
              <a:prstDash val="solid"/>
              <a:round/>
              <a:headEnd type="triangl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4" name="Text Box 51"/>
            <p:cNvSpPr txBox="1">
              <a:spLocks noChangeArrowheads="1"/>
            </p:cNvSpPr>
            <p:nvPr/>
          </p:nvSpPr>
          <p:spPr bwMode="auto">
            <a:xfrm>
              <a:off x="2056731" y="3383947"/>
              <a:ext cx="609600" cy="4409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lnSpc>
                  <a:spcPct val="125000"/>
                </a:lnSpc>
              </a:pPr>
              <a:r>
                <a:rPr kumimoji="1" lang="en-US" altLang="zh-CN" sz="2000" b="1" i="1" dirty="0" smtClean="0">
                  <a:solidFill>
                    <a:srgbClr val="C00000"/>
                  </a:solidFill>
                  <a:latin typeface="Times New Roman" panose="02020603050405020304" pitchFamily="18" charset="0"/>
                </a:rPr>
                <a:t>h</a:t>
              </a:r>
              <a:r>
                <a:rPr kumimoji="1" lang="en-US" altLang="zh-CN" sz="2000" b="1" baseline="-25000" dirty="0">
                  <a:solidFill>
                    <a:srgbClr val="C00000"/>
                  </a:solidFill>
                  <a:latin typeface="Times New Roman" panose="02020603050405020304" pitchFamily="18" charset="0"/>
                </a:rPr>
                <a:t>1</a:t>
              </a:r>
              <a:r>
                <a:rPr kumimoji="1" lang="en-US" altLang="zh-CN" sz="2000" b="1" baseline="-25000" dirty="0" smtClean="0">
                  <a:solidFill>
                    <a:srgbClr val="C00000"/>
                  </a:solidFill>
                  <a:latin typeface="Times New Roman" panose="02020603050405020304" pitchFamily="18" charset="0"/>
                </a:rPr>
                <a:t>i</a:t>
              </a:r>
              <a:endParaRPr kumimoji="1" lang="en-US" altLang="zh-CN" sz="2000" b="1" baseline="-25000" dirty="0">
                <a:solidFill>
                  <a:srgbClr val="C00000"/>
                </a:solidFill>
                <a:latin typeface="Times New Roman" panose="02020603050405020304" pitchFamily="18" charset="0"/>
              </a:endParaRPr>
            </a:p>
          </p:txBody>
        </p:sp>
      </p:grpSp>
      <p:grpSp>
        <p:nvGrpSpPr>
          <p:cNvPr id="3" name="组合 2"/>
          <p:cNvGrpSpPr/>
          <p:nvPr/>
        </p:nvGrpSpPr>
        <p:grpSpPr>
          <a:xfrm>
            <a:off x="2065150" y="3976970"/>
            <a:ext cx="520181" cy="1116676"/>
            <a:chOff x="2058116" y="3976970"/>
            <a:chExt cx="520181" cy="1116676"/>
          </a:xfrm>
        </p:grpSpPr>
        <p:sp>
          <p:nvSpPr>
            <p:cNvPr id="152" name="Text Box 51"/>
            <p:cNvSpPr txBox="1">
              <a:spLocks noChangeArrowheads="1"/>
            </p:cNvSpPr>
            <p:nvPr/>
          </p:nvSpPr>
          <p:spPr bwMode="auto">
            <a:xfrm>
              <a:off x="2058116" y="4264218"/>
              <a:ext cx="520181" cy="4409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lnSpc>
                  <a:spcPct val="125000"/>
                </a:lnSpc>
              </a:pPr>
              <a:r>
                <a:rPr kumimoji="1" lang="en-US" altLang="zh-CN" sz="2000" b="1" i="1" dirty="0">
                  <a:solidFill>
                    <a:srgbClr val="C00000"/>
                  </a:solidFill>
                  <a:latin typeface="Times New Roman" panose="02020603050405020304" pitchFamily="18" charset="0"/>
                </a:rPr>
                <a:t>h</a:t>
              </a:r>
              <a:r>
                <a:rPr kumimoji="1" lang="en-US" altLang="zh-CN" sz="2000" b="1" baseline="-25000" dirty="0">
                  <a:solidFill>
                    <a:srgbClr val="C00000"/>
                  </a:solidFill>
                  <a:latin typeface="Times New Roman" panose="02020603050405020304" pitchFamily="18" charset="0"/>
                </a:rPr>
                <a:t>2i</a:t>
              </a:r>
            </a:p>
          </p:txBody>
        </p:sp>
        <p:cxnSp>
          <p:nvCxnSpPr>
            <p:cNvPr id="155" name="直接箭头连接符 154"/>
            <p:cNvCxnSpPr/>
            <p:nvPr/>
          </p:nvCxnSpPr>
          <p:spPr bwMode="auto">
            <a:xfrm flipV="1">
              <a:off x="2128024" y="3976970"/>
              <a:ext cx="0" cy="1116676"/>
            </a:xfrm>
            <a:prstGeom prst="straightConnector1">
              <a:avLst/>
            </a:prstGeom>
            <a:noFill/>
            <a:ln w="12700" cap="flat" cmpd="sng" algn="ctr">
              <a:solidFill>
                <a:schemeClr val="tx1"/>
              </a:solidFill>
              <a:prstDash val="solid"/>
              <a:round/>
              <a:headEnd type="triangl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aphicFrame>
        <p:nvGraphicFramePr>
          <p:cNvPr id="158" name="Object 77"/>
          <p:cNvGraphicFramePr>
            <a:graphicFrameLocks noChangeAspect="1"/>
          </p:cNvGraphicFramePr>
          <p:nvPr>
            <p:extLst>
              <p:ext uri="{D42A27DB-BD31-4B8C-83A1-F6EECF244321}">
                <p14:modId xmlns:p14="http://schemas.microsoft.com/office/powerpoint/2010/main" val="2319833214"/>
              </p:ext>
            </p:extLst>
          </p:nvPr>
        </p:nvGraphicFramePr>
        <p:xfrm>
          <a:off x="5127625" y="2378075"/>
          <a:ext cx="2114550" cy="365125"/>
        </p:xfrm>
        <a:graphic>
          <a:graphicData uri="http://schemas.openxmlformats.org/presentationml/2006/ole">
            <mc:AlternateContent xmlns:mc="http://schemas.openxmlformats.org/markup-compatibility/2006">
              <mc:Choice xmlns:v="urn:schemas-microsoft-com:vml" Requires="v">
                <p:oleObj spid="_x0000_s1788302" name="Equation" r:id="rId4" imgW="1320480" imgH="228600" progId="Equation.DSMT4">
                  <p:embed/>
                </p:oleObj>
              </mc:Choice>
              <mc:Fallback>
                <p:oleObj name="Equation" r:id="rId4" imgW="1320480" imgH="228600" progId="Equation.DSMT4">
                  <p:embed/>
                  <p:pic>
                    <p:nvPicPr>
                      <p:cNvPr id="779341" name="Object 77"/>
                      <p:cNvPicPr>
                        <a:picLocks noChangeAspect="1" noChangeArrowheads="1"/>
                      </p:cNvPicPr>
                      <p:nvPr/>
                    </p:nvPicPr>
                    <p:blipFill>
                      <a:blip r:embed="rId5"/>
                      <a:srcRect/>
                      <a:stretch>
                        <a:fillRect/>
                      </a:stretch>
                    </p:blipFill>
                    <p:spPr bwMode="auto">
                      <a:xfrm>
                        <a:off x="5127625" y="2378075"/>
                        <a:ext cx="2114550" cy="365125"/>
                      </a:xfrm>
                      <a:prstGeom prst="rect">
                        <a:avLst/>
                      </a:prstGeom>
                      <a:noFill/>
                      <a:ln>
                        <a:noFill/>
                      </a:ln>
                      <a:effectLst/>
                      <a:extLst/>
                    </p:spPr>
                  </p:pic>
                </p:oleObj>
              </mc:Fallback>
            </mc:AlternateContent>
          </a:graphicData>
        </a:graphic>
      </p:graphicFrame>
      <p:sp>
        <p:nvSpPr>
          <p:cNvPr id="162" name="Line 2425"/>
          <p:cNvSpPr>
            <a:spLocks noChangeShapeType="1"/>
          </p:cNvSpPr>
          <p:nvPr/>
        </p:nvSpPr>
        <p:spPr bwMode="auto">
          <a:xfrm flipH="1">
            <a:off x="3983211" y="4849512"/>
            <a:ext cx="123715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163" name="Group 2438"/>
          <p:cNvGrpSpPr>
            <a:grpSpLocks/>
          </p:cNvGrpSpPr>
          <p:nvPr/>
        </p:nvGrpSpPr>
        <p:grpSpPr bwMode="auto">
          <a:xfrm flipH="1">
            <a:off x="4264446" y="4715250"/>
            <a:ext cx="373472" cy="291881"/>
            <a:chOff x="355" y="513"/>
            <a:chExt cx="204" cy="175"/>
          </a:xfrm>
        </p:grpSpPr>
        <p:sp>
          <p:nvSpPr>
            <p:cNvPr id="164" name="AutoShape 2439"/>
            <p:cNvSpPr>
              <a:spLocks noChangeArrowheads="1"/>
            </p:cNvSpPr>
            <p:nvPr/>
          </p:nvSpPr>
          <p:spPr bwMode="auto">
            <a:xfrm flipV="1">
              <a:off x="420" y="513"/>
              <a:ext cx="94" cy="78"/>
            </a:xfrm>
            <a:prstGeom prst="triangle">
              <a:avLst>
                <a:gd name="adj" fmla="val 50000"/>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5" name="Line 2440"/>
            <p:cNvSpPr>
              <a:spLocks noChangeShapeType="1"/>
            </p:cNvSpPr>
            <p:nvPr/>
          </p:nvSpPr>
          <p:spPr bwMode="auto">
            <a:xfrm>
              <a:off x="355" y="626"/>
              <a:ext cx="9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6" name="Line 2441"/>
            <p:cNvSpPr>
              <a:spLocks noChangeShapeType="1"/>
            </p:cNvSpPr>
            <p:nvPr/>
          </p:nvSpPr>
          <p:spPr bwMode="auto">
            <a:xfrm>
              <a:off x="469" y="626"/>
              <a:ext cx="9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7" name="Line 2442"/>
            <p:cNvSpPr>
              <a:spLocks noChangeShapeType="1"/>
            </p:cNvSpPr>
            <p:nvPr/>
          </p:nvSpPr>
          <p:spPr bwMode="auto">
            <a:xfrm>
              <a:off x="409" y="657"/>
              <a:ext cx="11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8" name="Line 2443"/>
            <p:cNvSpPr>
              <a:spLocks noChangeShapeType="1"/>
            </p:cNvSpPr>
            <p:nvPr/>
          </p:nvSpPr>
          <p:spPr bwMode="auto">
            <a:xfrm>
              <a:off x="453" y="688"/>
              <a:ext cx="4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aphicFrame>
        <p:nvGraphicFramePr>
          <p:cNvPr id="170" name="Object 73"/>
          <p:cNvGraphicFramePr>
            <a:graphicFrameLocks noChangeAspect="1"/>
          </p:cNvGraphicFramePr>
          <p:nvPr>
            <p:extLst>
              <p:ext uri="{D42A27DB-BD31-4B8C-83A1-F6EECF244321}">
                <p14:modId xmlns:p14="http://schemas.microsoft.com/office/powerpoint/2010/main" val="2250146956"/>
              </p:ext>
            </p:extLst>
          </p:nvPr>
        </p:nvGraphicFramePr>
        <p:xfrm>
          <a:off x="5021263" y="1446213"/>
          <a:ext cx="4000500" cy="771525"/>
        </p:xfrm>
        <a:graphic>
          <a:graphicData uri="http://schemas.openxmlformats.org/presentationml/2006/ole">
            <mc:AlternateContent xmlns:mc="http://schemas.openxmlformats.org/markup-compatibility/2006">
              <mc:Choice xmlns:v="urn:schemas-microsoft-com:vml" Requires="v">
                <p:oleObj spid="_x0000_s1788303" name="Equation" r:id="rId6" imgW="2501640" imgH="482400" progId="Equation.DSMT4">
                  <p:embed/>
                </p:oleObj>
              </mc:Choice>
              <mc:Fallback>
                <p:oleObj name="Equation" r:id="rId6" imgW="2501640" imgH="482400" progId="Equation.DSMT4">
                  <p:embed/>
                  <p:pic>
                    <p:nvPicPr>
                      <p:cNvPr id="779337" name="Object 73"/>
                      <p:cNvPicPr>
                        <a:picLocks noChangeAspect="1" noChangeArrowheads="1"/>
                      </p:cNvPicPr>
                      <p:nvPr/>
                    </p:nvPicPr>
                    <p:blipFill>
                      <a:blip r:embed="rId7"/>
                      <a:srcRect/>
                      <a:stretch>
                        <a:fillRect/>
                      </a:stretch>
                    </p:blipFill>
                    <p:spPr bwMode="auto">
                      <a:xfrm>
                        <a:off x="5021263" y="1446213"/>
                        <a:ext cx="4000500" cy="771525"/>
                      </a:xfrm>
                      <a:prstGeom prst="rect">
                        <a:avLst/>
                      </a:prstGeom>
                      <a:noFill/>
                      <a:ln>
                        <a:noFill/>
                      </a:ln>
                      <a:extLst/>
                    </p:spPr>
                  </p:pic>
                </p:oleObj>
              </mc:Fallback>
            </mc:AlternateContent>
          </a:graphicData>
        </a:graphic>
      </p:graphicFrame>
      <p:sp>
        <p:nvSpPr>
          <p:cNvPr id="173" name="Text Box 110"/>
          <p:cNvSpPr txBox="1">
            <a:spLocks noChangeArrowheads="1"/>
          </p:cNvSpPr>
          <p:nvPr/>
        </p:nvSpPr>
        <p:spPr bwMode="auto">
          <a:xfrm>
            <a:off x="949482" y="1885050"/>
            <a:ext cx="3665058" cy="1210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marL="265113" indent="-265113" defTabSz="739775">
              <a:lnSpc>
                <a:spcPct val="120000"/>
              </a:lnSpc>
              <a:spcBef>
                <a:spcPts val="200"/>
              </a:spcBef>
              <a:spcAft>
                <a:spcPts val="200"/>
              </a:spcAft>
              <a:buClr>
                <a:srgbClr val="C00000"/>
              </a:buClr>
              <a:buSzPct val="130000"/>
              <a:buFont typeface="Arial" panose="020B0604020202020204" pitchFamily="34" charset="0"/>
              <a:buChar char="•"/>
              <a:tabLst>
                <a:tab pos="3411538" algn="l"/>
              </a:tabLst>
            </a:pPr>
            <a:r>
              <a:rPr lang="zh-CN" altLang="en-US" sz="20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浸润线以上取土的压实重度</a:t>
            </a:r>
            <a:r>
              <a:rPr lang="zh-CN" altLang="en-US" sz="2000" b="1" i="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a:t>
            </a:r>
            <a:endParaRPr lang="en-US" altLang="zh-CN" sz="2000" b="1" i="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endParaRPr>
          </a:p>
          <a:p>
            <a:pPr marL="265113" indent="-265113" defTabSz="739775">
              <a:lnSpc>
                <a:spcPct val="120000"/>
              </a:lnSpc>
              <a:spcBef>
                <a:spcPts val="200"/>
              </a:spcBef>
              <a:spcAft>
                <a:spcPts val="200"/>
              </a:spcAft>
              <a:buClr>
                <a:srgbClr val="C00000"/>
              </a:buClr>
              <a:buSzPct val="130000"/>
              <a:buFont typeface="Arial" panose="020B0604020202020204" pitchFamily="34" charset="0"/>
              <a:buChar char="•"/>
              <a:tabLst>
                <a:tab pos="3411538" algn="l"/>
              </a:tabLst>
            </a:pPr>
            <a:r>
              <a:rPr lang="en-US" altLang="zh-CN" sz="2000" b="1" dirty="0" err="1"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浸润线以下</a:t>
            </a:r>
            <a:r>
              <a:rPr lang="zh-CN" altLang="en-US" sz="20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取</a:t>
            </a:r>
            <a:r>
              <a:rPr lang="en-US" altLang="zh-CN" sz="20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土</a:t>
            </a:r>
            <a:r>
              <a:rPr lang="zh-CN" altLang="en-US" sz="20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的饱和</a:t>
            </a:r>
            <a:r>
              <a:rPr lang="en-US" altLang="zh-CN" sz="2000" b="1" dirty="0" err="1"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重度</a:t>
            </a:r>
            <a:r>
              <a:rPr lang="en-US" altLang="zh-CN" sz="2000" b="1" i="1" dirty="0" err="1"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a:t>
            </a:r>
            <a:r>
              <a:rPr lang="en-US" altLang="zh-CN" sz="2000" b="1" baseline="-25000" dirty="0" err="1"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sat</a:t>
            </a:r>
            <a:endParaRPr lang="en-US" altLang="zh-CN" sz="2000" b="1" baseline="-25000"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endParaRPr>
          </a:p>
          <a:p>
            <a:pPr marL="265113" indent="-265113" defTabSz="739775">
              <a:lnSpc>
                <a:spcPct val="120000"/>
              </a:lnSpc>
              <a:spcBef>
                <a:spcPts val="200"/>
              </a:spcBef>
              <a:spcAft>
                <a:spcPts val="200"/>
              </a:spcAft>
              <a:buClr>
                <a:srgbClr val="C00000"/>
              </a:buClr>
              <a:buSzPct val="130000"/>
              <a:buFont typeface="Arial" panose="020B0604020202020204" pitchFamily="34" charset="0"/>
              <a:buChar char="•"/>
              <a:tabLst>
                <a:tab pos="3411538" algn="l"/>
              </a:tabLst>
            </a:pPr>
            <a:r>
              <a:rPr lang="zh-CN" altLang="en-US" sz="20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孔隙水压力按等势线计算</a:t>
            </a:r>
            <a:endParaRPr lang="en-US" altLang="zh-CN" sz="20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p:txBody>
      </p:sp>
      <p:sp>
        <p:nvSpPr>
          <p:cNvPr id="115" name="Text Box 4"/>
          <p:cNvSpPr txBox="1">
            <a:spLocks noChangeArrowheads="1"/>
          </p:cNvSpPr>
          <p:nvPr/>
        </p:nvSpPr>
        <p:spPr bwMode="auto">
          <a:xfrm>
            <a:off x="710221" y="1296716"/>
            <a:ext cx="3904312" cy="535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20000"/>
              </a:lnSpc>
              <a:spcBef>
                <a:spcPts val="600"/>
              </a:spcBef>
              <a:spcAft>
                <a:spcPts val="0"/>
              </a:spcAft>
              <a:buClr>
                <a:srgbClr val="A50021"/>
              </a:buClr>
              <a:buSzPct val="100000"/>
            </a:pPr>
            <a:r>
              <a:rPr lang="en-US" altLang="zh-CN" sz="2400" b="1" dirty="0" smtClean="0">
                <a:solidFill>
                  <a:srgbClr val="000066"/>
                </a:solidFill>
                <a:ea typeface="幼圆" panose="02010509060101010101" pitchFamily="49" charset="-122"/>
                <a:cs typeface="Times New Roman" panose="02020603050405020304" pitchFamily="18" charset="0"/>
              </a:rPr>
              <a:t>(1) </a:t>
            </a:r>
            <a:r>
              <a:rPr lang="zh-CN" altLang="en-US" sz="2400" b="1" dirty="0" smtClean="0">
                <a:solidFill>
                  <a:srgbClr val="000066"/>
                </a:solidFill>
                <a:ea typeface="幼圆" panose="02010509060101010101" pitchFamily="49" charset="-122"/>
                <a:cs typeface="Times New Roman" panose="02020603050405020304" pitchFamily="18" charset="0"/>
              </a:rPr>
              <a:t>土</a:t>
            </a:r>
            <a:r>
              <a:rPr lang="zh-CN" altLang="en-US" sz="2400" b="1" dirty="0">
                <a:solidFill>
                  <a:srgbClr val="000066"/>
                </a:solidFill>
                <a:ea typeface="幼圆" panose="02010509060101010101" pitchFamily="49" charset="-122"/>
                <a:cs typeface="Times New Roman" panose="02020603050405020304" pitchFamily="18" charset="0"/>
              </a:rPr>
              <a:t>条在下游水位以上时</a:t>
            </a:r>
          </a:p>
        </p:txBody>
      </p:sp>
      <p:sp>
        <p:nvSpPr>
          <p:cNvPr id="116" name="Rectangle 69"/>
          <p:cNvSpPr>
            <a:spLocks noChangeArrowheads="1"/>
          </p:cNvSpPr>
          <p:nvPr/>
        </p:nvSpPr>
        <p:spPr bwMode="auto">
          <a:xfrm>
            <a:off x="5162241" y="741914"/>
            <a:ext cx="2312029" cy="446276"/>
          </a:xfrm>
          <a:prstGeom prst="rect">
            <a:avLst/>
          </a:prstGeom>
          <a:solidFill>
            <a:srgbClr val="FFFF00"/>
          </a:solidFill>
          <a:ln w="9525">
            <a:solidFill>
              <a:srgbClr val="0000FF"/>
            </a:solidFill>
            <a:miter lim="800000"/>
            <a:headEnd/>
            <a:tailEnd/>
          </a:ln>
        </p:spPr>
        <p:txBody>
          <a:bodyPr wrap="square"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spcBef>
                <a:spcPts val="0"/>
              </a:spcBef>
              <a:spcAft>
                <a:spcPts val="0"/>
              </a:spcAft>
              <a:buSzPct val="130000"/>
            </a:pPr>
            <a:r>
              <a:rPr kumimoji="1" lang="zh-CN" altLang="en-US" sz="2000" b="1" dirty="0" smtClean="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以瑞典</a:t>
            </a:r>
            <a:r>
              <a:rPr kumimoji="1" lang="zh-CN" altLang="en-US" sz="2000" b="1"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条分</a:t>
            </a:r>
            <a:r>
              <a:rPr kumimoji="1" lang="zh-CN" altLang="en-US" sz="2000" b="1" dirty="0" smtClean="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法为例</a:t>
            </a:r>
            <a:endParaRPr kumimoji="1" lang="zh-CN" altLang="en-US" sz="2000" b="1"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endParaRPr>
          </a:p>
        </p:txBody>
      </p:sp>
      <p:cxnSp>
        <p:nvCxnSpPr>
          <p:cNvPr id="117" name="直接连接符 116"/>
          <p:cNvCxnSpPr/>
          <p:nvPr/>
        </p:nvCxnSpPr>
        <p:spPr bwMode="auto">
          <a:xfrm>
            <a:off x="5249617" y="4853077"/>
            <a:ext cx="1323833" cy="0"/>
          </a:xfrm>
          <a:prstGeom prst="line">
            <a:avLst/>
          </a:prstGeom>
          <a:noFill/>
          <a:ln w="12700" cap="flat" cmpd="sng" algn="ctr">
            <a:solidFill>
              <a:schemeClr val="tx1"/>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22" name="Text Box 24"/>
          <p:cNvSpPr txBox="1">
            <a:spLocks noChangeArrowheads="1"/>
          </p:cNvSpPr>
          <p:nvPr/>
        </p:nvSpPr>
        <p:spPr bwMode="auto">
          <a:xfrm>
            <a:off x="1841301" y="4814146"/>
            <a:ext cx="362718" cy="385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800">
                <a:solidFill>
                  <a:schemeClr val="tx1"/>
                </a:solidFill>
                <a:latin typeface="Times New Roman" pitchFamily="18" charset="0"/>
                <a:ea typeface="宋体" charset="-122"/>
              </a:defRPr>
            </a:lvl1pPr>
            <a:lvl2pPr marL="742950" indent="-285750" eaLnBrk="0" hangingPunct="0">
              <a:defRPr kumimoji="1" sz="2800">
                <a:solidFill>
                  <a:schemeClr val="tx1"/>
                </a:solidFill>
                <a:latin typeface="Times New Roman" pitchFamily="18" charset="0"/>
                <a:ea typeface="宋体" charset="-122"/>
              </a:defRPr>
            </a:lvl2pPr>
            <a:lvl3pPr marL="1143000" indent="-228600" eaLnBrk="0" hangingPunct="0">
              <a:defRPr kumimoji="1" sz="2800">
                <a:solidFill>
                  <a:schemeClr val="tx1"/>
                </a:solidFill>
                <a:latin typeface="Times New Roman" pitchFamily="18" charset="0"/>
                <a:ea typeface="宋体" charset="-122"/>
              </a:defRPr>
            </a:lvl3pPr>
            <a:lvl4pPr marL="1600200" indent="-228600" eaLnBrk="0" hangingPunct="0">
              <a:defRPr kumimoji="1" sz="2800">
                <a:solidFill>
                  <a:schemeClr val="tx1"/>
                </a:solidFill>
                <a:latin typeface="Times New Roman" pitchFamily="18" charset="0"/>
                <a:ea typeface="宋体" charset="-122"/>
              </a:defRPr>
            </a:lvl4pPr>
            <a:lvl5pPr marL="2057400" indent="-228600" eaLnBrk="0" hangingPunct="0">
              <a:defRPr kumimoji="1" sz="2800">
                <a:solidFill>
                  <a:schemeClr val="tx1"/>
                </a:solidFill>
                <a:latin typeface="Times New Roman" pitchFamily="18" charset="0"/>
                <a:ea typeface="宋体" charset="-122"/>
              </a:defRPr>
            </a:lvl5pPr>
            <a:lvl6pPr marL="2514600" indent="-228600" eaLnBrk="0" fontAlgn="base" hangingPunct="0">
              <a:spcBef>
                <a:spcPct val="50000"/>
              </a:spcBef>
              <a:spcAft>
                <a:spcPct val="0"/>
              </a:spcAft>
              <a:defRPr kumimoji="1" sz="2800">
                <a:solidFill>
                  <a:schemeClr val="tx1"/>
                </a:solidFill>
                <a:latin typeface="Times New Roman" pitchFamily="18" charset="0"/>
                <a:ea typeface="宋体" charset="-122"/>
              </a:defRPr>
            </a:lvl6pPr>
            <a:lvl7pPr marL="2971800" indent="-228600" eaLnBrk="0" fontAlgn="base" hangingPunct="0">
              <a:spcBef>
                <a:spcPct val="50000"/>
              </a:spcBef>
              <a:spcAft>
                <a:spcPct val="0"/>
              </a:spcAft>
              <a:defRPr kumimoji="1" sz="2800">
                <a:solidFill>
                  <a:schemeClr val="tx1"/>
                </a:solidFill>
                <a:latin typeface="Times New Roman" pitchFamily="18" charset="0"/>
                <a:ea typeface="宋体" charset="-122"/>
              </a:defRPr>
            </a:lvl7pPr>
            <a:lvl8pPr marL="3429000" indent="-228600" eaLnBrk="0" fontAlgn="base" hangingPunct="0">
              <a:spcBef>
                <a:spcPct val="50000"/>
              </a:spcBef>
              <a:spcAft>
                <a:spcPct val="0"/>
              </a:spcAft>
              <a:defRPr kumimoji="1" sz="2800">
                <a:solidFill>
                  <a:schemeClr val="tx1"/>
                </a:solidFill>
                <a:latin typeface="Times New Roman" pitchFamily="18" charset="0"/>
                <a:ea typeface="宋体" charset="-122"/>
              </a:defRPr>
            </a:lvl8pPr>
            <a:lvl9pPr marL="3886200" indent="-228600" eaLnBrk="0" fontAlgn="base" hangingPunct="0">
              <a:spcBef>
                <a:spcPct val="50000"/>
              </a:spcBef>
              <a:spcAft>
                <a:spcPct val="0"/>
              </a:spcAft>
              <a:defRPr kumimoji="1" sz="2800">
                <a:solidFill>
                  <a:schemeClr val="tx1"/>
                </a:solidFill>
                <a:latin typeface="Times New Roman" pitchFamily="18" charset="0"/>
                <a:ea typeface="宋体" charset="-122"/>
              </a:defRPr>
            </a:lvl9pPr>
          </a:lstStyle>
          <a:p>
            <a:pPr eaLnBrk="1" hangingPunct="1"/>
            <a:r>
              <a:rPr lang="en-US" altLang="zh-CN" sz="1800" b="1" i="1" dirty="0" smtClean="0">
                <a:solidFill>
                  <a:srgbClr val="C00000"/>
                </a:solidFill>
                <a:cs typeface="Times New Roman" panose="02020603050405020304" pitchFamily="18" charset="0"/>
              </a:rPr>
              <a:t>l</a:t>
            </a:r>
            <a:r>
              <a:rPr lang="en-US" altLang="zh-CN" sz="1800" b="1" baseline="-25000" dirty="0" smtClean="0">
                <a:solidFill>
                  <a:srgbClr val="C00000"/>
                </a:solidFill>
                <a:cs typeface="Times New Roman" panose="02020603050405020304" pitchFamily="18" charset="0"/>
              </a:rPr>
              <a:t>i</a:t>
            </a:r>
            <a:endParaRPr lang="en-US" altLang="zh-CN" sz="1800" b="1" baseline="-25000" dirty="0">
              <a:solidFill>
                <a:srgbClr val="C00000"/>
              </a:solidFill>
              <a:cs typeface="Times New Roman" panose="02020603050405020304" pitchFamily="18" charset="0"/>
            </a:endParaRPr>
          </a:p>
        </p:txBody>
      </p:sp>
      <p:sp>
        <p:nvSpPr>
          <p:cNvPr id="129" name="Text Box 7"/>
          <p:cNvSpPr txBox="1">
            <a:spLocks noChangeArrowheads="1"/>
          </p:cNvSpPr>
          <p:nvPr/>
        </p:nvSpPr>
        <p:spPr bwMode="auto">
          <a:xfrm>
            <a:off x="0" y="0"/>
            <a:ext cx="6492240"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1800" b="1" kern="900" spc="130" dirty="0" smtClean="0">
                <a:solidFill>
                  <a:srgbClr val="000066"/>
                </a:solidFill>
                <a:ea typeface="黑体" panose="02010609060101010101" pitchFamily="49" charset="-122"/>
                <a:cs typeface="Times New Roman" panose="02020603050405020304" pitchFamily="18" charset="0"/>
              </a:rPr>
              <a:t>§7.4  </a:t>
            </a:r>
            <a:r>
              <a:rPr lang="zh-CN" altLang="en-US" sz="1800" b="1" kern="900" spc="130" dirty="0" smtClean="0">
                <a:solidFill>
                  <a:srgbClr val="000066"/>
                </a:solidFill>
                <a:ea typeface="黑体" panose="02010609060101010101" pitchFamily="49" charset="-122"/>
                <a:cs typeface="Times New Roman" panose="02020603050405020304" pitchFamily="18" charset="0"/>
              </a:rPr>
              <a:t>总</a:t>
            </a:r>
            <a:r>
              <a:rPr lang="zh-CN" altLang="en-US" sz="1800" b="1" kern="900" spc="130" dirty="0">
                <a:solidFill>
                  <a:srgbClr val="000066"/>
                </a:solidFill>
                <a:ea typeface="黑体" panose="02010609060101010101" pitchFamily="49" charset="-122"/>
                <a:cs typeface="Times New Roman" panose="02020603050405020304" pitchFamily="18" charset="0"/>
              </a:rPr>
              <a:t>应力法与有效应力</a:t>
            </a:r>
            <a:r>
              <a:rPr lang="zh-CN" altLang="en-US" sz="1800" b="1" kern="900" spc="130" dirty="0" smtClean="0">
                <a:solidFill>
                  <a:srgbClr val="000066"/>
                </a:solidFill>
                <a:ea typeface="黑体" panose="02010609060101010101" pitchFamily="49" charset="-122"/>
                <a:cs typeface="Times New Roman" panose="02020603050405020304" pitchFamily="18" charset="0"/>
              </a:rPr>
              <a:t>法 </a:t>
            </a:r>
            <a:r>
              <a:rPr lang="en-US" altLang="zh-CN" sz="1800" b="1" kern="900" spc="130" dirty="0" smtClean="0">
                <a:solidFill>
                  <a:srgbClr val="000066"/>
                </a:solidFill>
                <a:ea typeface="黑体" panose="02010609060101010101" pitchFamily="49" charset="-122"/>
                <a:cs typeface="Times New Roman" panose="02020603050405020304" pitchFamily="18" charset="0"/>
              </a:rPr>
              <a:t>- </a:t>
            </a:r>
            <a:r>
              <a:rPr lang="zh-CN" altLang="en-US" sz="1800" b="1" kern="900" spc="130" dirty="0" smtClean="0">
                <a:solidFill>
                  <a:srgbClr val="000066"/>
                </a:solidFill>
                <a:ea typeface="黑体" panose="02010609060101010101" pitchFamily="49" charset="-122"/>
                <a:cs typeface="Times New Roman" panose="02020603050405020304" pitchFamily="18" charset="0"/>
              </a:rPr>
              <a:t>稳定渗流</a:t>
            </a:r>
            <a:r>
              <a:rPr lang="zh-CN" altLang="en-US" sz="1800" b="1" kern="900" spc="130" dirty="0">
                <a:solidFill>
                  <a:srgbClr val="000066"/>
                </a:solidFill>
                <a:ea typeface="黑体" panose="02010609060101010101" pitchFamily="49" charset="-122"/>
                <a:cs typeface="Times New Roman" panose="02020603050405020304" pitchFamily="18" charset="0"/>
              </a:rPr>
              <a:t>期土坡稳定分析</a:t>
            </a:r>
          </a:p>
          <a:p>
            <a:pPr eaLnBrk="1" fontAlgn="ctr" hangingPunct="1">
              <a:lnSpc>
                <a:spcPct val="100000"/>
              </a:lnSpc>
              <a:spcBef>
                <a:spcPct val="0"/>
              </a:spcBef>
              <a:spcAft>
                <a:spcPct val="0"/>
              </a:spcAft>
            </a:pPr>
            <a:endParaRPr lang="zh-CN" altLang="en-US" sz="1800" b="1" kern="900" spc="130" dirty="0">
              <a:solidFill>
                <a:srgbClr val="000066"/>
              </a:solidFill>
              <a:ea typeface="黑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2434257360"/>
      </p:ext>
    </p:extLst>
  </p:cSld>
  <p:clrMapOvr>
    <a:masterClrMapping/>
  </p:clrMapOvr>
  <p:transition spd="med">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repeatCount="3000" fill="hold" grpId="0" nodeType="afterEffect">
                                  <p:stCondLst>
                                    <p:cond delay="0"/>
                                  </p:stCondLst>
                                  <p:childTnLst>
                                    <p:set>
                                      <p:cBhvr>
                                        <p:cTn id="6" dur="1" fill="hold">
                                          <p:stCondLst>
                                            <p:cond delay="0"/>
                                          </p:stCondLst>
                                        </p:cTn>
                                        <p:tgtEl>
                                          <p:spTgt spid="116"/>
                                        </p:tgtEl>
                                        <p:attrNameLst>
                                          <p:attrName>style.visibility</p:attrName>
                                        </p:attrNameLst>
                                      </p:cBhvr>
                                      <p:to>
                                        <p:strVal val="visible"/>
                                      </p:to>
                                    </p:set>
                                    <p:animEffect transition="in" filter="wipe(up)">
                                      <p:cBhvr>
                                        <p:cTn id="7" dur="500"/>
                                        <p:tgtEl>
                                          <p:spTgt spid="116"/>
                                        </p:tgtEl>
                                      </p:cBhvr>
                                    </p:animEffect>
                                  </p:childTnLst>
                                </p:cTn>
                              </p:par>
                            </p:childTnLst>
                          </p:cTn>
                        </p:par>
                        <p:par>
                          <p:cTn id="8" fill="hold">
                            <p:stCondLst>
                              <p:cond delay="1500"/>
                            </p:stCondLst>
                            <p:childTnLst>
                              <p:par>
                                <p:cTn id="9" presetID="31" presetClass="entr" presetSubtype="0" fill="hold" grpId="0" nodeType="afterEffect">
                                  <p:stCondLst>
                                    <p:cond delay="0"/>
                                  </p:stCondLst>
                                  <p:childTnLst>
                                    <p:set>
                                      <p:cBhvr>
                                        <p:cTn id="10" dur="1" fill="hold">
                                          <p:stCondLst>
                                            <p:cond delay="0"/>
                                          </p:stCondLst>
                                        </p:cTn>
                                        <p:tgtEl>
                                          <p:spTgt spid="115"/>
                                        </p:tgtEl>
                                        <p:attrNameLst>
                                          <p:attrName>style.visibility</p:attrName>
                                        </p:attrNameLst>
                                      </p:cBhvr>
                                      <p:to>
                                        <p:strVal val="visible"/>
                                      </p:to>
                                    </p:set>
                                    <p:anim calcmode="lin" valueType="num">
                                      <p:cBhvr>
                                        <p:cTn id="11" dur="1000" fill="hold"/>
                                        <p:tgtEl>
                                          <p:spTgt spid="115"/>
                                        </p:tgtEl>
                                        <p:attrNameLst>
                                          <p:attrName>ppt_w</p:attrName>
                                        </p:attrNameLst>
                                      </p:cBhvr>
                                      <p:tavLst>
                                        <p:tav tm="0">
                                          <p:val>
                                            <p:fltVal val="0"/>
                                          </p:val>
                                        </p:tav>
                                        <p:tav tm="100000">
                                          <p:val>
                                            <p:strVal val="#ppt_w"/>
                                          </p:val>
                                        </p:tav>
                                      </p:tavLst>
                                    </p:anim>
                                    <p:anim calcmode="lin" valueType="num">
                                      <p:cBhvr>
                                        <p:cTn id="12" dur="1000" fill="hold"/>
                                        <p:tgtEl>
                                          <p:spTgt spid="115"/>
                                        </p:tgtEl>
                                        <p:attrNameLst>
                                          <p:attrName>ppt_h</p:attrName>
                                        </p:attrNameLst>
                                      </p:cBhvr>
                                      <p:tavLst>
                                        <p:tav tm="0">
                                          <p:val>
                                            <p:fltVal val="0"/>
                                          </p:val>
                                        </p:tav>
                                        <p:tav tm="100000">
                                          <p:val>
                                            <p:strVal val="#ppt_h"/>
                                          </p:val>
                                        </p:tav>
                                      </p:tavLst>
                                    </p:anim>
                                    <p:anim calcmode="lin" valueType="num">
                                      <p:cBhvr>
                                        <p:cTn id="13" dur="1000" fill="hold"/>
                                        <p:tgtEl>
                                          <p:spTgt spid="115"/>
                                        </p:tgtEl>
                                        <p:attrNameLst>
                                          <p:attrName>style.rotation</p:attrName>
                                        </p:attrNameLst>
                                      </p:cBhvr>
                                      <p:tavLst>
                                        <p:tav tm="0">
                                          <p:val>
                                            <p:fltVal val="90"/>
                                          </p:val>
                                        </p:tav>
                                        <p:tav tm="100000">
                                          <p:val>
                                            <p:fltVal val="0"/>
                                          </p:val>
                                        </p:tav>
                                      </p:tavLst>
                                    </p:anim>
                                    <p:animEffect transition="in" filter="fade">
                                      <p:cBhvr>
                                        <p:cTn id="14" dur="1000"/>
                                        <p:tgtEl>
                                          <p:spTgt spid="115"/>
                                        </p:tgtEl>
                                      </p:cBhvr>
                                    </p:animEffect>
                                  </p:childTnLst>
                                </p:cTn>
                              </p:par>
                            </p:childTnLst>
                          </p:cTn>
                        </p:par>
                      </p:childTnLst>
                    </p:cTn>
                  </p:par>
                  <p:par>
                    <p:cTn id="15" fill="hold">
                      <p:stCondLst>
                        <p:cond delay="indefinite"/>
                      </p:stCondLst>
                      <p:childTnLst>
                        <p:par>
                          <p:cTn id="16" fill="hold">
                            <p:stCondLst>
                              <p:cond delay="0"/>
                            </p:stCondLst>
                            <p:childTnLst>
                              <p:par>
                                <p:cTn id="17" presetID="9" presetClass="entr" presetSubtype="0" fill="hold" grpId="0" nodeType="clickEffect">
                                  <p:stCondLst>
                                    <p:cond delay="0"/>
                                  </p:stCondLst>
                                  <p:childTnLst>
                                    <p:set>
                                      <p:cBhvr>
                                        <p:cTn id="18" dur="1" fill="hold">
                                          <p:stCondLst>
                                            <p:cond delay="0"/>
                                          </p:stCondLst>
                                        </p:cTn>
                                        <p:tgtEl>
                                          <p:spTgt spid="173">
                                            <p:txEl>
                                              <p:pRg st="0" end="0"/>
                                            </p:txEl>
                                          </p:spTgt>
                                        </p:tgtEl>
                                        <p:attrNameLst>
                                          <p:attrName>style.visibility</p:attrName>
                                        </p:attrNameLst>
                                      </p:cBhvr>
                                      <p:to>
                                        <p:strVal val="visible"/>
                                      </p:to>
                                    </p:set>
                                    <p:animEffect transition="in" filter="dissolve">
                                      <p:cBhvr>
                                        <p:cTn id="19" dur="1000"/>
                                        <p:tgtEl>
                                          <p:spTgt spid="173">
                                            <p:txEl>
                                              <p:pRg st="0" end="0"/>
                                            </p:txEl>
                                          </p:spTgt>
                                        </p:tgtEl>
                                      </p:cBhvr>
                                    </p:animEffect>
                                  </p:childTnLst>
                                </p:cTn>
                              </p:par>
                            </p:childTnLst>
                          </p:cTn>
                        </p:par>
                        <p:par>
                          <p:cTn id="20" fill="hold">
                            <p:stCondLst>
                              <p:cond delay="1000"/>
                            </p:stCondLst>
                            <p:childTnLst>
                              <p:par>
                                <p:cTn id="21" presetID="22" presetClass="entr" presetSubtype="8" repeatCount="4000" fill="hold" nodeType="afterEffect">
                                  <p:stCondLst>
                                    <p:cond delay="0"/>
                                  </p:stCondLst>
                                  <p:childTnLst>
                                    <p:set>
                                      <p:cBhvr>
                                        <p:cTn id="22" dur="1" fill="hold">
                                          <p:stCondLst>
                                            <p:cond delay="0"/>
                                          </p:stCondLst>
                                        </p:cTn>
                                        <p:tgtEl>
                                          <p:spTgt spid="2"/>
                                        </p:tgtEl>
                                        <p:attrNameLst>
                                          <p:attrName>style.visibility</p:attrName>
                                        </p:attrNameLst>
                                      </p:cBhvr>
                                      <p:to>
                                        <p:strVal val="visible"/>
                                      </p:to>
                                    </p:set>
                                    <p:animEffect transition="in" filter="wipe(left)">
                                      <p:cBhvr>
                                        <p:cTn id="23" dur="500"/>
                                        <p:tgtEl>
                                          <p:spTgt spid="2"/>
                                        </p:tgtEl>
                                      </p:cBhvr>
                                    </p:animEffect>
                                  </p:childTnLst>
                                </p:cTn>
                              </p:par>
                            </p:childTnLst>
                          </p:cTn>
                        </p:par>
                      </p:childTnLst>
                    </p:cTn>
                  </p:par>
                  <p:par>
                    <p:cTn id="24" fill="hold">
                      <p:stCondLst>
                        <p:cond delay="indefinite"/>
                      </p:stCondLst>
                      <p:childTnLst>
                        <p:par>
                          <p:cTn id="25" fill="hold">
                            <p:stCondLst>
                              <p:cond delay="0"/>
                            </p:stCondLst>
                            <p:childTnLst>
                              <p:par>
                                <p:cTn id="26" presetID="9" presetClass="entr" presetSubtype="0" fill="hold" grpId="0" nodeType="clickEffect">
                                  <p:stCondLst>
                                    <p:cond delay="0"/>
                                  </p:stCondLst>
                                  <p:childTnLst>
                                    <p:set>
                                      <p:cBhvr>
                                        <p:cTn id="27" dur="1" fill="hold">
                                          <p:stCondLst>
                                            <p:cond delay="0"/>
                                          </p:stCondLst>
                                        </p:cTn>
                                        <p:tgtEl>
                                          <p:spTgt spid="173">
                                            <p:txEl>
                                              <p:pRg st="1" end="1"/>
                                            </p:txEl>
                                          </p:spTgt>
                                        </p:tgtEl>
                                        <p:attrNameLst>
                                          <p:attrName>style.visibility</p:attrName>
                                        </p:attrNameLst>
                                      </p:cBhvr>
                                      <p:to>
                                        <p:strVal val="visible"/>
                                      </p:to>
                                    </p:set>
                                    <p:animEffect transition="in" filter="dissolve">
                                      <p:cBhvr>
                                        <p:cTn id="28" dur="1000"/>
                                        <p:tgtEl>
                                          <p:spTgt spid="173">
                                            <p:txEl>
                                              <p:pRg st="1" end="1"/>
                                            </p:txEl>
                                          </p:spTgt>
                                        </p:tgtEl>
                                      </p:cBhvr>
                                    </p:animEffect>
                                  </p:childTnLst>
                                </p:cTn>
                              </p:par>
                            </p:childTnLst>
                          </p:cTn>
                        </p:par>
                        <p:par>
                          <p:cTn id="29" fill="hold">
                            <p:stCondLst>
                              <p:cond delay="1000"/>
                            </p:stCondLst>
                            <p:childTnLst>
                              <p:par>
                                <p:cTn id="30" presetID="22" presetClass="entr" presetSubtype="8" repeatCount="4000" fill="hold" nodeType="afterEffect">
                                  <p:stCondLst>
                                    <p:cond delay="0"/>
                                  </p:stCondLst>
                                  <p:childTnLst>
                                    <p:set>
                                      <p:cBhvr>
                                        <p:cTn id="31" dur="1" fill="hold">
                                          <p:stCondLst>
                                            <p:cond delay="0"/>
                                          </p:stCondLst>
                                        </p:cTn>
                                        <p:tgtEl>
                                          <p:spTgt spid="3"/>
                                        </p:tgtEl>
                                        <p:attrNameLst>
                                          <p:attrName>style.visibility</p:attrName>
                                        </p:attrNameLst>
                                      </p:cBhvr>
                                      <p:to>
                                        <p:strVal val="visible"/>
                                      </p:to>
                                    </p:set>
                                    <p:animEffect transition="in" filter="wipe(left)">
                                      <p:cBhvr>
                                        <p:cTn id="32" dur="500"/>
                                        <p:tgtEl>
                                          <p:spTgt spid="3"/>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173">
                                            <p:txEl>
                                              <p:pRg st="2" end="2"/>
                                            </p:txEl>
                                          </p:spTgt>
                                        </p:tgtEl>
                                        <p:attrNameLst>
                                          <p:attrName>style.visibility</p:attrName>
                                        </p:attrNameLst>
                                      </p:cBhvr>
                                      <p:to>
                                        <p:strVal val="visible"/>
                                      </p:to>
                                    </p:set>
                                    <p:animEffect transition="in" filter="dissolve">
                                      <p:cBhvr>
                                        <p:cTn id="37" dur="1000"/>
                                        <p:tgtEl>
                                          <p:spTgt spid="173">
                                            <p:txEl>
                                              <p:pRg st="2" end="2"/>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repeatCount="4000" fill="hold" nodeType="clickEffect">
                                  <p:stCondLst>
                                    <p:cond delay="0"/>
                                  </p:stCondLst>
                                  <p:childTnLst>
                                    <p:set>
                                      <p:cBhvr>
                                        <p:cTn id="41" dur="1" fill="hold">
                                          <p:stCondLst>
                                            <p:cond delay="0"/>
                                          </p:stCondLst>
                                        </p:cTn>
                                        <p:tgtEl>
                                          <p:spTgt spid="4"/>
                                        </p:tgtEl>
                                        <p:attrNameLst>
                                          <p:attrName>style.visibility</p:attrName>
                                        </p:attrNameLst>
                                      </p:cBhvr>
                                      <p:to>
                                        <p:strVal val="visible"/>
                                      </p:to>
                                    </p:set>
                                    <p:animEffect transition="in" filter="wipe(down)">
                                      <p:cBhvr>
                                        <p:cTn id="42" dur="500"/>
                                        <p:tgtEl>
                                          <p:spTgt spid="4"/>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140"/>
                                        </p:tgtEl>
                                        <p:attrNameLst>
                                          <p:attrName>style.visibility</p:attrName>
                                        </p:attrNameLst>
                                      </p:cBhvr>
                                      <p:to>
                                        <p:strVal val="visible"/>
                                      </p:to>
                                    </p:set>
                                    <p:animEffect transition="in" filter="wipe(left)">
                                      <p:cBhvr>
                                        <p:cTn id="47" dur="1000"/>
                                        <p:tgtEl>
                                          <p:spTgt spid="140"/>
                                        </p:tgtEl>
                                      </p:cBhvr>
                                    </p:animEffect>
                                  </p:childTnLst>
                                </p:cTn>
                              </p:par>
                            </p:childTnLst>
                          </p:cTn>
                        </p:par>
                        <p:par>
                          <p:cTn id="48" fill="hold">
                            <p:stCondLst>
                              <p:cond delay="1000"/>
                            </p:stCondLst>
                            <p:childTnLst>
                              <p:par>
                                <p:cTn id="49" presetID="1" presetClass="entr" presetSubtype="0" fill="hold" nodeType="afterEffect">
                                  <p:stCondLst>
                                    <p:cond delay="0"/>
                                  </p:stCondLst>
                                  <p:childTnLst>
                                    <p:set>
                                      <p:cBhvr>
                                        <p:cTn id="50" dur="1" fill="hold">
                                          <p:stCondLst>
                                            <p:cond delay="0"/>
                                          </p:stCondLst>
                                        </p:cTn>
                                        <p:tgtEl>
                                          <p:spTgt spid="7"/>
                                        </p:tgtEl>
                                        <p:attrNameLst>
                                          <p:attrName>style.visibility</p:attrName>
                                        </p:attrNameLst>
                                      </p:cBhvr>
                                      <p:to>
                                        <p:strVal val="visible"/>
                                      </p:to>
                                    </p:set>
                                  </p:childTnLst>
                                </p:cTn>
                              </p:par>
                              <p:par>
                                <p:cTn id="51" presetID="22" presetClass="entr" presetSubtype="8" fill="hold" nodeType="withEffect">
                                  <p:stCondLst>
                                    <p:cond delay="0"/>
                                  </p:stCondLst>
                                  <p:childTnLst>
                                    <p:set>
                                      <p:cBhvr>
                                        <p:cTn id="52" dur="1" fill="hold">
                                          <p:stCondLst>
                                            <p:cond delay="0"/>
                                          </p:stCondLst>
                                        </p:cTn>
                                        <p:tgtEl>
                                          <p:spTgt spid="11"/>
                                        </p:tgtEl>
                                        <p:attrNameLst>
                                          <p:attrName>style.visibility</p:attrName>
                                        </p:attrNameLst>
                                      </p:cBhvr>
                                      <p:to>
                                        <p:strVal val="visible"/>
                                      </p:to>
                                    </p:set>
                                    <p:animEffect transition="in" filter="wipe(left)">
                                      <p:cBhvr>
                                        <p:cTn id="53" dur="500"/>
                                        <p:tgtEl>
                                          <p:spTgt spid="11"/>
                                        </p:tgtEl>
                                      </p:cBhvr>
                                    </p:animEffect>
                                  </p:childTnLst>
                                </p:cTn>
                              </p:par>
                            </p:childTnLst>
                          </p:cTn>
                        </p:par>
                        <p:par>
                          <p:cTn id="54" fill="hold">
                            <p:stCondLst>
                              <p:cond delay="1500"/>
                            </p:stCondLst>
                            <p:childTnLst>
                              <p:par>
                                <p:cTn id="55" presetID="22" presetClass="entr" presetSubtype="8" fill="hold" grpId="0" nodeType="afterEffect">
                                  <p:stCondLst>
                                    <p:cond delay="0"/>
                                  </p:stCondLst>
                                  <p:childTnLst>
                                    <p:set>
                                      <p:cBhvr>
                                        <p:cTn id="56" dur="1" fill="hold">
                                          <p:stCondLst>
                                            <p:cond delay="0"/>
                                          </p:stCondLst>
                                        </p:cTn>
                                        <p:tgtEl>
                                          <p:spTgt spid="131"/>
                                        </p:tgtEl>
                                        <p:attrNameLst>
                                          <p:attrName>style.visibility</p:attrName>
                                        </p:attrNameLst>
                                      </p:cBhvr>
                                      <p:to>
                                        <p:strVal val="visible"/>
                                      </p:to>
                                    </p:set>
                                    <p:animEffect transition="in" filter="wipe(left)">
                                      <p:cBhvr>
                                        <p:cTn id="57" dur="500"/>
                                        <p:tgtEl>
                                          <p:spTgt spid="131"/>
                                        </p:tgtEl>
                                      </p:cBhvr>
                                    </p:animEffect>
                                  </p:childTnLst>
                                </p:cTn>
                              </p:par>
                            </p:childTnLst>
                          </p:cTn>
                        </p:par>
                      </p:childTnLst>
                    </p:cTn>
                  </p:par>
                  <p:par>
                    <p:cTn id="58" fill="hold">
                      <p:stCondLst>
                        <p:cond delay="indefinite"/>
                      </p:stCondLst>
                      <p:childTnLst>
                        <p:par>
                          <p:cTn id="59" fill="hold">
                            <p:stCondLst>
                              <p:cond delay="0"/>
                            </p:stCondLst>
                            <p:childTnLst>
                              <p:par>
                                <p:cTn id="60" presetID="9" presetClass="entr" presetSubtype="0" fill="hold" nodeType="clickEffect">
                                  <p:stCondLst>
                                    <p:cond delay="0"/>
                                  </p:stCondLst>
                                  <p:childTnLst>
                                    <p:set>
                                      <p:cBhvr>
                                        <p:cTn id="61" dur="1" fill="hold">
                                          <p:stCondLst>
                                            <p:cond delay="0"/>
                                          </p:stCondLst>
                                        </p:cTn>
                                        <p:tgtEl>
                                          <p:spTgt spid="170"/>
                                        </p:tgtEl>
                                        <p:attrNameLst>
                                          <p:attrName>style.visibility</p:attrName>
                                        </p:attrNameLst>
                                      </p:cBhvr>
                                      <p:to>
                                        <p:strVal val="visible"/>
                                      </p:to>
                                    </p:set>
                                    <p:animEffect transition="in" filter="dissolve">
                                      <p:cBhvr>
                                        <p:cTn id="62" dur="500"/>
                                        <p:tgtEl>
                                          <p:spTgt spid="170"/>
                                        </p:tgtEl>
                                      </p:cBhvr>
                                    </p:animEffect>
                                  </p:childTnLst>
                                </p:cTn>
                              </p:par>
                            </p:childTnLst>
                          </p:cTn>
                        </p:par>
                        <p:par>
                          <p:cTn id="63" fill="hold">
                            <p:stCondLst>
                              <p:cond delay="500"/>
                            </p:stCondLst>
                            <p:childTnLst>
                              <p:par>
                                <p:cTn id="64" presetID="9" presetClass="entr" presetSubtype="0" fill="hold" nodeType="afterEffect">
                                  <p:stCondLst>
                                    <p:cond delay="0"/>
                                  </p:stCondLst>
                                  <p:childTnLst>
                                    <p:set>
                                      <p:cBhvr>
                                        <p:cTn id="65" dur="1" fill="hold">
                                          <p:stCondLst>
                                            <p:cond delay="0"/>
                                          </p:stCondLst>
                                        </p:cTn>
                                        <p:tgtEl>
                                          <p:spTgt spid="158"/>
                                        </p:tgtEl>
                                        <p:attrNameLst>
                                          <p:attrName>style.visibility</p:attrName>
                                        </p:attrNameLst>
                                      </p:cBhvr>
                                      <p:to>
                                        <p:strVal val="visible"/>
                                      </p:to>
                                    </p:set>
                                    <p:animEffect transition="in" filter="dissolve">
                                      <p:cBhvr>
                                        <p:cTn id="66" dur="500"/>
                                        <p:tgtEl>
                                          <p:spTgt spid="1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1" grpId="0"/>
      <p:bldP spid="173" grpId="0" uiExpand="1" build="p" autoUpdateAnimBg="0"/>
      <p:bldP spid="115" grpId="0"/>
      <p:bldP spid="116" grpId="0" animBg="1"/>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Freeform 9"/>
          <p:cNvSpPr>
            <a:spLocks/>
          </p:cNvSpPr>
          <p:nvPr/>
        </p:nvSpPr>
        <p:spPr bwMode="auto">
          <a:xfrm flipH="1">
            <a:off x="4093522" y="4796933"/>
            <a:ext cx="1242656" cy="464586"/>
          </a:xfrm>
          <a:custGeom>
            <a:avLst/>
            <a:gdLst>
              <a:gd name="T0" fmla="*/ 0 w 845"/>
              <a:gd name="T1" fmla="*/ 0 h 149"/>
              <a:gd name="T2" fmla="*/ 845 w 845"/>
              <a:gd name="T3" fmla="*/ 0 h 149"/>
              <a:gd name="T4" fmla="*/ 845 w 845"/>
              <a:gd name="T5" fmla="*/ 149 h 149"/>
              <a:gd name="T6" fmla="*/ 312 w 845"/>
              <a:gd name="T7" fmla="*/ 149 h 149"/>
              <a:gd name="T8" fmla="*/ 0 w 845"/>
              <a:gd name="T9" fmla="*/ 0 h 149"/>
              <a:gd name="T10" fmla="*/ 0 60000 65536"/>
              <a:gd name="T11" fmla="*/ 0 60000 65536"/>
              <a:gd name="T12" fmla="*/ 0 60000 65536"/>
              <a:gd name="T13" fmla="*/ 0 60000 65536"/>
              <a:gd name="T14" fmla="*/ 0 60000 65536"/>
              <a:gd name="T15" fmla="*/ 0 w 845"/>
              <a:gd name="T16" fmla="*/ 0 h 149"/>
              <a:gd name="T17" fmla="*/ 845 w 845"/>
              <a:gd name="T18" fmla="*/ 149 h 149"/>
              <a:gd name="connsiteX0" fmla="*/ 0 w 10000"/>
              <a:gd name="connsiteY0" fmla="*/ 0 h 10000"/>
              <a:gd name="connsiteX1" fmla="*/ 10000 w 10000"/>
              <a:gd name="connsiteY1" fmla="*/ 0 h 10000"/>
              <a:gd name="connsiteX2" fmla="*/ 10000 w 10000"/>
              <a:gd name="connsiteY2" fmla="*/ 10000 h 10000"/>
              <a:gd name="connsiteX3" fmla="*/ 4888 w 10000"/>
              <a:gd name="connsiteY3" fmla="*/ 9939 h 10000"/>
              <a:gd name="connsiteX4" fmla="*/ 0 w 10000"/>
              <a:gd name="connsiteY4" fmla="*/ 0 h 10000"/>
              <a:gd name="connsiteX0" fmla="*/ 0 w 10000"/>
              <a:gd name="connsiteY0" fmla="*/ 0 h 10000"/>
              <a:gd name="connsiteX1" fmla="*/ 10000 w 10000"/>
              <a:gd name="connsiteY1" fmla="*/ 0 h 10000"/>
              <a:gd name="connsiteX2" fmla="*/ 10000 w 10000"/>
              <a:gd name="connsiteY2" fmla="*/ 10000 h 10000"/>
              <a:gd name="connsiteX3" fmla="*/ 5329 w 10000"/>
              <a:gd name="connsiteY3" fmla="*/ 9939 h 10000"/>
              <a:gd name="connsiteX4" fmla="*/ 0 w 10000"/>
              <a:gd name="connsiteY4" fmla="*/ 0 h 10000"/>
              <a:gd name="connsiteX0" fmla="*/ 0 w 10000"/>
              <a:gd name="connsiteY0" fmla="*/ 0 h 10000"/>
              <a:gd name="connsiteX1" fmla="*/ 10000 w 10000"/>
              <a:gd name="connsiteY1" fmla="*/ 0 h 10000"/>
              <a:gd name="connsiteX2" fmla="*/ 10000 w 10000"/>
              <a:gd name="connsiteY2" fmla="*/ 10000 h 10000"/>
              <a:gd name="connsiteX3" fmla="*/ 5728 w 10000"/>
              <a:gd name="connsiteY3" fmla="*/ 9939 h 10000"/>
              <a:gd name="connsiteX4" fmla="*/ 0 w 10000"/>
              <a:gd name="connsiteY4" fmla="*/ 0 h 10000"/>
              <a:gd name="connsiteX0" fmla="*/ 0 w 10000"/>
              <a:gd name="connsiteY0" fmla="*/ 0 h 10000"/>
              <a:gd name="connsiteX1" fmla="*/ 10000 w 10000"/>
              <a:gd name="connsiteY1" fmla="*/ 0 h 10000"/>
              <a:gd name="connsiteX2" fmla="*/ 10000 w 10000"/>
              <a:gd name="connsiteY2" fmla="*/ 10000 h 10000"/>
              <a:gd name="connsiteX3" fmla="*/ 6085 w 10000"/>
              <a:gd name="connsiteY3" fmla="*/ 10000 h 10000"/>
              <a:gd name="connsiteX4" fmla="*/ 0 w 10000"/>
              <a:gd name="connsiteY4" fmla="*/ 0 h 10000"/>
              <a:gd name="connsiteX0" fmla="*/ 0 w 12111"/>
              <a:gd name="connsiteY0" fmla="*/ 105 h 10000"/>
              <a:gd name="connsiteX1" fmla="*/ 12111 w 12111"/>
              <a:gd name="connsiteY1" fmla="*/ 0 h 10000"/>
              <a:gd name="connsiteX2" fmla="*/ 12111 w 12111"/>
              <a:gd name="connsiteY2" fmla="*/ 10000 h 10000"/>
              <a:gd name="connsiteX3" fmla="*/ 8196 w 12111"/>
              <a:gd name="connsiteY3" fmla="*/ 10000 h 10000"/>
              <a:gd name="connsiteX4" fmla="*/ 0 w 12111"/>
              <a:gd name="connsiteY4" fmla="*/ 105 h 10000"/>
              <a:gd name="connsiteX0" fmla="*/ 0 w 11970"/>
              <a:gd name="connsiteY0" fmla="*/ 105 h 10000"/>
              <a:gd name="connsiteX1" fmla="*/ 11970 w 11970"/>
              <a:gd name="connsiteY1" fmla="*/ 0 h 10000"/>
              <a:gd name="connsiteX2" fmla="*/ 11970 w 11970"/>
              <a:gd name="connsiteY2" fmla="*/ 10000 h 10000"/>
              <a:gd name="connsiteX3" fmla="*/ 8055 w 11970"/>
              <a:gd name="connsiteY3" fmla="*/ 10000 h 10000"/>
              <a:gd name="connsiteX4" fmla="*/ 0 w 11970"/>
              <a:gd name="connsiteY4" fmla="*/ 105 h 10000"/>
              <a:gd name="connsiteX0" fmla="*/ 0 w 11923"/>
              <a:gd name="connsiteY0" fmla="*/ 105 h 10000"/>
              <a:gd name="connsiteX1" fmla="*/ 11923 w 11923"/>
              <a:gd name="connsiteY1" fmla="*/ 0 h 10000"/>
              <a:gd name="connsiteX2" fmla="*/ 11923 w 11923"/>
              <a:gd name="connsiteY2" fmla="*/ 10000 h 10000"/>
              <a:gd name="connsiteX3" fmla="*/ 8008 w 11923"/>
              <a:gd name="connsiteY3" fmla="*/ 10000 h 10000"/>
              <a:gd name="connsiteX4" fmla="*/ 0 w 11923"/>
              <a:gd name="connsiteY4" fmla="*/ 105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23" h="10000">
                <a:moveTo>
                  <a:pt x="0" y="105"/>
                </a:moveTo>
                <a:lnTo>
                  <a:pt x="11923" y="0"/>
                </a:lnTo>
                <a:lnTo>
                  <a:pt x="11923" y="10000"/>
                </a:lnTo>
                <a:lnTo>
                  <a:pt x="8008" y="10000"/>
                </a:lnTo>
                <a:lnTo>
                  <a:pt x="0" y="105"/>
                </a:lnTo>
                <a:close/>
              </a:path>
            </a:pathLst>
          </a:custGeom>
          <a:solidFill>
            <a:srgbClr val="0066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2" name="任意多边形 91"/>
          <p:cNvSpPr/>
          <p:nvPr/>
        </p:nvSpPr>
        <p:spPr bwMode="auto">
          <a:xfrm>
            <a:off x="4540222" y="3823398"/>
            <a:ext cx="4225332" cy="1441938"/>
          </a:xfrm>
          <a:custGeom>
            <a:avLst/>
            <a:gdLst>
              <a:gd name="connsiteX0" fmla="*/ 4210260 w 4225332"/>
              <a:gd name="connsiteY0" fmla="*/ 1441938 h 1441938"/>
              <a:gd name="connsiteX1" fmla="*/ 0 w 4225332"/>
              <a:gd name="connsiteY1" fmla="*/ 1441938 h 1441938"/>
              <a:gd name="connsiteX2" fmla="*/ 2532185 w 4225332"/>
              <a:gd name="connsiteY2" fmla="*/ 0 h 1441938"/>
              <a:gd name="connsiteX3" fmla="*/ 2863781 w 4225332"/>
              <a:gd name="connsiteY3" fmla="*/ 0 h 1441938"/>
              <a:gd name="connsiteX4" fmla="*/ 4225332 w 4225332"/>
              <a:gd name="connsiteY4" fmla="*/ 728505 h 1441938"/>
              <a:gd name="connsiteX5" fmla="*/ 4210260 w 4225332"/>
              <a:gd name="connsiteY5" fmla="*/ 1441938 h 14419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225332" h="1441938">
                <a:moveTo>
                  <a:pt x="4210260" y="1441938"/>
                </a:moveTo>
                <a:lnTo>
                  <a:pt x="0" y="1441938"/>
                </a:lnTo>
                <a:lnTo>
                  <a:pt x="2532185" y="0"/>
                </a:lnTo>
                <a:lnTo>
                  <a:pt x="2863781" y="0"/>
                </a:lnTo>
                <a:lnTo>
                  <a:pt x="4225332" y="728505"/>
                </a:lnTo>
                <a:lnTo>
                  <a:pt x="4210260" y="1441938"/>
                </a:lnTo>
                <a:close/>
              </a:path>
            </a:pathLst>
          </a:custGeom>
          <a:solidFill>
            <a:srgbClr val="FFFFCC"/>
          </a:solidFill>
          <a:ln w="12700" cap="flat" cmpd="sng" algn="ctr">
            <a:no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grpSp>
        <p:nvGrpSpPr>
          <p:cNvPr id="2" name="组合 1"/>
          <p:cNvGrpSpPr/>
          <p:nvPr/>
        </p:nvGrpSpPr>
        <p:grpSpPr>
          <a:xfrm>
            <a:off x="4444019" y="4793673"/>
            <a:ext cx="2256179" cy="326351"/>
            <a:chOff x="4444019" y="4793673"/>
            <a:chExt cx="2256179" cy="326351"/>
          </a:xfrm>
        </p:grpSpPr>
        <p:sp>
          <p:nvSpPr>
            <p:cNvPr id="73" name="任意多边形 72"/>
            <p:cNvSpPr/>
            <p:nvPr/>
          </p:nvSpPr>
          <p:spPr bwMode="auto">
            <a:xfrm>
              <a:off x="4444019" y="4793673"/>
              <a:ext cx="2084339" cy="326351"/>
            </a:xfrm>
            <a:custGeom>
              <a:avLst/>
              <a:gdLst>
                <a:gd name="connsiteX0" fmla="*/ 0 w 2084339"/>
                <a:gd name="connsiteY0" fmla="*/ 0 h 326351"/>
                <a:gd name="connsiteX1" fmla="*/ 2084339 w 2084339"/>
                <a:gd name="connsiteY1" fmla="*/ 0 h 326351"/>
                <a:gd name="connsiteX2" fmla="*/ 1988897 w 2084339"/>
                <a:gd name="connsiteY2" fmla="*/ 67733 h 326351"/>
                <a:gd name="connsiteX3" fmla="*/ 1868824 w 2084339"/>
                <a:gd name="connsiteY3" fmla="*/ 135466 h 326351"/>
                <a:gd name="connsiteX4" fmla="*/ 1730278 w 2084339"/>
                <a:gd name="connsiteY4" fmla="*/ 197042 h 326351"/>
                <a:gd name="connsiteX5" fmla="*/ 1560945 w 2084339"/>
                <a:gd name="connsiteY5" fmla="*/ 252460 h 326351"/>
                <a:gd name="connsiteX6" fmla="*/ 1330036 w 2084339"/>
                <a:gd name="connsiteY6" fmla="*/ 298642 h 326351"/>
                <a:gd name="connsiteX7" fmla="*/ 1136072 w 2084339"/>
                <a:gd name="connsiteY7" fmla="*/ 323272 h 326351"/>
                <a:gd name="connsiteX8" fmla="*/ 883612 w 2084339"/>
                <a:gd name="connsiteY8" fmla="*/ 326351 h 326351"/>
                <a:gd name="connsiteX9" fmla="*/ 603442 w 2084339"/>
                <a:gd name="connsiteY9" fmla="*/ 286327 h 326351"/>
                <a:gd name="connsiteX10" fmla="*/ 394085 w 2084339"/>
                <a:gd name="connsiteY10" fmla="*/ 212436 h 326351"/>
                <a:gd name="connsiteX11" fmla="*/ 200121 w 2084339"/>
                <a:gd name="connsiteY11" fmla="*/ 135466 h 326351"/>
                <a:gd name="connsiteX12" fmla="*/ 58497 w 2084339"/>
                <a:gd name="connsiteY12" fmla="*/ 61575 h 326351"/>
                <a:gd name="connsiteX13" fmla="*/ 0 w 2084339"/>
                <a:gd name="connsiteY13" fmla="*/ 0 h 326351"/>
                <a:gd name="connsiteX0" fmla="*/ 0 w 2084339"/>
                <a:gd name="connsiteY0" fmla="*/ 0 h 326351"/>
                <a:gd name="connsiteX1" fmla="*/ 2084339 w 2084339"/>
                <a:gd name="connsiteY1" fmla="*/ 0 h 326351"/>
                <a:gd name="connsiteX2" fmla="*/ 1988897 w 2084339"/>
                <a:gd name="connsiteY2" fmla="*/ 67733 h 326351"/>
                <a:gd name="connsiteX3" fmla="*/ 1868824 w 2084339"/>
                <a:gd name="connsiteY3" fmla="*/ 135466 h 326351"/>
                <a:gd name="connsiteX4" fmla="*/ 1730278 w 2084339"/>
                <a:gd name="connsiteY4" fmla="*/ 197042 h 326351"/>
                <a:gd name="connsiteX5" fmla="*/ 1560945 w 2084339"/>
                <a:gd name="connsiteY5" fmla="*/ 252460 h 326351"/>
                <a:gd name="connsiteX6" fmla="*/ 1330036 w 2084339"/>
                <a:gd name="connsiteY6" fmla="*/ 298642 h 326351"/>
                <a:gd name="connsiteX7" fmla="*/ 1136072 w 2084339"/>
                <a:gd name="connsiteY7" fmla="*/ 323272 h 326351"/>
                <a:gd name="connsiteX8" fmla="*/ 883612 w 2084339"/>
                <a:gd name="connsiteY8" fmla="*/ 326351 h 326351"/>
                <a:gd name="connsiteX9" fmla="*/ 603442 w 2084339"/>
                <a:gd name="connsiteY9" fmla="*/ 286327 h 326351"/>
                <a:gd name="connsiteX10" fmla="*/ 394085 w 2084339"/>
                <a:gd name="connsiteY10" fmla="*/ 212436 h 326351"/>
                <a:gd name="connsiteX11" fmla="*/ 200121 w 2084339"/>
                <a:gd name="connsiteY11" fmla="*/ 135466 h 326351"/>
                <a:gd name="connsiteX12" fmla="*/ 67733 w 2084339"/>
                <a:gd name="connsiteY12" fmla="*/ 61575 h 326351"/>
                <a:gd name="connsiteX13" fmla="*/ 0 w 2084339"/>
                <a:gd name="connsiteY13" fmla="*/ 0 h 326351"/>
                <a:gd name="connsiteX0" fmla="*/ 0 w 2084339"/>
                <a:gd name="connsiteY0" fmla="*/ 0 h 326351"/>
                <a:gd name="connsiteX1" fmla="*/ 2084339 w 2084339"/>
                <a:gd name="connsiteY1" fmla="*/ 0 h 326351"/>
                <a:gd name="connsiteX2" fmla="*/ 1988897 w 2084339"/>
                <a:gd name="connsiteY2" fmla="*/ 67733 h 326351"/>
                <a:gd name="connsiteX3" fmla="*/ 1868824 w 2084339"/>
                <a:gd name="connsiteY3" fmla="*/ 135466 h 326351"/>
                <a:gd name="connsiteX4" fmla="*/ 1730278 w 2084339"/>
                <a:gd name="connsiteY4" fmla="*/ 197042 h 326351"/>
                <a:gd name="connsiteX5" fmla="*/ 1560945 w 2084339"/>
                <a:gd name="connsiteY5" fmla="*/ 252460 h 326351"/>
                <a:gd name="connsiteX6" fmla="*/ 1330036 w 2084339"/>
                <a:gd name="connsiteY6" fmla="*/ 298642 h 326351"/>
                <a:gd name="connsiteX7" fmla="*/ 1136072 w 2084339"/>
                <a:gd name="connsiteY7" fmla="*/ 323272 h 326351"/>
                <a:gd name="connsiteX8" fmla="*/ 883612 w 2084339"/>
                <a:gd name="connsiteY8" fmla="*/ 326351 h 326351"/>
                <a:gd name="connsiteX9" fmla="*/ 603442 w 2084339"/>
                <a:gd name="connsiteY9" fmla="*/ 286327 h 326351"/>
                <a:gd name="connsiteX10" fmla="*/ 394085 w 2084339"/>
                <a:gd name="connsiteY10" fmla="*/ 212436 h 326351"/>
                <a:gd name="connsiteX11" fmla="*/ 200121 w 2084339"/>
                <a:gd name="connsiteY11" fmla="*/ 135466 h 326351"/>
                <a:gd name="connsiteX12" fmla="*/ 92364 w 2084339"/>
                <a:gd name="connsiteY12" fmla="*/ 80048 h 326351"/>
                <a:gd name="connsiteX13" fmla="*/ 0 w 2084339"/>
                <a:gd name="connsiteY13" fmla="*/ 0 h 326351"/>
                <a:gd name="connsiteX0" fmla="*/ 0 w 2084339"/>
                <a:gd name="connsiteY0" fmla="*/ 0 h 326351"/>
                <a:gd name="connsiteX1" fmla="*/ 2084339 w 2084339"/>
                <a:gd name="connsiteY1" fmla="*/ 0 h 326351"/>
                <a:gd name="connsiteX2" fmla="*/ 1988897 w 2084339"/>
                <a:gd name="connsiteY2" fmla="*/ 67733 h 326351"/>
                <a:gd name="connsiteX3" fmla="*/ 1868824 w 2084339"/>
                <a:gd name="connsiteY3" fmla="*/ 135466 h 326351"/>
                <a:gd name="connsiteX4" fmla="*/ 1730278 w 2084339"/>
                <a:gd name="connsiteY4" fmla="*/ 197042 h 326351"/>
                <a:gd name="connsiteX5" fmla="*/ 1560945 w 2084339"/>
                <a:gd name="connsiteY5" fmla="*/ 252460 h 326351"/>
                <a:gd name="connsiteX6" fmla="*/ 1330036 w 2084339"/>
                <a:gd name="connsiteY6" fmla="*/ 298642 h 326351"/>
                <a:gd name="connsiteX7" fmla="*/ 1136072 w 2084339"/>
                <a:gd name="connsiteY7" fmla="*/ 323272 h 326351"/>
                <a:gd name="connsiteX8" fmla="*/ 883612 w 2084339"/>
                <a:gd name="connsiteY8" fmla="*/ 326351 h 326351"/>
                <a:gd name="connsiteX9" fmla="*/ 603442 w 2084339"/>
                <a:gd name="connsiteY9" fmla="*/ 286327 h 326351"/>
                <a:gd name="connsiteX10" fmla="*/ 384560 w 2084339"/>
                <a:gd name="connsiteY10" fmla="*/ 212436 h 326351"/>
                <a:gd name="connsiteX11" fmla="*/ 200121 w 2084339"/>
                <a:gd name="connsiteY11" fmla="*/ 135466 h 326351"/>
                <a:gd name="connsiteX12" fmla="*/ 92364 w 2084339"/>
                <a:gd name="connsiteY12" fmla="*/ 80048 h 326351"/>
                <a:gd name="connsiteX13" fmla="*/ 0 w 2084339"/>
                <a:gd name="connsiteY13" fmla="*/ 0 h 326351"/>
                <a:gd name="connsiteX0" fmla="*/ 0 w 2084339"/>
                <a:gd name="connsiteY0" fmla="*/ 0 h 326351"/>
                <a:gd name="connsiteX1" fmla="*/ 2084339 w 2084339"/>
                <a:gd name="connsiteY1" fmla="*/ 0 h 326351"/>
                <a:gd name="connsiteX2" fmla="*/ 1988897 w 2084339"/>
                <a:gd name="connsiteY2" fmla="*/ 67733 h 326351"/>
                <a:gd name="connsiteX3" fmla="*/ 1868824 w 2084339"/>
                <a:gd name="connsiteY3" fmla="*/ 135466 h 326351"/>
                <a:gd name="connsiteX4" fmla="*/ 1730278 w 2084339"/>
                <a:gd name="connsiteY4" fmla="*/ 197042 h 326351"/>
                <a:gd name="connsiteX5" fmla="*/ 1560945 w 2084339"/>
                <a:gd name="connsiteY5" fmla="*/ 252460 h 326351"/>
                <a:gd name="connsiteX6" fmla="*/ 1330036 w 2084339"/>
                <a:gd name="connsiteY6" fmla="*/ 298642 h 326351"/>
                <a:gd name="connsiteX7" fmla="*/ 1136072 w 2084339"/>
                <a:gd name="connsiteY7" fmla="*/ 323272 h 326351"/>
                <a:gd name="connsiteX8" fmla="*/ 883612 w 2084339"/>
                <a:gd name="connsiteY8" fmla="*/ 326351 h 326351"/>
                <a:gd name="connsiteX9" fmla="*/ 603442 w 2084339"/>
                <a:gd name="connsiteY9" fmla="*/ 286327 h 326351"/>
                <a:gd name="connsiteX10" fmla="*/ 384560 w 2084339"/>
                <a:gd name="connsiteY10" fmla="*/ 212436 h 326351"/>
                <a:gd name="connsiteX11" fmla="*/ 214408 w 2084339"/>
                <a:gd name="connsiteY11" fmla="*/ 142610 h 326351"/>
                <a:gd name="connsiteX12" fmla="*/ 92364 w 2084339"/>
                <a:gd name="connsiteY12" fmla="*/ 80048 h 326351"/>
                <a:gd name="connsiteX13" fmla="*/ 0 w 2084339"/>
                <a:gd name="connsiteY13" fmla="*/ 0 h 326351"/>
                <a:gd name="connsiteX0" fmla="*/ 0 w 2084339"/>
                <a:gd name="connsiteY0" fmla="*/ 0 h 326351"/>
                <a:gd name="connsiteX1" fmla="*/ 2084339 w 2084339"/>
                <a:gd name="connsiteY1" fmla="*/ 0 h 326351"/>
                <a:gd name="connsiteX2" fmla="*/ 1988897 w 2084339"/>
                <a:gd name="connsiteY2" fmla="*/ 67733 h 326351"/>
                <a:gd name="connsiteX3" fmla="*/ 1868824 w 2084339"/>
                <a:gd name="connsiteY3" fmla="*/ 135466 h 326351"/>
                <a:gd name="connsiteX4" fmla="*/ 1730278 w 2084339"/>
                <a:gd name="connsiteY4" fmla="*/ 197042 h 326351"/>
                <a:gd name="connsiteX5" fmla="*/ 1560945 w 2084339"/>
                <a:gd name="connsiteY5" fmla="*/ 252460 h 326351"/>
                <a:gd name="connsiteX6" fmla="*/ 1330036 w 2084339"/>
                <a:gd name="connsiteY6" fmla="*/ 298642 h 326351"/>
                <a:gd name="connsiteX7" fmla="*/ 1136072 w 2084339"/>
                <a:gd name="connsiteY7" fmla="*/ 323272 h 326351"/>
                <a:gd name="connsiteX8" fmla="*/ 883612 w 2084339"/>
                <a:gd name="connsiteY8" fmla="*/ 326351 h 326351"/>
                <a:gd name="connsiteX9" fmla="*/ 603442 w 2084339"/>
                <a:gd name="connsiteY9" fmla="*/ 286327 h 326351"/>
                <a:gd name="connsiteX10" fmla="*/ 384560 w 2084339"/>
                <a:gd name="connsiteY10" fmla="*/ 212436 h 326351"/>
                <a:gd name="connsiteX11" fmla="*/ 214408 w 2084339"/>
                <a:gd name="connsiteY11" fmla="*/ 142610 h 326351"/>
                <a:gd name="connsiteX12" fmla="*/ 97127 w 2084339"/>
                <a:gd name="connsiteY12" fmla="*/ 80048 h 326351"/>
                <a:gd name="connsiteX13" fmla="*/ 0 w 2084339"/>
                <a:gd name="connsiteY13" fmla="*/ 0 h 326351"/>
                <a:gd name="connsiteX0" fmla="*/ 0 w 2084339"/>
                <a:gd name="connsiteY0" fmla="*/ 0 h 326351"/>
                <a:gd name="connsiteX1" fmla="*/ 2084339 w 2084339"/>
                <a:gd name="connsiteY1" fmla="*/ 0 h 326351"/>
                <a:gd name="connsiteX2" fmla="*/ 1988897 w 2084339"/>
                <a:gd name="connsiteY2" fmla="*/ 67733 h 326351"/>
                <a:gd name="connsiteX3" fmla="*/ 1868824 w 2084339"/>
                <a:gd name="connsiteY3" fmla="*/ 135466 h 326351"/>
                <a:gd name="connsiteX4" fmla="*/ 1730278 w 2084339"/>
                <a:gd name="connsiteY4" fmla="*/ 197042 h 326351"/>
                <a:gd name="connsiteX5" fmla="*/ 1560945 w 2084339"/>
                <a:gd name="connsiteY5" fmla="*/ 252460 h 326351"/>
                <a:gd name="connsiteX6" fmla="*/ 1330036 w 2084339"/>
                <a:gd name="connsiteY6" fmla="*/ 298642 h 326351"/>
                <a:gd name="connsiteX7" fmla="*/ 1136072 w 2084339"/>
                <a:gd name="connsiteY7" fmla="*/ 323272 h 326351"/>
                <a:gd name="connsiteX8" fmla="*/ 883612 w 2084339"/>
                <a:gd name="connsiteY8" fmla="*/ 326351 h 326351"/>
                <a:gd name="connsiteX9" fmla="*/ 603442 w 2084339"/>
                <a:gd name="connsiteY9" fmla="*/ 286327 h 326351"/>
                <a:gd name="connsiteX10" fmla="*/ 384560 w 2084339"/>
                <a:gd name="connsiteY10" fmla="*/ 212436 h 326351"/>
                <a:gd name="connsiteX11" fmla="*/ 214408 w 2084339"/>
                <a:gd name="connsiteY11" fmla="*/ 142610 h 326351"/>
                <a:gd name="connsiteX12" fmla="*/ 101889 w 2084339"/>
                <a:gd name="connsiteY12" fmla="*/ 80048 h 326351"/>
                <a:gd name="connsiteX13" fmla="*/ 0 w 2084339"/>
                <a:gd name="connsiteY13" fmla="*/ 0 h 326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084339" h="326351">
                  <a:moveTo>
                    <a:pt x="0" y="0"/>
                  </a:moveTo>
                  <a:lnTo>
                    <a:pt x="2084339" y="0"/>
                  </a:lnTo>
                  <a:lnTo>
                    <a:pt x="1988897" y="67733"/>
                  </a:lnTo>
                  <a:lnTo>
                    <a:pt x="1868824" y="135466"/>
                  </a:lnTo>
                  <a:lnTo>
                    <a:pt x="1730278" y="197042"/>
                  </a:lnTo>
                  <a:lnTo>
                    <a:pt x="1560945" y="252460"/>
                  </a:lnTo>
                  <a:lnTo>
                    <a:pt x="1330036" y="298642"/>
                  </a:lnTo>
                  <a:lnTo>
                    <a:pt x="1136072" y="323272"/>
                  </a:lnTo>
                  <a:lnTo>
                    <a:pt x="883612" y="326351"/>
                  </a:lnTo>
                  <a:lnTo>
                    <a:pt x="603442" y="286327"/>
                  </a:lnTo>
                  <a:lnTo>
                    <a:pt x="384560" y="212436"/>
                  </a:lnTo>
                  <a:lnTo>
                    <a:pt x="214408" y="142610"/>
                  </a:lnTo>
                  <a:lnTo>
                    <a:pt x="101889" y="80048"/>
                  </a:lnTo>
                  <a:lnTo>
                    <a:pt x="0" y="0"/>
                  </a:lnTo>
                  <a:close/>
                </a:path>
              </a:pathLst>
            </a:custGeom>
            <a:pattFill prst="ltUpDiag">
              <a:fgClr>
                <a:srgbClr val="3399FF"/>
              </a:fgClr>
              <a:bgClr>
                <a:schemeClr val="bg1"/>
              </a:bgClr>
            </a:pattFill>
            <a:ln w="12700" cap="flat" cmpd="sng" algn="ctr">
              <a:no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cxnSp>
          <p:nvCxnSpPr>
            <p:cNvPr id="3" name="直接连接符 2"/>
            <p:cNvCxnSpPr/>
            <p:nvPr/>
          </p:nvCxnSpPr>
          <p:spPr bwMode="auto">
            <a:xfrm>
              <a:off x="5376365" y="4798917"/>
              <a:ext cx="1323833" cy="0"/>
            </a:xfrm>
            <a:prstGeom prst="line">
              <a:avLst/>
            </a:prstGeom>
            <a:noFill/>
            <a:ln w="12700" cap="flat" cmpd="sng" algn="ctr">
              <a:solidFill>
                <a:schemeClr val="tx1"/>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141" name="任意多边形 140"/>
          <p:cNvSpPr/>
          <p:nvPr/>
        </p:nvSpPr>
        <p:spPr bwMode="auto">
          <a:xfrm>
            <a:off x="1816212" y="3435498"/>
            <a:ext cx="604117" cy="1901192"/>
          </a:xfrm>
          <a:custGeom>
            <a:avLst/>
            <a:gdLst>
              <a:gd name="connsiteX0" fmla="*/ 0 w 242888"/>
              <a:gd name="connsiteY0" fmla="*/ 126207 h 764382"/>
              <a:gd name="connsiteX1" fmla="*/ 0 w 242888"/>
              <a:gd name="connsiteY1" fmla="*/ 764382 h 764382"/>
              <a:gd name="connsiteX2" fmla="*/ 78581 w 242888"/>
              <a:gd name="connsiteY2" fmla="*/ 738188 h 764382"/>
              <a:gd name="connsiteX3" fmla="*/ 142875 w 242888"/>
              <a:gd name="connsiteY3" fmla="*/ 707232 h 764382"/>
              <a:gd name="connsiteX4" fmla="*/ 211931 w 242888"/>
              <a:gd name="connsiteY4" fmla="*/ 671513 h 764382"/>
              <a:gd name="connsiteX5" fmla="*/ 242888 w 242888"/>
              <a:gd name="connsiteY5" fmla="*/ 650082 h 764382"/>
              <a:gd name="connsiteX6" fmla="*/ 242888 w 242888"/>
              <a:gd name="connsiteY6" fmla="*/ 0 h 764382"/>
              <a:gd name="connsiteX7" fmla="*/ 0 w 242888"/>
              <a:gd name="connsiteY7" fmla="*/ 126207 h 764382"/>
              <a:gd name="connsiteX0" fmla="*/ 0 w 242888"/>
              <a:gd name="connsiteY0" fmla="*/ 126207 h 764382"/>
              <a:gd name="connsiteX1" fmla="*/ 0 w 242888"/>
              <a:gd name="connsiteY1" fmla="*/ 764382 h 764382"/>
              <a:gd name="connsiteX2" fmla="*/ 74752 w 242888"/>
              <a:gd name="connsiteY2" fmla="*/ 735316 h 764382"/>
              <a:gd name="connsiteX3" fmla="*/ 142875 w 242888"/>
              <a:gd name="connsiteY3" fmla="*/ 707232 h 764382"/>
              <a:gd name="connsiteX4" fmla="*/ 211931 w 242888"/>
              <a:gd name="connsiteY4" fmla="*/ 671513 h 764382"/>
              <a:gd name="connsiteX5" fmla="*/ 242888 w 242888"/>
              <a:gd name="connsiteY5" fmla="*/ 650082 h 764382"/>
              <a:gd name="connsiteX6" fmla="*/ 242888 w 242888"/>
              <a:gd name="connsiteY6" fmla="*/ 0 h 764382"/>
              <a:gd name="connsiteX7" fmla="*/ 0 w 242888"/>
              <a:gd name="connsiteY7" fmla="*/ 126207 h 7643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2888" h="764382">
                <a:moveTo>
                  <a:pt x="0" y="126207"/>
                </a:moveTo>
                <a:lnTo>
                  <a:pt x="0" y="764382"/>
                </a:lnTo>
                <a:lnTo>
                  <a:pt x="74752" y="735316"/>
                </a:lnTo>
                <a:lnTo>
                  <a:pt x="142875" y="707232"/>
                </a:lnTo>
                <a:lnTo>
                  <a:pt x="211931" y="671513"/>
                </a:lnTo>
                <a:lnTo>
                  <a:pt x="242888" y="650082"/>
                </a:lnTo>
                <a:lnTo>
                  <a:pt x="242888" y="0"/>
                </a:lnTo>
                <a:lnTo>
                  <a:pt x="0" y="126207"/>
                </a:lnTo>
                <a:close/>
              </a:path>
            </a:pathLst>
          </a:custGeom>
          <a:solidFill>
            <a:srgbClr val="FFC000"/>
          </a:solidFill>
          <a:ln w="1905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16" name="任意多边形 15"/>
          <p:cNvSpPr/>
          <p:nvPr/>
        </p:nvSpPr>
        <p:spPr bwMode="auto">
          <a:xfrm>
            <a:off x="6131002" y="4231481"/>
            <a:ext cx="242888" cy="764382"/>
          </a:xfrm>
          <a:custGeom>
            <a:avLst/>
            <a:gdLst>
              <a:gd name="connsiteX0" fmla="*/ 0 w 242888"/>
              <a:gd name="connsiteY0" fmla="*/ 126207 h 764382"/>
              <a:gd name="connsiteX1" fmla="*/ 0 w 242888"/>
              <a:gd name="connsiteY1" fmla="*/ 764382 h 764382"/>
              <a:gd name="connsiteX2" fmla="*/ 78581 w 242888"/>
              <a:gd name="connsiteY2" fmla="*/ 738188 h 764382"/>
              <a:gd name="connsiteX3" fmla="*/ 142875 w 242888"/>
              <a:gd name="connsiteY3" fmla="*/ 707232 h 764382"/>
              <a:gd name="connsiteX4" fmla="*/ 211931 w 242888"/>
              <a:gd name="connsiteY4" fmla="*/ 671513 h 764382"/>
              <a:gd name="connsiteX5" fmla="*/ 242888 w 242888"/>
              <a:gd name="connsiteY5" fmla="*/ 650082 h 764382"/>
              <a:gd name="connsiteX6" fmla="*/ 242888 w 242888"/>
              <a:gd name="connsiteY6" fmla="*/ 0 h 764382"/>
              <a:gd name="connsiteX7" fmla="*/ 0 w 242888"/>
              <a:gd name="connsiteY7" fmla="*/ 126207 h 7643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2888" h="764382">
                <a:moveTo>
                  <a:pt x="0" y="126207"/>
                </a:moveTo>
                <a:lnTo>
                  <a:pt x="0" y="764382"/>
                </a:lnTo>
                <a:lnTo>
                  <a:pt x="78581" y="738188"/>
                </a:lnTo>
                <a:lnTo>
                  <a:pt x="142875" y="707232"/>
                </a:lnTo>
                <a:lnTo>
                  <a:pt x="211931" y="671513"/>
                </a:lnTo>
                <a:lnTo>
                  <a:pt x="242888" y="650082"/>
                </a:lnTo>
                <a:lnTo>
                  <a:pt x="242888" y="0"/>
                </a:lnTo>
                <a:lnTo>
                  <a:pt x="0" y="126207"/>
                </a:lnTo>
                <a:close/>
              </a:path>
            </a:pathLst>
          </a:custGeom>
          <a:solidFill>
            <a:srgbClr val="FFC000"/>
          </a:solid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6"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78</a:t>
            </a:fld>
            <a:endParaRPr lang="zh-CN" altLang="en-US" dirty="0">
              <a:solidFill>
                <a:srgbClr val="C00000"/>
              </a:solidFill>
            </a:endParaRPr>
          </a:p>
        </p:txBody>
      </p:sp>
      <p:sp>
        <p:nvSpPr>
          <p:cNvPr id="61" name="Text Box 2"/>
          <p:cNvSpPr txBox="1">
            <a:spLocks noChangeArrowheads="1"/>
          </p:cNvSpPr>
          <p:nvPr/>
        </p:nvSpPr>
        <p:spPr bwMode="auto">
          <a:xfrm>
            <a:off x="2456953" y="5711775"/>
            <a:ext cx="5398936"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zh-CN" altLang="en-US" sz="4000" b="1" dirty="0">
                <a:solidFill>
                  <a:srgbClr val="000066"/>
                </a:solidFill>
                <a:latin typeface="黑体" pitchFamily="2" charset="-122"/>
                <a:ea typeface="黑体" pitchFamily="2" charset="-122"/>
              </a:rPr>
              <a:t>稳定渗流土坡稳定分析</a:t>
            </a:r>
          </a:p>
        </p:txBody>
      </p:sp>
      <p:sp>
        <p:nvSpPr>
          <p:cNvPr id="9" name="Freeform 10"/>
          <p:cNvSpPr>
            <a:spLocks/>
          </p:cNvSpPr>
          <p:nvPr/>
        </p:nvSpPr>
        <p:spPr bwMode="auto">
          <a:xfrm flipH="1">
            <a:off x="7562865" y="3914304"/>
            <a:ext cx="1181405" cy="642787"/>
          </a:xfrm>
          <a:custGeom>
            <a:avLst/>
            <a:gdLst>
              <a:gd name="T0" fmla="*/ 10 w 1848"/>
              <a:gd name="T1" fmla="*/ 0 h 682"/>
              <a:gd name="T2" fmla="*/ 1848 w 1848"/>
              <a:gd name="T3" fmla="*/ 0 h 682"/>
              <a:gd name="T4" fmla="*/ 341 w 1848"/>
              <a:gd name="T5" fmla="*/ 682 h 682"/>
              <a:gd name="T6" fmla="*/ 0 w 1848"/>
              <a:gd name="T7" fmla="*/ 677 h 682"/>
              <a:gd name="T8" fmla="*/ 10 w 1848"/>
              <a:gd name="T9" fmla="*/ 0 h 682"/>
              <a:gd name="T10" fmla="*/ 0 60000 65536"/>
              <a:gd name="T11" fmla="*/ 0 60000 65536"/>
              <a:gd name="T12" fmla="*/ 0 60000 65536"/>
              <a:gd name="T13" fmla="*/ 0 60000 65536"/>
              <a:gd name="T14" fmla="*/ 0 60000 65536"/>
              <a:gd name="T15" fmla="*/ 0 w 1848"/>
              <a:gd name="T16" fmla="*/ 0 h 682"/>
              <a:gd name="T17" fmla="*/ 1848 w 1848"/>
              <a:gd name="T18" fmla="*/ 682 h 682"/>
              <a:gd name="connsiteX0" fmla="*/ 54 w 10156"/>
              <a:gd name="connsiteY0" fmla="*/ 49 h 10049"/>
              <a:gd name="connsiteX1" fmla="*/ 10156 w 10156"/>
              <a:gd name="connsiteY1" fmla="*/ 0 h 10049"/>
              <a:gd name="connsiteX2" fmla="*/ 1845 w 10156"/>
              <a:gd name="connsiteY2" fmla="*/ 10049 h 10049"/>
              <a:gd name="connsiteX3" fmla="*/ 0 w 10156"/>
              <a:gd name="connsiteY3" fmla="*/ 9976 h 10049"/>
              <a:gd name="connsiteX4" fmla="*/ 54 w 10156"/>
              <a:gd name="connsiteY4" fmla="*/ 49 h 10049"/>
              <a:gd name="connsiteX0" fmla="*/ 6334 w 10156"/>
              <a:gd name="connsiteY0" fmla="*/ 0 h 10089"/>
              <a:gd name="connsiteX1" fmla="*/ 10156 w 10156"/>
              <a:gd name="connsiteY1" fmla="*/ 40 h 10089"/>
              <a:gd name="connsiteX2" fmla="*/ 1845 w 10156"/>
              <a:gd name="connsiteY2" fmla="*/ 10089 h 10089"/>
              <a:gd name="connsiteX3" fmla="*/ 0 w 10156"/>
              <a:gd name="connsiteY3" fmla="*/ 10016 h 10089"/>
              <a:gd name="connsiteX4" fmla="*/ 6334 w 10156"/>
              <a:gd name="connsiteY4" fmla="*/ 0 h 10089"/>
              <a:gd name="connsiteX0" fmla="*/ 6334 w 10156"/>
              <a:gd name="connsiteY0" fmla="*/ 0 h 10016"/>
              <a:gd name="connsiteX1" fmla="*/ 10156 w 10156"/>
              <a:gd name="connsiteY1" fmla="*/ 40 h 10016"/>
              <a:gd name="connsiteX2" fmla="*/ 6316 w 10156"/>
              <a:gd name="connsiteY2" fmla="*/ 4665 h 10016"/>
              <a:gd name="connsiteX3" fmla="*/ 0 w 10156"/>
              <a:gd name="connsiteY3" fmla="*/ 10016 h 10016"/>
              <a:gd name="connsiteX4" fmla="*/ 6334 w 10156"/>
              <a:gd name="connsiteY4" fmla="*/ 0 h 10016"/>
              <a:gd name="connsiteX0" fmla="*/ 18 w 3840"/>
              <a:gd name="connsiteY0" fmla="*/ 0 h 4665"/>
              <a:gd name="connsiteX1" fmla="*/ 3840 w 3840"/>
              <a:gd name="connsiteY1" fmla="*/ 40 h 4665"/>
              <a:gd name="connsiteX2" fmla="*/ 0 w 3840"/>
              <a:gd name="connsiteY2" fmla="*/ 4665 h 4665"/>
              <a:gd name="connsiteX3" fmla="*/ 18 w 3840"/>
              <a:gd name="connsiteY3" fmla="*/ 0 h 4665"/>
            </a:gdLst>
            <a:ahLst/>
            <a:cxnLst>
              <a:cxn ang="0">
                <a:pos x="connsiteX0" y="connsiteY0"/>
              </a:cxn>
              <a:cxn ang="0">
                <a:pos x="connsiteX1" y="connsiteY1"/>
              </a:cxn>
              <a:cxn ang="0">
                <a:pos x="connsiteX2" y="connsiteY2"/>
              </a:cxn>
              <a:cxn ang="0">
                <a:pos x="connsiteX3" y="connsiteY3"/>
              </a:cxn>
            </a:cxnLst>
            <a:rect l="l" t="t" r="r" b="b"/>
            <a:pathLst>
              <a:path w="3840" h="4665">
                <a:moveTo>
                  <a:pt x="18" y="0"/>
                </a:moveTo>
                <a:lnTo>
                  <a:pt x="3840" y="40"/>
                </a:lnTo>
                <a:lnTo>
                  <a:pt x="0" y="4665"/>
                </a:lnTo>
                <a:lnTo>
                  <a:pt x="18" y="0"/>
                </a:lnTo>
                <a:close/>
              </a:path>
            </a:pathLst>
          </a:custGeom>
          <a:solidFill>
            <a:srgbClr val="0066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 name="Freeform 2422"/>
          <p:cNvSpPr>
            <a:spLocks/>
          </p:cNvSpPr>
          <p:nvPr/>
        </p:nvSpPr>
        <p:spPr bwMode="auto">
          <a:xfrm flipH="1">
            <a:off x="4513461" y="3830363"/>
            <a:ext cx="4235206" cy="1429273"/>
          </a:xfrm>
          <a:custGeom>
            <a:avLst/>
            <a:gdLst>
              <a:gd name="T0" fmla="*/ 0 w 2975"/>
              <a:gd name="T1" fmla="*/ 756 h 759"/>
              <a:gd name="T2" fmla="*/ 1444 w 2975"/>
              <a:gd name="T3" fmla="*/ 0 h 759"/>
              <a:gd name="T4" fmla="*/ 1608 w 2975"/>
              <a:gd name="T5" fmla="*/ 0 h 759"/>
              <a:gd name="T6" fmla="*/ 2975 w 2975"/>
              <a:gd name="T7" fmla="*/ 759 h 759"/>
              <a:gd name="connsiteX0" fmla="*/ 0 w 10000"/>
              <a:gd name="connsiteY0" fmla="*/ 9960 h 10000"/>
              <a:gd name="connsiteX1" fmla="*/ 2412 w 10000"/>
              <a:gd name="connsiteY1" fmla="*/ 5057 h 10000"/>
              <a:gd name="connsiteX2" fmla="*/ 4854 w 10000"/>
              <a:gd name="connsiteY2" fmla="*/ 0 h 10000"/>
              <a:gd name="connsiteX3" fmla="*/ 5405 w 10000"/>
              <a:gd name="connsiteY3" fmla="*/ 0 h 10000"/>
              <a:gd name="connsiteX4" fmla="*/ 10000 w 10000"/>
              <a:gd name="connsiteY4" fmla="*/ 10000 h 10000"/>
              <a:gd name="connsiteX0" fmla="*/ 0 w 7588"/>
              <a:gd name="connsiteY0" fmla="*/ 5057 h 10000"/>
              <a:gd name="connsiteX1" fmla="*/ 2442 w 7588"/>
              <a:gd name="connsiteY1" fmla="*/ 0 h 10000"/>
              <a:gd name="connsiteX2" fmla="*/ 2993 w 7588"/>
              <a:gd name="connsiteY2" fmla="*/ 0 h 10000"/>
              <a:gd name="connsiteX3" fmla="*/ 7588 w 7588"/>
              <a:gd name="connsiteY3" fmla="*/ 10000 h 10000"/>
            </a:gdLst>
            <a:ahLst/>
            <a:cxnLst>
              <a:cxn ang="0">
                <a:pos x="connsiteX0" y="connsiteY0"/>
              </a:cxn>
              <a:cxn ang="0">
                <a:pos x="connsiteX1" y="connsiteY1"/>
              </a:cxn>
              <a:cxn ang="0">
                <a:pos x="connsiteX2" y="connsiteY2"/>
              </a:cxn>
              <a:cxn ang="0">
                <a:pos x="connsiteX3" y="connsiteY3"/>
              </a:cxn>
            </a:cxnLst>
            <a:rect l="l" t="t" r="r" b="b"/>
            <a:pathLst>
              <a:path w="7588" h="10000">
                <a:moveTo>
                  <a:pt x="0" y="5057"/>
                </a:moveTo>
                <a:lnTo>
                  <a:pt x="2442" y="0"/>
                </a:lnTo>
                <a:lnTo>
                  <a:pt x="2993" y="0"/>
                </a:lnTo>
                <a:lnTo>
                  <a:pt x="7588" y="10000"/>
                </a:lnTo>
              </a:path>
            </a:pathLst>
          </a:custGeom>
          <a:noFill/>
          <a:ln w="19050" cmpd="sng">
            <a:solidFill>
              <a:schemeClr val="tx1"/>
            </a:solidFill>
            <a:round/>
            <a:headEnd/>
            <a:tailEnd/>
          </a:ln>
          <a:effectLst/>
        </p:spPr>
        <p:txBody>
          <a:bodyPr/>
          <a:lstStyle/>
          <a:p>
            <a:endParaRPr lang="zh-CN" altLang="en-US"/>
          </a:p>
        </p:txBody>
      </p:sp>
      <p:sp>
        <p:nvSpPr>
          <p:cNvPr id="17" name="Line 2423"/>
          <p:cNvSpPr>
            <a:spLocks noChangeShapeType="1"/>
          </p:cNvSpPr>
          <p:nvPr/>
        </p:nvSpPr>
        <p:spPr bwMode="auto">
          <a:xfrm flipH="1">
            <a:off x="4106972" y="5259636"/>
            <a:ext cx="4651343"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 name="Line 2424"/>
          <p:cNvSpPr>
            <a:spLocks noChangeShapeType="1"/>
          </p:cNvSpPr>
          <p:nvPr/>
        </p:nvSpPr>
        <p:spPr bwMode="auto">
          <a:xfrm>
            <a:off x="7563144" y="3918869"/>
            <a:ext cx="1195171"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 name="Line 2425"/>
          <p:cNvSpPr>
            <a:spLocks noChangeShapeType="1"/>
          </p:cNvSpPr>
          <p:nvPr/>
        </p:nvSpPr>
        <p:spPr bwMode="auto">
          <a:xfrm flipH="1">
            <a:off x="4100169" y="4796347"/>
            <a:ext cx="123715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20" name="Group 2426"/>
          <p:cNvGrpSpPr>
            <a:grpSpLocks/>
          </p:cNvGrpSpPr>
          <p:nvPr/>
        </p:nvGrpSpPr>
        <p:grpSpPr bwMode="auto">
          <a:xfrm flipH="1">
            <a:off x="8099975" y="3779310"/>
            <a:ext cx="373473" cy="291880"/>
            <a:chOff x="355" y="513"/>
            <a:chExt cx="204" cy="175"/>
          </a:xfrm>
        </p:grpSpPr>
        <p:sp>
          <p:nvSpPr>
            <p:cNvPr id="21" name="AutoShape 2427"/>
            <p:cNvSpPr>
              <a:spLocks noChangeArrowheads="1"/>
            </p:cNvSpPr>
            <p:nvPr/>
          </p:nvSpPr>
          <p:spPr bwMode="auto">
            <a:xfrm flipV="1">
              <a:off x="420" y="513"/>
              <a:ext cx="94" cy="78"/>
            </a:xfrm>
            <a:prstGeom prst="triangle">
              <a:avLst>
                <a:gd name="adj" fmla="val 50000"/>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 name="Line 2428"/>
            <p:cNvSpPr>
              <a:spLocks noChangeShapeType="1"/>
            </p:cNvSpPr>
            <p:nvPr/>
          </p:nvSpPr>
          <p:spPr bwMode="auto">
            <a:xfrm>
              <a:off x="355" y="626"/>
              <a:ext cx="9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3" name="Line 2429"/>
            <p:cNvSpPr>
              <a:spLocks noChangeShapeType="1"/>
            </p:cNvSpPr>
            <p:nvPr/>
          </p:nvSpPr>
          <p:spPr bwMode="auto">
            <a:xfrm>
              <a:off x="469" y="626"/>
              <a:ext cx="9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4" name="Line 2430"/>
            <p:cNvSpPr>
              <a:spLocks noChangeShapeType="1"/>
            </p:cNvSpPr>
            <p:nvPr/>
          </p:nvSpPr>
          <p:spPr bwMode="auto">
            <a:xfrm>
              <a:off x="409" y="657"/>
              <a:ext cx="11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5" name="Line 2431"/>
            <p:cNvSpPr>
              <a:spLocks noChangeShapeType="1"/>
            </p:cNvSpPr>
            <p:nvPr/>
          </p:nvSpPr>
          <p:spPr bwMode="auto">
            <a:xfrm>
              <a:off x="453" y="688"/>
              <a:ext cx="4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26" name="Freeform 2432"/>
          <p:cNvSpPr>
            <a:spLocks/>
          </p:cNvSpPr>
          <p:nvPr/>
        </p:nvSpPr>
        <p:spPr bwMode="auto">
          <a:xfrm flipH="1">
            <a:off x="5747374" y="3928284"/>
            <a:ext cx="1803083" cy="644417"/>
          </a:xfrm>
          <a:custGeom>
            <a:avLst/>
            <a:gdLst>
              <a:gd name="T0" fmla="*/ 0 w 953"/>
              <a:gd name="T1" fmla="*/ 0 h 321"/>
              <a:gd name="T2" fmla="*/ 24 w 953"/>
              <a:gd name="T3" fmla="*/ 17 h 321"/>
              <a:gd name="T4" fmla="*/ 111 w 953"/>
              <a:gd name="T5" fmla="*/ 48 h 321"/>
              <a:gd name="T6" fmla="*/ 224 w 953"/>
              <a:gd name="T7" fmla="*/ 81 h 321"/>
              <a:gd name="T8" fmla="*/ 432 w 953"/>
              <a:gd name="T9" fmla="*/ 139 h 321"/>
              <a:gd name="T10" fmla="*/ 639 w 953"/>
              <a:gd name="T11" fmla="*/ 204 h 321"/>
              <a:gd name="T12" fmla="*/ 819 w 953"/>
              <a:gd name="T13" fmla="*/ 269 h 321"/>
              <a:gd name="T14" fmla="*/ 953 w 953"/>
              <a:gd name="T15" fmla="*/ 321 h 321"/>
              <a:gd name="connsiteX0" fmla="*/ 0 w 9716"/>
              <a:gd name="connsiteY0" fmla="*/ 0 h 9429"/>
              <a:gd name="connsiteX1" fmla="*/ 252 w 9716"/>
              <a:gd name="connsiteY1" fmla="*/ 530 h 9429"/>
              <a:gd name="connsiteX2" fmla="*/ 1165 w 9716"/>
              <a:gd name="connsiteY2" fmla="*/ 1495 h 9429"/>
              <a:gd name="connsiteX3" fmla="*/ 2350 w 9716"/>
              <a:gd name="connsiteY3" fmla="*/ 2523 h 9429"/>
              <a:gd name="connsiteX4" fmla="*/ 4533 w 9716"/>
              <a:gd name="connsiteY4" fmla="*/ 4330 h 9429"/>
              <a:gd name="connsiteX5" fmla="*/ 6705 w 9716"/>
              <a:gd name="connsiteY5" fmla="*/ 6355 h 9429"/>
              <a:gd name="connsiteX6" fmla="*/ 8594 w 9716"/>
              <a:gd name="connsiteY6" fmla="*/ 8380 h 9429"/>
              <a:gd name="connsiteX7" fmla="*/ 9716 w 9716"/>
              <a:gd name="connsiteY7" fmla="*/ 9429 h 9429"/>
              <a:gd name="connsiteX0" fmla="*/ 0 w 10000"/>
              <a:gd name="connsiteY0" fmla="*/ 0 h 10000"/>
              <a:gd name="connsiteX1" fmla="*/ 259 w 10000"/>
              <a:gd name="connsiteY1" fmla="*/ 562 h 10000"/>
              <a:gd name="connsiteX2" fmla="*/ 1199 w 10000"/>
              <a:gd name="connsiteY2" fmla="*/ 1586 h 10000"/>
              <a:gd name="connsiteX3" fmla="*/ 2419 w 10000"/>
              <a:gd name="connsiteY3" fmla="*/ 2676 h 10000"/>
              <a:gd name="connsiteX4" fmla="*/ 4666 w 10000"/>
              <a:gd name="connsiteY4" fmla="*/ 4592 h 10000"/>
              <a:gd name="connsiteX5" fmla="*/ 6901 w 10000"/>
              <a:gd name="connsiteY5" fmla="*/ 6740 h 10000"/>
              <a:gd name="connsiteX6" fmla="*/ 8709 w 10000"/>
              <a:gd name="connsiteY6" fmla="*/ 8612 h 10000"/>
              <a:gd name="connsiteX7" fmla="*/ 10000 w 10000"/>
              <a:gd name="connsiteY7" fmla="*/ 10000 h 10000"/>
              <a:gd name="connsiteX0" fmla="*/ 0 w 9686"/>
              <a:gd name="connsiteY0" fmla="*/ 0 h 9642"/>
              <a:gd name="connsiteX1" fmla="*/ 259 w 9686"/>
              <a:gd name="connsiteY1" fmla="*/ 562 h 9642"/>
              <a:gd name="connsiteX2" fmla="*/ 1199 w 9686"/>
              <a:gd name="connsiteY2" fmla="*/ 1586 h 9642"/>
              <a:gd name="connsiteX3" fmla="*/ 2419 w 9686"/>
              <a:gd name="connsiteY3" fmla="*/ 2676 h 9642"/>
              <a:gd name="connsiteX4" fmla="*/ 4666 w 9686"/>
              <a:gd name="connsiteY4" fmla="*/ 4592 h 9642"/>
              <a:gd name="connsiteX5" fmla="*/ 6901 w 9686"/>
              <a:gd name="connsiteY5" fmla="*/ 6740 h 9642"/>
              <a:gd name="connsiteX6" fmla="*/ 8709 w 9686"/>
              <a:gd name="connsiteY6" fmla="*/ 8612 h 9642"/>
              <a:gd name="connsiteX7" fmla="*/ 9686 w 9686"/>
              <a:gd name="connsiteY7" fmla="*/ 9642 h 9642"/>
              <a:gd name="connsiteX0" fmla="*/ 0 w 10000"/>
              <a:gd name="connsiteY0" fmla="*/ 0 h 10000"/>
              <a:gd name="connsiteX1" fmla="*/ 267 w 10000"/>
              <a:gd name="connsiteY1" fmla="*/ 583 h 10000"/>
              <a:gd name="connsiteX2" fmla="*/ 1238 w 10000"/>
              <a:gd name="connsiteY2" fmla="*/ 1645 h 10000"/>
              <a:gd name="connsiteX3" fmla="*/ 2497 w 10000"/>
              <a:gd name="connsiteY3" fmla="*/ 2775 h 10000"/>
              <a:gd name="connsiteX4" fmla="*/ 4817 w 10000"/>
              <a:gd name="connsiteY4" fmla="*/ 4762 h 10000"/>
              <a:gd name="connsiteX5" fmla="*/ 7125 w 10000"/>
              <a:gd name="connsiteY5" fmla="*/ 6990 h 10000"/>
              <a:gd name="connsiteX6" fmla="*/ 8516 w 10000"/>
              <a:gd name="connsiteY6" fmla="*/ 8504 h 10000"/>
              <a:gd name="connsiteX7" fmla="*/ 10000 w 10000"/>
              <a:gd name="connsiteY7" fmla="*/ 10000 h 10000"/>
              <a:gd name="connsiteX0" fmla="*/ 0 w 10000"/>
              <a:gd name="connsiteY0" fmla="*/ 0 h 10000"/>
              <a:gd name="connsiteX1" fmla="*/ 267 w 10000"/>
              <a:gd name="connsiteY1" fmla="*/ 583 h 10000"/>
              <a:gd name="connsiteX2" fmla="*/ 1238 w 10000"/>
              <a:gd name="connsiteY2" fmla="*/ 1645 h 10000"/>
              <a:gd name="connsiteX3" fmla="*/ 2497 w 10000"/>
              <a:gd name="connsiteY3" fmla="*/ 2775 h 10000"/>
              <a:gd name="connsiteX4" fmla="*/ 4817 w 10000"/>
              <a:gd name="connsiteY4" fmla="*/ 4762 h 10000"/>
              <a:gd name="connsiteX5" fmla="*/ 6995 w 10000"/>
              <a:gd name="connsiteY5" fmla="*/ 6990 h 10000"/>
              <a:gd name="connsiteX6" fmla="*/ 8516 w 10000"/>
              <a:gd name="connsiteY6" fmla="*/ 8504 h 10000"/>
              <a:gd name="connsiteX7" fmla="*/ 10000 w 10000"/>
              <a:gd name="connsiteY7" fmla="*/ 10000 h 10000"/>
              <a:gd name="connsiteX0" fmla="*/ 0 w 9709"/>
              <a:gd name="connsiteY0" fmla="*/ 0 h 9515"/>
              <a:gd name="connsiteX1" fmla="*/ 267 w 9709"/>
              <a:gd name="connsiteY1" fmla="*/ 583 h 9515"/>
              <a:gd name="connsiteX2" fmla="*/ 1238 w 9709"/>
              <a:gd name="connsiteY2" fmla="*/ 1645 h 9515"/>
              <a:gd name="connsiteX3" fmla="*/ 2497 w 9709"/>
              <a:gd name="connsiteY3" fmla="*/ 2775 h 9515"/>
              <a:gd name="connsiteX4" fmla="*/ 4817 w 9709"/>
              <a:gd name="connsiteY4" fmla="*/ 4762 h 9515"/>
              <a:gd name="connsiteX5" fmla="*/ 6995 w 9709"/>
              <a:gd name="connsiteY5" fmla="*/ 6990 h 9515"/>
              <a:gd name="connsiteX6" fmla="*/ 8516 w 9709"/>
              <a:gd name="connsiteY6" fmla="*/ 8504 h 9515"/>
              <a:gd name="connsiteX7" fmla="*/ 9709 w 9709"/>
              <a:gd name="connsiteY7" fmla="*/ 9515 h 9515"/>
              <a:gd name="connsiteX0" fmla="*/ 0 w 10000"/>
              <a:gd name="connsiteY0" fmla="*/ 0 h 10000"/>
              <a:gd name="connsiteX1" fmla="*/ 275 w 10000"/>
              <a:gd name="connsiteY1" fmla="*/ 613 h 10000"/>
              <a:gd name="connsiteX2" fmla="*/ 1275 w 10000"/>
              <a:gd name="connsiteY2" fmla="*/ 1729 h 10000"/>
              <a:gd name="connsiteX3" fmla="*/ 2572 w 10000"/>
              <a:gd name="connsiteY3" fmla="*/ 2916 h 10000"/>
              <a:gd name="connsiteX4" fmla="*/ 4961 w 10000"/>
              <a:gd name="connsiteY4" fmla="*/ 5005 h 10000"/>
              <a:gd name="connsiteX5" fmla="*/ 7205 w 10000"/>
              <a:gd name="connsiteY5" fmla="*/ 7346 h 10000"/>
              <a:gd name="connsiteX6" fmla="*/ 8771 w 10000"/>
              <a:gd name="connsiteY6" fmla="*/ 8937 h 10000"/>
              <a:gd name="connsiteX7" fmla="*/ 8516 w 10000"/>
              <a:gd name="connsiteY7" fmla="*/ 8593 h 10000"/>
              <a:gd name="connsiteX8" fmla="*/ 10000 w 10000"/>
              <a:gd name="connsiteY8" fmla="*/ 10000 h 10000"/>
              <a:gd name="connsiteX0" fmla="*/ 0 w 10000"/>
              <a:gd name="connsiteY0" fmla="*/ 0 h 10000"/>
              <a:gd name="connsiteX1" fmla="*/ 275 w 10000"/>
              <a:gd name="connsiteY1" fmla="*/ 613 h 10000"/>
              <a:gd name="connsiteX2" fmla="*/ 1275 w 10000"/>
              <a:gd name="connsiteY2" fmla="*/ 1729 h 10000"/>
              <a:gd name="connsiteX3" fmla="*/ 2572 w 10000"/>
              <a:gd name="connsiteY3" fmla="*/ 2916 h 10000"/>
              <a:gd name="connsiteX4" fmla="*/ 4961 w 10000"/>
              <a:gd name="connsiteY4" fmla="*/ 5005 h 10000"/>
              <a:gd name="connsiteX5" fmla="*/ 7205 w 10000"/>
              <a:gd name="connsiteY5" fmla="*/ 7346 h 10000"/>
              <a:gd name="connsiteX6" fmla="*/ 8516 w 10000"/>
              <a:gd name="connsiteY6" fmla="*/ 8593 h 10000"/>
              <a:gd name="connsiteX7" fmla="*/ 10000 w 10000"/>
              <a:gd name="connsiteY7" fmla="*/ 1000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000" h="10000">
                <a:moveTo>
                  <a:pt x="0" y="0"/>
                </a:moveTo>
                <a:cubicBezTo>
                  <a:pt x="34" y="145"/>
                  <a:pt x="69" y="324"/>
                  <a:pt x="275" y="613"/>
                </a:cubicBezTo>
                <a:cubicBezTo>
                  <a:pt x="483" y="901"/>
                  <a:pt x="895" y="1333"/>
                  <a:pt x="1275" y="1729"/>
                </a:cubicBezTo>
                <a:cubicBezTo>
                  <a:pt x="1653" y="2124"/>
                  <a:pt x="1963" y="2377"/>
                  <a:pt x="2572" y="2916"/>
                </a:cubicBezTo>
                <a:cubicBezTo>
                  <a:pt x="3182" y="3458"/>
                  <a:pt x="4189" y="4267"/>
                  <a:pt x="4961" y="5005"/>
                </a:cubicBezTo>
                <a:cubicBezTo>
                  <a:pt x="5734" y="5744"/>
                  <a:pt x="6613" y="6748"/>
                  <a:pt x="7205" y="7346"/>
                </a:cubicBezTo>
                <a:cubicBezTo>
                  <a:pt x="7797" y="7944"/>
                  <a:pt x="8050" y="8151"/>
                  <a:pt x="8516" y="8593"/>
                </a:cubicBezTo>
                <a:cubicBezTo>
                  <a:pt x="8721" y="8770"/>
                  <a:pt x="9801" y="9825"/>
                  <a:pt x="10000" y="10000"/>
                </a:cubicBezTo>
              </a:path>
            </a:pathLst>
          </a:custGeom>
          <a:noFill/>
          <a:ln w="19050" cap="flat" cmpd="sng">
            <a:solidFill>
              <a:srgbClr val="000066"/>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28" name="Group 2438"/>
          <p:cNvGrpSpPr>
            <a:grpSpLocks/>
          </p:cNvGrpSpPr>
          <p:nvPr/>
        </p:nvGrpSpPr>
        <p:grpSpPr bwMode="auto">
          <a:xfrm flipH="1">
            <a:off x="4381404" y="4662085"/>
            <a:ext cx="373472" cy="291881"/>
            <a:chOff x="355" y="513"/>
            <a:chExt cx="204" cy="175"/>
          </a:xfrm>
        </p:grpSpPr>
        <p:sp>
          <p:nvSpPr>
            <p:cNvPr id="29" name="AutoShape 2439"/>
            <p:cNvSpPr>
              <a:spLocks noChangeArrowheads="1"/>
            </p:cNvSpPr>
            <p:nvPr/>
          </p:nvSpPr>
          <p:spPr bwMode="auto">
            <a:xfrm flipV="1">
              <a:off x="420" y="513"/>
              <a:ext cx="94" cy="78"/>
            </a:xfrm>
            <a:prstGeom prst="triangle">
              <a:avLst>
                <a:gd name="adj" fmla="val 50000"/>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 name="Line 2440"/>
            <p:cNvSpPr>
              <a:spLocks noChangeShapeType="1"/>
            </p:cNvSpPr>
            <p:nvPr/>
          </p:nvSpPr>
          <p:spPr bwMode="auto">
            <a:xfrm>
              <a:off x="355" y="626"/>
              <a:ext cx="9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 name="Line 2441"/>
            <p:cNvSpPr>
              <a:spLocks noChangeShapeType="1"/>
            </p:cNvSpPr>
            <p:nvPr/>
          </p:nvSpPr>
          <p:spPr bwMode="auto">
            <a:xfrm>
              <a:off x="469" y="626"/>
              <a:ext cx="9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 name="Line 2442"/>
            <p:cNvSpPr>
              <a:spLocks noChangeShapeType="1"/>
            </p:cNvSpPr>
            <p:nvPr/>
          </p:nvSpPr>
          <p:spPr bwMode="auto">
            <a:xfrm>
              <a:off x="409" y="657"/>
              <a:ext cx="11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3" name="Line 2443"/>
            <p:cNvSpPr>
              <a:spLocks noChangeShapeType="1"/>
            </p:cNvSpPr>
            <p:nvPr/>
          </p:nvSpPr>
          <p:spPr bwMode="auto">
            <a:xfrm>
              <a:off x="453" y="688"/>
              <a:ext cx="4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34" name="Text Box 2447"/>
          <p:cNvSpPr txBox="1">
            <a:spLocks noChangeArrowheads="1"/>
          </p:cNvSpPr>
          <p:nvPr/>
        </p:nvSpPr>
        <p:spPr bwMode="auto">
          <a:xfrm flipH="1">
            <a:off x="7531588" y="3542249"/>
            <a:ext cx="351378" cy="410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800" b="1" dirty="0">
                <a:latin typeface="Times New Roman" pitchFamily="18" charset="0"/>
              </a:rPr>
              <a:t>A</a:t>
            </a:r>
          </a:p>
        </p:txBody>
      </p:sp>
      <p:sp>
        <p:nvSpPr>
          <p:cNvPr id="35" name="Text Box 2448"/>
          <p:cNvSpPr txBox="1">
            <a:spLocks noChangeArrowheads="1"/>
          </p:cNvSpPr>
          <p:nvPr/>
        </p:nvSpPr>
        <p:spPr bwMode="auto">
          <a:xfrm flipH="1">
            <a:off x="8768425" y="5153342"/>
            <a:ext cx="338554" cy="410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800" b="1" dirty="0">
                <a:latin typeface="Times New Roman" pitchFamily="18" charset="0"/>
              </a:rPr>
              <a:t>B</a:t>
            </a:r>
          </a:p>
        </p:txBody>
      </p:sp>
      <p:sp>
        <p:nvSpPr>
          <p:cNvPr id="36" name="Text Box 2449"/>
          <p:cNvSpPr txBox="1">
            <a:spLocks noChangeArrowheads="1"/>
          </p:cNvSpPr>
          <p:nvPr/>
        </p:nvSpPr>
        <p:spPr bwMode="auto">
          <a:xfrm flipH="1">
            <a:off x="4349850" y="5201259"/>
            <a:ext cx="351378" cy="410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800" b="1">
                <a:latin typeface="Times New Roman" pitchFamily="18" charset="0"/>
              </a:rPr>
              <a:t>C</a:t>
            </a:r>
          </a:p>
        </p:txBody>
      </p:sp>
      <p:sp>
        <p:nvSpPr>
          <p:cNvPr id="37" name="Text Box 2450"/>
          <p:cNvSpPr txBox="1">
            <a:spLocks noChangeArrowheads="1"/>
          </p:cNvSpPr>
          <p:nvPr/>
        </p:nvSpPr>
        <p:spPr bwMode="auto">
          <a:xfrm flipH="1">
            <a:off x="4776188" y="4965604"/>
            <a:ext cx="351378" cy="385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800" b="1" dirty="0"/>
              <a:t>A</a:t>
            </a:r>
            <a:endParaRPr kumimoji="1" lang="en-US" altLang="zh-CN" sz="1800" b="1" dirty="0">
              <a:latin typeface="Times New Roman" pitchFamily="18" charset="0"/>
            </a:endParaRPr>
          </a:p>
        </p:txBody>
      </p:sp>
      <p:grpSp>
        <p:nvGrpSpPr>
          <p:cNvPr id="38" name="Group 2507"/>
          <p:cNvGrpSpPr>
            <a:grpSpLocks/>
          </p:cNvGrpSpPr>
          <p:nvPr/>
        </p:nvGrpSpPr>
        <p:grpSpPr bwMode="auto">
          <a:xfrm flipH="1">
            <a:off x="7868800" y="5253776"/>
            <a:ext cx="812973" cy="158180"/>
            <a:chOff x="2644" y="2807"/>
            <a:chExt cx="481" cy="83"/>
          </a:xfrm>
        </p:grpSpPr>
        <p:sp>
          <p:nvSpPr>
            <p:cNvPr id="39" name="Freeform 2508"/>
            <p:cNvSpPr>
              <a:spLocks/>
            </p:cNvSpPr>
            <p:nvPr/>
          </p:nvSpPr>
          <p:spPr bwMode="auto">
            <a:xfrm>
              <a:off x="2644" y="2810"/>
              <a:ext cx="97" cy="73"/>
            </a:xfrm>
            <a:custGeom>
              <a:avLst/>
              <a:gdLst>
                <a:gd name="T0" fmla="*/ 97 w 97"/>
                <a:gd name="T1" fmla="*/ 0 h 73"/>
                <a:gd name="T2" fmla="*/ 0 w 97"/>
                <a:gd name="T3" fmla="*/ 73 h 73"/>
              </a:gdLst>
              <a:ahLst/>
              <a:cxnLst>
                <a:cxn ang="0">
                  <a:pos x="T0" y="T1"/>
                </a:cxn>
                <a:cxn ang="0">
                  <a:pos x="T2" y="T3"/>
                </a:cxn>
              </a:cxnLst>
              <a:rect l="0" t="0" r="r" b="b"/>
              <a:pathLst>
                <a:path w="97" h="73">
                  <a:moveTo>
                    <a:pt x="97" y="0"/>
                  </a:moveTo>
                  <a:lnTo>
                    <a:pt x="0" y="73"/>
                  </a:ln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40" name="Freeform 2509"/>
            <p:cNvSpPr>
              <a:spLocks/>
            </p:cNvSpPr>
            <p:nvPr/>
          </p:nvSpPr>
          <p:spPr bwMode="auto">
            <a:xfrm>
              <a:off x="2729" y="2810"/>
              <a:ext cx="97" cy="73"/>
            </a:xfrm>
            <a:custGeom>
              <a:avLst/>
              <a:gdLst>
                <a:gd name="T0" fmla="*/ 97 w 97"/>
                <a:gd name="T1" fmla="*/ 0 h 73"/>
                <a:gd name="T2" fmla="*/ 0 w 97"/>
                <a:gd name="T3" fmla="*/ 73 h 73"/>
              </a:gdLst>
              <a:ahLst/>
              <a:cxnLst>
                <a:cxn ang="0">
                  <a:pos x="T0" y="T1"/>
                </a:cxn>
                <a:cxn ang="0">
                  <a:pos x="T2" y="T3"/>
                </a:cxn>
              </a:cxnLst>
              <a:rect l="0" t="0" r="r" b="b"/>
              <a:pathLst>
                <a:path w="97" h="73">
                  <a:moveTo>
                    <a:pt x="97" y="0"/>
                  </a:moveTo>
                  <a:lnTo>
                    <a:pt x="0" y="73"/>
                  </a:ln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41" name="Freeform 2510"/>
            <p:cNvSpPr>
              <a:spLocks/>
            </p:cNvSpPr>
            <p:nvPr/>
          </p:nvSpPr>
          <p:spPr bwMode="auto">
            <a:xfrm>
              <a:off x="2693" y="2807"/>
              <a:ext cx="97" cy="73"/>
            </a:xfrm>
            <a:custGeom>
              <a:avLst/>
              <a:gdLst>
                <a:gd name="T0" fmla="*/ 97 w 97"/>
                <a:gd name="T1" fmla="*/ 0 h 73"/>
                <a:gd name="T2" fmla="*/ 0 w 97"/>
                <a:gd name="T3" fmla="*/ 73 h 73"/>
              </a:gdLst>
              <a:ahLst/>
              <a:cxnLst>
                <a:cxn ang="0">
                  <a:pos x="T0" y="T1"/>
                </a:cxn>
                <a:cxn ang="0">
                  <a:pos x="T2" y="T3"/>
                </a:cxn>
              </a:cxnLst>
              <a:rect l="0" t="0" r="r" b="b"/>
              <a:pathLst>
                <a:path w="97" h="73">
                  <a:moveTo>
                    <a:pt x="97" y="0"/>
                  </a:moveTo>
                  <a:lnTo>
                    <a:pt x="0" y="73"/>
                  </a:ln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42" name="Freeform 2511"/>
            <p:cNvSpPr>
              <a:spLocks/>
            </p:cNvSpPr>
            <p:nvPr/>
          </p:nvSpPr>
          <p:spPr bwMode="auto">
            <a:xfrm>
              <a:off x="2792" y="2837"/>
              <a:ext cx="72" cy="40"/>
            </a:xfrm>
            <a:custGeom>
              <a:avLst/>
              <a:gdLst>
                <a:gd name="T0" fmla="*/ 0 w 72"/>
                <a:gd name="T1" fmla="*/ 0 h 40"/>
                <a:gd name="T2" fmla="*/ 72 w 72"/>
                <a:gd name="T3" fmla="*/ 40 h 40"/>
              </a:gdLst>
              <a:ahLst/>
              <a:cxnLst>
                <a:cxn ang="0">
                  <a:pos x="T0" y="T1"/>
                </a:cxn>
                <a:cxn ang="0">
                  <a:pos x="T2" y="T3"/>
                </a:cxn>
              </a:cxnLst>
              <a:rect l="0" t="0" r="r" b="b"/>
              <a:pathLst>
                <a:path w="72" h="40">
                  <a:moveTo>
                    <a:pt x="0" y="0"/>
                  </a:moveTo>
                  <a:lnTo>
                    <a:pt x="72" y="40"/>
                  </a:ln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43" name="Freeform 2512"/>
            <p:cNvSpPr>
              <a:spLocks/>
            </p:cNvSpPr>
            <p:nvPr/>
          </p:nvSpPr>
          <p:spPr bwMode="auto">
            <a:xfrm>
              <a:off x="2759" y="2859"/>
              <a:ext cx="54" cy="30"/>
            </a:xfrm>
            <a:custGeom>
              <a:avLst/>
              <a:gdLst>
                <a:gd name="T0" fmla="*/ 0 w 54"/>
                <a:gd name="T1" fmla="*/ 0 h 30"/>
                <a:gd name="T2" fmla="*/ 54 w 54"/>
                <a:gd name="T3" fmla="*/ 30 h 30"/>
              </a:gdLst>
              <a:ahLst/>
              <a:cxnLst>
                <a:cxn ang="0">
                  <a:pos x="T0" y="T1"/>
                </a:cxn>
                <a:cxn ang="0">
                  <a:pos x="T2" y="T3"/>
                </a:cxn>
              </a:cxnLst>
              <a:rect l="0" t="0" r="r" b="b"/>
              <a:pathLst>
                <a:path w="54" h="30">
                  <a:moveTo>
                    <a:pt x="0" y="0"/>
                  </a:moveTo>
                  <a:lnTo>
                    <a:pt x="54" y="30"/>
                  </a:ln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44" name="Freeform 2513"/>
            <p:cNvSpPr>
              <a:spLocks/>
            </p:cNvSpPr>
            <p:nvPr/>
          </p:nvSpPr>
          <p:spPr bwMode="auto">
            <a:xfrm>
              <a:off x="2829" y="2813"/>
              <a:ext cx="72" cy="40"/>
            </a:xfrm>
            <a:custGeom>
              <a:avLst/>
              <a:gdLst>
                <a:gd name="T0" fmla="*/ 0 w 72"/>
                <a:gd name="T1" fmla="*/ 0 h 40"/>
                <a:gd name="T2" fmla="*/ 72 w 72"/>
                <a:gd name="T3" fmla="*/ 40 h 40"/>
              </a:gdLst>
              <a:ahLst/>
              <a:cxnLst>
                <a:cxn ang="0">
                  <a:pos x="T0" y="T1"/>
                </a:cxn>
                <a:cxn ang="0">
                  <a:pos x="T2" y="T3"/>
                </a:cxn>
              </a:cxnLst>
              <a:rect l="0" t="0" r="r" b="b"/>
              <a:pathLst>
                <a:path w="72" h="40">
                  <a:moveTo>
                    <a:pt x="0" y="0"/>
                  </a:moveTo>
                  <a:lnTo>
                    <a:pt x="72" y="40"/>
                  </a:ln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45" name="Freeform 2514"/>
            <p:cNvSpPr>
              <a:spLocks/>
            </p:cNvSpPr>
            <p:nvPr/>
          </p:nvSpPr>
          <p:spPr bwMode="auto">
            <a:xfrm>
              <a:off x="2868" y="2811"/>
              <a:ext cx="97" cy="73"/>
            </a:xfrm>
            <a:custGeom>
              <a:avLst/>
              <a:gdLst>
                <a:gd name="T0" fmla="*/ 97 w 97"/>
                <a:gd name="T1" fmla="*/ 0 h 73"/>
                <a:gd name="T2" fmla="*/ 0 w 97"/>
                <a:gd name="T3" fmla="*/ 73 h 73"/>
              </a:gdLst>
              <a:ahLst/>
              <a:cxnLst>
                <a:cxn ang="0">
                  <a:pos x="T0" y="T1"/>
                </a:cxn>
                <a:cxn ang="0">
                  <a:pos x="T2" y="T3"/>
                </a:cxn>
              </a:cxnLst>
              <a:rect l="0" t="0" r="r" b="b"/>
              <a:pathLst>
                <a:path w="97" h="73">
                  <a:moveTo>
                    <a:pt x="97" y="0"/>
                  </a:moveTo>
                  <a:lnTo>
                    <a:pt x="0" y="73"/>
                  </a:ln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46" name="Freeform 2515"/>
            <p:cNvSpPr>
              <a:spLocks/>
            </p:cNvSpPr>
            <p:nvPr/>
          </p:nvSpPr>
          <p:spPr bwMode="auto">
            <a:xfrm>
              <a:off x="2953" y="2811"/>
              <a:ext cx="97" cy="73"/>
            </a:xfrm>
            <a:custGeom>
              <a:avLst/>
              <a:gdLst>
                <a:gd name="T0" fmla="*/ 97 w 97"/>
                <a:gd name="T1" fmla="*/ 0 h 73"/>
                <a:gd name="T2" fmla="*/ 0 w 97"/>
                <a:gd name="T3" fmla="*/ 73 h 73"/>
              </a:gdLst>
              <a:ahLst/>
              <a:cxnLst>
                <a:cxn ang="0">
                  <a:pos x="T0" y="T1"/>
                </a:cxn>
                <a:cxn ang="0">
                  <a:pos x="T2" y="T3"/>
                </a:cxn>
              </a:cxnLst>
              <a:rect l="0" t="0" r="r" b="b"/>
              <a:pathLst>
                <a:path w="97" h="73">
                  <a:moveTo>
                    <a:pt x="97" y="0"/>
                  </a:moveTo>
                  <a:lnTo>
                    <a:pt x="0" y="73"/>
                  </a:ln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47" name="Freeform 2516"/>
            <p:cNvSpPr>
              <a:spLocks/>
            </p:cNvSpPr>
            <p:nvPr/>
          </p:nvSpPr>
          <p:spPr bwMode="auto">
            <a:xfrm>
              <a:off x="2917" y="2808"/>
              <a:ext cx="97" cy="73"/>
            </a:xfrm>
            <a:custGeom>
              <a:avLst/>
              <a:gdLst>
                <a:gd name="T0" fmla="*/ 97 w 97"/>
                <a:gd name="T1" fmla="*/ 0 h 73"/>
                <a:gd name="T2" fmla="*/ 0 w 97"/>
                <a:gd name="T3" fmla="*/ 73 h 73"/>
              </a:gdLst>
              <a:ahLst/>
              <a:cxnLst>
                <a:cxn ang="0">
                  <a:pos x="T0" y="T1"/>
                </a:cxn>
                <a:cxn ang="0">
                  <a:pos x="T2" y="T3"/>
                </a:cxn>
              </a:cxnLst>
              <a:rect l="0" t="0" r="r" b="b"/>
              <a:pathLst>
                <a:path w="97" h="73">
                  <a:moveTo>
                    <a:pt x="97" y="0"/>
                  </a:moveTo>
                  <a:lnTo>
                    <a:pt x="0" y="73"/>
                  </a:ln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48" name="Freeform 2517"/>
            <p:cNvSpPr>
              <a:spLocks/>
            </p:cNvSpPr>
            <p:nvPr/>
          </p:nvSpPr>
          <p:spPr bwMode="auto">
            <a:xfrm>
              <a:off x="3016" y="2838"/>
              <a:ext cx="72" cy="40"/>
            </a:xfrm>
            <a:custGeom>
              <a:avLst/>
              <a:gdLst>
                <a:gd name="T0" fmla="*/ 0 w 72"/>
                <a:gd name="T1" fmla="*/ 0 h 40"/>
                <a:gd name="T2" fmla="*/ 72 w 72"/>
                <a:gd name="T3" fmla="*/ 40 h 40"/>
              </a:gdLst>
              <a:ahLst/>
              <a:cxnLst>
                <a:cxn ang="0">
                  <a:pos x="T0" y="T1"/>
                </a:cxn>
                <a:cxn ang="0">
                  <a:pos x="T2" y="T3"/>
                </a:cxn>
              </a:cxnLst>
              <a:rect l="0" t="0" r="r" b="b"/>
              <a:pathLst>
                <a:path w="72" h="40">
                  <a:moveTo>
                    <a:pt x="0" y="0"/>
                  </a:moveTo>
                  <a:lnTo>
                    <a:pt x="72" y="40"/>
                  </a:ln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49" name="Freeform 2518"/>
            <p:cNvSpPr>
              <a:spLocks/>
            </p:cNvSpPr>
            <p:nvPr/>
          </p:nvSpPr>
          <p:spPr bwMode="auto">
            <a:xfrm>
              <a:off x="2983" y="2860"/>
              <a:ext cx="54" cy="30"/>
            </a:xfrm>
            <a:custGeom>
              <a:avLst/>
              <a:gdLst>
                <a:gd name="T0" fmla="*/ 0 w 54"/>
                <a:gd name="T1" fmla="*/ 0 h 30"/>
                <a:gd name="T2" fmla="*/ 54 w 54"/>
                <a:gd name="T3" fmla="*/ 30 h 30"/>
              </a:gdLst>
              <a:ahLst/>
              <a:cxnLst>
                <a:cxn ang="0">
                  <a:pos x="T0" y="T1"/>
                </a:cxn>
                <a:cxn ang="0">
                  <a:pos x="T2" y="T3"/>
                </a:cxn>
              </a:cxnLst>
              <a:rect l="0" t="0" r="r" b="b"/>
              <a:pathLst>
                <a:path w="54" h="30">
                  <a:moveTo>
                    <a:pt x="0" y="0"/>
                  </a:moveTo>
                  <a:lnTo>
                    <a:pt x="54" y="30"/>
                  </a:ln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50" name="Freeform 2519"/>
            <p:cNvSpPr>
              <a:spLocks/>
            </p:cNvSpPr>
            <p:nvPr/>
          </p:nvSpPr>
          <p:spPr bwMode="auto">
            <a:xfrm>
              <a:off x="3053" y="2814"/>
              <a:ext cx="72" cy="40"/>
            </a:xfrm>
            <a:custGeom>
              <a:avLst/>
              <a:gdLst>
                <a:gd name="T0" fmla="*/ 0 w 72"/>
                <a:gd name="T1" fmla="*/ 0 h 40"/>
                <a:gd name="T2" fmla="*/ 72 w 72"/>
                <a:gd name="T3" fmla="*/ 40 h 40"/>
              </a:gdLst>
              <a:ahLst/>
              <a:cxnLst>
                <a:cxn ang="0">
                  <a:pos x="T0" y="T1"/>
                </a:cxn>
                <a:cxn ang="0">
                  <a:pos x="T2" y="T3"/>
                </a:cxn>
              </a:cxnLst>
              <a:rect l="0" t="0" r="r" b="b"/>
              <a:pathLst>
                <a:path w="72" h="40">
                  <a:moveTo>
                    <a:pt x="0" y="0"/>
                  </a:moveTo>
                  <a:lnTo>
                    <a:pt x="72" y="40"/>
                  </a:ln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grpSp>
      <p:grpSp>
        <p:nvGrpSpPr>
          <p:cNvPr id="51" name="Group 2520"/>
          <p:cNvGrpSpPr>
            <a:grpSpLocks/>
          </p:cNvGrpSpPr>
          <p:nvPr/>
        </p:nvGrpSpPr>
        <p:grpSpPr bwMode="auto">
          <a:xfrm flipH="1">
            <a:off x="5734984" y="5255870"/>
            <a:ext cx="812973" cy="158180"/>
            <a:chOff x="2644" y="2807"/>
            <a:chExt cx="481" cy="83"/>
          </a:xfrm>
        </p:grpSpPr>
        <p:sp>
          <p:nvSpPr>
            <p:cNvPr id="52" name="Freeform 2521"/>
            <p:cNvSpPr>
              <a:spLocks/>
            </p:cNvSpPr>
            <p:nvPr/>
          </p:nvSpPr>
          <p:spPr bwMode="auto">
            <a:xfrm>
              <a:off x="2644" y="2810"/>
              <a:ext cx="97" cy="73"/>
            </a:xfrm>
            <a:custGeom>
              <a:avLst/>
              <a:gdLst>
                <a:gd name="T0" fmla="*/ 97 w 97"/>
                <a:gd name="T1" fmla="*/ 0 h 73"/>
                <a:gd name="T2" fmla="*/ 0 w 97"/>
                <a:gd name="T3" fmla="*/ 73 h 73"/>
              </a:gdLst>
              <a:ahLst/>
              <a:cxnLst>
                <a:cxn ang="0">
                  <a:pos x="T0" y="T1"/>
                </a:cxn>
                <a:cxn ang="0">
                  <a:pos x="T2" y="T3"/>
                </a:cxn>
              </a:cxnLst>
              <a:rect l="0" t="0" r="r" b="b"/>
              <a:pathLst>
                <a:path w="97" h="73">
                  <a:moveTo>
                    <a:pt x="97" y="0"/>
                  </a:moveTo>
                  <a:lnTo>
                    <a:pt x="0" y="73"/>
                  </a:ln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53" name="Freeform 2522"/>
            <p:cNvSpPr>
              <a:spLocks/>
            </p:cNvSpPr>
            <p:nvPr/>
          </p:nvSpPr>
          <p:spPr bwMode="auto">
            <a:xfrm>
              <a:off x="2729" y="2810"/>
              <a:ext cx="97" cy="73"/>
            </a:xfrm>
            <a:custGeom>
              <a:avLst/>
              <a:gdLst>
                <a:gd name="T0" fmla="*/ 97 w 97"/>
                <a:gd name="T1" fmla="*/ 0 h 73"/>
                <a:gd name="T2" fmla="*/ 0 w 97"/>
                <a:gd name="T3" fmla="*/ 73 h 73"/>
              </a:gdLst>
              <a:ahLst/>
              <a:cxnLst>
                <a:cxn ang="0">
                  <a:pos x="T0" y="T1"/>
                </a:cxn>
                <a:cxn ang="0">
                  <a:pos x="T2" y="T3"/>
                </a:cxn>
              </a:cxnLst>
              <a:rect l="0" t="0" r="r" b="b"/>
              <a:pathLst>
                <a:path w="97" h="73">
                  <a:moveTo>
                    <a:pt x="97" y="0"/>
                  </a:moveTo>
                  <a:lnTo>
                    <a:pt x="0" y="73"/>
                  </a:ln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54" name="Freeform 2523"/>
            <p:cNvSpPr>
              <a:spLocks/>
            </p:cNvSpPr>
            <p:nvPr/>
          </p:nvSpPr>
          <p:spPr bwMode="auto">
            <a:xfrm>
              <a:off x="2693" y="2807"/>
              <a:ext cx="97" cy="73"/>
            </a:xfrm>
            <a:custGeom>
              <a:avLst/>
              <a:gdLst>
                <a:gd name="T0" fmla="*/ 97 w 97"/>
                <a:gd name="T1" fmla="*/ 0 h 73"/>
                <a:gd name="T2" fmla="*/ 0 w 97"/>
                <a:gd name="T3" fmla="*/ 73 h 73"/>
              </a:gdLst>
              <a:ahLst/>
              <a:cxnLst>
                <a:cxn ang="0">
                  <a:pos x="T0" y="T1"/>
                </a:cxn>
                <a:cxn ang="0">
                  <a:pos x="T2" y="T3"/>
                </a:cxn>
              </a:cxnLst>
              <a:rect l="0" t="0" r="r" b="b"/>
              <a:pathLst>
                <a:path w="97" h="73">
                  <a:moveTo>
                    <a:pt x="97" y="0"/>
                  </a:moveTo>
                  <a:lnTo>
                    <a:pt x="0" y="73"/>
                  </a:ln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55" name="Freeform 2524"/>
            <p:cNvSpPr>
              <a:spLocks/>
            </p:cNvSpPr>
            <p:nvPr/>
          </p:nvSpPr>
          <p:spPr bwMode="auto">
            <a:xfrm>
              <a:off x="2792" y="2837"/>
              <a:ext cx="72" cy="40"/>
            </a:xfrm>
            <a:custGeom>
              <a:avLst/>
              <a:gdLst>
                <a:gd name="T0" fmla="*/ 0 w 72"/>
                <a:gd name="T1" fmla="*/ 0 h 40"/>
                <a:gd name="T2" fmla="*/ 72 w 72"/>
                <a:gd name="T3" fmla="*/ 40 h 40"/>
              </a:gdLst>
              <a:ahLst/>
              <a:cxnLst>
                <a:cxn ang="0">
                  <a:pos x="T0" y="T1"/>
                </a:cxn>
                <a:cxn ang="0">
                  <a:pos x="T2" y="T3"/>
                </a:cxn>
              </a:cxnLst>
              <a:rect l="0" t="0" r="r" b="b"/>
              <a:pathLst>
                <a:path w="72" h="40">
                  <a:moveTo>
                    <a:pt x="0" y="0"/>
                  </a:moveTo>
                  <a:lnTo>
                    <a:pt x="72" y="40"/>
                  </a:ln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56" name="Freeform 2525"/>
            <p:cNvSpPr>
              <a:spLocks/>
            </p:cNvSpPr>
            <p:nvPr/>
          </p:nvSpPr>
          <p:spPr bwMode="auto">
            <a:xfrm>
              <a:off x="2759" y="2859"/>
              <a:ext cx="54" cy="30"/>
            </a:xfrm>
            <a:custGeom>
              <a:avLst/>
              <a:gdLst>
                <a:gd name="T0" fmla="*/ 0 w 54"/>
                <a:gd name="T1" fmla="*/ 0 h 30"/>
                <a:gd name="T2" fmla="*/ 54 w 54"/>
                <a:gd name="T3" fmla="*/ 30 h 30"/>
              </a:gdLst>
              <a:ahLst/>
              <a:cxnLst>
                <a:cxn ang="0">
                  <a:pos x="T0" y="T1"/>
                </a:cxn>
                <a:cxn ang="0">
                  <a:pos x="T2" y="T3"/>
                </a:cxn>
              </a:cxnLst>
              <a:rect l="0" t="0" r="r" b="b"/>
              <a:pathLst>
                <a:path w="54" h="30">
                  <a:moveTo>
                    <a:pt x="0" y="0"/>
                  </a:moveTo>
                  <a:lnTo>
                    <a:pt x="54" y="30"/>
                  </a:ln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57" name="Freeform 2526"/>
            <p:cNvSpPr>
              <a:spLocks/>
            </p:cNvSpPr>
            <p:nvPr/>
          </p:nvSpPr>
          <p:spPr bwMode="auto">
            <a:xfrm>
              <a:off x="2829" y="2813"/>
              <a:ext cx="72" cy="40"/>
            </a:xfrm>
            <a:custGeom>
              <a:avLst/>
              <a:gdLst>
                <a:gd name="T0" fmla="*/ 0 w 72"/>
                <a:gd name="T1" fmla="*/ 0 h 40"/>
                <a:gd name="T2" fmla="*/ 72 w 72"/>
                <a:gd name="T3" fmla="*/ 40 h 40"/>
              </a:gdLst>
              <a:ahLst/>
              <a:cxnLst>
                <a:cxn ang="0">
                  <a:pos x="T0" y="T1"/>
                </a:cxn>
                <a:cxn ang="0">
                  <a:pos x="T2" y="T3"/>
                </a:cxn>
              </a:cxnLst>
              <a:rect l="0" t="0" r="r" b="b"/>
              <a:pathLst>
                <a:path w="72" h="40">
                  <a:moveTo>
                    <a:pt x="0" y="0"/>
                  </a:moveTo>
                  <a:lnTo>
                    <a:pt x="72" y="40"/>
                  </a:ln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58" name="Freeform 2527"/>
            <p:cNvSpPr>
              <a:spLocks/>
            </p:cNvSpPr>
            <p:nvPr/>
          </p:nvSpPr>
          <p:spPr bwMode="auto">
            <a:xfrm>
              <a:off x="2868" y="2811"/>
              <a:ext cx="97" cy="73"/>
            </a:xfrm>
            <a:custGeom>
              <a:avLst/>
              <a:gdLst>
                <a:gd name="T0" fmla="*/ 97 w 97"/>
                <a:gd name="T1" fmla="*/ 0 h 73"/>
                <a:gd name="T2" fmla="*/ 0 w 97"/>
                <a:gd name="T3" fmla="*/ 73 h 73"/>
              </a:gdLst>
              <a:ahLst/>
              <a:cxnLst>
                <a:cxn ang="0">
                  <a:pos x="T0" y="T1"/>
                </a:cxn>
                <a:cxn ang="0">
                  <a:pos x="T2" y="T3"/>
                </a:cxn>
              </a:cxnLst>
              <a:rect l="0" t="0" r="r" b="b"/>
              <a:pathLst>
                <a:path w="97" h="73">
                  <a:moveTo>
                    <a:pt x="97" y="0"/>
                  </a:moveTo>
                  <a:lnTo>
                    <a:pt x="0" y="73"/>
                  </a:ln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59" name="Freeform 2528"/>
            <p:cNvSpPr>
              <a:spLocks/>
            </p:cNvSpPr>
            <p:nvPr/>
          </p:nvSpPr>
          <p:spPr bwMode="auto">
            <a:xfrm>
              <a:off x="2953" y="2811"/>
              <a:ext cx="97" cy="73"/>
            </a:xfrm>
            <a:custGeom>
              <a:avLst/>
              <a:gdLst>
                <a:gd name="T0" fmla="*/ 97 w 97"/>
                <a:gd name="T1" fmla="*/ 0 h 73"/>
                <a:gd name="T2" fmla="*/ 0 w 97"/>
                <a:gd name="T3" fmla="*/ 73 h 73"/>
              </a:gdLst>
              <a:ahLst/>
              <a:cxnLst>
                <a:cxn ang="0">
                  <a:pos x="T0" y="T1"/>
                </a:cxn>
                <a:cxn ang="0">
                  <a:pos x="T2" y="T3"/>
                </a:cxn>
              </a:cxnLst>
              <a:rect l="0" t="0" r="r" b="b"/>
              <a:pathLst>
                <a:path w="97" h="73">
                  <a:moveTo>
                    <a:pt x="97" y="0"/>
                  </a:moveTo>
                  <a:lnTo>
                    <a:pt x="0" y="73"/>
                  </a:ln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60" name="Freeform 2529"/>
            <p:cNvSpPr>
              <a:spLocks/>
            </p:cNvSpPr>
            <p:nvPr/>
          </p:nvSpPr>
          <p:spPr bwMode="auto">
            <a:xfrm>
              <a:off x="2917" y="2808"/>
              <a:ext cx="97" cy="73"/>
            </a:xfrm>
            <a:custGeom>
              <a:avLst/>
              <a:gdLst>
                <a:gd name="T0" fmla="*/ 97 w 97"/>
                <a:gd name="T1" fmla="*/ 0 h 73"/>
                <a:gd name="T2" fmla="*/ 0 w 97"/>
                <a:gd name="T3" fmla="*/ 73 h 73"/>
              </a:gdLst>
              <a:ahLst/>
              <a:cxnLst>
                <a:cxn ang="0">
                  <a:pos x="T0" y="T1"/>
                </a:cxn>
                <a:cxn ang="0">
                  <a:pos x="T2" y="T3"/>
                </a:cxn>
              </a:cxnLst>
              <a:rect l="0" t="0" r="r" b="b"/>
              <a:pathLst>
                <a:path w="97" h="73">
                  <a:moveTo>
                    <a:pt x="97" y="0"/>
                  </a:moveTo>
                  <a:lnTo>
                    <a:pt x="0" y="73"/>
                  </a:ln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62" name="Freeform 2530"/>
            <p:cNvSpPr>
              <a:spLocks/>
            </p:cNvSpPr>
            <p:nvPr/>
          </p:nvSpPr>
          <p:spPr bwMode="auto">
            <a:xfrm>
              <a:off x="3016" y="2838"/>
              <a:ext cx="72" cy="40"/>
            </a:xfrm>
            <a:custGeom>
              <a:avLst/>
              <a:gdLst>
                <a:gd name="T0" fmla="*/ 0 w 72"/>
                <a:gd name="T1" fmla="*/ 0 h 40"/>
                <a:gd name="T2" fmla="*/ 72 w 72"/>
                <a:gd name="T3" fmla="*/ 40 h 40"/>
              </a:gdLst>
              <a:ahLst/>
              <a:cxnLst>
                <a:cxn ang="0">
                  <a:pos x="T0" y="T1"/>
                </a:cxn>
                <a:cxn ang="0">
                  <a:pos x="T2" y="T3"/>
                </a:cxn>
              </a:cxnLst>
              <a:rect l="0" t="0" r="r" b="b"/>
              <a:pathLst>
                <a:path w="72" h="40">
                  <a:moveTo>
                    <a:pt x="0" y="0"/>
                  </a:moveTo>
                  <a:lnTo>
                    <a:pt x="72" y="40"/>
                  </a:ln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63" name="Freeform 2531"/>
            <p:cNvSpPr>
              <a:spLocks/>
            </p:cNvSpPr>
            <p:nvPr/>
          </p:nvSpPr>
          <p:spPr bwMode="auto">
            <a:xfrm>
              <a:off x="2983" y="2860"/>
              <a:ext cx="54" cy="30"/>
            </a:xfrm>
            <a:custGeom>
              <a:avLst/>
              <a:gdLst>
                <a:gd name="T0" fmla="*/ 0 w 54"/>
                <a:gd name="T1" fmla="*/ 0 h 30"/>
                <a:gd name="T2" fmla="*/ 54 w 54"/>
                <a:gd name="T3" fmla="*/ 30 h 30"/>
              </a:gdLst>
              <a:ahLst/>
              <a:cxnLst>
                <a:cxn ang="0">
                  <a:pos x="T0" y="T1"/>
                </a:cxn>
                <a:cxn ang="0">
                  <a:pos x="T2" y="T3"/>
                </a:cxn>
              </a:cxnLst>
              <a:rect l="0" t="0" r="r" b="b"/>
              <a:pathLst>
                <a:path w="54" h="30">
                  <a:moveTo>
                    <a:pt x="0" y="0"/>
                  </a:moveTo>
                  <a:lnTo>
                    <a:pt x="54" y="30"/>
                  </a:ln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64" name="Freeform 2532"/>
            <p:cNvSpPr>
              <a:spLocks/>
            </p:cNvSpPr>
            <p:nvPr/>
          </p:nvSpPr>
          <p:spPr bwMode="auto">
            <a:xfrm>
              <a:off x="3053" y="2814"/>
              <a:ext cx="72" cy="40"/>
            </a:xfrm>
            <a:custGeom>
              <a:avLst/>
              <a:gdLst>
                <a:gd name="T0" fmla="*/ 0 w 72"/>
                <a:gd name="T1" fmla="*/ 0 h 40"/>
                <a:gd name="T2" fmla="*/ 72 w 72"/>
                <a:gd name="T3" fmla="*/ 40 h 40"/>
              </a:gdLst>
              <a:ahLst/>
              <a:cxnLst>
                <a:cxn ang="0">
                  <a:pos x="T0" y="T1"/>
                </a:cxn>
                <a:cxn ang="0">
                  <a:pos x="T2" y="T3"/>
                </a:cxn>
              </a:cxnLst>
              <a:rect l="0" t="0" r="r" b="b"/>
              <a:pathLst>
                <a:path w="72" h="40">
                  <a:moveTo>
                    <a:pt x="0" y="0"/>
                  </a:moveTo>
                  <a:lnTo>
                    <a:pt x="72" y="40"/>
                  </a:ln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grpSp>
      <p:sp>
        <p:nvSpPr>
          <p:cNvPr id="65" name="Text Box 2451"/>
          <p:cNvSpPr txBox="1">
            <a:spLocks noChangeArrowheads="1"/>
          </p:cNvSpPr>
          <p:nvPr/>
        </p:nvSpPr>
        <p:spPr bwMode="auto">
          <a:xfrm flipH="1">
            <a:off x="7056239" y="3451921"/>
            <a:ext cx="351378" cy="385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800" b="1" dirty="0"/>
              <a:t>C</a:t>
            </a:r>
            <a:endParaRPr kumimoji="1" lang="en-US" altLang="zh-CN" sz="1800" b="1" dirty="0">
              <a:latin typeface="Times New Roman" pitchFamily="18" charset="0"/>
            </a:endParaRPr>
          </a:p>
        </p:txBody>
      </p:sp>
      <p:cxnSp>
        <p:nvCxnSpPr>
          <p:cNvPr id="5" name="直接箭头连接符 4"/>
          <p:cNvCxnSpPr>
            <a:stCxn id="80" idx="3"/>
          </p:cNvCxnSpPr>
          <p:nvPr/>
        </p:nvCxnSpPr>
        <p:spPr bwMode="auto">
          <a:xfrm>
            <a:off x="5445202" y="3195638"/>
            <a:ext cx="1807182" cy="637885"/>
          </a:xfrm>
          <a:prstGeom prst="straightConnector1">
            <a:avLst/>
          </a:prstGeom>
          <a:noFill/>
          <a:ln w="12700" cap="flat" cmpd="sng" algn="ctr">
            <a:solidFill>
              <a:schemeClr val="tx1"/>
            </a:solidFill>
            <a:prstDash val="solid"/>
            <a:round/>
            <a:headEnd type="non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6" name="直接箭头连接符 65"/>
          <p:cNvCxnSpPr/>
          <p:nvPr/>
        </p:nvCxnSpPr>
        <p:spPr bwMode="auto">
          <a:xfrm flipH="1">
            <a:off x="4909400" y="3195638"/>
            <a:ext cx="535802" cy="1841182"/>
          </a:xfrm>
          <a:prstGeom prst="straightConnector1">
            <a:avLst/>
          </a:prstGeom>
          <a:noFill/>
          <a:ln w="12700" cap="flat" cmpd="sng" algn="ctr">
            <a:solidFill>
              <a:schemeClr val="tx1"/>
            </a:solidFill>
            <a:prstDash val="solid"/>
            <a:round/>
            <a:headEnd type="non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8" name="直接连接符 67"/>
          <p:cNvCxnSpPr/>
          <p:nvPr/>
        </p:nvCxnSpPr>
        <p:spPr bwMode="auto">
          <a:xfrm>
            <a:off x="5445202" y="3195638"/>
            <a:ext cx="0" cy="2214893"/>
          </a:xfrm>
          <a:prstGeom prst="line">
            <a:avLst/>
          </a:prstGeom>
          <a:noFill/>
          <a:ln w="9525" cap="flat" cmpd="sng" algn="ctr">
            <a:solidFill>
              <a:schemeClr val="tx1"/>
            </a:solidFill>
            <a:prstDash val="lgDashDot"/>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9" name="任意多边形 68"/>
          <p:cNvSpPr/>
          <p:nvPr/>
        </p:nvSpPr>
        <p:spPr bwMode="auto">
          <a:xfrm>
            <a:off x="4909400" y="3833523"/>
            <a:ext cx="2350935" cy="1284664"/>
          </a:xfrm>
          <a:custGeom>
            <a:avLst/>
            <a:gdLst>
              <a:gd name="connsiteX0" fmla="*/ 0 w 2350935"/>
              <a:gd name="connsiteY0" fmla="*/ 1203297 h 1284664"/>
              <a:gd name="connsiteX1" fmla="*/ 132521 w 2350935"/>
              <a:gd name="connsiteY1" fmla="*/ 1240404 h 1284664"/>
              <a:gd name="connsiteX2" fmla="*/ 307450 w 2350935"/>
              <a:gd name="connsiteY2" fmla="*/ 1272209 h 1284664"/>
              <a:gd name="connsiteX3" fmla="*/ 466476 w 2350935"/>
              <a:gd name="connsiteY3" fmla="*/ 1282810 h 1284664"/>
              <a:gd name="connsiteX4" fmla="*/ 670560 w 2350935"/>
              <a:gd name="connsiteY4" fmla="*/ 1282810 h 1284664"/>
              <a:gd name="connsiteX5" fmla="*/ 845488 w 2350935"/>
              <a:gd name="connsiteY5" fmla="*/ 1264257 h 1284664"/>
              <a:gd name="connsiteX6" fmla="*/ 1036320 w 2350935"/>
              <a:gd name="connsiteY6" fmla="*/ 1221850 h 1284664"/>
              <a:gd name="connsiteX7" fmla="*/ 1237753 w 2350935"/>
              <a:gd name="connsiteY7" fmla="*/ 1160890 h 1284664"/>
              <a:gd name="connsiteX8" fmla="*/ 1428584 w 2350935"/>
              <a:gd name="connsiteY8" fmla="*/ 1068125 h 1284664"/>
              <a:gd name="connsiteX9" fmla="*/ 1574358 w 2350935"/>
              <a:gd name="connsiteY9" fmla="*/ 993913 h 1284664"/>
              <a:gd name="connsiteX10" fmla="*/ 1778441 w 2350935"/>
              <a:gd name="connsiteY10" fmla="*/ 840188 h 1284664"/>
              <a:gd name="connsiteX11" fmla="*/ 1942768 w 2350935"/>
              <a:gd name="connsiteY11" fmla="*/ 683812 h 1284664"/>
              <a:gd name="connsiteX12" fmla="*/ 2067339 w 2350935"/>
              <a:gd name="connsiteY12" fmla="*/ 535388 h 1284664"/>
              <a:gd name="connsiteX13" fmla="*/ 2189259 w 2350935"/>
              <a:gd name="connsiteY13" fmla="*/ 355158 h 1284664"/>
              <a:gd name="connsiteX14" fmla="*/ 2289975 w 2350935"/>
              <a:gd name="connsiteY14" fmla="*/ 161677 h 1284664"/>
              <a:gd name="connsiteX15" fmla="*/ 2350935 w 2350935"/>
              <a:gd name="connsiteY15" fmla="*/ 0 h 1284664"/>
              <a:gd name="connsiteX0" fmla="*/ 0 w 2350935"/>
              <a:gd name="connsiteY0" fmla="*/ 1203297 h 1284664"/>
              <a:gd name="connsiteX1" fmla="*/ 132521 w 2350935"/>
              <a:gd name="connsiteY1" fmla="*/ 1240404 h 1284664"/>
              <a:gd name="connsiteX2" fmla="*/ 307450 w 2350935"/>
              <a:gd name="connsiteY2" fmla="*/ 1272209 h 1284664"/>
              <a:gd name="connsiteX3" fmla="*/ 466476 w 2350935"/>
              <a:gd name="connsiteY3" fmla="*/ 1282810 h 1284664"/>
              <a:gd name="connsiteX4" fmla="*/ 670560 w 2350935"/>
              <a:gd name="connsiteY4" fmla="*/ 1282810 h 1284664"/>
              <a:gd name="connsiteX5" fmla="*/ 845488 w 2350935"/>
              <a:gd name="connsiteY5" fmla="*/ 1264257 h 1284664"/>
              <a:gd name="connsiteX6" fmla="*/ 1036320 w 2350935"/>
              <a:gd name="connsiteY6" fmla="*/ 1221850 h 1284664"/>
              <a:gd name="connsiteX7" fmla="*/ 1237753 w 2350935"/>
              <a:gd name="connsiteY7" fmla="*/ 1160890 h 1284664"/>
              <a:gd name="connsiteX8" fmla="*/ 1423283 w 2350935"/>
              <a:gd name="connsiteY8" fmla="*/ 1076077 h 1284664"/>
              <a:gd name="connsiteX9" fmla="*/ 1574358 w 2350935"/>
              <a:gd name="connsiteY9" fmla="*/ 993913 h 1284664"/>
              <a:gd name="connsiteX10" fmla="*/ 1778441 w 2350935"/>
              <a:gd name="connsiteY10" fmla="*/ 840188 h 1284664"/>
              <a:gd name="connsiteX11" fmla="*/ 1942768 w 2350935"/>
              <a:gd name="connsiteY11" fmla="*/ 683812 h 1284664"/>
              <a:gd name="connsiteX12" fmla="*/ 2067339 w 2350935"/>
              <a:gd name="connsiteY12" fmla="*/ 535388 h 1284664"/>
              <a:gd name="connsiteX13" fmla="*/ 2189259 w 2350935"/>
              <a:gd name="connsiteY13" fmla="*/ 355158 h 1284664"/>
              <a:gd name="connsiteX14" fmla="*/ 2289975 w 2350935"/>
              <a:gd name="connsiteY14" fmla="*/ 161677 h 1284664"/>
              <a:gd name="connsiteX15" fmla="*/ 2350935 w 2350935"/>
              <a:gd name="connsiteY15" fmla="*/ 0 h 12846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350935" h="1284664">
                <a:moveTo>
                  <a:pt x="0" y="1203297"/>
                </a:moveTo>
                <a:cubicBezTo>
                  <a:pt x="40639" y="1216108"/>
                  <a:pt x="81279" y="1228919"/>
                  <a:pt x="132521" y="1240404"/>
                </a:cubicBezTo>
                <a:cubicBezTo>
                  <a:pt x="183763" y="1251889"/>
                  <a:pt x="251791" y="1265141"/>
                  <a:pt x="307450" y="1272209"/>
                </a:cubicBezTo>
                <a:cubicBezTo>
                  <a:pt x="363109" y="1279277"/>
                  <a:pt x="405958" y="1281043"/>
                  <a:pt x="466476" y="1282810"/>
                </a:cubicBezTo>
                <a:cubicBezTo>
                  <a:pt x="526994" y="1284577"/>
                  <a:pt x="607391" y="1285902"/>
                  <a:pt x="670560" y="1282810"/>
                </a:cubicBezTo>
                <a:cubicBezTo>
                  <a:pt x="733729" y="1279718"/>
                  <a:pt x="784528" y="1274417"/>
                  <a:pt x="845488" y="1264257"/>
                </a:cubicBezTo>
                <a:cubicBezTo>
                  <a:pt x="906448" y="1254097"/>
                  <a:pt x="970943" y="1239078"/>
                  <a:pt x="1036320" y="1221850"/>
                </a:cubicBezTo>
                <a:cubicBezTo>
                  <a:pt x="1101697" y="1204622"/>
                  <a:pt x="1173259" y="1185185"/>
                  <a:pt x="1237753" y="1160890"/>
                </a:cubicBezTo>
                <a:cubicBezTo>
                  <a:pt x="1302247" y="1136595"/>
                  <a:pt x="1367182" y="1103906"/>
                  <a:pt x="1423283" y="1076077"/>
                </a:cubicBezTo>
                <a:cubicBezTo>
                  <a:pt x="1479384" y="1048248"/>
                  <a:pt x="1515165" y="1033228"/>
                  <a:pt x="1574358" y="993913"/>
                </a:cubicBezTo>
                <a:cubicBezTo>
                  <a:pt x="1633551" y="954598"/>
                  <a:pt x="1717039" y="891871"/>
                  <a:pt x="1778441" y="840188"/>
                </a:cubicBezTo>
                <a:cubicBezTo>
                  <a:pt x="1839843" y="788504"/>
                  <a:pt x="1894618" y="734612"/>
                  <a:pt x="1942768" y="683812"/>
                </a:cubicBezTo>
                <a:cubicBezTo>
                  <a:pt x="1990918" y="633012"/>
                  <a:pt x="2026257" y="590164"/>
                  <a:pt x="2067339" y="535388"/>
                </a:cubicBezTo>
                <a:cubicBezTo>
                  <a:pt x="2108421" y="480612"/>
                  <a:pt x="2152153" y="417443"/>
                  <a:pt x="2189259" y="355158"/>
                </a:cubicBezTo>
                <a:cubicBezTo>
                  <a:pt x="2226365" y="292873"/>
                  <a:pt x="2263029" y="220870"/>
                  <a:pt x="2289975" y="161677"/>
                </a:cubicBezTo>
                <a:cubicBezTo>
                  <a:pt x="2316921" y="102484"/>
                  <a:pt x="2333928" y="51242"/>
                  <a:pt x="2350935" y="0"/>
                </a:cubicBezTo>
              </a:path>
            </a:pathLst>
          </a:custGeom>
          <a:noFill/>
          <a:ln w="19050" cap="flat" cmpd="sng" algn="ctr">
            <a:solidFill>
              <a:srgbClr val="C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cxnSp>
        <p:nvCxnSpPr>
          <p:cNvPr id="72" name="直接连接符 71"/>
          <p:cNvCxnSpPr>
            <a:stCxn id="80" idx="3"/>
          </p:cNvCxnSpPr>
          <p:nvPr/>
        </p:nvCxnSpPr>
        <p:spPr bwMode="auto">
          <a:xfrm>
            <a:off x="5445202" y="3195638"/>
            <a:ext cx="809625" cy="1762125"/>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5" name="直接连接符 74"/>
          <p:cNvCxnSpPr/>
          <p:nvPr/>
        </p:nvCxnSpPr>
        <p:spPr bwMode="auto">
          <a:xfrm>
            <a:off x="6131978" y="4356847"/>
            <a:ext cx="0" cy="630786"/>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7" name="直接连接符 76"/>
          <p:cNvCxnSpPr/>
          <p:nvPr/>
        </p:nvCxnSpPr>
        <p:spPr bwMode="auto">
          <a:xfrm>
            <a:off x="6367100" y="4224821"/>
            <a:ext cx="0" cy="663551"/>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9" name="Text Box 2451"/>
          <p:cNvSpPr txBox="1">
            <a:spLocks noChangeArrowheads="1"/>
          </p:cNvSpPr>
          <p:nvPr/>
        </p:nvSpPr>
        <p:spPr bwMode="auto">
          <a:xfrm flipH="1">
            <a:off x="6158474" y="4367403"/>
            <a:ext cx="248786" cy="385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800" b="1" i="1" dirty="0" err="1" smtClean="0">
                <a:solidFill>
                  <a:srgbClr val="CC0066"/>
                </a:solidFill>
                <a:latin typeface="Times New Roman" pitchFamily="18" charset="0"/>
              </a:rPr>
              <a:t>i</a:t>
            </a:r>
            <a:endParaRPr kumimoji="1" lang="en-US" altLang="zh-CN" sz="1800" b="1" i="1" dirty="0">
              <a:solidFill>
                <a:srgbClr val="CC0066"/>
              </a:solidFill>
              <a:latin typeface="Times New Roman" pitchFamily="18" charset="0"/>
            </a:endParaRPr>
          </a:p>
        </p:txBody>
      </p:sp>
      <p:sp>
        <p:nvSpPr>
          <p:cNvPr id="80" name="Text Box 133"/>
          <p:cNvSpPr txBox="1">
            <a:spLocks noChangeArrowheads="1"/>
          </p:cNvSpPr>
          <p:nvPr/>
        </p:nvSpPr>
        <p:spPr bwMode="auto">
          <a:xfrm>
            <a:off x="5071223" y="3010105"/>
            <a:ext cx="373979" cy="3710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1800" b="1" dirty="0">
                <a:solidFill>
                  <a:schemeClr val="tx1"/>
                </a:solidFill>
                <a:latin typeface="Times New Roman" panose="02020603050405020304" pitchFamily="18" charset="0"/>
              </a:rPr>
              <a:t>O</a:t>
            </a:r>
          </a:p>
        </p:txBody>
      </p:sp>
      <p:sp>
        <p:nvSpPr>
          <p:cNvPr id="81" name="Text Box 136"/>
          <p:cNvSpPr txBox="1">
            <a:spLocks noChangeArrowheads="1"/>
          </p:cNvSpPr>
          <p:nvPr/>
        </p:nvSpPr>
        <p:spPr bwMode="auto">
          <a:xfrm>
            <a:off x="5328565" y="3576052"/>
            <a:ext cx="478166" cy="3845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1800" b="1" dirty="0">
                <a:solidFill>
                  <a:srgbClr val="C00000"/>
                </a:solidFill>
                <a:latin typeface="Times New Roman" panose="02020603050405020304" pitchFamily="18" charset="0"/>
                <a:sym typeface="Symbol" panose="05050102010706020507" pitchFamily="18" charset="2"/>
              </a:rPr>
              <a:t> </a:t>
            </a:r>
            <a:r>
              <a:rPr kumimoji="1" lang="en-US" altLang="zh-CN" sz="1800" b="1" i="1" dirty="0">
                <a:solidFill>
                  <a:srgbClr val="C00000"/>
                </a:solidFill>
                <a:latin typeface="Times New Roman" panose="02020603050405020304" pitchFamily="18" charset="0"/>
                <a:sym typeface="Symbol" panose="05050102010706020507" pitchFamily="18" charset="2"/>
              </a:rPr>
              <a:t></a:t>
            </a:r>
            <a:r>
              <a:rPr kumimoji="1" lang="en-US" altLang="zh-CN" sz="1800" b="1" baseline="-25000" dirty="0" err="1">
                <a:solidFill>
                  <a:srgbClr val="C00000"/>
                </a:solidFill>
                <a:latin typeface="Times New Roman" panose="02020603050405020304" pitchFamily="18" charset="0"/>
                <a:sym typeface="Symbol" panose="05050102010706020507" pitchFamily="18" charset="2"/>
              </a:rPr>
              <a:t>i</a:t>
            </a:r>
            <a:endParaRPr kumimoji="1" lang="en-US" altLang="zh-CN" sz="1800" b="1" baseline="-25000" dirty="0">
              <a:solidFill>
                <a:srgbClr val="C00000"/>
              </a:solidFill>
              <a:latin typeface="Times New Roman" panose="02020603050405020304" pitchFamily="18" charset="0"/>
            </a:endParaRPr>
          </a:p>
        </p:txBody>
      </p:sp>
      <p:sp>
        <p:nvSpPr>
          <p:cNvPr id="82" name="Arc 52"/>
          <p:cNvSpPr>
            <a:spLocks/>
          </p:cNvSpPr>
          <p:nvPr/>
        </p:nvSpPr>
        <p:spPr bwMode="auto">
          <a:xfrm rot="6420970">
            <a:off x="5484693" y="3512221"/>
            <a:ext cx="100882" cy="168984"/>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9525">
            <a:solidFill>
              <a:schemeClr val="tx1"/>
            </a:solidFill>
            <a:round/>
            <a:headEnd type="triangle" w="med" len="me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83" name="Text Box 2450"/>
          <p:cNvSpPr txBox="1">
            <a:spLocks noChangeArrowheads="1"/>
          </p:cNvSpPr>
          <p:nvPr/>
        </p:nvSpPr>
        <p:spPr bwMode="auto">
          <a:xfrm>
            <a:off x="4813271" y="3956093"/>
            <a:ext cx="317328" cy="3480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800" b="1" i="1" dirty="0"/>
              <a:t>R</a:t>
            </a:r>
          </a:p>
        </p:txBody>
      </p:sp>
      <p:cxnSp>
        <p:nvCxnSpPr>
          <p:cNvPr id="84" name="直接连接符 83"/>
          <p:cNvCxnSpPr/>
          <p:nvPr/>
        </p:nvCxnSpPr>
        <p:spPr bwMode="auto">
          <a:xfrm>
            <a:off x="6254580" y="4218932"/>
            <a:ext cx="0" cy="802204"/>
          </a:xfrm>
          <a:prstGeom prst="line">
            <a:avLst/>
          </a:prstGeom>
          <a:noFill/>
          <a:ln w="9525" cap="flat" cmpd="sng" algn="ctr">
            <a:solidFill>
              <a:schemeClr val="tx1"/>
            </a:solidFill>
            <a:prstDash val="dashDot"/>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9" name="Text Box 2451"/>
          <p:cNvSpPr txBox="1">
            <a:spLocks noChangeArrowheads="1"/>
          </p:cNvSpPr>
          <p:nvPr/>
        </p:nvSpPr>
        <p:spPr bwMode="auto">
          <a:xfrm flipH="1">
            <a:off x="7369412" y="4222294"/>
            <a:ext cx="881973" cy="410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800" b="1" dirty="0">
                <a:latin typeface="幼圆" panose="02010509060101010101" pitchFamily="49" charset="-122"/>
                <a:ea typeface="幼圆" panose="02010509060101010101" pitchFamily="49" charset="-122"/>
              </a:rPr>
              <a:t>浸润线</a:t>
            </a:r>
            <a:endParaRPr kumimoji="1" lang="en-US" altLang="zh-CN" sz="1800" b="1" dirty="0">
              <a:latin typeface="幼圆" panose="02010509060101010101" pitchFamily="49" charset="-122"/>
              <a:ea typeface="幼圆" panose="02010509060101010101" pitchFamily="49" charset="-122"/>
            </a:endParaRPr>
          </a:p>
        </p:txBody>
      </p:sp>
      <p:cxnSp>
        <p:nvCxnSpPr>
          <p:cNvPr id="90" name="直接连接符 89"/>
          <p:cNvCxnSpPr/>
          <p:nvPr/>
        </p:nvCxnSpPr>
        <p:spPr bwMode="auto">
          <a:xfrm>
            <a:off x="7366426" y="4055766"/>
            <a:ext cx="231112" cy="195943"/>
          </a:xfrm>
          <a:prstGeom prst="line">
            <a:avLst/>
          </a:prstGeom>
          <a:noFill/>
          <a:ln w="63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0" name="直接连接符 149"/>
          <p:cNvCxnSpPr/>
          <p:nvPr/>
        </p:nvCxnSpPr>
        <p:spPr bwMode="auto">
          <a:xfrm>
            <a:off x="2123577" y="3404285"/>
            <a:ext cx="0" cy="1995264"/>
          </a:xfrm>
          <a:prstGeom prst="line">
            <a:avLst/>
          </a:prstGeom>
          <a:noFill/>
          <a:ln w="9525" cap="flat" cmpd="sng" algn="ctr">
            <a:solidFill>
              <a:schemeClr val="tx1"/>
            </a:solidFill>
            <a:prstDash val="dashDot"/>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3" name="任意多边形 102"/>
          <p:cNvSpPr/>
          <p:nvPr/>
        </p:nvSpPr>
        <p:spPr bwMode="auto">
          <a:xfrm>
            <a:off x="1271259" y="3688080"/>
            <a:ext cx="1242271" cy="473756"/>
          </a:xfrm>
          <a:custGeom>
            <a:avLst/>
            <a:gdLst>
              <a:gd name="connsiteX0" fmla="*/ 0 w 559594"/>
              <a:gd name="connsiteY0" fmla="*/ 185737 h 185737"/>
              <a:gd name="connsiteX1" fmla="*/ 221456 w 559594"/>
              <a:gd name="connsiteY1" fmla="*/ 116681 h 185737"/>
              <a:gd name="connsiteX2" fmla="*/ 404812 w 559594"/>
              <a:gd name="connsiteY2" fmla="*/ 47625 h 185737"/>
              <a:gd name="connsiteX3" fmla="*/ 559594 w 559594"/>
              <a:gd name="connsiteY3" fmla="*/ 0 h 185737"/>
              <a:gd name="connsiteX0" fmla="*/ 0 w 552450"/>
              <a:gd name="connsiteY0" fmla="*/ 195262 h 195262"/>
              <a:gd name="connsiteX1" fmla="*/ 214312 w 552450"/>
              <a:gd name="connsiteY1" fmla="*/ 116681 h 195262"/>
              <a:gd name="connsiteX2" fmla="*/ 397668 w 552450"/>
              <a:gd name="connsiteY2" fmla="*/ 47625 h 195262"/>
              <a:gd name="connsiteX3" fmla="*/ 552450 w 552450"/>
              <a:gd name="connsiteY3" fmla="*/ 0 h 195262"/>
              <a:gd name="connsiteX0" fmla="*/ 0 w 528637"/>
              <a:gd name="connsiteY0" fmla="*/ 188118 h 188118"/>
              <a:gd name="connsiteX1" fmla="*/ 190499 w 528637"/>
              <a:gd name="connsiteY1" fmla="*/ 116681 h 188118"/>
              <a:gd name="connsiteX2" fmla="*/ 373855 w 528637"/>
              <a:gd name="connsiteY2" fmla="*/ 47625 h 188118"/>
              <a:gd name="connsiteX3" fmla="*/ 528637 w 528637"/>
              <a:gd name="connsiteY3" fmla="*/ 0 h 188118"/>
              <a:gd name="connsiteX0" fmla="*/ 0 w 528637"/>
              <a:gd name="connsiteY0" fmla="*/ 188118 h 188118"/>
              <a:gd name="connsiteX1" fmla="*/ 180974 w 528637"/>
              <a:gd name="connsiteY1" fmla="*/ 116681 h 188118"/>
              <a:gd name="connsiteX2" fmla="*/ 373855 w 528637"/>
              <a:gd name="connsiteY2" fmla="*/ 47625 h 188118"/>
              <a:gd name="connsiteX3" fmla="*/ 528637 w 528637"/>
              <a:gd name="connsiteY3" fmla="*/ 0 h 188118"/>
              <a:gd name="connsiteX0" fmla="*/ 0 w 528637"/>
              <a:gd name="connsiteY0" fmla="*/ 188118 h 188118"/>
              <a:gd name="connsiteX1" fmla="*/ 63488 w 528637"/>
              <a:gd name="connsiteY1" fmla="*/ 161683 h 188118"/>
              <a:gd name="connsiteX2" fmla="*/ 180974 w 528637"/>
              <a:gd name="connsiteY2" fmla="*/ 116681 h 188118"/>
              <a:gd name="connsiteX3" fmla="*/ 373855 w 528637"/>
              <a:gd name="connsiteY3" fmla="*/ 47625 h 188118"/>
              <a:gd name="connsiteX4" fmla="*/ 528637 w 528637"/>
              <a:gd name="connsiteY4" fmla="*/ 0 h 188118"/>
              <a:gd name="connsiteX0" fmla="*/ 0 w 528637"/>
              <a:gd name="connsiteY0" fmla="*/ 188118 h 188118"/>
              <a:gd name="connsiteX1" fmla="*/ 60897 w 528637"/>
              <a:gd name="connsiteY1" fmla="*/ 165570 h 188118"/>
              <a:gd name="connsiteX2" fmla="*/ 180974 w 528637"/>
              <a:gd name="connsiteY2" fmla="*/ 116681 h 188118"/>
              <a:gd name="connsiteX3" fmla="*/ 373855 w 528637"/>
              <a:gd name="connsiteY3" fmla="*/ 47625 h 188118"/>
              <a:gd name="connsiteX4" fmla="*/ 528637 w 528637"/>
              <a:gd name="connsiteY4" fmla="*/ 0 h 188118"/>
              <a:gd name="connsiteX0" fmla="*/ 0 w 532524"/>
              <a:gd name="connsiteY0" fmla="*/ 195892 h 195892"/>
              <a:gd name="connsiteX1" fmla="*/ 64784 w 532524"/>
              <a:gd name="connsiteY1" fmla="*/ 165570 h 195892"/>
              <a:gd name="connsiteX2" fmla="*/ 184861 w 532524"/>
              <a:gd name="connsiteY2" fmla="*/ 116681 h 195892"/>
              <a:gd name="connsiteX3" fmla="*/ 377742 w 532524"/>
              <a:gd name="connsiteY3" fmla="*/ 47625 h 195892"/>
              <a:gd name="connsiteX4" fmla="*/ 532524 w 532524"/>
              <a:gd name="connsiteY4" fmla="*/ 0 h 195892"/>
              <a:gd name="connsiteX0" fmla="*/ 0 w 467740"/>
              <a:gd name="connsiteY0" fmla="*/ 165570 h 165570"/>
              <a:gd name="connsiteX1" fmla="*/ 120077 w 467740"/>
              <a:gd name="connsiteY1" fmla="*/ 116681 h 165570"/>
              <a:gd name="connsiteX2" fmla="*/ 312958 w 467740"/>
              <a:gd name="connsiteY2" fmla="*/ 47625 h 165570"/>
              <a:gd name="connsiteX3" fmla="*/ 467740 w 467740"/>
              <a:gd name="connsiteY3" fmla="*/ 0 h 165570"/>
              <a:gd name="connsiteX0" fmla="*/ 0 w 431461"/>
              <a:gd name="connsiteY0" fmla="*/ 157796 h 157796"/>
              <a:gd name="connsiteX1" fmla="*/ 120077 w 431461"/>
              <a:gd name="connsiteY1" fmla="*/ 108907 h 157796"/>
              <a:gd name="connsiteX2" fmla="*/ 312958 w 431461"/>
              <a:gd name="connsiteY2" fmla="*/ 39851 h 157796"/>
              <a:gd name="connsiteX3" fmla="*/ 431461 w 431461"/>
              <a:gd name="connsiteY3" fmla="*/ 0 h 157796"/>
              <a:gd name="connsiteX0" fmla="*/ 0 w 427574"/>
              <a:gd name="connsiteY0" fmla="*/ 153909 h 153909"/>
              <a:gd name="connsiteX1" fmla="*/ 120077 w 427574"/>
              <a:gd name="connsiteY1" fmla="*/ 105020 h 153909"/>
              <a:gd name="connsiteX2" fmla="*/ 312958 w 427574"/>
              <a:gd name="connsiteY2" fmla="*/ 35964 h 153909"/>
              <a:gd name="connsiteX3" fmla="*/ 427574 w 427574"/>
              <a:gd name="connsiteY3" fmla="*/ 0 h 153909"/>
              <a:gd name="connsiteX0" fmla="*/ 0 w 461262"/>
              <a:gd name="connsiteY0" fmla="*/ 168162 h 168162"/>
              <a:gd name="connsiteX1" fmla="*/ 153765 w 461262"/>
              <a:gd name="connsiteY1" fmla="*/ 105020 h 168162"/>
              <a:gd name="connsiteX2" fmla="*/ 346646 w 461262"/>
              <a:gd name="connsiteY2" fmla="*/ 35964 h 168162"/>
              <a:gd name="connsiteX3" fmla="*/ 461262 w 461262"/>
              <a:gd name="connsiteY3" fmla="*/ 0 h 168162"/>
              <a:gd name="connsiteX0" fmla="*/ 0 w 346646"/>
              <a:gd name="connsiteY0" fmla="*/ 132198 h 132198"/>
              <a:gd name="connsiteX1" fmla="*/ 153765 w 346646"/>
              <a:gd name="connsiteY1" fmla="*/ 69056 h 132198"/>
              <a:gd name="connsiteX2" fmla="*/ 346646 w 346646"/>
              <a:gd name="connsiteY2" fmla="*/ 0 h 132198"/>
            </a:gdLst>
            <a:ahLst/>
            <a:cxnLst>
              <a:cxn ang="0">
                <a:pos x="connsiteX0" y="connsiteY0"/>
              </a:cxn>
              <a:cxn ang="0">
                <a:pos x="connsiteX1" y="connsiteY1"/>
              </a:cxn>
              <a:cxn ang="0">
                <a:pos x="connsiteX2" y="connsiteY2"/>
              </a:cxn>
            </a:cxnLst>
            <a:rect l="l" t="t" r="r" b="b"/>
            <a:pathLst>
              <a:path w="346646" h="132198">
                <a:moveTo>
                  <a:pt x="0" y="132198"/>
                </a:moveTo>
                <a:cubicBezTo>
                  <a:pt x="30162" y="120292"/>
                  <a:pt x="95991" y="91089"/>
                  <a:pt x="153765" y="69056"/>
                </a:cubicBezTo>
                <a:cubicBezTo>
                  <a:pt x="211539" y="47023"/>
                  <a:pt x="295397" y="17503"/>
                  <a:pt x="346646" y="0"/>
                </a:cubicBezTo>
              </a:path>
            </a:pathLst>
          </a:custGeom>
          <a:noFill/>
          <a:ln w="19050" cap="flat" cmpd="sng" algn="ctr">
            <a:solidFill>
              <a:srgbClr val="0000F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grpSp>
        <p:nvGrpSpPr>
          <p:cNvPr id="107" name="Group 2438"/>
          <p:cNvGrpSpPr>
            <a:grpSpLocks/>
          </p:cNvGrpSpPr>
          <p:nvPr/>
        </p:nvGrpSpPr>
        <p:grpSpPr bwMode="auto">
          <a:xfrm rot="20169434" flipH="1">
            <a:off x="1342260" y="3952918"/>
            <a:ext cx="326203" cy="254938"/>
            <a:chOff x="355" y="513"/>
            <a:chExt cx="204" cy="175"/>
          </a:xfrm>
        </p:grpSpPr>
        <p:sp>
          <p:nvSpPr>
            <p:cNvPr id="108" name="AutoShape 2439"/>
            <p:cNvSpPr>
              <a:spLocks noChangeArrowheads="1"/>
            </p:cNvSpPr>
            <p:nvPr/>
          </p:nvSpPr>
          <p:spPr bwMode="auto">
            <a:xfrm flipV="1">
              <a:off x="420" y="513"/>
              <a:ext cx="94" cy="78"/>
            </a:xfrm>
            <a:prstGeom prst="triangle">
              <a:avLst>
                <a:gd name="adj" fmla="val 50000"/>
              </a:avLst>
            </a:prstGeom>
            <a:noFill/>
            <a:ln w="63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 name="Line 2440"/>
            <p:cNvSpPr>
              <a:spLocks noChangeShapeType="1"/>
            </p:cNvSpPr>
            <p:nvPr/>
          </p:nvSpPr>
          <p:spPr bwMode="auto">
            <a:xfrm>
              <a:off x="355" y="626"/>
              <a:ext cx="90" cy="0"/>
            </a:xfrm>
            <a:prstGeom prst="line">
              <a:avLst/>
            </a:prstGeom>
            <a:noFill/>
            <a:ln w="63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0" name="Line 2441"/>
            <p:cNvSpPr>
              <a:spLocks noChangeShapeType="1"/>
            </p:cNvSpPr>
            <p:nvPr/>
          </p:nvSpPr>
          <p:spPr bwMode="auto">
            <a:xfrm>
              <a:off x="469" y="626"/>
              <a:ext cx="90" cy="0"/>
            </a:xfrm>
            <a:prstGeom prst="line">
              <a:avLst/>
            </a:prstGeom>
            <a:noFill/>
            <a:ln w="63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1" name="Line 2442"/>
            <p:cNvSpPr>
              <a:spLocks noChangeShapeType="1"/>
            </p:cNvSpPr>
            <p:nvPr/>
          </p:nvSpPr>
          <p:spPr bwMode="auto">
            <a:xfrm>
              <a:off x="409" y="657"/>
              <a:ext cx="116" cy="0"/>
            </a:xfrm>
            <a:prstGeom prst="line">
              <a:avLst/>
            </a:prstGeom>
            <a:noFill/>
            <a:ln w="63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2" name="Line 2443"/>
            <p:cNvSpPr>
              <a:spLocks noChangeShapeType="1"/>
            </p:cNvSpPr>
            <p:nvPr/>
          </p:nvSpPr>
          <p:spPr bwMode="auto">
            <a:xfrm>
              <a:off x="453" y="688"/>
              <a:ext cx="40" cy="0"/>
            </a:xfrm>
            <a:prstGeom prst="line">
              <a:avLst/>
            </a:prstGeom>
            <a:noFill/>
            <a:ln w="63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13" name="矩形 112"/>
          <p:cNvSpPr/>
          <p:nvPr/>
        </p:nvSpPr>
        <p:spPr>
          <a:xfrm>
            <a:off x="315510" y="3701967"/>
            <a:ext cx="1030517" cy="480661"/>
          </a:xfrm>
          <a:prstGeom prst="rect">
            <a:avLst/>
          </a:prstGeom>
        </p:spPr>
        <p:txBody>
          <a:bodyPr wrap="none">
            <a:spAutoFit/>
          </a:bodyPr>
          <a:lstStyle/>
          <a:p>
            <a:pPr algn="ctr" eaLnBrk="1" hangingPunct="1">
              <a:spcBef>
                <a:spcPct val="20000"/>
              </a:spcBef>
            </a:pPr>
            <a:r>
              <a:rPr kumimoji="1" lang="zh-CN" altLang="en-US" sz="1600" b="1" dirty="0">
                <a:solidFill>
                  <a:srgbClr val="0000FF"/>
                </a:solidFill>
                <a:latin typeface="幼圆" panose="02010509060101010101" pitchFamily="49" charset="-122"/>
                <a:ea typeface="幼圆" panose="02010509060101010101" pitchFamily="49" charset="-122"/>
              </a:rPr>
              <a:t>浸润线</a:t>
            </a:r>
          </a:p>
        </p:txBody>
      </p:sp>
      <p:grpSp>
        <p:nvGrpSpPr>
          <p:cNvPr id="70" name="组合 69"/>
          <p:cNvGrpSpPr/>
          <p:nvPr/>
        </p:nvGrpSpPr>
        <p:grpSpPr>
          <a:xfrm>
            <a:off x="449691" y="3641271"/>
            <a:ext cx="3522020" cy="2081502"/>
            <a:chOff x="449691" y="3641271"/>
            <a:chExt cx="3522020" cy="2081502"/>
          </a:xfrm>
        </p:grpSpPr>
        <p:grpSp>
          <p:nvGrpSpPr>
            <p:cNvPr id="13" name="组合 12"/>
            <p:cNvGrpSpPr/>
            <p:nvPr/>
          </p:nvGrpSpPr>
          <p:grpSpPr>
            <a:xfrm>
              <a:off x="2140145" y="3641271"/>
              <a:ext cx="1165619" cy="1575105"/>
              <a:chOff x="2140145" y="3641271"/>
              <a:chExt cx="1165619" cy="1575105"/>
            </a:xfrm>
          </p:grpSpPr>
          <p:sp>
            <p:nvSpPr>
              <p:cNvPr id="114" name="任意多边形 113"/>
              <p:cNvSpPr/>
              <p:nvPr/>
            </p:nvSpPr>
            <p:spPr bwMode="auto">
              <a:xfrm>
                <a:off x="2157040" y="4011080"/>
                <a:ext cx="1148724" cy="1205296"/>
              </a:xfrm>
              <a:custGeom>
                <a:avLst/>
                <a:gdLst>
                  <a:gd name="connsiteX0" fmla="*/ 41275 w 1123950"/>
                  <a:gd name="connsiteY0" fmla="*/ 714375 h 763588"/>
                  <a:gd name="connsiteX1" fmla="*/ 1066800 w 1123950"/>
                  <a:gd name="connsiteY1" fmla="*/ 714375 h 763588"/>
                  <a:gd name="connsiteX2" fmla="*/ 1066800 w 1123950"/>
                  <a:gd name="connsiteY2" fmla="*/ 0 h 763588"/>
                  <a:gd name="connsiteX3" fmla="*/ 1123950 w 1123950"/>
                  <a:gd name="connsiteY3" fmla="*/ 0 h 763588"/>
                  <a:gd name="connsiteX4" fmla="*/ 1123950 w 1123950"/>
                  <a:gd name="connsiteY4" fmla="*/ 763588 h 763588"/>
                  <a:gd name="connsiteX5" fmla="*/ 0 w 1123950"/>
                  <a:gd name="connsiteY5" fmla="*/ 763588 h 763588"/>
                  <a:gd name="connsiteX6" fmla="*/ 41275 w 1123950"/>
                  <a:gd name="connsiteY6" fmla="*/ 714375 h 763588"/>
                  <a:gd name="connsiteX0" fmla="*/ 41275 w 1123950"/>
                  <a:gd name="connsiteY0" fmla="*/ 714375 h 763588"/>
                  <a:gd name="connsiteX1" fmla="*/ 1066800 w 1123950"/>
                  <a:gd name="connsiteY1" fmla="*/ 714375 h 763588"/>
                  <a:gd name="connsiteX2" fmla="*/ 1064419 w 1123950"/>
                  <a:gd name="connsiteY2" fmla="*/ 142875 h 763588"/>
                  <a:gd name="connsiteX3" fmla="*/ 1123950 w 1123950"/>
                  <a:gd name="connsiteY3" fmla="*/ 0 h 763588"/>
                  <a:gd name="connsiteX4" fmla="*/ 1123950 w 1123950"/>
                  <a:gd name="connsiteY4" fmla="*/ 763588 h 763588"/>
                  <a:gd name="connsiteX5" fmla="*/ 0 w 1123950"/>
                  <a:gd name="connsiteY5" fmla="*/ 763588 h 763588"/>
                  <a:gd name="connsiteX6" fmla="*/ 41275 w 1123950"/>
                  <a:gd name="connsiteY6" fmla="*/ 714375 h 763588"/>
                  <a:gd name="connsiteX0" fmla="*/ 41275 w 1128713"/>
                  <a:gd name="connsiteY0" fmla="*/ 585787 h 635000"/>
                  <a:gd name="connsiteX1" fmla="*/ 1066800 w 1128713"/>
                  <a:gd name="connsiteY1" fmla="*/ 585787 h 635000"/>
                  <a:gd name="connsiteX2" fmla="*/ 1064419 w 1128713"/>
                  <a:gd name="connsiteY2" fmla="*/ 14287 h 635000"/>
                  <a:gd name="connsiteX3" fmla="*/ 1128713 w 1128713"/>
                  <a:gd name="connsiteY3" fmla="*/ 0 h 635000"/>
                  <a:gd name="connsiteX4" fmla="*/ 1123950 w 1128713"/>
                  <a:gd name="connsiteY4" fmla="*/ 635000 h 635000"/>
                  <a:gd name="connsiteX5" fmla="*/ 0 w 1128713"/>
                  <a:gd name="connsiteY5" fmla="*/ 635000 h 635000"/>
                  <a:gd name="connsiteX6" fmla="*/ 41275 w 1128713"/>
                  <a:gd name="connsiteY6" fmla="*/ 585787 h 635000"/>
                  <a:gd name="connsiteX0" fmla="*/ 41275 w 1128713"/>
                  <a:gd name="connsiteY0" fmla="*/ 585787 h 635000"/>
                  <a:gd name="connsiteX1" fmla="*/ 1066800 w 1128713"/>
                  <a:gd name="connsiteY1" fmla="*/ 585787 h 635000"/>
                  <a:gd name="connsiteX2" fmla="*/ 1064419 w 1128713"/>
                  <a:gd name="connsiteY2" fmla="*/ 4762 h 635000"/>
                  <a:gd name="connsiteX3" fmla="*/ 1128713 w 1128713"/>
                  <a:gd name="connsiteY3" fmla="*/ 0 h 635000"/>
                  <a:gd name="connsiteX4" fmla="*/ 1123950 w 1128713"/>
                  <a:gd name="connsiteY4" fmla="*/ 635000 h 635000"/>
                  <a:gd name="connsiteX5" fmla="*/ 0 w 1128713"/>
                  <a:gd name="connsiteY5" fmla="*/ 635000 h 635000"/>
                  <a:gd name="connsiteX6" fmla="*/ 41275 w 1128713"/>
                  <a:gd name="connsiteY6" fmla="*/ 585787 h 635000"/>
                  <a:gd name="connsiteX0" fmla="*/ 41275 w 1126332"/>
                  <a:gd name="connsiteY0" fmla="*/ 583406 h 632619"/>
                  <a:gd name="connsiteX1" fmla="*/ 1066800 w 1126332"/>
                  <a:gd name="connsiteY1" fmla="*/ 583406 h 632619"/>
                  <a:gd name="connsiteX2" fmla="*/ 1064419 w 1126332"/>
                  <a:gd name="connsiteY2" fmla="*/ 2381 h 632619"/>
                  <a:gd name="connsiteX3" fmla="*/ 1126332 w 1126332"/>
                  <a:gd name="connsiteY3" fmla="*/ 0 h 632619"/>
                  <a:gd name="connsiteX4" fmla="*/ 1123950 w 1126332"/>
                  <a:gd name="connsiteY4" fmla="*/ 632619 h 632619"/>
                  <a:gd name="connsiteX5" fmla="*/ 0 w 1126332"/>
                  <a:gd name="connsiteY5" fmla="*/ 632619 h 632619"/>
                  <a:gd name="connsiteX6" fmla="*/ 41275 w 1126332"/>
                  <a:gd name="connsiteY6" fmla="*/ 583406 h 632619"/>
                  <a:gd name="connsiteX0" fmla="*/ 41275 w 1126332"/>
                  <a:gd name="connsiteY0" fmla="*/ 583406 h 632619"/>
                  <a:gd name="connsiteX1" fmla="*/ 704850 w 1126332"/>
                  <a:gd name="connsiteY1" fmla="*/ 588169 h 632619"/>
                  <a:gd name="connsiteX2" fmla="*/ 1064419 w 1126332"/>
                  <a:gd name="connsiteY2" fmla="*/ 2381 h 632619"/>
                  <a:gd name="connsiteX3" fmla="*/ 1126332 w 1126332"/>
                  <a:gd name="connsiteY3" fmla="*/ 0 h 632619"/>
                  <a:gd name="connsiteX4" fmla="*/ 1123950 w 1126332"/>
                  <a:gd name="connsiteY4" fmla="*/ 632619 h 632619"/>
                  <a:gd name="connsiteX5" fmla="*/ 0 w 1126332"/>
                  <a:gd name="connsiteY5" fmla="*/ 632619 h 632619"/>
                  <a:gd name="connsiteX6" fmla="*/ 41275 w 1126332"/>
                  <a:gd name="connsiteY6" fmla="*/ 583406 h 632619"/>
                  <a:gd name="connsiteX0" fmla="*/ 41275 w 1126332"/>
                  <a:gd name="connsiteY0" fmla="*/ 583406 h 632619"/>
                  <a:gd name="connsiteX1" fmla="*/ 704850 w 1126332"/>
                  <a:gd name="connsiteY1" fmla="*/ 588169 h 632619"/>
                  <a:gd name="connsiteX2" fmla="*/ 692944 w 1126332"/>
                  <a:gd name="connsiteY2" fmla="*/ 2381 h 632619"/>
                  <a:gd name="connsiteX3" fmla="*/ 1126332 w 1126332"/>
                  <a:gd name="connsiteY3" fmla="*/ 0 h 632619"/>
                  <a:gd name="connsiteX4" fmla="*/ 1123950 w 1126332"/>
                  <a:gd name="connsiteY4" fmla="*/ 632619 h 632619"/>
                  <a:gd name="connsiteX5" fmla="*/ 0 w 1126332"/>
                  <a:gd name="connsiteY5" fmla="*/ 632619 h 632619"/>
                  <a:gd name="connsiteX6" fmla="*/ 41275 w 1126332"/>
                  <a:gd name="connsiteY6" fmla="*/ 583406 h 632619"/>
                  <a:gd name="connsiteX0" fmla="*/ 41275 w 1123955"/>
                  <a:gd name="connsiteY0" fmla="*/ 581025 h 630238"/>
                  <a:gd name="connsiteX1" fmla="*/ 704850 w 1123955"/>
                  <a:gd name="connsiteY1" fmla="*/ 585788 h 630238"/>
                  <a:gd name="connsiteX2" fmla="*/ 692944 w 1123955"/>
                  <a:gd name="connsiteY2" fmla="*/ 0 h 630238"/>
                  <a:gd name="connsiteX3" fmla="*/ 757238 w 1123955"/>
                  <a:gd name="connsiteY3" fmla="*/ 0 h 630238"/>
                  <a:gd name="connsiteX4" fmla="*/ 1123950 w 1123955"/>
                  <a:gd name="connsiteY4" fmla="*/ 630238 h 630238"/>
                  <a:gd name="connsiteX5" fmla="*/ 0 w 1123955"/>
                  <a:gd name="connsiteY5" fmla="*/ 630238 h 630238"/>
                  <a:gd name="connsiteX6" fmla="*/ 41275 w 1123955"/>
                  <a:gd name="connsiteY6" fmla="*/ 581025 h 630238"/>
                  <a:gd name="connsiteX0" fmla="*/ 41275 w 762211"/>
                  <a:gd name="connsiteY0" fmla="*/ 581025 h 630238"/>
                  <a:gd name="connsiteX1" fmla="*/ 704850 w 762211"/>
                  <a:gd name="connsiteY1" fmla="*/ 585788 h 630238"/>
                  <a:gd name="connsiteX2" fmla="*/ 692944 w 762211"/>
                  <a:gd name="connsiteY2" fmla="*/ 0 h 630238"/>
                  <a:gd name="connsiteX3" fmla="*/ 757238 w 762211"/>
                  <a:gd name="connsiteY3" fmla="*/ 0 h 630238"/>
                  <a:gd name="connsiteX4" fmla="*/ 762000 w 762211"/>
                  <a:gd name="connsiteY4" fmla="*/ 623095 h 630238"/>
                  <a:gd name="connsiteX5" fmla="*/ 0 w 762211"/>
                  <a:gd name="connsiteY5" fmla="*/ 630238 h 630238"/>
                  <a:gd name="connsiteX6" fmla="*/ 41275 w 762211"/>
                  <a:gd name="connsiteY6" fmla="*/ 581025 h 630238"/>
                  <a:gd name="connsiteX0" fmla="*/ 41275 w 762211"/>
                  <a:gd name="connsiteY0" fmla="*/ 581025 h 630238"/>
                  <a:gd name="connsiteX1" fmla="*/ 695325 w 762211"/>
                  <a:gd name="connsiteY1" fmla="*/ 573882 h 630238"/>
                  <a:gd name="connsiteX2" fmla="*/ 692944 w 762211"/>
                  <a:gd name="connsiteY2" fmla="*/ 0 h 630238"/>
                  <a:gd name="connsiteX3" fmla="*/ 757238 w 762211"/>
                  <a:gd name="connsiteY3" fmla="*/ 0 h 630238"/>
                  <a:gd name="connsiteX4" fmla="*/ 762000 w 762211"/>
                  <a:gd name="connsiteY4" fmla="*/ 623095 h 630238"/>
                  <a:gd name="connsiteX5" fmla="*/ 0 w 762211"/>
                  <a:gd name="connsiteY5" fmla="*/ 630238 h 630238"/>
                  <a:gd name="connsiteX6" fmla="*/ 41275 w 762211"/>
                  <a:gd name="connsiteY6" fmla="*/ 581025 h 630238"/>
                  <a:gd name="connsiteX0" fmla="*/ 35817 w 762211"/>
                  <a:gd name="connsiteY0" fmla="*/ 575568 h 630238"/>
                  <a:gd name="connsiteX1" fmla="*/ 695325 w 762211"/>
                  <a:gd name="connsiteY1" fmla="*/ 573882 h 630238"/>
                  <a:gd name="connsiteX2" fmla="*/ 692944 w 762211"/>
                  <a:gd name="connsiteY2" fmla="*/ 0 h 630238"/>
                  <a:gd name="connsiteX3" fmla="*/ 757238 w 762211"/>
                  <a:gd name="connsiteY3" fmla="*/ 0 h 630238"/>
                  <a:gd name="connsiteX4" fmla="*/ 762000 w 762211"/>
                  <a:gd name="connsiteY4" fmla="*/ 623095 h 630238"/>
                  <a:gd name="connsiteX5" fmla="*/ 0 w 762211"/>
                  <a:gd name="connsiteY5" fmla="*/ 630238 h 630238"/>
                  <a:gd name="connsiteX6" fmla="*/ 35817 w 762211"/>
                  <a:gd name="connsiteY6" fmla="*/ 575568 h 630238"/>
                  <a:gd name="connsiteX0" fmla="*/ 35817 w 757238"/>
                  <a:gd name="connsiteY0" fmla="*/ 575568 h 630238"/>
                  <a:gd name="connsiteX1" fmla="*/ 695325 w 757238"/>
                  <a:gd name="connsiteY1" fmla="*/ 573882 h 630238"/>
                  <a:gd name="connsiteX2" fmla="*/ 692944 w 757238"/>
                  <a:gd name="connsiteY2" fmla="*/ 0 h 630238"/>
                  <a:gd name="connsiteX3" fmla="*/ 757238 w 757238"/>
                  <a:gd name="connsiteY3" fmla="*/ 0 h 630238"/>
                  <a:gd name="connsiteX4" fmla="*/ 752621 w 757238"/>
                  <a:gd name="connsiteY4" fmla="*/ 621531 h 630238"/>
                  <a:gd name="connsiteX5" fmla="*/ 0 w 757238"/>
                  <a:gd name="connsiteY5" fmla="*/ 630238 h 630238"/>
                  <a:gd name="connsiteX6" fmla="*/ 35817 w 757238"/>
                  <a:gd name="connsiteY6" fmla="*/ 575568 h 630238"/>
                  <a:gd name="connsiteX0" fmla="*/ 35817 w 752832"/>
                  <a:gd name="connsiteY0" fmla="*/ 588074 h 642744"/>
                  <a:gd name="connsiteX1" fmla="*/ 695325 w 752832"/>
                  <a:gd name="connsiteY1" fmla="*/ 586388 h 642744"/>
                  <a:gd name="connsiteX2" fmla="*/ 692944 w 752832"/>
                  <a:gd name="connsiteY2" fmla="*/ 12506 h 642744"/>
                  <a:gd name="connsiteX3" fmla="*/ 747859 w 752832"/>
                  <a:gd name="connsiteY3" fmla="*/ 0 h 642744"/>
                  <a:gd name="connsiteX4" fmla="*/ 752621 w 752832"/>
                  <a:gd name="connsiteY4" fmla="*/ 634037 h 642744"/>
                  <a:gd name="connsiteX5" fmla="*/ 0 w 752832"/>
                  <a:gd name="connsiteY5" fmla="*/ 642744 h 642744"/>
                  <a:gd name="connsiteX6" fmla="*/ 35817 w 752832"/>
                  <a:gd name="connsiteY6" fmla="*/ 588074 h 642744"/>
                  <a:gd name="connsiteX0" fmla="*/ 35817 w 752832"/>
                  <a:gd name="connsiteY0" fmla="*/ 588074 h 642744"/>
                  <a:gd name="connsiteX1" fmla="*/ 695325 w 752832"/>
                  <a:gd name="connsiteY1" fmla="*/ 586388 h 642744"/>
                  <a:gd name="connsiteX2" fmla="*/ 692944 w 752832"/>
                  <a:gd name="connsiteY2" fmla="*/ 1563 h 642744"/>
                  <a:gd name="connsiteX3" fmla="*/ 747859 w 752832"/>
                  <a:gd name="connsiteY3" fmla="*/ 0 h 642744"/>
                  <a:gd name="connsiteX4" fmla="*/ 752621 w 752832"/>
                  <a:gd name="connsiteY4" fmla="*/ 634037 h 642744"/>
                  <a:gd name="connsiteX5" fmla="*/ 0 w 752832"/>
                  <a:gd name="connsiteY5" fmla="*/ 642744 h 642744"/>
                  <a:gd name="connsiteX6" fmla="*/ 35817 w 752832"/>
                  <a:gd name="connsiteY6" fmla="*/ 588074 h 642744"/>
                  <a:gd name="connsiteX0" fmla="*/ 35817 w 752832"/>
                  <a:gd name="connsiteY0" fmla="*/ 591201 h 645871"/>
                  <a:gd name="connsiteX1" fmla="*/ 695325 w 752832"/>
                  <a:gd name="connsiteY1" fmla="*/ 589515 h 645871"/>
                  <a:gd name="connsiteX2" fmla="*/ 692944 w 752832"/>
                  <a:gd name="connsiteY2" fmla="*/ 0 h 645871"/>
                  <a:gd name="connsiteX3" fmla="*/ 747859 w 752832"/>
                  <a:gd name="connsiteY3" fmla="*/ 3127 h 645871"/>
                  <a:gd name="connsiteX4" fmla="*/ 752621 w 752832"/>
                  <a:gd name="connsiteY4" fmla="*/ 637164 h 645871"/>
                  <a:gd name="connsiteX5" fmla="*/ 0 w 752832"/>
                  <a:gd name="connsiteY5" fmla="*/ 645871 h 645871"/>
                  <a:gd name="connsiteX6" fmla="*/ 35817 w 752832"/>
                  <a:gd name="connsiteY6" fmla="*/ 591201 h 645871"/>
                  <a:gd name="connsiteX0" fmla="*/ 35817 w 754112"/>
                  <a:gd name="connsiteY0" fmla="*/ 591201 h 645871"/>
                  <a:gd name="connsiteX1" fmla="*/ 695325 w 754112"/>
                  <a:gd name="connsiteY1" fmla="*/ 589515 h 645871"/>
                  <a:gd name="connsiteX2" fmla="*/ 692944 w 754112"/>
                  <a:gd name="connsiteY2" fmla="*/ 0 h 645871"/>
                  <a:gd name="connsiteX3" fmla="*/ 754112 w 754112"/>
                  <a:gd name="connsiteY3" fmla="*/ 3127 h 645871"/>
                  <a:gd name="connsiteX4" fmla="*/ 752621 w 754112"/>
                  <a:gd name="connsiteY4" fmla="*/ 637164 h 645871"/>
                  <a:gd name="connsiteX5" fmla="*/ 0 w 754112"/>
                  <a:gd name="connsiteY5" fmla="*/ 645871 h 645871"/>
                  <a:gd name="connsiteX6" fmla="*/ 35817 w 754112"/>
                  <a:gd name="connsiteY6" fmla="*/ 591201 h 645871"/>
                  <a:gd name="connsiteX0" fmla="*/ 35817 w 754112"/>
                  <a:gd name="connsiteY0" fmla="*/ 736581 h 791251"/>
                  <a:gd name="connsiteX1" fmla="*/ 695325 w 754112"/>
                  <a:gd name="connsiteY1" fmla="*/ 734895 h 791251"/>
                  <a:gd name="connsiteX2" fmla="*/ 692944 w 754112"/>
                  <a:gd name="connsiteY2" fmla="*/ 145380 h 791251"/>
                  <a:gd name="connsiteX3" fmla="*/ 754112 w 754112"/>
                  <a:gd name="connsiteY3" fmla="*/ 0 h 791251"/>
                  <a:gd name="connsiteX4" fmla="*/ 752621 w 754112"/>
                  <a:gd name="connsiteY4" fmla="*/ 782544 h 791251"/>
                  <a:gd name="connsiteX5" fmla="*/ 0 w 754112"/>
                  <a:gd name="connsiteY5" fmla="*/ 791251 h 791251"/>
                  <a:gd name="connsiteX6" fmla="*/ 35817 w 754112"/>
                  <a:gd name="connsiteY6" fmla="*/ 736581 h 791251"/>
                  <a:gd name="connsiteX0" fmla="*/ 35817 w 754112"/>
                  <a:gd name="connsiteY0" fmla="*/ 736581 h 791251"/>
                  <a:gd name="connsiteX1" fmla="*/ 695325 w 754112"/>
                  <a:gd name="connsiteY1" fmla="*/ 734895 h 791251"/>
                  <a:gd name="connsiteX2" fmla="*/ 699197 w 754112"/>
                  <a:gd name="connsiteY2" fmla="*/ 1562 h 791251"/>
                  <a:gd name="connsiteX3" fmla="*/ 754112 w 754112"/>
                  <a:gd name="connsiteY3" fmla="*/ 0 h 791251"/>
                  <a:gd name="connsiteX4" fmla="*/ 752621 w 754112"/>
                  <a:gd name="connsiteY4" fmla="*/ 782544 h 791251"/>
                  <a:gd name="connsiteX5" fmla="*/ 0 w 754112"/>
                  <a:gd name="connsiteY5" fmla="*/ 791251 h 791251"/>
                  <a:gd name="connsiteX6" fmla="*/ 35817 w 754112"/>
                  <a:gd name="connsiteY6" fmla="*/ 736581 h 7912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54112" h="791251">
                    <a:moveTo>
                      <a:pt x="35817" y="736581"/>
                    </a:moveTo>
                    <a:lnTo>
                      <a:pt x="695325" y="734895"/>
                    </a:lnTo>
                    <a:cubicBezTo>
                      <a:pt x="694531" y="544395"/>
                      <a:pt x="699991" y="192062"/>
                      <a:pt x="699197" y="1562"/>
                    </a:cubicBezTo>
                    <a:lnTo>
                      <a:pt x="754112" y="0"/>
                    </a:lnTo>
                    <a:cubicBezTo>
                      <a:pt x="752524" y="211667"/>
                      <a:pt x="754209" y="570877"/>
                      <a:pt x="752621" y="782544"/>
                    </a:cubicBezTo>
                    <a:lnTo>
                      <a:pt x="0" y="791251"/>
                    </a:lnTo>
                    <a:lnTo>
                      <a:pt x="35817" y="736581"/>
                    </a:lnTo>
                    <a:close/>
                  </a:path>
                </a:pathLst>
              </a:custGeom>
              <a:solidFill>
                <a:srgbClr val="3399FF"/>
              </a:solidFill>
              <a:ln w="12700" cap="flat" cmpd="sng" algn="ctr">
                <a:no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143" name="任意多边形 142"/>
              <p:cNvSpPr/>
              <p:nvPr/>
            </p:nvSpPr>
            <p:spPr bwMode="auto">
              <a:xfrm>
                <a:off x="2236297" y="3641271"/>
                <a:ext cx="983002" cy="1490825"/>
              </a:xfrm>
              <a:custGeom>
                <a:avLst/>
                <a:gdLst>
                  <a:gd name="connsiteX0" fmla="*/ 0 w 645319"/>
                  <a:gd name="connsiteY0" fmla="*/ 978694 h 978694"/>
                  <a:gd name="connsiteX1" fmla="*/ 645319 w 645319"/>
                  <a:gd name="connsiteY1" fmla="*/ 978694 h 978694"/>
                  <a:gd name="connsiteX2" fmla="*/ 645319 w 645319"/>
                  <a:gd name="connsiteY2" fmla="*/ 0 h 978694"/>
                </a:gdLst>
                <a:ahLst/>
                <a:cxnLst>
                  <a:cxn ang="0">
                    <a:pos x="connsiteX0" y="connsiteY0"/>
                  </a:cxn>
                  <a:cxn ang="0">
                    <a:pos x="connsiteX1" y="connsiteY1"/>
                  </a:cxn>
                  <a:cxn ang="0">
                    <a:pos x="connsiteX2" y="connsiteY2"/>
                  </a:cxn>
                </a:cxnLst>
                <a:rect l="l" t="t" r="r" b="b"/>
                <a:pathLst>
                  <a:path w="645319" h="978694">
                    <a:moveTo>
                      <a:pt x="0" y="978694"/>
                    </a:moveTo>
                    <a:lnTo>
                      <a:pt x="645319" y="978694"/>
                    </a:lnTo>
                    <a:lnTo>
                      <a:pt x="645319" y="0"/>
                    </a:lnTo>
                  </a:path>
                </a:pathLst>
              </a:cu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cxnSp>
            <p:nvCxnSpPr>
              <p:cNvPr id="132" name="直接连接符 131"/>
              <p:cNvCxnSpPr/>
              <p:nvPr/>
            </p:nvCxnSpPr>
            <p:spPr bwMode="auto">
              <a:xfrm>
                <a:off x="3221718" y="4016844"/>
                <a:ext cx="80359" cy="0"/>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3" name="直接连接符 132"/>
              <p:cNvCxnSpPr/>
              <p:nvPr/>
            </p:nvCxnSpPr>
            <p:spPr bwMode="auto">
              <a:xfrm>
                <a:off x="3224137" y="4050693"/>
                <a:ext cx="62873" cy="0"/>
              </a:xfrm>
              <a:prstGeom prst="line">
                <a:avLst/>
              </a:prstGeom>
              <a:noFill/>
              <a:ln w="63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4" name="直接连接符 133"/>
              <p:cNvCxnSpPr/>
              <p:nvPr/>
            </p:nvCxnSpPr>
            <p:spPr bwMode="auto">
              <a:xfrm>
                <a:off x="3226556" y="4084542"/>
                <a:ext cx="62873" cy="0"/>
              </a:xfrm>
              <a:prstGeom prst="line">
                <a:avLst/>
              </a:prstGeom>
              <a:noFill/>
              <a:ln w="63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4" name="任意多边形 143"/>
              <p:cNvSpPr/>
              <p:nvPr/>
            </p:nvSpPr>
            <p:spPr bwMode="auto">
              <a:xfrm>
                <a:off x="2140145" y="3652154"/>
                <a:ext cx="1164368" cy="1552489"/>
              </a:xfrm>
              <a:custGeom>
                <a:avLst/>
                <a:gdLst>
                  <a:gd name="connsiteX0" fmla="*/ 0 w 764382"/>
                  <a:gd name="connsiteY0" fmla="*/ 1019175 h 1019175"/>
                  <a:gd name="connsiteX1" fmla="*/ 764382 w 764382"/>
                  <a:gd name="connsiteY1" fmla="*/ 1019175 h 1019175"/>
                  <a:gd name="connsiteX2" fmla="*/ 764382 w 764382"/>
                  <a:gd name="connsiteY2" fmla="*/ 0 h 1019175"/>
                </a:gdLst>
                <a:ahLst/>
                <a:cxnLst>
                  <a:cxn ang="0">
                    <a:pos x="connsiteX0" y="connsiteY0"/>
                  </a:cxn>
                  <a:cxn ang="0">
                    <a:pos x="connsiteX1" y="connsiteY1"/>
                  </a:cxn>
                  <a:cxn ang="0">
                    <a:pos x="connsiteX2" y="connsiteY2"/>
                  </a:cxn>
                </a:cxnLst>
                <a:rect l="l" t="t" r="r" b="b"/>
                <a:pathLst>
                  <a:path w="764382" h="1019175">
                    <a:moveTo>
                      <a:pt x="0" y="1019175"/>
                    </a:moveTo>
                    <a:lnTo>
                      <a:pt x="764382" y="1019175"/>
                    </a:lnTo>
                    <a:lnTo>
                      <a:pt x="764382" y="0"/>
                    </a:lnTo>
                  </a:path>
                </a:pathLst>
              </a:cu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grpSp>
        <p:grpSp>
          <p:nvGrpSpPr>
            <p:cNvPr id="14" name="组合 13"/>
            <p:cNvGrpSpPr/>
            <p:nvPr/>
          </p:nvGrpSpPr>
          <p:grpSpPr>
            <a:xfrm>
              <a:off x="3430966" y="4016253"/>
              <a:ext cx="540745" cy="833948"/>
              <a:chOff x="3430966" y="4016253"/>
              <a:chExt cx="540745" cy="833948"/>
            </a:xfrm>
          </p:grpSpPr>
          <p:cxnSp>
            <p:nvCxnSpPr>
              <p:cNvPr id="118" name="直接连接符 117"/>
              <p:cNvCxnSpPr/>
              <p:nvPr/>
            </p:nvCxnSpPr>
            <p:spPr bwMode="auto">
              <a:xfrm rot="16200000">
                <a:off x="3597886" y="4700276"/>
                <a:ext cx="0" cy="299850"/>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9" name="直接连接符 118"/>
              <p:cNvCxnSpPr/>
              <p:nvPr/>
            </p:nvCxnSpPr>
            <p:spPr bwMode="auto">
              <a:xfrm rot="16200000">
                <a:off x="3580891" y="3866328"/>
                <a:ext cx="0" cy="299850"/>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0" name="直接箭头连接符 119"/>
              <p:cNvCxnSpPr/>
              <p:nvPr/>
            </p:nvCxnSpPr>
            <p:spPr bwMode="auto">
              <a:xfrm flipV="1">
                <a:off x="3588178" y="4025651"/>
                <a:ext cx="0" cy="818803"/>
              </a:xfrm>
              <a:prstGeom prst="straightConnector1">
                <a:avLst/>
              </a:prstGeom>
              <a:noFill/>
              <a:ln w="12700" cap="flat" cmpd="sng" algn="ctr">
                <a:solidFill>
                  <a:schemeClr val="tx1"/>
                </a:solidFill>
                <a:prstDash val="solid"/>
                <a:round/>
                <a:headEnd type="triangl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21" name="Text Box 2450"/>
              <p:cNvSpPr txBox="1">
                <a:spLocks noChangeArrowheads="1"/>
              </p:cNvSpPr>
              <p:nvPr/>
            </p:nvSpPr>
            <p:spPr bwMode="auto">
              <a:xfrm>
                <a:off x="3572243" y="4222300"/>
                <a:ext cx="399468" cy="385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800" b="1" i="1" dirty="0" err="1" smtClean="0">
                    <a:solidFill>
                      <a:srgbClr val="C00000"/>
                    </a:solidFill>
                  </a:rPr>
                  <a:t>h</a:t>
                </a:r>
                <a:r>
                  <a:rPr kumimoji="1" lang="en-US" altLang="zh-CN" sz="1800" b="1" i="1" baseline="-25000" dirty="0" err="1" smtClean="0">
                    <a:solidFill>
                      <a:srgbClr val="C00000"/>
                    </a:solidFill>
                  </a:rPr>
                  <a:t>t</a:t>
                </a:r>
                <a:r>
                  <a:rPr kumimoji="1" lang="en-US" altLang="zh-CN" sz="1800" b="1" baseline="-25000" dirty="0" err="1" smtClean="0">
                    <a:solidFill>
                      <a:srgbClr val="C00000"/>
                    </a:solidFill>
                  </a:rPr>
                  <a:t>i</a:t>
                </a:r>
                <a:endParaRPr kumimoji="1" lang="en-US" altLang="zh-CN" sz="1800" b="1" baseline="-25000" dirty="0">
                  <a:solidFill>
                    <a:srgbClr val="C00000"/>
                  </a:solidFill>
                </a:endParaRPr>
              </a:p>
            </p:txBody>
          </p:sp>
        </p:grpSp>
        <p:sp>
          <p:nvSpPr>
            <p:cNvPr id="131" name="Text Box 2450"/>
            <p:cNvSpPr txBox="1">
              <a:spLocks noChangeArrowheads="1"/>
            </p:cNvSpPr>
            <p:nvPr/>
          </p:nvSpPr>
          <p:spPr bwMode="auto">
            <a:xfrm>
              <a:off x="2234076" y="5338244"/>
              <a:ext cx="915635" cy="3845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800" b="1" i="1" dirty="0" err="1" smtClean="0">
                  <a:solidFill>
                    <a:srgbClr val="C00000"/>
                  </a:solidFill>
                </a:rPr>
                <a:t>u</a:t>
              </a:r>
              <a:r>
                <a:rPr kumimoji="1" lang="en-US" altLang="zh-CN" sz="1800" b="1" baseline="-25000" dirty="0" err="1" smtClean="0">
                  <a:solidFill>
                    <a:srgbClr val="C00000"/>
                  </a:solidFill>
                </a:rPr>
                <a:t>i</a:t>
              </a:r>
              <a:r>
                <a:rPr kumimoji="1" lang="en-US" altLang="zh-CN" sz="1800" b="1" i="1" dirty="0" smtClean="0">
                  <a:solidFill>
                    <a:srgbClr val="C00000"/>
                  </a:solidFill>
                </a:rPr>
                <a:t>=</a:t>
              </a:r>
              <a:r>
                <a:rPr kumimoji="1" lang="en-US" altLang="zh-CN" sz="1800" b="1" i="1" dirty="0" smtClean="0">
                  <a:solidFill>
                    <a:srgbClr val="C00000"/>
                  </a:solidFill>
                  <a:sym typeface="Symbol"/>
                </a:rPr>
                <a:t></a:t>
              </a:r>
              <a:r>
                <a:rPr kumimoji="1" lang="en-US" altLang="zh-CN" sz="1800" b="1" baseline="-25000" dirty="0" err="1" smtClean="0">
                  <a:solidFill>
                    <a:srgbClr val="C00000"/>
                  </a:solidFill>
                  <a:sym typeface="Symbol"/>
                </a:rPr>
                <a:t>w</a:t>
              </a:r>
              <a:r>
                <a:rPr kumimoji="1" lang="en-US" altLang="zh-CN" sz="1800" b="1" i="1" dirty="0" err="1" smtClean="0">
                  <a:solidFill>
                    <a:srgbClr val="C00000"/>
                  </a:solidFill>
                  <a:sym typeface="Symbol"/>
                </a:rPr>
                <a:t>h</a:t>
              </a:r>
              <a:r>
                <a:rPr kumimoji="1" lang="en-US" altLang="zh-CN" sz="1800" b="1" baseline="-25000" dirty="0" err="1" smtClean="0">
                  <a:solidFill>
                    <a:srgbClr val="C00000"/>
                  </a:solidFill>
                  <a:sym typeface="Symbol"/>
                </a:rPr>
                <a:t>ti</a:t>
              </a:r>
              <a:endParaRPr kumimoji="1" lang="en-US" altLang="zh-CN" sz="1800" b="1" baseline="-25000" dirty="0">
                <a:solidFill>
                  <a:srgbClr val="C00000"/>
                </a:solidFill>
              </a:endParaRPr>
            </a:p>
          </p:txBody>
        </p:sp>
        <p:cxnSp>
          <p:nvCxnSpPr>
            <p:cNvPr id="140" name="直接连接符 139"/>
            <p:cNvCxnSpPr/>
            <p:nvPr/>
          </p:nvCxnSpPr>
          <p:spPr bwMode="auto">
            <a:xfrm>
              <a:off x="1686133" y="4013712"/>
              <a:ext cx="1492119" cy="0"/>
            </a:xfrm>
            <a:prstGeom prst="line">
              <a:avLst/>
            </a:prstGeom>
            <a:noFill/>
            <a:ln w="9525" cap="flat" cmpd="sng" algn="ctr">
              <a:solidFill>
                <a:srgbClr val="C00000"/>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67" name="组合 66"/>
            <p:cNvGrpSpPr/>
            <p:nvPr/>
          </p:nvGrpSpPr>
          <p:grpSpPr>
            <a:xfrm>
              <a:off x="449691" y="3998720"/>
              <a:ext cx="1674810" cy="1211906"/>
              <a:chOff x="449691" y="3998720"/>
              <a:chExt cx="1674810" cy="1211906"/>
            </a:xfrm>
          </p:grpSpPr>
          <p:sp>
            <p:nvSpPr>
              <p:cNvPr id="105" name="任意多边形 104"/>
              <p:cNvSpPr/>
              <p:nvPr/>
            </p:nvSpPr>
            <p:spPr bwMode="auto">
              <a:xfrm>
                <a:off x="1642935" y="3998720"/>
                <a:ext cx="481566" cy="1211906"/>
              </a:xfrm>
              <a:custGeom>
                <a:avLst/>
                <a:gdLst>
                  <a:gd name="connsiteX0" fmla="*/ 0 w 347662"/>
                  <a:gd name="connsiteY0" fmla="*/ 0 h 778669"/>
                  <a:gd name="connsiteX1" fmla="*/ 78581 w 347662"/>
                  <a:gd name="connsiteY1" fmla="*/ 126206 h 778669"/>
                  <a:gd name="connsiteX2" fmla="*/ 214312 w 347662"/>
                  <a:gd name="connsiteY2" fmla="*/ 419100 h 778669"/>
                  <a:gd name="connsiteX3" fmla="*/ 319087 w 347662"/>
                  <a:gd name="connsiteY3" fmla="*/ 685800 h 778669"/>
                  <a:gd name="connsiteX4" fmla="*/ 347662 w 347662"/>
                  <a:gd name="connsiteY4" fmla="*/ 778669 h 778669"/>
                  <a:gd name="connsiteX0" fmla="*/ 0 w 319087"/>
                  <a:gd name="connsiteY0" fmla="*/ 0 h 685800"/>
                  <a:gd name="connsiteX1" fmla="*/ 78581 w 319087"/>
                  <a:gd name="connsiteY1" fmla="*/ 126206 h 685800"/>
                  <a:gd name="connsiteX2" fmla="*/ 214312 w 319087"/>
                  <a:gd name="connsiteY2" fmla="*/ 419100 h 685800"/>
                  <a:gd name="connsiteX3" fmla="*/ 319087 w 319087"/>
                  <a:gd name="connsiteY3" fmla="*/ 685800 h 685800"/>
                  <a:gd name="connsiteX0" fmla="*/ 0 w 295274"/>
                  <a:gd name="connsiteY0" fmla="*/ 0 h 621506"/>
                  <a:gd name="connsiteX1" fmla="*/ 78581 w 295274"/>
                  <a:gd name="connsiteY1" fmla="*/ 126206 h 621506"/>
                  <a:gd name="connsiteX2" fmla="*/ 214312 w 295274"/>
                  <a:gd name="connsiteY2" fmla="*/ 419100 h 621506"/>
                  <a:gd name="connsiteX3" fmla="*/ 295274 w 295274"/>
                  <a:gd name="connsiteY3" fmla="*/ 621506 h 621506"/>
                  <a:gd name="connsiteX0" fmla="*/ 0 w 295274"/>
                  <a:gd name="connsiteY0" fmla="*/ 0 h 621506"/>
                  <a:gd name="connsiteX1" fmla="*/ 73819 w 295274"/>
                  <a:gd name="connsiteY1" fmla="*/ 126206 h 621506"/>
                  <a:gd name="connsiteX2" fmla="*/ 214312 w 295274"/>
                  <a:gd name="connsiteY2" fmla="*/ 419100 h 621506"/>
                  <a:gd name="connsiteX3" fmla="*/ 295274 w 295274"/>
                  <a:gd name="connsiteY3" fmla="*/ 621506 h 621506"/>
                </a:gdLst>
                <a:ahLst/>
                <a:cxnLst>
                  <a:cxn ang="0">
                    <a:pos x="connsiteX0" y="connsiteY0"/>
                  </a:cxn>
                  <a:cxn ang="0">
                    <a:pos x="connsiteX1" y="connsiteY1"/>
                  </a:cxn>
                  <a:cxn ang="0">
                    <a:pos x="connsiteX2" y="connsiteY2"/>
                  </a:cxn>
                  <a:cxn ang="0">
                    <a:pos x="connsiteX3" y="connsiteY3"/>
                  </a:cxn>
                </a:cxnLst>
                <a:rect l="l" t="t" r="r" b="b"/>
                <a:pathLst>
                  <a:path w="295274" h="621506">
                    <a:moveTo>
                      <a:pt x="0" y="0"/>
                    </a:moveTo>
                    <a:lnTo>
                      <a:pt x="73819" y="126206"/>
                    </a:lnTo>
                    <a:lnTo>
                      <a:pt x="214312" y="419100"/>
                    </a:lnTo>
                    <a:lnTo>
                      <a:pt x="295274" y="621506"/>
                    </a:lnTo>
                  </a:path>
                </a:pathLst>
              </a:custGeom>
              <a:noFill/>
              <a:ln w="19050" cap="flat" cmpd="sng" algn="ctr">
                <a:solidFill>
                  <a:srgbClr val="CC0066"/>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146" name="矩形 145"/>
              <p:cNvSpPr/>
              <p:nvPr/>
            </p:nvSpPr>
            <p:spPr>
              <a:xfrm>
                <a:off x="449691" y="4251830"/>
                <a:ext cx="975539" cy="375487"/>
              </a:xfrm>
              <a:prstGeom prst="rect">
                <a:avLst/>
              </a:prstGeom>
            </p:spPr>
            <p:txBody>
              <a:bodyPr wrap="square">
                <a:spAutoFit/>
              </a:bodyPr>
              <a:lstStyle/>
              <a:p>
                <a:pPr algn="ctr" eaLnBrk="1" hangingPunct="1">
                  <a:spcBef>
                    <a:spcPct val="20000"/>
                  </a:spcBef>
                </a:pPr>
                <a:r>
                  <a:rPr kumimoji="1" lang="zh-CN" altLang="en-US" sz="1600" b="1" dirty="0">
                    <a:solidFill>
                      <a:srgbClr val="CC0066"/>
                    </a:solidFill>
                    <a:latin typeface="幼圆" panose="02010509060101010101" pitchFamily="49" charset="-122"/>
                    <a:ea typeface="幼圆" panose="02010509060101010101" pitchFamily="49" charset="-122"/>
                  </a:rPr>
                  <a:t>等势线</a:t>
                </a:r>
              </a:p>
            </p:txBody>
          </p:sp>
          <p:cxnSp>
            <p:nvCxnSpPr>
              <p:cNvPr id="149" name="直接连接符 148"/>
              <p:cNvCxnSpPr/>
              <p:nvPr/>
            </p:nvCxnSpPr>
            <p:spPr bwMode="auto">
              <a:xfrm flipH="1">
                <a:off x="1302546" y="4290709"/>
                <a:ext cx="442195" cy="160569"/>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cxnSp>
        <p:nvCxnSpPr>
          <p:cNvPr id="145" name="直接连接符 144"/>
          <p:cNvCxnSpPr/>
          <p:nvPr/>
        </p:nvCxnSpPr>
        <p:spPr bwMode="auto">
          <a:xfrm>
            <a:off x="1818639" y="3747311"/>
            <a:ext cx="0" cy="1568909"/>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4" name="组合 3"/>
          <p:cNvGrpSpPr/>
          <p:nvPr/>
        </p:nvGrpSpPr>
        <p:grpSpPr>
          <a:xfrm>
            <a:off x="300062" y="4727876"/>
            <a:ext cx="3054979" cy="462490"/>
            <a:chOff x="300062" y="4727876"/>
            <a:chExt cx="3054979" cy="462490"/>
          </a:xfrm>
        </p:grpSpPr>
        <p:cxnSp>
          <p:nvCxnSpPr>
            <p:cNvPr id="153" name="直接连接符 152"/>
            <p:cNvCxnSpPr/>
            <p:nvPr/>
          </p:nvCxnSpPr>
          <p:spPr bwMode="auto">
            <a:xfrm>
              <a:off x="1107172" y="4851344"/>
              <a:ext cx="2247869" cy="0"/>
            </a:xfrm>
            <a:prstGeom prst="line">
              <a:avLst/>
            </a:prstGeom>
            <a:noFill/>
            <a:ln w="12700" cap="flat" cmpd="sng" algn="ctr">
              <a:solidFill>
                <a:schemeClr val="tx1"/>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156" name="Group 2438"/>
            <p:cNvGrpSpPr>
              <a:grpSpLocks/>
            </p:cNvGrpSpPr>
            <p:nvPr/>
          </p:nvGrpSpPr>
          <p:grpSpPr bwMode="auto">
            <a:xfrm flipH="1">
              <a:off x="1353649" y="4727876"/>
              <a:ext cx="350299" cy="273771"/>
              <a:chOff x="355" y="513"/>
              <a:chExt cx="204" cy="175"/>
            </a:xfrm>
          </p:grpSpPr>
          <p:sp>
            <p:nvSpPr>
              <p:cNvPr id="157" name="AutoShape 2439"/>
              <p:cNvSpPr>
                <a:spLocks noChangeArrowheads="1"/>
              </p:cNvSpPr>
              <p:nvPr/>
            </p:nvSpPr>
            <p:spPr bwMode="auto">
              <a:xfrm flipV="1">
                <a:off x="420" y="513"/>
                <a:ext cx="94" cy="78"/>
              </a:xfrm>
              <a:prstGeom prst="triangle">
                <a:avLst>
                  <a:gd name="adj" fmla="val 50000"/>
                </a:avLst>
              </a:prstGeom>
              <a:noFill/>
              <a:ln w="9525">
                <a:solidFill>
                  <a:schemeClr val="tx1"/>
                </a:solidFill>
                <a:prstDash val="sysDash"/>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9" name="Line 2440"/>
              <p:cNvSpPr>
                <a:spLocks noChangeShapeType="1"/>
              </p:cNvSpPr>
              <p:nvPr/>
            </p:nvSpPr>
            <p:spPr bwMode="auto">
              <a:xfrm>
                <a:off x="355" y="626"/>
                <a:ext cx="90" cy="0"/>
              </a:xfrm>
              <a:prstGeom prst="line">
                <a:avLst/>
              </a:prstGeom>
              <a:noFill/>
              <a:ln w="9525">
                <a:solidFill>
                  <a:schemeClr val="tx1"/>
                </a:solidFill>
                <a:prstDash val="sys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1" name="Line 2441"/>
              <p:cNvSpPr>
                <a:spLocks noChangeShapeType="1"/>
              </p:cNvSpPr>
              <p:nvPr/>
            </p:nvSpPr>
            <p:spPr bwMode="auto">
              <a:xfrm>
                <a:off x="469" y="626"/>
                <a:ext cx="90" cy="0"/>
              </a:xfrm>
              <a:prstGeom prst="line">
                <a:avLst/>
              </a:prstGeom>
              <a:noFill/>
              <a:ln w="9525">
                <a:solidFill>
                  <a:schemeClr val="tx1"/>
                </a:solidFill>
                <a:prstDash val="sys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2" name="Line 2442"/>
              <p:cNvSpPr>
                <a:spLocks noChangeShapeType="1"/>
              </p:cNvSpPr>
              <p:nvPr/>
            </p:nvSpPr>
            <p:spPr bwMode="auto">
              <a:xfrm>
                <a:off x="409" y="657"/>
                <a:ext cx="116" cy="0"/>
              </a:xfrm>
              <a:prstGeom prst="line">
                <a:avLst/>
              </a:prstGeom>
              <a:noFill/>
              <a:ln w="9525">
                <a:solidFill>
                  <a:schemeClr val="tx1"/>
                </a:solidFill>
                <a:prstDash val="sys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3" name="Line 2443"/>
              <p:cNvSpPr>
                <a:spLocks noChangeShapeType="1"/>
              </p:cNvSpPr>
              <p:nvPr/>
            </p:nvSpPr>
            <p:spPr bwMode="auto">
              <a:xfrm>
                <a:off x="453" y="688"/>
                <a:ext cx="40" cy="0"/>
              </a:xfrm>
              <a:prstGeom prst="line">
                <a:avLst/>
              </a:prstGeom>
              <a:noFill/>
              <a:ln w="9525">
                <a:solidFill>
                  <a:schemeClr val="tx1"/>
                </a:solidFill>
                <a:prstDash val="sys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64" name="Text Box 53"/>
            <p:cNvSpPr txBox="1">
              <a:spLocks noChangeArrowheads="1"/>
            </p:cNvSpPr>
            <p:nvPr/>
          </p:nvSpPr>
          <p:spPr bwMode="auto">
            <a:xfrm>
              <a:off x="300062" y="4790256"/>
              <a:ext cx="109000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lnSpc>
                  <a:spcPct val="125000"/>
                </a:lnSpc>
              </a:pPr>
              <a:r>
                <a:rPr kumimoji="1" lang="zh-CN" altLang="en-US" sz="1600" b="1" dirty="0">
                  <a:solidFill>
                    <a:srgbClr val="000066"/>
                  </a:solidFill>
                  <a:latin typeface="幼圆" panose="02010509060101010101" pitchFamily="49" charset="-122"/>
                  <a:ea typeface="幼圆" panose="02010509060101010101" pitchFamily="49" charset="-122"/>
                </a:rPr>
                <a:t>下游水位</a:t>
              </a:r>
              <a:endParaRPr kumimoji="1" lang="zh-CN" altLang="en-US" sz="1600" b="1" baseline="-25000" dirty="0">
                <a:solidFill>
                  <a:srgbClr val="000066"/>
                </a:solidFill>
                <a:latin typeface="幼圆" panose="02010509060101010101" pitchFamily="49" charset="-122"/>
                <a:ea typeface="幼圆" panose="02010509060101010101" pitchFamily="49" charset="-122"/>
              </a:endParaRPr>
            </a:p>
          </p:txBody>
        </p:sp>
      </p:grpSp>
      <p:grpSp>
        <p:nvGrpSpPr>
          <p:cNvPr id="27" name="组合 26"/>
          <p:cNvGrpSpPr/>
          <p:nvPr/>
        </p:nvGrpSpPr>
        <p:grpSpPr>
          <a:xfrm>
            <a:off x="2058071" y="3412571"/>
            <a:ext cx="682057" cy="1799459"/>
            <a:chOff x="2058071" y="3412571"/>
            <a:chExt cx="682057" cy="1799459"/>
          </a:xfrm>
        </p:grpSpPr>
        <p:grpSp>
          <p:nvGrpSpPr>
            <p:cNvPr id="7" name="组合 6"/>
            <p:cNvGrpSpPr/>
            <p:nvPr/>
          </p:nvGrpSpPr>
          <p:grpSpPr>
            <a:xfrm>
              <a:off x="2074245" y="3412571"/>
              <a:ext cx="665883" cy="421946"/>
              <a:chOff x="2078729" y="3412571"/>
              <a:chExt cx="665883" cy="421946"/>
            </a:xfrm>
          </p:grpSpPr>
          <p:sp>
            <p:nvSpPr>
              <p:cNvPr id="152" name="Text Box 51"/>
              <p:cNvSpPr txBox="1">
                <a:spLocks noChangeArrowheads="1"/>
              </p:cNvSpPr>
              <p:nvPr/>
            </p:nvSpPr>
            <p:spPr bwMode="auto">
              <a:xfrm>
                <a:off x="2078729" y="3412571"/>
                <a:ext cx="665883" cy="406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lnSpc>
                    <a:spcPct val="125000"/>
                  </a:lnSpc>
                </a:pPr>
                <a:r>
                  <a:rPr kumimoji="1" lang="en-US" altLang="zh-CN" sz="1800" b="1" i="1" dirty="0" smtClean="0">
                    <a:solidFill>
                      <a:srgbClr val="C00000"/>
                    </a:solidFill>
                    <a:latin typeface="Times New Roman" panose="02020603050405020304" pitchFamily="18" charset="0"/>
                  </a:rPr>
                  <a:t>h</a:t>
                </a:r>
                <a:r>
                  <a:rPr kumimoji="1" lang="en-US" altLang="zh-CN" sz="1800" b="1" baseline="-25000" dirty="0" smtClean="0">
                    <a:solidFill>
                      <a:srgbClr val="C00000"/>
                    </a:solidFill>
                    <a:latin typeface="Times New Roman" panose="02020603050405020304" pitchFamily="18" charset="0"/>
                  </a:rPr>
                  <a:t>1i</a:t>
                </a:r>
                <a:endParaRPr kumimoji="1" lang="en-US" altLang="zh-CN" sz="1800" b="1" baseline="-25000" dirty="0">
                  <a:solidFill>
                    <a:srgbClr val="C00000"/>
                  </a:solidFill>
                  <a:latin typeface="Times New Roman" panose="02020603050405020304" pitchFamily="18" charset="0"/>
                </a:endParaRPr>
              </a:p>
            </p:txBody>
          </p:sp>
          <p:cxnSp>
            <p:nvCxnSpPr>
              <p:cNvPr id="165" name="直接箭头连接符 164"/>
              <p:cNvCxnSpPr/>
              <p:nvPr/>
            </p:nvCxnSpPr>
            <p:spPr bwMode="auto">
              <a:xfrm flipV="1">
                <a:off x="2126590" y="3564424"/>
                <a:ext cx="0" cy="270093"/>
              </a:xfrm>
              <a:prstGeom prst="straightConnector1">
                <a:avLst/>
              </a:prstGeom>
              <a:noFill/>
              <a:ln w="12700" cap="flat" cmpd="sng" algn="ctr">
                <a:solidFill>
                  <a:schemeClr val="tx1"/>
                </a:solidFill>
                <a:prstDash val="solid"/>
                <a:round/>
                <a:headEnd type="triangl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10" name="组合 9"/>
            <p:cNvGrpSpPr/>
            <p:nvPr/>
          </p:nvGrpSpPr>
          <p:grpSpPr>
            <a:xfrm>
              <a:off x="2059602" y="3814060"/>
              <a:ext cx="454282" cy="1034725"/>
              <a:chOff x="2059602" y="3814060"/>
              <a:chExt cx="454282" cy="1034725"/>
            </a:xfrm>
          </p:grpSpPr>
          <p:cxnSp>
            <p:nvCxnSpPr>
              <p:cNvPr id="155" name="直接箭头连接符 154"/>
              <p:cNvCxnSpPr/>
              <p:nvPr/>
            </p:nvCxnSpPr>
            <p:spPr bwMode="auto">
              <a:xfrm flipV="1">
                <a:off x="2124069" y="3814060"/>
                <a:ext cx="0" cy="1034725"/>
              </a:xfrm>
              <a:prstGeom prst="straightConnector1">
                <a:avLst/>
              </a:prstGeom>
              <a:noFill/>
              <a:ln w="12700" cap="flat" cmpd="sng" algn="ctr">
                <a:solidFill>
                  <a:schemeClr val="tx1"/>
                </a:solidFill>
                <a:prstDash val="solid"/>
                <a:round/>
                <a:headEnd type="triangl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66" name="Text Box 51"/>
              <p:cNvSpPr txBox="1">
                <a:spLocks noChangeArrowheads="1"/>
              </p:cNvSpPr>
              <p:nvPr/>
            </p:nvSpPr>
            <p:spPr bwMode="auto">
              <a:xfrm>
                <a:off x="2059602" y="4094626"/>
                <a:ext cx="454282" cy="406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lnSpc>
                    <a:spcPct val="125000"/>
                  </a:lnSpc>
                </a:pPr>
                <a:r>
                  <a:rPr kumimoji="1" lang="en-US" altLang="zh-CN" sz="1800" b="1" i="1" dirty="0" smtClean="0">
                    <a:solidFill>
                      <a:srgbClr val="C00000"/>
                    </a:solidFill>
                    <a:latin typeface="Times New Roman" panose="02020603050405020304" pitchFamily="18" charset="0"/>
                  </a:rPr>
                  <a:t>h</a:t>
                </a:r>
                <a:r>
                  <a:rPr kumimoji="1" lang="en-US" altLang="zh-CN" sz="1800" b="1" baseline="-25000" dirty="0" smtClean="0">
                    <a:solidFill>
                      <a:srgbClr val="C00000"/>
                    </a:solidFill>
                    <a:latin typeface="Times New Roman" panose="02020603050405020304" pitchFamily="18" charset="0"/>
                  </a:rPr>
                  <a:t>2i</a:t>
                </a:r>
                <a:endParaRPr kumimoji="1" lang="en-US" altLang="zh-CN" sz="1800" b="1" baseline="-25000" dirty="0">
                  <a:solidFill>
                    <a:srgbClr val="C00000"/>
                  </a:solidFill>
                  <a:latin typeface="Times New Roman" panose="02020603050405020304" pitchFamily="18" charset="0"/>
                </a:endParaRPr>
              </a:p>
            </p:txBody>
          </p:sp>
        </p:grpSp>
        <p:grpSp>
          <p:nvGrpSpPr>
            <p:cNvPr id="11" name="组合 10"/>
            <p:cNvGrpSpPr/>
            <p:nvPr/>
          </p:nvGrpSpPr>
          <p:grpSpPr>
            <a:xfrm>
              <a:off x="2058071" y="4746383"/>
              <a:ext cx="492244" cy="465647"/>
              <a:chOff x="2056467" y="4746383"/>
              <a:chExt cx="492244" cy="465647"/>
            </a:xfrm>
          </p:grpSpPr>
          <p:cxnSp>
            <p:nvCxnSpPr>
              <p:cNvPr id="151" name="直接箭头连接符 150"/>
              <p:cNvCxnSpPr/>
              <p:nvPr/>
            </p:nvCxnSpPr>
            <p:spPr bwMode="auto">
              <a:xfrm flipV="1">
                <a:off x="2120914" y="4845896"/>
                <a:ext cx="0" cy="366134"/>
              </a:xfrm>
              <a:prstGeom prst="straightConnector1">
                <a:avLst/>
              </a:prstGeom>
              <a:noFill/>
              <a:ln w="12700" cap="flat" cmpd="sng" algn="ctr">
                <a:solidFill>
                  <a:schemeClr val="tx1"/>
                </a:solidFill>
                <a:prstDash val="solid"/>
                <a:round/>
                <a:headEnd type="triangl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67" name="Text Box 51"/>
              <p:cNvSpPr txBox="1">
                <a:spLocks noChangeArrowheads="1"/>
              </p:cNvSpPr>
              <p:nvPr/>
            </p:nvSpPr>
            <p:spPr bwMode="auto">
              <a:xfrm>
                <a:off x="2056467" y="4746383"/>
                <a:ext cx="492244" cy="406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lnSpc>
                    <a:spcPct val="125000"/>
                  </a:lnSpc>
                </a:pPr>
                <a:r>
                  <a:rPr kumimoji="1" lang="en-US" altLang="zh-CN" sz="1800" b="1" i="1" dirty="0" smtClean="0">
                    <a:solidFill>
                      <a:srgbClr val="C00000"/>
                    </a:solidFill>
                    <a:latin typeface="Times New Roman" panose="02020603050405020304" pitchFamily="18" charset="0"/>
                  </a:rPr>
                  <a:t>h</a:t>
                </a:r>
                <a:r>
                  <a:rPr kumimoji="1" lang="en-US" altLang="zh-CN" sz="1800" b="1" baseline="-25000" dirty="0" smtClean="0">
                    <a:solidFill>
                      <a:srgbClr val="C00000"/>
                    </a:solidFill>
                    <a:latin typeface="Times New Roman" panose="02020603050405020304" pitchFamily="18" charset="0"/>
                  </a:rPr>
                  <a:t>3i</a:t>
                </a:r>
                <a:endParaRPr kumimoji="1" lang="en-US" altLang="zh-CN" sz="1800" b="1" baseline="-25000" dirty="0">
                  <a:solidFill>
                    <a:srgbClr val="C00000"/>
                  </a:solidFill>
                  <a:latin typeface="Times New Roman" panose="02020603050405020304" pitchFamily="18" charset="0"/>
                </a:endParaRPr>
              </a:p>
            </p:txBody>
          </p:sp>
        </p:grpSp>
      </p:grpSp>
      <p:grpSp>
        <p:nvGrpSpPr>
          <p:cNvPr id="122" name="组合 121"/>
          <p:cNvGrpSpPr/>
          <p:nvPr/>
        </p:nvGrpSpPr>
        <p:grpSpPr>
          <a:xfrm>
            <a:off x="1812919" y="5073596"/>
            <a:ext cx="745644" cy="564161"/>
            <a:chOff x="1568367" y="4786508"/>
            <a:chExt cx="745644" cy="564161"/>
          </a:xfrm>
        </p:grpSpPr>
        <p:cxnSp>
          <p:nvCxnSpPr>
            <p:cNvPr id="123" name="直接连接符 122"/>
            <p:cNvCxnSpPr/>
            <p:nvPr/>
          </p:nvCxnSpPr>
          <p:spPr bwMode="auto">
            <a:xfrm rot="458361">
              <a:off x="1869140" y="4933766"/>
              <a:ext cx="151334" cy="222022"/>
            </a:xfrm>
            <a:prstGeom prst="line">
              <a:avLst/>
            </a:prstGeom>
            <a:noFill/>
            <a:ln w="19050" cap="flat" cmpd="sng" algn="ctr">
              <a:solidFill>
                <a:schemeClr val="tx1"/>
              </a:solidFill>
              <a:prstDash val="solid"/>
              <a:round/>
              <a:headEnd type="triangl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4" name="直接连接符 123"/>
            <p:cNvCxnSpPr/>
            <p:nvPr/>
          </p:nvCxnSpPr>
          <p:spPr bwMode="auto">
            <a:xfrm rot="458361">
              <a:off x="1727297" y="4998296"/>
              <a:ext cx="165853" cy="240322"/>
            </a:xfrm>
            <a:prstGeom prst="line">
              <a:avLst/>
            </a:prstGeom>
            <a:noFill/>
            <a:ln w="19050" cap="flat" cmpd="sng" algn="ctr">
              <a:solidFill>
                <a:schemeClr val="tx1"/>
              </a:solidFill>
              <a:prstDash val="solid"/>
              <a:round/>
              <a:headEnd type="triangl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5" name="直接连接符 124"/>
            <p:cNvCxnSpPr/>
            <p:nvPr/>
          </p:nvCxnSpPr>
          <p:spPr bwMode="auto">
            <a:xfrm rot="458361">
              <a:off x="1568367" y="5065519"/>
              <a:ext cx="172043" cy="282818"/>
            </a:xfrm>
            <a:prstGeom prst="line">
              <a:avLst/>
            </a:prstGeom>
            <a:noFill/>
            <a:ln w="19050" cap="flat" cmpd="sng" algn="ctr">
              <a:solidFill>
                <a:schemeClr val="tx1"/>
              </a:solidFill>
              <a:prstDash val="solid"/>
              <a:round/>
              <a:headEnd type="triangl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6" name="直接连接符 125"/>
            <p:cNvCxnSpPr/>
            <p:nvPr/>
          </p:nvCxnSpPr>
          <p:spPr bwMode="auto">
            <a:xfrm rot="458361">
              <a:off x="2011230" y="4874620"/>
              <a:ext cx="156894" cy="204714"/>
            </a:xfrm>
            <a:prstGeom prst="line">
              <a:avLst/>
            </a:prstGeom>
            <a:noFill/>
            <a:ln w="19050" cap="flat" cmpd="sng" algn="ctr">
              <a:solidFill>
                <a:schemeClr val="tx1"/>
              </a:solidFill>
              <a:prstDash val="solid"/>
              <a:round/>
              <a:headEnd type="triangl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7" name="直接连接符 126"/>
            <p:cNvCxnSpPr/>
            <p:nvPr/>
          </p:nvCxnSpPr>
          <p:spPr bwMode="auto">
            <a:xfrm rot="458361">
              <a:off x="2145103" y="4786508"/>
              <a:ext cx="168908" cy="202875"/>
            </a:xfrm>
            <a:prstGeom prst="line">
              <a:avLst/>
            </a:prstGeom>
            <a:noFill/>
            <a:ln w="19050" cap="flat" cmpd="sng" algn="ctr">
              <a:solidFill>
                <a:schemeClr val="tx1"/>
              </a:solidFill>
              <a:prstDash val="solid"/>
              <a:round/>
              <a:headEnd type="triangl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7" name="任意多边形 116"/>
            <p:cNvSpPr/>
            <p:nvPr/>
          </p:nvSpPr>
          <p:spPr bwMode="auto">
            <a:xfrm>
              <a:off x="1716881" y="4993481"/>
              <a:ext cx="573882" cy="357188"/>
            </a:xfrm>
            <a:custGeom>
              <a:avLst/>
              <a:gdLst>
                <a:gd name="connsiteX0" fmla="*/ 0 w 573882"/>
                <a:gd name="connsiteY0" fmla="*/ 357188 h 357188"/>
                <a:gd name="connsiteX1" fmla="*/ 161925 w 573882"/>
                <a:gd name="connsiteY1" fmla="*/ 259557 h 357188"/>
                <a:gd name="connsiteX2" fmla="*/ 285750 w 573882"/>
                <a:gd name="connsiteY2" fmla="*/ 169069 h 357188"/>
                <a:gd name="connsiteX3" fmla="*/ 438150 w 573882"/>
                <a:gd name="connsiteY3" fmla="*/ 90488 h 357188"/>
                <a:gd name="connsiteX4" fmla="*/ 573882 w 573882"/>
                <a:gd name="connsiteY4" fmla="*/ 0 h 357188"/>
                <a:gd name="connsiteX0" fmla="*/ 0 w 573882"/>
                <a:gd name="connsiteY0" fmla="*/ 357188 h 357188"/>
                <a:gd name="connsiteX1" fmla="*/ 161925 w 573882"/>
                <a:gd name="connsiteY1" fmla="*/ 259557 h 357188"/>
                <a:gd name="connsiteX2" fmla="*/ 300038 w 573882"/>
                <a:gd name="connsiteY2" fmla="*/ 178594 h 357188"/>
                <a:gd name="connsiteX3" fmla="*/ 438150 w 573882"/>
                <a:gd name="connsiteY3" fmla="*/ 90488 h 357188"/>
                <a:gd name="connsiteX4" fmla="*/ 573882 w 573882"/>
                <a:gd name="connsiteY4" fmla="*/ 0 h 357188"/>
                <a:gd name="connsiteX0" fmla="*/ 0 w 573882"/>
                <a:gd name="connsiteY0" fmla="*/ 357188 h 357188"/>
                <a:gd name="connsiteX1" fmla="*/ 161925 w 573882"/>
                <a:gd name="connsiteY1" fmla="*/ 259557 h 357188"/>
                <a:gd name="connsiteX2" fmla="*/ 285750 w 573882"/>
                <a:gd name="connsiteY2" fmla="*/ 178594 h 357188"/>
                <a:gd name="connsiteX3" fmla="*/ 438150 w 573882"/>
                <a:gd name="connsiteY3" fmla="*/ 90488 h 357188"/>
                <a:gd name="connsiteX4" fmla="*/ 573882 w 573882"/>
                <a:gd name="connsiteY4" fmla="*/ 0 h 3571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3882" h="357188">
                  <a:moveTo>
                    <a:pt x="0" y="357188"/>
                  </a:moveTo>
                  <a:lnTo>
                    <a:pt x="161925" y="259557"/>
                  </a:lnTo>
                  <a:lnTo>
                    <a:pt x="285750" y="178594"/>
                  </a:lnTo>
                  <a:lnTo>
                    <a:pt x="438150" y="90488"/>
                  </a:lnTo>
                  <a:lnTo>
                    <a:pt x="573882" y="0"/>
                  </a:lnTo>
                </a:path>
              </a:pathLst>
            </a:custGeom>
            <a:noFill/>
            <a:ln w="190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grpSp>
      <p:graphicFrame>
        <p:nvGraphicFramePr>
          <p:cNvPr id="168" name="Object 57"/>
          <p:cNvGraphicFramePr>
            <a:graphicFrameLocks noChangeAspect="1"/>
          </p:cNvGraphicFramePr>
          <p:nvPr>
            <p:extLst>
              <p:ext uri="{D42A27DB-BD31-4B8C-83A1-F6EECF244321}">
                <p14:modId xmlns:p14="http://schemas.microsoft.com/office/powerpoint/2010/main" val="939939382"/>
              </p:ext>
            </p:extLst>
          </p:nvPr>
        </p:nvGraphicFramePr>
        <p:xfrm>
          <a:off x="5060950" y="1430338"/>
          <a:ext cx="4022725" cy="771525"/>
        </p:xfrm>
        <a:graphic>
          <a:graphicData uri="http://schemas.openxmlformats.org/presentationml/2006/ole">
            <mc:AlternateContent xmlns:mc="http://schemas.openxmlformats.org/markup-compatibility/2006">
              <mc:Choice xmlns:v="urn:schemas-microsoft-com:vml" Requires="v">
                <p:oleObj spid="_x0000_s1789332" name="Equation" r:id="rId4" imgW="2514600" imgH="482400" progId="Equation.DSMT4">
                  <p:embed/>
                </p:oleObj>
              </mc:Choice>
              <mc:Fallback>
                <p:oleObj name="Equation" r:id="rId4" imgW="2514600" imgH="482400" progId="Equation.DSMT4">
                  <p:embed/>
                  <p:pic>
                    <p:nvPicPr>
                      <p:cNvPr id="780345" name="Object 57"/>
                      <p:cNvPicPr>
                        <a:picLocks noChangeAspect="1" noChangeArrowheads="1"/>
                      </p:cNvPicPr>
                      <p:nvPr/>
                    </p:nvPicPr>
                    <p:blipFill>
                      <a:blip r:embed="rId5"/>
                      <a:srcRect/>
                      <a:stretch>
                        <a:fillRect/>
                      </a:stretch>
                    </p:blipFill>
                    <p:spPr bwMode="auto">
                      <a:xfrm>
                        <a:off x="5060950" y="1430338"/>
                        <a:ext cx="4022725" cy="771525"/>
                      </a:xfrm>
                      <a:prstGeom prst="rect">
                        <a:avLst/>
                      </a:prstGeom>
                      <a:noFill/>
                      <a:ln>
                        <a:noFill/>
                      </a:ln>
                      <a:extLst/>
                    </p:spPr>
                  </p:pic>
                </p:oleObj>
              </mc:Fallback>
            </mc:AlternateContent>
          </a:graphicData>
        </a:graphic>
      </p:graphicFrame>
      <p:graphicFrame>
        <p:nvGraphicFramePr>
          <p:cNvPr id="169" name="Object 58"/>
          <p:cNvGraphicFramePr>
            <a:graphicFrameLocks noChangeAspect="1"/>
          </p:cNvGraphicFramePr>
          <p:nvPr>
            <p:extLst>
              <p:ext uri="{D42A27DB-BD31-4B8C-83A1-F6EECF244321}">
                <p14:modId xmlns:p14="http://schemas.microsoft.com/office/powerpoint/2010/main" val="3851806100"/>
              </p:ext>
            </p:extLst>
          </p:nvPr>
        </p:nvGraphicFramePr>
        <p:xfrm>
          <a:off x="5135563" y="2308225"/>
          <a:ext cx="2801937" cy="365125"/>
        </p:xfrm>
        <a:graphic>
          <a:graphicData uri="http://schemas.openxmlformats.org/presentationml/2006/ole">
            <mc:AlternateContent xmlns:mc="http://schemas.openxmlformats.org/markup-compatibility/2006">
              <mc:Choice xmlns:v="urn:schemas-microsoft-com:vml" Requires="v">
                <p:oleObj spid="_x0000_s1789333" name="Equation" r:id="rId6" imgW="1752480" imgH="228600" progId="Equation.DSMT4">
                  <p:embed/>
                </p:oleObj>
              </mc:Choice>
              <mc:Fallback>
                <p:oleObj name="Equation" r:id="rId6" imgW="1752480" imgH="228600" progId="Equation.DSMT4">
                  <p:embed/>
                  <p:pic>
                    <p:nvPicPr>
                      <p:cNvPr id="780346" name="Object 58"/>
                      <p:cNvPicPr>
                        <a:picLocks noChangeAspect="1" noChangeArrowheads="1"/>
                      </p:cNvPicPr>
                      <p:nvPr/>
                    </p:nvPicPr>
                    <p:blipFill>
                      <a:blip r:embed="rId7"/>
                      <a:srcRect/>
                      <a:stretch>
                        <a:fillRect/>
                      </a:stretch>
                    </p:blipFill>
                    <p:spPr bwMode="auto">
                      <a:xfrm>
                        <a:off x="5135563" y="2308225"/>
                        <a:ext cx="2801937" cy="365125"/>
                      </a:xfrm>
                      <a:prstGeom prst="rect">
                        <a:avLst/>
                      </a:prstGeom>
                      <a:noFill/>
                      <a:ln>
                        <a:noFill/>
                      </a:ln>
                      <a:effectLst/>
                      <a:extLst/>
                    </p:spPr>
                  </p:pic>
                </p:oleObj>
              </mc:Fallback>
            </mc:AlternateContent>
          </a:graphicData>
        </a:graphic>
      </p:graphicFrame>
      <p:sp>
        <p:nvSpPr>
          <p:cNvPr id="171" name="Text Box 110"/>
          <p:cNvSpPr txBox="1">
            <a:spLocks noChangeArrowheads="1"/>
          </p:cNvSpPr>
          <p:nvPr/>
        </p:nvSpPr>
        <p:spPr bwMode="auto">
          <a:xfrm>
            <a:off x="694292" y="1799989"/>
            <a:ext cx="4175419" cy="1528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marL="265113" indent="-265113" defTabSz="739775">
              <a:lnSpc>
                <a:spcPct val="120000"/>
              </a:lnSpc>
              <a:spcBef>
                <a:spcPts val="200"/>
              </a:spcBef>
              <a:spcAft>
                <a:spcPts val="200"/>
              </a:spcAft>
              <a:buClr>
                <a:srgbClr val="C00000"/>
              </a:buClr>
              <a:buSzPct val="130000"/>
              <a:buFont typeface="Arial" panose="020B0604020202020204" pitchFamily="34" charset="0"/>
              <a:buChar char="•"/>
              <a:tabLst>
                <a:tab pos="3411538" algn="l"/>
              </a:tabLst>
            </a:pPr>
            <a:r>
              <a:rPr lang="zh-CN" altLang="en-US" sz="20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下游水位以下</a:t>
            </a:r>
            <a:r>
              <a:rPr lang="zh-CN" altLang="en-US" sz="20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的水体自身处于静力平衡</a:t>
            </a:r>
            <a:r>
              <a:rPr lang="zh-CN" altLang="en-US"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状态，</a:t>
            </a:r>
            <a:r>
              <a:rPr lang="zh-CN" altLang="en-US" sz="20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不影响边坡的稳定性</a:t>
            </a:r>
            <a:endParaRPr lang="en-US" altLang="zh-CN" sz="20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a:p>
            <a:pPr marL="265113" indent="-265113" defTabSz="739775">
              <a:lnSpc>
                <a:spcPct val="120000"/>
              </a:lnSpc>
              <a:spcBef>
                <a:spcPts val="200"/>
              </a:spcBef>
              <a:spcAft>
                <a:spcPts val="200"/>
              </a:spcAft>
              <a:buClr>
                <a:srgbClr val="C00000"/>
              </a:buClr>
              <a:buSzPct val="130000"/>
              <a:buFont typeface="Arial" panose="020B0604020202020204" pitchFamily="34" charset="0"/>
              <a:buChar char="•"/>
              <a:tabLst>
                <a:tab pos="3411538" algn="l"/>
              </a:tabLst>
            </a:pPr>
            <a:r>
              <a:rPr lang="zh-CN" altLang="en-US" sz="20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该面积内的土改取</a:t>
            </a:r>
            <a:r>
              <a:rPr lang="zh-CN" altLang="en-US" sz="2000" b="1"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浮重度，</a:t>
            </a:r>
            <a:r>
              <a:rPr lang="zh-CN" altLang="en-US" sz="20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并不考虑该水位下的水压力</a:t>
            </a:r>
            <a:endParaRPr lang="en-US" altLang="zh-CN" sz="20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p:txBody>
      </p:sp>
      <p:sp>
        <p:nvSpPr>
          <p:cNvPr id="128" name="Text Box 4"/>
          <p:cNvSpPr txBox="1">
            <a:spLocks noChangeArrowheads="1"/>
          </p:cNvSpPr>
          <p:nvPr/>
        </p:nvSpPr>
        <p:spPr bwMode="auto">
          <a:xfrm>
            <a:off x="474125" y="633945"/>
            <a:ext cx="4214833" cy="5724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514350" indent="-514350" eaLnBrk="1" hangingPunct="1">
              <a:lnSpc>
                <a:spcPct val="120000"/>
              </a:lnSpc>
              <a:spcBef>
                <a:spcPts val="600"/>
              </a:spcBef>
              <a:spcAft>
                <a:spcPts val="0"/>
              </a:spcAft>
              <a:buClr>
                <a:srgbClr val="A50021"/>
              </a:buClr>
              <a:buSzPct val="100000"/>
              <a:buFont typeface="+mj-lt"/>
              <a:buAutoNum type="arabicPeriod"/>
            </a:pPr>
            <a:r>
              <a:rPr lang="zh-CN" altLang="en-US" sz="2600" b="1" dirty="0" smtClean="0">
                <a:solidFill>
                  <a:srgbClr val="A50021"/>
                </a:solidFill>
                <a:latin typeface="微软雅黑" panose="020B0503020204020204" pitchFamily="34" charset="-122"/>
                <a:ea typeface="微软雅黑" panose="020B0503020204020204" pitchFamily="34" charset="-122"/>
              </a:rPr>
              <a:t>取</a:t>
            </a:r>
            <a:r>
              <a:rPr lang="zh-CN" altLang="en-US" sz="2600" b="1" dirty="0">
                <a:solidFill>
                  <a:srgbClr val="A50021"/>
                </a:solidFill>
                <a:latin typeface="微软雅黑" panose="020B0503020204020204" pitchFamily="34" charset="-122"/>
                <a:ea typeface="微软雅黑" panose="020B0503020204020204" pitchFamily="34" charset="-122"/>
              </a:rPr>
              <a:t>土体整体为隔离体</a:t>
            </a:r>
          </a:p>
        </p:txBody>
      </p:sp>
      <p:sp>
        <p:nvSpPr>
          <p:cNvPr id="130" name="Text Box 4"/>
          <p:cNvSpPr txBox="1">
            <a:spLocks noChangeArrowheads="1"/>
          </p:cNvSpPr>
          <p:nvPr/>
        </p:nvSpPr>
        <p:spPr bwMode="auto">
          <a:xfrm>
            <a:off x="710221" y="1241059"/>
            <a:ext cx="3904312" cy="535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20000"/>
              </a:lnSpc>
              <a:spcBef>
                <a:spcPts val="600"/>
              </a:spcBef>
              <a:spcAft>
                <a:spcPts val="0"/>
              </a:spcAft>
              <a:buClr>
                <a:srgbClr val="A50021"/>
              </a:buClr>
              <a:buSzPct val="100000"/>
            </a:pPr>
            <a:r>
              <a:rPr lang="en-US" altLang="zh-CN" sz="2400" b="1" dirty="0" smtClean="0">
                <a:solidFill>
                  <a:srgbClr val="000066"/>
                </a:solidFill>
                <a:ea typeface="幼圆" panose="02010509060101010101" pitchFamily="49" charset="-122"/>
                <a:cs typeface="Times New Roman" panose="02020603050405020304" pitchFamily="18" charset="0"/>
              </a:rPr>
              <a:t>(2) </a:t>
            </a:r>
            <a:r>
              <a:rPr lang="zh-CN" altLang="en-US" sz="2400" b="1" dirty="0" smtClean="0">
                <a:solidFill>
                  <a:srgbClr val="000066"/>
                </a:solidFill>
                <a:ea typeface="幼圆" panose="02010509060101010101" pitchFamily="49" charset="-122"/>
                <a:cs typeface="Times New Roman" panose="02020603050405020304" pitchFamily="18" charset="0"/>
              </a:rPr>
              <a:t>土</a:t>
            </a:r>
            <a:r>
              <a:rPr lang="zh-CN" altLang="en-US" sz="2400" b="1" dirty="0">
                <a:solidFill>
                  <a:srgbClr val="000066"/>
                </a:solidFill>
                <a:ea typeface="幼圆" panose="02010509060101010101" pitchFamily="49" charset="-122"/>
                <a:cs typeface="Times New Roman" panose="02020603050405020304" pitchFamily="18" charset="0"/>
              </a:rPr>
              <a:t>条在下游水位</a:t>
            </a:r>
            <a:r>
              <a:rPr lang="zh-CN" altLang="en-US" sz="2400" b="1" dirty="0" smtClean="0">
                <a:solidFill>
                  <a:srgbClr val="000066"/>
                </a:solidFill>
                <a:ea typeface="幼圆" panose="02010509060101010101" pitchFamily="49" charset="-122"/>
                <a:cs typeface="Times New Roman" panose="02020603050405020304" pitchFamily="18" charset="0"/>
              </a:rPr>
              <a:t>以下时</a:t>
            </a:r>
            <a:endParaRPr lang="zh-CN" altLang="en-US" sz="2400" b="1" dirty="0">
              <a:solidFill>
                <a:srgbClr val="000066"/>
              </a:solidFill>
              <a:ea typeface="幼圆" panose="02010509060101010101" pitchFamily="49" charset="-122"/>
              <a:cs typeface="Times New Roman" panose="02020603050405020304" pitchFamily="18" charset="0"/>
            </a:endParaRPr>
          </a:p>
        </p:txBody>
      </p:sp>
      <p:sp>
        <p:nvSpPr>
          <p:cNvPr id="135" name="Rectangle 69"/>
          <p:cNvSpPr>
            <a:spLocks noChangeArrowheads="1"/>
          </p:cNvSpPr>
          <p:nvPr/>
        </p:nvSpPr>
        <p:spPr bwMode="auto">
          <a:xfrm>
            <a:off x="5162241" y="741914"/>
            <a:ext cx="2312029" cy="446276"/>
          </a:xfrm>
          <a:prstGeom prst="rect">
            <a:avLst/>
          </a:prstGeom>
          <a:solidFill>
            <a:srgbClr val="FFFF00"/>
          </a:solidFill>
          <a:ln w="9525">
            <a:solidFill>
              <a:srgbClr val="0000FF"/>
            </a:solidFill>
            <a:miter lim="800000"/>
            <a:headEnd/>
            <a:tailEnd/>
          </a:ln>
        </p:spPr>
        <p:txBody>
          <a:bodyPr wrap="square"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spcBef>
                <a:spcPts val="0"/>
              </a:spcBef>
              <a:spcAft>
                <a:spcPts val="0"/>
              </a:spcAft>
              <a:buSzPct val="130000"/>
            </a:pPr>
            <a:r>
              <a:rPr kumimoji="1" lang="zh-CN" altLang="en-US" sz="2000" b="1" dirty="0" smtClean="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以瑞典</a:t>
            </a:r>
            <a:r>
              <a:rPr kumimoji="1" lang="zh-CN" altLang="en-US" sz="2000" b="1"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条分</a:t>
            </a:r>
            <a:r>
              <a:rPr kumimoji="1" lang="zh-CN" altLang="en-US" sz="2000" b="1" dirty="0" smtClean="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法为例</a:t>
            </a:r>
            <a:endParaRPr kumimoji="1" lang="zh-CN" altLang="en-US" sz="2000" b="1"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37" name="Text Box 7"/>
          <p:cNvSpPr txBox="1">
            <a:spLocks noChangeArrowheads="1"/>
          </p:cNvSpPr>
          <p:nvPr/>
        </p:nvSpPr>
        <p:spPr bwMode="auto">
          <a:xfrm>
            <a:off x="0" y="0"/>
            <a:ext cx="6492240"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1800" b="1" kern="900" spc="130" dirty="0" smtClean="0">
                <a:solidFill>
                  <a:srgbClr val="000066"/>
                </a:solidFill>
                <a:ea typeface="黑体" panose="02010609060101010101" pitchFamily="49" charset="-122"/>
                <a:cs typeface="Times New Roman" panose="02020603050405020304" pitchFamily="18" charset="0"/>
              </a:rPr>
              <a:t>§7.4  </a:t>
            </a:r>
            <a:r>
              <a:rPr lang="zh-CN" altLang="en-US" sz="1800" b="1" kern="900" spc="130" dirty="0" smtClean="0">
                <a:solidFill>
                  <a:srgbClr val="000066"/>
                </a:solidFill>
                <a:ea typeface="黑体" panose="02010609060101010101" pitchFamily="49" charset="-122"/>
                <a:cs typeface="Times New Roman" panose="02020603050405020304" pitchFamily="18" charset="0"/>
              </a:rPr>
              <a:t>总</a:t>
            </a:r>
            <a:r>
              <a:rPr lang="zh-CN" altLang="en-US" sz="1800" b="1" kern="900" spc="130" dirty="0">
                <a:solidFill>
                  <a:srgbClr val="000066"/>
                </a:solidFill>
                <a:ea typeface="黑体" panose="02010609060101010101" pitchFamily="49" charset="-122"/>
                <a:cs typeface="Times New Roman" panose="02020603050405020304" pitchFamily="18" charset="0"/>
              </a:rPr>
              <a:t>应力法与有效应力</a:t>
            </a:r>
            <a:r>
              <a:rPr lang="zh-CN" altLang="en-US" sz="1800" b="1" kern="900" spc="130" dirty="0" smtClean="0">
                <a:solidFill>
                  <a:srgbClr val="000066"/>
                </a:solidFill>
                <a:ea typeface="黑体" panose="02010609060101010101" pitchFamily="49" charset="-122"/>
                <a:cs typeface="Times New Roman" panose="02020603050405020304" pitchFamily="18" charset="0"/>
              </a:rPr>
              <a:t>法 </a:t>
            </a:r>
            <a:r>
              <a:rPr lang="en-US" altLang="zh-CN" sz="1800" b="1" kern="900" spc="130" dirty="0" smtClean="0">
                <a:solidFill>
                  <a:srgbClr val="000066"/>
                </a:solidFill>
                <a:ea typeface="黑体" panose="02010609060101010101" pitchFamily="49" charset="-122"/>
                <a:cs typeface="Times New Roman" panose="02020603050405020304" pitchFamily="18" charset="0"/>
              </a:rPr>
              <a:t>- </a:t>
            </a:r>
            <a:r>
              <a:rPr lang="zh-CN" altLang="en-US" sz="1800" b="1" kern="900" spc="130" dirty="0" smtClean="0">
                <a:solidFill>
                  <a:srgbClr val="000066"/>
                </a:solidFill>
                <a:ea typeface="黑体" panose="02010609060101010101" pitchFamily="49" charset="-122"/>
                <a:cs typeface="Times New Roman" panose="02020603050405020304" pitchFamily="18" charset="0"/>
              </a:rPr>
              <a:t>稳定渗流</a:t>
            </a:r>
            <a:r>
              <a:rPr lang="zh-CN" altLang="en-US" sz="1800" b="1" kern="900" spc="130" dirty="0">
                <a:solidFill>
                  <a:srgbClr val="000066"/>
                </a:solidFill>
                <a:ea typeface="黑体" panose="02010609060101010101" pitchFamily="49" charset="-122"/>
                <a:cs typeface="Times New Roman" panose="02020603050405020304" pitchFamily="18" charset="0"/>
              </a:rPr>
              <a:t>期土坡稳定分析</a:t>
            </a:r>
          </a:p>
          <a:p>
            <a:pPr eaLnBrk="1" fontAlgn="ctr" hangingPunct="1">
              <a:lnSpc>
                <a:spcPct val="100000"/>
              </a:lnSpc>
              <a:spcBef>
                <a:spcPct val="0"/>
              </a:spcBef>
              <a:spcAft>
                <a:spcPct val="0"/>
              </a:spcAft>
            </a:pPr>
            <a:endParaRPr lang="zh-CN" altLang="en-US" sz="1800" b="1" kern="900" spc="130" dirty="0">
              <a:solidFill>
                <a:srgbClr val="000066"/>
              </a:solidFill>
              <a:ea typeface="黑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3541292132"/>
      </p:ext>
    </p:extLst>
  </p:cSld>
  <p:clrMapOvr>
    <a:masterClrMapping/>
  </p:clrMapOvr>
  <p:transition spd="med">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repeatCount="3000" fill="hold" grpId="0" nodeType="afterEffect">
                                  <p:stCondLst>
                                    <p:cond delay="0"/>
                                  </p:stCondLst>
                                  <p:childTnLst>
                                    <p:set>
                                      <p:cBhvr>
                                        <p:cTn id="6" dur="1" fill="hold">
                                          <p:stCondLst>
                                            <p:cond delay="0"/>
                                          </p:stCondLst>
                                        </p:cTn>
                                        <p:tgtEl>
                                          <p:spTgt spid="135"/>
                                        </p:tgtEl>
                                        <p:attrNameLst>
                                          <p:attrName>style.visibility</p:attrName>
                                        </p:attrNameLst>
                                      </p:cBhvr>
                                      <p:to>
                                        <p:strVal val="visible"/>
                                      </p:to>
                                    </p:set>
                                    <p:animEffect transition="in" filter="wipe(up)">
                                      <p:cBhvr>
                                        <p:cTn id="7" dur="500"/>
                                        <p:tgtEl>
                                          <p:spTgt spid="135"/>
                                        </p:tgtEl>
                                      </p:cBhvr>
                                    </p:animEffect>
                                  </p:childTnLst>
                                </p:cTn>
                              </p:par>
                            </p:childTnLst>
                          </p:cTn>
                        </p:par>
                        <p:par>
                          <p:cTn id="8" fill="hold">
                            <p:stCondLst>
                              <p:cond delay="1500"/>
                            </p:stCondLst>
                            <p:childTnLst>
                              <p:par>
                                <p:cTn id="9" presetID="31" presetClass="entr" presetSubtype="0" fill="hold" grpId="0" nodeType="afterEffect">
                                  <p:stCondLst>
                                    <p:cond delay="0"/>
                                  </p:stCondLst>
                                  <p:childTnLst>
                                    <p:set>
                                      <p:cBhvr>
                                        <p:cTn id="10" dur="1" fill="hold">
                                          <p:stCondLst>
                                            <p:cond delay="0"/>
                                          </p:stCondLst>
                                        </p:cTn>
                                        <p:tgtEl>
                                          <p:spTgt spid="130"/>
                                        </p:tgtEl>
                                        <p:attrNameLst>
                                          <p:attrName>style.visibility</p:attrName>
                                        </p:attrNameLst>
                                      </p:cBhvr>
                                      <p:to>
                                        <p:strVal val="visible"/>
                                      </p:to>
                                    </p:set>
                                    <p:anim calcmode="lin" valueType="num">
                                      <p:cBhvr>
                                        <p:cTn id="11" dur="1000" fill="hold"/>
                                        <p:tgtEl>
                                          <p:spTgt spid="130"/>
                                        </p:tgtEl>
                                        <p:attrNameLst>
                                          <p:attrName>ppt_w</p:attrName>
                                        </p:attrNameLst>
                                      </p:cBhvr>
                                      <p:tavLst>
                                        <p:tav tm="0">
                                          <p:val>
                                            <p:fltVal val="0"/>
                                          </p:val>
                                        </p:tav>
                                        <p:tav tm="100000">
                                          <p:val>
                                            <p:strVal val="#ppt_w"/>
                                          </p:val>
                                        </p:tav>
                                      </p:tavLst>
                                    </p:anim>
                                    <p:anim calcmode="lin" valueType="num">
                                      <p:cBhvr>
                                        <p:cTn id="12" dur="1000" fill="hold"/>
                                        <p:tgtEl>
                                          <p:spTgt spid="130"/>
                                        </p:tgtEl>
                                        <p:attrNameLst>
                                          <p:attrName>ppt_h</p:attrName>
                                        </p:attrNameLst>
                                      </p:cBhvr>
                                      <p:tavLst>
                                        <p:tav tm="0">
                                          <p:val>
                                            <p:fltVal val="0"/>
                                          </p:val>
                                        </p:tav>
                                        <p:tav tm="100000">
                                          <p:val>
                                            <p:strVal val="#ppt_h"/>
                                          </p:val>
                                        </p:tav>
                                      </p:tavLst>
                                    </p:anim>
                                    <p:anim calcmode="lin" valueType="num">
                                      <p:cBhvr>
                                        <p:cTn id="13" dur="1000" fill="hold"/>
                                        <p:tgtEl>
                                          <p:spTgt spid="130"/>
                                        </p:tgtEl>
                                        <p:attrNameLst>
                                          <p:attrName>style.rotation</p:attrName>
                                        </p:attrNameLst>
                                      </p:cBhvr>
                                      <p:tavLst>
                                        <p:tav tm="0">
                                          <p:val>
                                            <p:fltVal val="90"/>
                                          </p:val>
                                        </p:tav>
                                        <p:tav tm="100000">
                                          <p:val>
                                            <p:fltVal val="0"/>
                                          </p:val>
                                        </p:tav>
                                      </p:tavLst>
                                    </p:anim>
                                    <p:animEffect transition="in" filter="fade">
                                      <p:cBhvr>
                                        <p:cTn id="14" dur="1000"/>
                                        <p:tgtEl>
                                          <p:spTgt spid="130"/>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grpId="0" nodeType="clickEffect">
                                  <p:stCondLst>
                                    <p:cond delay="0"/>
                                  </p:stCondLst>
                                  <p:childTnLst>
                                    <p:set>
                                      <p:cBhvr>
                                        <p:cTn id="18" dur="1" fill="hold">
                                          <p:stCondLst>
                                            <p:cond delay="0"/>
                                          </p:stCondLst>
                                        </p:cTn>
                                        <p:tgtEl>
                                          <p:spTgt spid="171">
                                            <p:txEl>
                                              <p:pRg st="0" end="0"/>
                                            </p:txEl>
                                          </p:spTgt>
                                        </p:tgtEl>
                                        <p:attrNameLst>
                                          <p:attrName>style.visibility</p:attrName>
                                        </p:attrNameLst>
                                      </p:cBhvr>
                                      <p:to>
                                        <p:strVal val="visible"/>
                                      </p:to>
                                    </p:set>
                                    <p:animEffect transition="in" filter="wipe(left)">
                                      <p:cBhvr>
                                        <p:cTn id="19" dur="500"/>
                                        <p:tgtEl>
                                          <p:spTgt spid="171">
                                            <p:txEl>
                                              <p:pRg st="0" end="0"/>
                                            </p:txEl>
                                          </p:spTgt>
                                        </p:tgtEl>
                                      </p:cBhvr>
                                    </p:animEffect>
                                  </p:childTnLst>
                                </p:cTn>
                              </p:par>
                            </p:childTnLst>
                          </p:cTn>
                        </p:par>
                        <p:par>
                          <p:cTn id="20" fill="hold">
                            <p:stCondLst>
                              <p:cond delay="500"/>
                            </p:stCondLst>
                            <p:childTnLst>
                              <p:par>
                                <p:cTn id="21" presetID="22" presetClass="entr" presetSubtype="8" fill="hold" nodeType="afterEffect">
                                  <p:stCondLst>
                                    <p:cond delay="0"/>
                                  </p:stCondLst>
                                  <p:childTnLst>
                                    <p:set>
                                      <p:cBhvr>
                                        <p:cTn id="22" dur="1" fill="hold">
                                          <p:stCondLst>
                                            <p:cond delay="0"/>
                                          </p:stCondLst>
                                        </p:cTn>
                                        <p:tgtEl>
                                          <p:spTgt spid="2"/>
                                        </p:tgtEl>
                                        <p:attrNameLst>
                                          <p:attrName>style.visibility</p:attrName>
                                        </p:attrNameLst>
                                      </p:cBhvr>
                                      <p:to>
                                        <p:strVal val="visible"/>
                                      </p:to>
                                    </p:set>
                                    <p:animEffect transition="in" filter="wipe(left)">
                                      <p:cBhvr>
                                        <p:cTn id="23" dur="1000"/>
                                        <p:tgtEl>
                                          <p:spTgt spid="2"/>
                                        </p:tgtEl>
                                      </p:cBhvr>
                                    </p:animEffect>
                                  </p:childTnLst>
                                </p:cTn>
                              </p:par>
                            </p:childTnLst>
                          </p:cTn>
                        </p:par>
                        <p:par>
                          <p:cTn id="24" fill="hold">
                            <p:stCondLst>
                              <p:cond delay="1500"/>
                            </p:stCondLst>
                            <p:childTnLst>
                              <p:par>
                                <p:cTn id="25" presetID="22" presetClass="entr" presetSubtype="8" fill="hold" nodeType="after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wipe(left)">
                                      <p:cBhvr>
                                        <p:cTn id="27" dur="1000"/>
                                        <p:tgtEl>
                                          <p:spTgt spid="4"/>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71">
                                            <p:txEl>
                                              <p:pRg st="1" end="1"/>
                                            </p:txEl>
                                          </p:spTgt>
                                        </p:tgtEl>
                                        <p:attrNameLst>
                                          <p:attrName>style.visibility</p:attrName>
                                        </p:attrNameLst>
                                      </p:cBhvr>
                                      <p:to>
                                        <p:strVal val="visible"/>
                                      </p:to>
                                    </p:set>
                                    <p:animEffect transition="in" filter="wipe(left)">
                                      <p:cBhvr>
                                        <p:cTn id="32" dur="500"/>
                                        <p:tgtEl>
                                          <p:spTgt spid="171">
                                            <p:txEl>
                                              <p:pRg st="1" end="1"/>
                                            </p:txEl>
                                          </p:spTgt>
                                        </p:tgtEl>
                                      </p:cBhvr>
                                    </p:animEffect>
                                  </p:childTnLst>
                                </p:cTn>
                              </p:par>
                            </p:childTnLst>
                          </p:cTn>
                        </p:par>
                        <p:par>
                          <p:cTn id="33" fill="hold">
                            <p:stCondLst>
                              <p:cond delay="500"/>
                            </p:stCondLst>
                            <p:childTnLst>
                              <p:par>
                                <p:cTn id="34" presetID="22" presetClass="entr" presetSubtype="4" fill="hold" nodeType="afterEffect">
                                  <p:stCondLst>
                                    <p:cond delay="0"/>
                                  </p:stCondLst>
                                  <p:childTnLst>
                                    <p:set>
                                      <p:cBhvr>
                                        <p:cTn id="35" dur="1" fill="hold">
                                          <p:stCondLst>
                                            <p:cond delay="0"/>
                                          </p:stCondLst>
                                        </p:cTn>
                                        <p:tgtEl>
                                          <p:spTgt spid="27"/>
                                        </p:tgtEl>
                                        <p:attrNameLst>
                                          <p:attrName>style.visibility</p:attrName>
                                        </p:attrNameLst>
                                      </p:cBhvr>
                                      <p:to>
                                        <p:strVal val="visible"/>
                                      </p:to>
                                    </p:set>
                                    <p:animEffect transition="in" filter="wipe(down)">
                                      <p:cBhvr>
                                        <p:cTn id="36" dur="1000"/>
                                        <p:tgtEl>
                                          <p:spTgt spid="27"/>
                                        </p:tgtEl>
                                      </p:cBhvr>
                                    </p:animEffect>
                                  </p:childTnLst>
                                </p:cTn>
                              </p:par>
                            </p:childTnLst>
                          </p:cTn>
                        </p:par>
                        <p:par>
                          <p:cTn id="37" fill="hold">
                            <p:stCondLst>
                              <p:cond delay="1500"/>
                            </p:stCondLst>
                            <p:childTnLst>
                              <p:par>
                                <p:cTn id="38" presetID="1" presetClass="entr" presetSubtype="0" fill="hold" nodeType="afterEffect">
                                  <p:stCondLst>
                                    <p:cond delay="0"/>
                                  </p:stCondLst>
                                  <p:childTnLst>
                                    <p:set>
                                      <p:cBhvr>
                                        <p:cTn id="39" dur="1" fill="hold">
                                          <p:stCondLst>
                                            <p:cond delay="0"/>
                                          </p:stCondLst>
                                        </p:cTn>
                                        <p:tgtEl>
                                          <p:spTgt spid="70"/>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9" presetClass="entr" presetSubtype="0" fill="hold" nodeType="clickEffect">
                                  <p:stCondLst>
                                    <p:cond delay="0"/>
                                  </p:stCondLst>
                                  <p:childTnLst>
                                    <p:set>
                                      <p:cBhvr>
                                        <p:cTn id="43" dur="1" fill="hold">
                                          <p:stCondLst>
                                            <p:cond delay="0"/>
                                          </p:stCondLst>
                                        </p:cTn>
                                        <p:tgtEl>
                                          <p:spTgt spid="168"/>
                                        </p:tgtEl>
                                        <p:attrNameLst>
                                          <p:attrName>style.visibility</p:attrName>
                                        </p:attrNameLst>
                                      </p:cBhvr>
                                      <p:to>
                                        <p:strVal val="visible"/>
                                      </p:to>
                                    </p:set>
                                    <p:animEffect transition="in" filter="dissolve">
                                      <p:cBhvr>
                                        <p:cTn id="44" dur="500"/>
                                        <p:tgtEl>
                                          <p:spTgt spid="168"/>
                                        </p:tgtEl>
                                      </p:cBhvr>
                                    </p:animEffect>
                                  </p:childTnLst>
                                </p:cTn>
                              </p:par>
                            </p:childTnLst>
                          </p:cTn>
                        </p:par>
                        <p:par>
                          <p:cTn id="45" fill="hold">
                            <p:stCondLst>
                              <p:cond delay="500"/>
                            </p:stCondLst>
                            <p:childTnLst>
                              <p:par>
                                <p:cTn id="46" presetID="9" presetClass="entr" presetSubtype="0" fill="hold" nodeType="afterEffect">
                                  <p:stCondLst>
                                    <p:cond delay="0"/>
                                  </p:stCondLst>
                                  <p:childTnLst>
                                    <p:set>
                                      <p:cBhvr>
                                        <p:cTn id="47" dur="1" fill="hold">
                                          <p:stCondLst>
                                            <p:cond delay="0"/>
                                          </p:stCondLst>
                                        </p:cTn>
                                        <p:tgtEl>
                                          <p:spTgt spid="169"/>
                                        </p:tgtEl>
                                        <p:attrNameLst>
                                          <p:attrName>style.visibility</p:attrName>
                                        </p:attrNameLst>
                                      </p:cBhvr>
                                      <p:to>
                                        <p:strVal val="visible"/>
                                      </p:to>
                                    </p:set>
                                    <p:animEffect transition="in" filter="dissolve">
                                      <p:cBhvr>
                                        <p:cTn id="48" dur="500"/>
                                        <p:tgtEl>
                                          <p:spTgt spid="1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1" grpId="0" uiExpand="1" build="p"/>
      <p:bldP spid="130" grpId="0"/>
      <p:bldP spid="135" grpId="0" animBg="1"/>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 name="任意多边形 177"/>
          <p:cNvSpPr/>
          <p:nvPr/>
        </p:nvSpPr>
        <p:spPr bwMode="auto">
          <a:xfrm>
            <a:off x="1851380" y="2944812"/>
            <a:ext cx="667800" cy="2166640"/>
          </a:xfrm>
          <a:custGeom>
            <a:avLst/>
            <a:gdLst>
              <a:gd name="connsiteX0" fmla="*/ 0 w 238539"/>
              <a:gd name="connsiteY0" fmla="*/ 127221 h 773927"/>
              <a:gd name="connsiteX1" fmla="*/ 0 w 238539"/>
              <a:gd name="connsiteY1" fmla="*/ 773927 h 773927"/>
              <a:gd name="connsiteX2" fmla="*/ 111318 w 238539"/>
              <a:gd name="connsiteY2" fmla="*/ 675861 h 773927"/>
              <a:gd name="connsiteX3" fmla="*/ 204084 w 238539"/>
              <a:gd name="connsiteY3" fmla="*/ 593698 h 773927"/>
              <a:gd name="connsiteX4" fmla="*/ 238539 w 238539"/>
              <a:gd name="connsiteY4" fmla="*/ 559242 h 773927"/>
              <a:gd name="connsiteX5" fmla="*/ 238539 w 238539"/>
              <a:gd name="connsiteY5" fmla="*/ 0 h 773927"/>
              <a:gd name="connsiteX6" fmla="*/ 0 w 238539"/>
              <a:gd name="connsiteY6" fmla="*/ 127221 h 773927"/>
              <a:gd name="connsiteX0" fmla="*/ 0 w 238539"/>
              <a:gd name="connsiteY0" fmla="*/ 127221 h 773927"/>
              <a:gd name="connsiteX1" fmla="*/ 0 w 238539"/>
              <a:gd name="connsiteY1" fmla="*/ 773927 h 773927"/>
              <a:gd name="connsiteX2" fmla="*/ 111318 w 238539"/>
              <a:gd name="connsiteY2" fmla="*/ 675861 h 773927"/>
              <a:gd name="connsiteX3" fmla="*/ 182653 w 238539"/>
              <a:gd name="connsiteY3" fmla="*/ 619892 h 773927"/>
              <a:gd name="connsiteX4" fmla="*/ 238539 w 238539"/>
              <a:gd name="connsiteY4" fmla="*/ 559242 h 773927"/>
              <a:gd name="connsiteX5" fmla="*/ 238539 w 238539"/>
              <a:gd name="connsiteY5" fmla="*/ 0 h 773927"/>
              <a:gd name="connsiteX6" fmla="*/ 0 w 238539"/>
              <a:gd name="connsiteY6" fmla="*/ 127221 h 773927"/>
              <a:gd name="connsiteX0" fmla="*/ 0 w 238539"/>
              <a:gd name="connsiteY0" fmla="*/ 127221 h 773927"/>
              <a:gd name="connsiteX1" fmla="*/ 0 w 238539"/>
              <a:gd name="connsiteY1" fmla="*/ 773927 h 773927"/>
              <a:gd name="connsiteX2" fmla="*/ 97031 w 238539"/>
              <a:gd name="connsiteY2" fmla="*/ 692530 h 773927"/>
              <a:gd name="connsiteX3" fmla="*/ 182653 w 238539"/>
              <a:gd name="connsiteY3" fmla="*/ 619892 h 773927"/>
              <a:gd name="connsiteX4" fmla="*/ 238539 w 238539"/>
              <a:gd name="connsiteY4" fmla="*/ 559242 h 773927"/>
              <a:gd name="connsiteX5" fmla="*/ 238539 w 238539"/>
              <a:gd name="connsiteY5" fmla="*/ 0 h 773927"/>
              <a:gd name="connsiteX6" fmla="*/ 0 w 238539"/>
              <a:gd name="connsiteY6" fmla="*/ 127221 h 773927"/>
              <a:gd name="connsiteX0" fmla="*/ 0 w 238539"/>
              <a:gd name="connsiteY0" fmla="*/ 127221 h 773927"/>
              <a:gd name="connsiteX1" fmla="*/ 0 w 238539"/>
              <a:gd name="connsiteY1" fmla="*/ 773927 h 773927"/>
              <a:gd name="connsiteX2" fmla="*/ 97031 w 238539"/>
              <a:gd name="connsiteY2" fmla="*/ 692530 h 773927"/>
              <a:gd name="connsiteX3" fmla="*/ 170747 w 238539"/>
              <a:gd name="connsiteY3" fmla="*/ 627036 h 773927"/>
              <a:gd name="connsiteX4" fmla="*/ 238539 w 238539"/>
              <a:gd name="connsiteY4" fmla="*/ 559242 h 773927"/>
              <a:gd name="connsiteX5" fmla="*/ 238539 w 238539"/>
              <a:gd name="connsiteY5" fmla="*/ 0 h 773927"/>
              <a:gd name="connsiteX6" fmla="*/ 0 w 238539"/>
              <a:gd name="connsiteY6" fmla="*/ 127221 h 773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8539" h="773927">
                <a:moveTo>
                  <a:pt x="0" y="127221"/>
                </a:moveTo>
                <a:lnTo>
                  <a:pt x="0" y="773927"/>
                </a:lnTo>
                <a:cubicBezTo>
                  <a:pt x="37106" y="741238"/>
                  <a:pt x="68573" y="717012"/>
                  <a:pt x="97031" y="692530"/>
                </a:cubicBezTo>
                <a:cubicBezTo>
                  <a:pt x="125489" y="668048"/>
                  <a:pt x="146969" y="645692"/>
                  <a:pt x="170747" y="627036"/>
                </a:cubicBezTo>
                <a:lnTo>
                  <a:pt x="238539" y="559242"/>
                </a:lnTo>
                <a:lnTo>
                  <a:pt x="238539" y="0"/>
                </a:lnTo>
                <a:lnTo>
                  <a:pt x="0" y="127221"/>
                </a:lnTo>
                <a:close/>
              </a:path>
            </a:pathLst>
          </a:custGeom>
          <a:solidFill>
            <a:srgbClr val="FFC000"/>
          </a:solidFill>
          <a:ln w="28575" cap="flat" cmpd="sng" algn="ctr">
            <a:no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97" name="任意多边形 96"/>
          <p:cNvSpPr/>
          <p:nvPr/>
        </p:nvSpPr>
        <p:spPr bwMode="auto">
          <a:xfrm>
            <a:off x="1845858" y="3569030"/>
            <a:ext cx="675203" cy="1544186"/>
          </a:xfrm>
          <a:custGeom>
            <a:avLst/>
            <a:gdLst>
              <a:gd name="connsiteX0" fmla="*/ 0 w 675203"/>
              <a:gd name="connsiteY0" fmla="*/ 242226 h 1544186"/>
              <a:gd name="connsiteX1" fmla="*/ 369394 w 675203"/>
              <a:gd name="connsiteY1" fmla="*/ 102946 h 1544186"/>
              <a:gd name="connsiteX2" fmla="*/ 675203 w 675203"/>
              <a:gd name="connsiteY2" fmla="*/ 0 h 1544186"/>
              <a:gd name="connsiteX3" fmla="*/ 675203 w 675203"/>
              <a:gd name="connsiteY3" fmla="*/ 923484 h 1544186"/>
              <a:gd name="connsiteX4" fmla="*/ 360310 w 675203"/>
              <a:gd name="connsiteY4" fmla="*/ 1232321 h 1544186"/>
              <a:gd name="connsiteX5" fmla="*/ 18167 w 675203"/>
              <a:gd name="connsiteY5" fmla="*/ 1544186 h 1544186"/>
              <a:gd name="connsiteX6" fmla="*/ 0 w 675203"/>
              <a:gd name="connsiteY6" fmla="*/ 242226 h 1544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5203" h="1544186">
                <a:moveTo>
                  <a:pt x="0" y="242226"/>
                </a:moveTo>
                <a:lnTo>
                  <a:pt x="369394" y="102946"/>
                </a:lnTo>
                <a:lnTo>
                  <a:pt x="675203" y="0"/>
                </a:lnTo>
                <a:lnTo>
                  <a:pt x="675203" y="923484"/>
                </a:lnTo>
                <a:lnTo>
                  <a:pt x="360310" y="1232321"/>
                </a:lnTo>
                <a:lnTo>
                  <a:pt x="18167" y="1544186"/>
                </a:lnTo>
                <a:lnTo>
                  <a:pt x="0" y="242226"/>
                </a:lnTo>
                <a:close/>
              </a:path>
            </a:pathLst>
          </a:custGeom>
          <a:solidFill>
            <a:srgbClr val="CCCCFF"/>
          </a:solidFill>
          <a:ln w="12700" cap="flat" cmpd="sng" algn="ctr">
            <a:no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92" name="任意多边形 91"/>
          <p:cNvSpPr/>
          <p:nvPr/>
        </p:nvSpPr>
        <p:spPr bwMode="auto">
          <a:xfrm>
            <a:off x="4546173" y="3811497"/>
            <a:ext cx="4225332" cy="1441938"/>
          </a:xfrm>
          <a:custGeom>
            <a:avLst/>
            <a:gdLst>
              <a:gd name="connsiteX0" fmla="*/ 4210260 w 4225332"/>
              <a:gd name="connsiteY0" fmla="*/ 1441938 h 1441938"/>
              <a:gd name="connsiteX1" fmla="*/ 0 w 4225332"/>
              <a:gd name="connsiteY1" fmla="*/ 1441938 h 1441938"/>
              <a:gd name="connsiteX2" fmla="*/ 2532185 w 4225332"/>
              <a:gd name="connsiteY2" fmla="*/ 0 h 1441938"/>
              <a:gd name="connsiteX3" fmla="*/ 2863781 w 4225332"/>
              <a:gd name="connsiteY3" fmla="*/ 0 h 1441938"/>
              <a:gd name="connsiteX4" fmla="*/ 4225332 w 4225332"/>
              <a:gd name="connsiteY4" fmla="*/ 728505 h 1441938"/>
              <a:gd name="connsiteX5" fmla="*/ 4210260 w 4225332"/>
              <a:gd name="connsiteY5" fmla="*/ 1441938 h 14419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225332" h="1441938">
                <a:moveTo>
                  <a:pt x="4210260" y="1441938"/>
                </a:moveTo>
                <a:lnTo>
                  <a:pt x="0" y="1441938"/>
                </a:lnTo>
                <a:lnTo>
                  <a:pt x="2532185" y="0"/>
                </a:lnTo>
                <a:lnTo>
                  <a:pt x="2863781" y="0"/>
                </a:lnTo>
                <a:lnTo>
                  <a:pt x="4225332" y="728505"/>
                </a:lnTo>
                <a:lnTo>
                  <a:pt x="4210260" y="1441938"/>
                </a:lnTo>
                <a:close/>
              </a:path>
            </a:pathLst>
          </a:custGeom>
          <a:solidFill>
            <a:srgbClr val="FFFFCC"/>
          </a:solidFill>
          <a:ln w="12700" cap="flat" cmpd="sng" algn="ctr">
            <a:no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158" name="任意多边形 157"/>
          <p:cNvSpPr/>
          <p:nvPr/>
        </p:nvSpPr>
        <p:spPr bwMode="auto">
          <a:xfrm>
            <a:off x="6611723" y="3959584"/>
            <a:ext cx="238539" cy="773927"/>
          </a:xfrm>
          <a:custGeom>
            <a:avLst/>
            <a:gdLst>
              <a:gd name="connsiteX0" fmla="*/ 0 w 238539"/>
              <a:gd name="connsiteY0" fmla="*/ 127221 h 773927"/>
              <a:gd name="connsiteX1" fmla="*/ 0 w 238539"/>
              <a:gd name="connsiteY1" fmla="*/ 773927 h 773927"/>
              <a:gd name="connsiteX2" fmla="*/ 111318 w 238539"/>
              <a:gd name="connsiteY2" fmla="*/ 675861 h 773927"/>
              <a:gd name="connsiteX3" fmla="*/ 204084 w 238539"/>
              <a:gd name="connsiteY3" fmla="*/ 593698 h 773927"/>
              <a:gd name="connsiteX4" fmla="*/ 238539 w 238539"/>
              <a:gd name="connsiteY4" fmla="*/ 559242 h 773927"/>
              <a:gd name="connsiteX5" fmla="*/ 238539 w 238539"/>
              <a:gd name="connsiteY5" fmla="*/ 0 h 773927"/>
              <a:gd name="connsiteX6" fmla="*/ 0 w 238539"/>
              <a:gd name="connsiteY6" fmla="*/ 127221 h 773927"/>
              <a:gd name="connsiteX0" fmla="*/ 0 w 238539"/>
              <a:gd name="connsiteY0" fmla="*/ 127221 h 773927"/>
              <a:gd name="connsiteX1" fmla="*/ 0 w 238539"/>
              <a:gd name="connsiteY1" fmla="*/ 773927 h 773927"/>
              <a:gd name="connsiteX2" fmla="*/ 111318 w 238539"/>
              <a:gd name="connsiteY2" fmla="*/ 675861 h 773927"/>
              <a:gd name="connsiteX3" fmla="*/ 182653 w 238539"/>
              <a:gd name="connsiteY3" fmla="*/ 619892 h 773927"/>
              <a:gd name="connsiteX4" fmla="*/ 238539 w 238539"/>
              <a:gd name="connsiteY4" fmla="*/ 559242 h 773927"/>
              <a:gd name="connsiteX5" fmla="*/ 238539 w 238539"/>
              <a:gd name="connsiteY5" fmla="*/ 0 h 773927"/>
              <a:gd name="connsiteX6" fmla="*/ 0 w 238539"/>
              <a:gd name="connsiteY6" fmla="*/ 127221 h 773927"/>
              <a:gd name="connsiteX0" fmla="*/ 0 w 238539"/>
              <a:gd name="connsiteY0" fmla="*/ 127221 h 773927"/>
              <a:gd name="connsiteX1" fmla="*/ 0 w 238539"/>
              <a:gd name="connsiteY1" fmla="*/ 773927 h 773927"/>
              <a:gd name="connsiteX2" fmla="*/ 97031 w 238539"/>
              <a:gd name="connsiteY2" fmla="*/ 692530 h 773927"/>
              <a:gd name="connsiteX3" fmla="*/ 182653 w 238539"/>
              <a:gd name="connsiteY3" fmla="*/ 619892 h 773927"/>
              <a:gd name="connsiteX4" fmla="*/ 238539 w 238539"/>
              <a:gd name="connsiteY4" fmla="*/ 559242 h 773927"/>
              <a:gd name="connsiteX5" fmla="*/ 238539 w 238539"/>
              <a:gd name="connsiteY5" fmla="*/ 0 h 773927"/>
              <a:gd name="connsiteX6" fmla="*/ 0 w 238539"/>
              <a:gd name="connsiteY6" fmla="*/ 127221 h 773927"/>
              <a:gd name="connsiteX0" fmla="*/ 0 w 238539"/>
              <a:gd name="connsiteY0" fmla="*/ 127221 h 773927"/>
              <a:gd name="connsiteX1" fmla="*/ 0 w 238539"/>
              <a:gd name="connsiteY1" fmla="*/ 773927 h 773927"/>
              <a:gd name="connsiteX2" fmla="*/ 97031 w 238539"/>
              <a:gd name="connsiteY2" fmla="*/ 692530 h 773927"/>
              <a:gd name="connsiteX3" fmla="*/ 170747 w 238539"/>
              <a:gd name="connsiteY3" fmla="*/ 627036 h 773927"/>
              <a:gd name="connsiteX4" fmla="*/ 238539 w 238539"/>
              <a:gd name="connsiteY4" fmla="*/ 559242 h 773927"/>
              <a:gd name="connsiteX5" fmla="*/ 238539 w 238539"/>
              <a:gd name="connsiteY5" fmla="*/ 0 h 773927"/>
              <a:gd name="connsiteX6" fmla="*/ 0 w 238539"/>
              <a:gd name="connsiteY6" fmla="*/ 127221 h 773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8539" h="773927">
                <a:moveTo>
                  <a:pt x="0" y="127221"/>
                </a:moveTo>
                <a:lnTo>
                  <a:pt x="0" y="773927"/>
                </a:lnTo>
                <a:cubicBezTo>
                  <a:pt x="37106" y="741238"/>
                  <a:pt x="68573" y="717012"/>
                  <a:pt x="97031" y="692530"/>
                </a:cubicBezTo>
                <a:cubicBezTo>
                  <a:pt x="125489" y="668048"/>
                  <a:pt x="146969" y="645692"/>
                  <a:pt x="170747" y="627036"/>
                </a:cubicBezTo>
                <a:lnTo>
                  <a:pt x="238539" y="559242"/>
                </a:lnTo>
                <a:lnTo>
                  <a:pt x="238539" y="0"/>
                </a:lnTo>
                <a:lnTo>
                  <a:pt x="0" y="127221"/>
                </a:lnTo>
                <a:close/>
              </a:path>
            </a:pathLst>
          </a:custGeom>
          <a:solidFill>
            <a:srgbClr val="FFC000"/>
          </a:solidFill>
          <a:ln w="12700" cap="flat" cmpd="sng" algn="ctr">
            <a:no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15" name="Freeform 9"/>
          <p:cNvSpPr>
            <a:spLocks/>
          </p:cNvSpPr>
          <p:nvPr/>
        </p:nvSpPr>
        <p:spPr bwMode="auto">
          <a:xfrm flipH="1">
            <a:off x="4093522" y="4792287"/>
            <a:ext cx="1261729" cy="469232"/>
          </a:xfrm>
          <a:custGeom>
            <a:avLst/>
            <a:gdLst>
              <a:gd name="T0" fmla="*/ 0 w 845"/>
              <a:gd name="T1" fmla="*/ 0 h 149"/>
              <a:gd name="T2" fmla="*/ 845 w 845"/>
              <a:gd name="T3" fmla="*/ 0 h 149"/>
              <a:gd name="T4" fmla="*/ 845 w 845"/>
              <a:gd name="T5" fmla="*/ 149 h 149"/>
              <a:gd name="T6" fmla="*/ 312 w 845"/>
              <a:gd name="T7" fmla="*/ 149 h 149"/>
              <a:gd name="T8" fmla="*/ 0 w 845"/>
              <a:gd name="T9" fmla="*/ 0 h 149"/>
              <a:gd name="T10" fmla="*/ 0 60000 65536"/>
              <a:gd name="T11" fmla="*/ 0 60000 65536"/>
              <a:gd name="T12" fmla="*/ 0 60000 65536"/>
              <a:gd name="T13" fmla="*/ 0 60000 65536"/>
              <a:gd name="T14" fmla="*/ 0 60000 65536"/>
              <a:gd name="T15" fmla="*/ 0 w 845"/>
              <a:gd name="T16" fmla="*/ 0 h 149"/>
              <a:gd name="T17" fmla="*/ 845 w 845"/>
              <a:gd name="T18" fmla="*/ 149 h 149"/>
              <a:gd name="connsiteX0" fmla="*/ 0 w 10000"/>
              <a:gd name="connsiteY0" fmla="*/ 0 h 10000"/>
              <a:gd name="connsiteX1" fmla="*/ 10000 w 10000"/>
              <a:gd name="connsiteY1" fmla="*/ 0 h 10000"/>
              <a:gd name="connsiteX2" fmla="*/ 10000 w 10000"/>
              <a:gd name="connsiteY2" fmla="*/ 10000 h 10000"/>
              <a:gd name="connsiteX3" fmla="*/ 4888 w 10000"/>
              <a:gd name="connsiteY3" fmla="*/ 9939 h 10000"/>
              <a:gd name="connsiteX4" fmla="*/ 0 w 10000"/>
              <a:gd name="connsiteY4" fmla="*/ 0 h 10000"/>
              <a:gd name="connsiteX0" fmla="*/ 0 w 10000"/>
              <a:gd name="connsiteY0" fmla="*/ 0 h 10000"/>
              <a:gd name="connsiteX1" fmla="*/ 10000 w 10000"/>
              <a:gd name="connsiteY1" fmla="*/ 0 h 10000"/>
              <a:gd name="connsiteX2" fmla="*/ 10000 w 10000"/>
              <a:gd name="connsiteY2" fmla="*/ 10000 h 10000"/>
              <a:gd name="connsiteX3" fmla="*/ 5329 w 10000"/>
              <a:gd name="connsiteY3" fmla="*/ 9939 h 10000"/>
              <a:gd name="connsiteX4" fmla="*/ 0 w 10000"/>
              <a:gd name="connsiteY4" fmla="*/ 0 h 10000"/>
              <a:gd name="connsiteX0" fmla="*/ 0 w 10000"/>
              <a:gd name="connsiteY0" fmla="*/ 0 h 10000"/>
              <a:gd name="connsiteX1" fmla="*/ 10000 w 10000"/>
              <a:gd name="connsiteY1" fmla="*/ 0 h 10000"/>
              <a:gd name="connsiteX2" fmla="*/ 10000 w 10000"/>
              <a:gd name="connsiteY2" fmla="*/ 10000 h 10000"/>
              <a:gd name="connsiteX3" fmla="*/ 5728 w 10000"/>
              <a:gd name="connsiteY3" fmla="*/ 9939 h 10000"/>
              <a:gd name="connsiteX4" fmla="*/ 0 w 10000"/>
              <a:gd name="connsiteY4" fmla="*/ 0 h 10000"/>
              <a:gd name="connsiteX0" fmla="*/ 0 w 10000"/>
              <a:gd name="connsiteY0" fmla="*/ 0 h 10000"/>
              <a:gd name="connsiteX1" fmla="*/ 10000 w 10000"/>
              <a:gd name="connsiteY1" fmla="*/ 0 h 10000"/>
              <a:gd name="connsiteX2" fmla="*/ 10000 w 10000"/>
              <a:gd name="connsiteY2" fmla="*/ 10000 h 10000"/>
              <a:gd name="connsiteX3" fmla="*/ 6085 w 10000"/>
              <a:gd name="connsiteY3" fmla="*/ 10000 h 10000"/>
              <a:gd name="connsiteX4" fmla="*/ 0 w 10000"/>
              <a:gd name="connsiteY4" fmla="*/ 0 h 10000"/>
              <a:gd name="connsiteX0" fmla="*/ 0 w 12111"/>
              <a:gd name="connsiteY0" fmla="*/ 105 h 10000"/>
              <a:gd name="connsiteX1" fmla="*/ 12111 w 12111"/>
              <a:gd name="connsiteY1" fmla="*/ 0 h 10000"/>
              <a:gd name="connsiteX2" fmla="*/ 12111 w 12111"/>
              <a:gd name="connsiteY2" fmla="*/ 10000 h 10000"/>
              <a:gd name="connsiteX3" fmla="*/ 8196 w 12111"/>
              <a:gd name="connsiteY3" fmla="*/ 10000 h 10000"/>
              <a:gd name="connsiteX4" fmla="*/ 0 w 12111"/>
              <a:gd name="connsiteY4" fmla="*/ 105 h 10000"/>
              <a:gd name="connsiteX0" fmla="*/ 0 w 11970"/>
              <a:gd name="connsiteY0" fmla="*/ 105 h 10000"/>
              <a:gd name="connsiteX1" fmla="*/ 11970 w 11970"/>
              <a:gd name="connsiteY1" fmla="*/ 0 h 10000"/>
              <a:gd name="connsiteX2" fmla="*/ 11970 w 11970"/>
              <a:gd name="connsiteY2" fmla="*/ 10000 h 10000"/>
              <a:gd name="connsiteX3" fmla="*/ 8055 w 11970"/>
              <a:gd name="connsiteY3" fmla="*/ 10000 h 10000"/>
              <a:gd name="connsiteX4" fmla="*/ 0 w 11970"/>
              <a:gd name="connsiteY4" fmla="*/ 105 h 10000"/>
              <a:gd name="connsiteX0" fmla="*/ 0 w 11923"/>
              <a:gd name="connsiteY0" fmla="*/ 105 h 10000"/>
              <a:gd name="connsiteX1" fmla="*/ 11923 w 11923"/>
              <a:gd name="connsiteY1" fmla="*/ 0 h 10000"/>
              <a:gd name="connsiteX2" fmla="*/ 11923 w 11923"/>
              <a:gd name="connsiteY2" fmla="*/ 10000 h 10000"/>
              <a:gd name="connsiteX3" fmla="*/ 8008 w 11923"/>
              <a:gd name="connsiteY3" fmla="*/ 10000 h 10000"/>
              <a:gd name="connsiteX4" fmla="*/ 0 w 11923"/>
              <a:gd name="connsiteY4" fmla="*/ 105 h 10000"/>
              <a:gd name="connsiteX0" fmla="*/ 0 w 12106"/>
              <a:gd name="connsiteY0" fmla="*/ 0 h 10100"/>
              <a:gd name="connsiteX1" fmla="*/ 12106 w 12106"/>
              <a:gd name="connsiteY1" fmla="*/ 100 h 10100"/>
              <a:gd name="connsiteX2" fmla="*/ 12106 w 12106"/>
              <a:gd name="connsiteY2" fmla="*/ 10100 h 10100"/>
              <a:gd name="connsiteX3" fmla="*/ 8191 w 12106"/>
              <a:gd name="connsiteY3" fmla="*/ 10100 h 10100"/>
              <a:gd name="connsiteX4" fmla="*/ 0 w 12106"/>
              <a:gd name="connsiteY4" fmla="*/ 0 h 10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06" h="10100">
                <a:moveTo>
                  <a:pt x="0" y="0"/>
                </a:moveTo>
                <a:lnTo>
                  <a:pt x="12106" y="100"/>
                </a:lnTo>
                <a:lnTo>
                  <a:pt x="12106" y="10100"/>
                </a:lnTo>
                <a:lnTo>
                  <a:pt x="8191" y="10100"/>
                </a:lnTo>
                <a:lnTo>
                  <a:pt x="0" y="0"/>
                </a:lnTo>
                <a:close/>
              </a:path>
            </a:pathLst>
          </a:custGeom>
          <a:solidFill>
            <a:srgbClr val="0066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79</a:t>
            </a:fld>
            <a:endParaRPr lang="zh-CN" altLang="en-US" dirty="0">
              <a:solidFill>
                <a:srgbClr val="C00000"/>
              </a:solidFill>
            </a:endParaRPr>
          </a:p>
        </p:txBody>
      </p:sp>
      <p:sp>
        <p:nvSpPr>
          <p:cNvPr id="61" name="Text Box 2"/>
          <p:cNvSpPr txBox="1">
            <a:spLocks noChangeArrowheads="1"/>
          </p:cNvSpPr>
          <p:nvPr/>
        </p:nvSpPr>
        <p:spPr bwMode="auto">
          <a:xfrm>
            <a:off x="2456953" y="5711775"/>
            <a:ext cx="5398936"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zh-CN" altLang="en-US" sz="4000" b="1" dirty="0">
                <a:solidFill>
                  <a:srgbClr val="000066"/>
                </a:solidFill>
                <a:latin typeface="黑体" pitchFamily="2" charset="-122"/>
                <a:ea typeface="黑体" pitchFamily="2" charset="-122"/>
              </a:rPr>
              <a:t>稳定渗流土坡稳定分析</a:t>
            </a:r>
          </a:p>
        </p:txBody>
      </p:sp>
      <p:sp>
        <p:nvSpPr>
          <p:cNvPr id="9" name="Freeform 10"/>
          <p:cNvSpPr>
            <a:spLocks/>
          </p:cNvSpPr>
          <p:nvPr/>
        </p:nvSpPr>
        <p:spPr bwMode="auto">
          <a:xfrm flipH="1">
            <a:off x="7562865" y="3914304"/>
            <a:ext cx="1181405" cy="642787"/>
          </a:xfrm>
          <a:custGeom>
            <a:avLst/>
            <a:gdLst>
              <a:gd name="T0" fmla="*/ 10 w 1848"/>
              <a:gd name="T1" fmla="*/ 0 h 682"/>
              <a:gd name="T2" fmla="*/ 1848 w 1848"/>
              <a:gd name="T3" fmla="*/ 0 h 682"/>
              <a:gd name="T4" fmla="*/ 341 w 1848"/>
              <a:gd name="T5" fmla="*/ 682 h 682"/>
              <a:gd name="T6" fmla="*/ 0 w 1848"/>
              <a:gd name="T7" fmla="*/ 677 h 682"/>
              <a:gd name="T8" fmla="*/ 10 w 1848"/>
              <a:gd name="T9" fmla="*/ 0 h 682"/>
              <a:gd name="T10" fmla="*/ 0 60000 65536"/>
              <a:gd name="T11" fmla="*/ 0 60000 65536"/>
              <a:gd name="T12" fmla="*/ 0 60000 65536"/>
              <a:gd name="T13" fmla="*/ 0 60000 65536"/>
              <a:gd name="T14" fmla="*/ 0 60000 65536"/>
              <a:gd name="T15" fmla="*/ 0 w 1848"/>
              <a:gd name="T16" fmla="*/ 0 h 682"/>
              <a:gd name="T17" fmla="*/ 1848 w 1848"/>
              <a:gd name="T18" fmla="*/ 682 h 682"/>
              <a:gd name="connsiteX0" fmla="*/ 54 w 10156"/>
              <a:gd name="connsiteY0" fmla="*/ 49 h 10049"/>
              <a:gd name="connsiteX1" fmla="*/ 10156 w 10156"/>
              <a:gd name="connsiteY1" fmla="*/ 0 h 10049"/>
              <a:gd name="connsiteX2" fmla="*/ 1845 w 10156"/>
              <a:gd name="connsiteY2" fmla="*/ 10049 h 10049"/>
              <a:gd name="connsiteX3" fmla="*/ 0 w 10156"/>
              <a:gd name="connsiteY3" fmla="*/ 9976 h 10049"/>
              <a:gd name="connsiteX4" fmla="*/ 54 w 10156"/>
              <a:gd name="connsiteY4" fmla="*/ 49 h 10049"/>
              <a:gd name="connsiteX0" fmla="*/ 6334 w 10156"/>
              <a:gd name="connsiteY0" fmla="*/ 0 h 10089"/>
              <a:gd name="connsiteX1" fmla="*/ 10156 w 10156"/>
              <a:gd name="connsiteY1" fmla="*/ 40 h 10089"/>
              <a:gd name="connsiteX2" fmla="*/ 1845 w 10156"/>
              <a:gd name="connsiteY2" fmla="*/ 10089 h 10089"/>
              <a:gd name="connsiteX3" fmla="*/ 0 w 10156"/>
              <a:gd name="connsiteY3" fmla="*/ 10016 h 10089"/>
              <a:gd name="connsiteX4" fmla="*/ 6334 w 10156"/>
              <a:gd name="connsiteY4" fmla="*/ 0 h 10089"/>
              <a:gd name="connsiteX0" fmla="*/ 6334 w 10156"/>
              <a:gd name="connsiteY0" fmla="*/ 0 h 10016"/>
              <a:gd name="connsiteX1" fmla="*/ 10156 w 10156"/>
              <a:gd name="connsiteY1" fmla="*/ 40 h 10016"/>
              <a:gd name="connsiteX2" fmla="*/ 6316 w 10156"/>
              <a:gd name="connsiteY2" fmla="*/ 4665 h 10016"/>
              <a:gd name="connsiteX3" fmla="*/ 0 w 10156"/>
              <a:gd name="connsiteY3" fmla="*/ 10016 h 10016"/>
              <a:gd name="connsiteX4" fmla="*/ 6334 w 10156"/>
              <a:gd name="connsiteY4" fmla="*/ 0 h 10016"/>
              <a:gd name="connsiteX0" fmla="*/ 18 w 3840"/>
              <a:gd name="connsiteY0" fmla="*/ 0 h 4665"/>
              <a:gd name="connsiteX1" fmla="*/ 3840 w 3840"/>
              <a:gd name="connsiteY1" fmla="*/ 40 h 4665"/>
              <a:gd name="connsiteX2" fmla="*/ 0 w 3840"/>
              <a:gd name="connsiteY2" fmla="*/ 4665 h 4665"/>
              <a:gd name="connsiteX3" fmla="*/ 18 w 3840"/>
              <a:gd name="connsiteY3" fmla="*/ 0 h 4665"/>
            </a:gdLst>
            <a:ahLst/>
            <a:cxnLst>
              <a:cxn ang="0">
                <a:pos x="connsiteX0" y="connsiteY0"/>
              </a:cxn>
              <a:cxn ang="0">
                <a:pos x="connsiteX1" y="connsiteY1"/>
              </a:cxn>
              <a:cxn ang="0">
                <a:pos x="connsiteX2" y="connsiteY2"/>
              </a:cxn>
              <a:cxn ang="0">
                <a:pos x="connsiteX3" y="connsiteY3"/>
              </a:cxn>
            </a:cxnLst>
            <a:rect l="l" t="t" r="r" b="b"/>
            <a:pathLst>
              <a:path w="3840" h="4665">
                <a:moveTo>
                  <a:pt x="18" y="0"/>
                </a:moveTo>
                <a:lnTo>
                  <a:pt x="3840" y="40"/>
                </a:lnTo>
                <a:lnTo>
                  <a:pt x="0" y="4665"/>
                </a:lnTo>
                <a:lnTo>
                  <a:pt x="18" y="0"/>
                </a:lnTo>
                <a:close/>
              </a:path>
            </a:pathLst>
          </a:custGeom>
          <a:solidFill>
            <a:srgbClr val="0066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 name="Freeform 2422"/>
          <p:cNvSpPr>
            <a:spLocks/>
          </p:cNvSpPr>
          <p:nvPr/>
        </p:nvSpPr>
        <p:spPr bwMode="auto">
          <a:xfrm flipH="1">
            <a:off x="4513461" y="3830363"/>
            <a:ext cx="4235206" cy="1429273"/>
          </a:xfrm>
          <a:custGeom>
            <a:avLst/>
            <a:gdLst>
              <a:gd name="T0" fmla="*/ 0 w 2975"/>
              <a:gd name="T1" fmla="*/ 756 h 759"/>
              <a:gd name="T2" fmla="*/ 1444 w 2975"/>
              <a:gd name="T3" fmla="*/ 0 h 759"/>
              <a:gd name="T4" fmla="*/ 1608 w 2975"/>
              <a:gd name="T5" fmla="*/ 0 h 759"/>
              <a:gd name="T6" fmla="*/ 2975 w 2975"/>
              <a:gd name="T7" fmla="*/ 759 h 759"/>
              <a:gd name="connsiteX0" fmla="*/ 0 w 10000"/>
              <a:gd name="connsiteY0" fmla="*/ 9960 h 10000"/>
              <a:gd name="connsiteX1" fmla="*/ 2412 w 10000"/>
              <a:gd name="connsiteY1" fmla="*/ 5057 h 10000"/>
              <a:gd name="connsiteX2" fmla="*/ 4854 w 10000"/>
              <a:gd name="connsiteY2" fmla="*/ 0 h 10000"/>
              <a:gd name="connsiteX3" fmla="*/ 5405 w 10000"/>
              <a:gd name="connsiteY3" fmla="*/ 0 h 10000"/>
              <a:gd name="connsiteX4" fmla="*/ 10000 w 10000"/>
              <a:gd name="connsiteY4" fmla="*/ 10000 h 10000"/>
              <a:gd name="connsiteX0" fmla="*/ 0 w 7588"/>
              <a:gd name="connsiteY0" fmla="*/ 5057 h 10000"/>
              <a:gd name="connsiteX1" fmla="*/ 2442 w 7588"/>
              <a:gd name="connsiteY1" fmla="*/ 0 h 10000"/>
              <a:gd name="connsiteX2" fmla="*/ 2993 w 7588"/>
              <a:gd name="connsiteY2" fmla="*/ 0 h 10000"/>
              <a:gd name="connsiteX3" fmla="*/ 7588 w 7588"/>
              <a:gd name="connsiteY3" fmla="*/ 10000 h 10000"/>
            </a:gdLst>
            <a:ahLst/>
            <a:cxnLst>
              <a:cxn ang="0">
                <a:pos x="connsiteX0" y="connsiteY0"/>
              </a:cxn>
              <a:cxn ang="0">
                <a:pos x="connsiteX1" y="connsiteY1"/>
              </a:cxn>
              <a:cxn ang="0">
                <a:pos x="connsiteX2" y="connsiteY2"/>
              </a:cxn>
              <a:cxn ang="0">
                <a:pos x="connsiteX3" y="connsiteY3"/>
              </a:cxn>
            </a:cxnLst>
            <a:rect l="l" t="t" r="r" b="b"/>
            <a:pathLst>
              <a:path w="7588" h="10000">
                <a:moveTo>
                  <a:pt x="0" y="5057"/>
                </a:moveTo>
                <a:lnTo>
                  <a:pt x="2442" y="0"/>
                </a:lnTo>
                <a:lnTo>
                  <a:pt x="2993" y="0"/>
                </a:lnTo>
                <a:lnTo>
                  <a:pt x="7588" y="10000"/>
                </a:lnTo>
              </a:path>
            </a:pathLst>
          </a:custGeom>
          <a:noFill/>
          <a:ln w="19050" cmpd="sng">
            <a:solidFill>
              <a:schemeClr val="tx1"/>
            </a:solidFill>
            <a:round/>
            <a:headEnd/>
            <a:tailEnd/>
          </a:ln>
          <a:effectLst/>
        </p:spPr>
        <p:txBody>
          <a:bodyPr/>
          <a:lstStyle/>
          <a:p>
            <a:endParaRPr lang="zh-CN" altLang="en-US"/>
          </a:p>
        </p:txBody>
      </p:sp>
      <p:sp>
        <p:nvSpPr>
          <p:cNvPr id="17" name="Line 2423"/>
          <p:cNvSpPr>
            <a:spLocks noChangeShapeType="1"/>
          </p:cNvSpPr>
          <p:nvPr/>
        </p:nvSpPr>
        <p:spPr bwMode="auto">
          <a:xfrm flipH="1">
            <a:off x="4106972" y="5259636"/>
            <a:ext cx="4651343"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 name="Line 2424"/>
          <p:cNvSpPr>
            <a:spLocks noChangeShapeType="1"/>
          </p:cNvSpPr>
          <p:nvPr/>
        </p:nvSpPr>
        <p:spPr bwMode="auto">
          <a:xfrm>
            <a:off x="7563144" y="3918869"/>
            <a:ext cx="1195171"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 name="Line 2425"/>
          <p:cNvSpPr>
            <a:spLocks noChangeShapeType="1"/>
          </p:cNvSpPr>
          <p:nvPr/>
        </p:nvSpPr>
        <p:spPr bwMode="auto">
          <a:xfrm flipH="1">
            <a:off x="4100169" y="4796347"/>
            <a:ext cx="123715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20" name="Group 2426"/>
          <p:cNvGrpSpPr>
            <a:grpSpLocks/>
          </p:cNvGrpSpPr>
          <p:nvPr/>
        </p:nvGrpSpPr>
        <p:grpSpPr bwMode="auto">
          <a:xfrm flipH="1">
            <a:off x="8099975" y="3779310"/>
            <a:ext cx="373473" cy="291880"/>
            <a:chOff x="355" y="513"/>
            <a:chExt cx="204" cy="175"/>
          </a:xfrm>
        </p:grpSpPr>
        <p:sp>
          <p:nvSpPr>
            <p:cNvPr id="21" name="AutoShape 2427"/>
            <p:cNvSpPr>
              <a:spLocks noChangeArrowheads="1"/>
            </p:cNvSpPr>
            <p:nvPr/>
          </p:nvSpPr>
          <p:spPr bwMode="auto">
            <a:xfrm flipV="1">
              <a:off x="420" y="513"/>
              <a:ext cx="94" cy="78"/>
            </a:xfrm>
            <a:prstGeom prst="triangle">
              <a:avLst>
                <a:gd name="adj" fmla="val 50000"/>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 name="Line 2428"/>
            <p:cNvSpPr>
              <a:spLocks noChangeShapeType="1"/>
            </p:cNvSpPr>
            <p:nvPr/>
          </p:nvSpPr>
          <p:spPr bwMode="auto">
            <a:xfrm>
              <a:off x="355" y="626"/>
              <a:ext cx="9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3" name="Line 2429"/>
            <p:cNvSpPr>
              <a:spLocks noChangeShapeType="1"/>
            </p:cNvSpPr>
            <p:nvPr/>
          </p:nvSpPr>
          <p:spPr bwMode="auto">
            <a:xfrm>
              <a:off x="469" y="626"/>
              <a:ext cx="9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4" name="Line 2430"/>
            <p:cNvSpPr>
              <a:spLocks noChangeShapeType="1"/>
            </p:cNvSpPr>
            <p:nvPr/>
          </p:nvSpPr>
          <p:spPr bwMode="auto">
            <a:xfrm>
              <a:off x="409" y="657"/>
              <a:ext cx="11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5" name="Line 2431"/>
            <p:cNvSpPr>
              <a:spLocks noChangeShapeType="1"/>
            </p:cNvSpPr>
            <p:nvPr/>
          </p:nvSpPr>
          <p:spPr bwMode="auto">
            <a:xfrm>
              <a:off x="453" y="688"/>
              <a:ext cx="4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26" name="Freeform 2432"/>
          <p:cNvSpPr>
            <a:spLocks/>
          </p:cNvSpPr>
          <p:nvPr/>
        </p:nvSpPr>
        <p:spPr bwMode="auto">
          <a:xfrm flipH="1">
            <a:off x="5747374" y="3928284"/>
            <a:ext cx="1803083" cy="644417"/>
          </a:xfrm>
          <a:custGeom>
            <a:avLst/>
            <a:gdLst>
              <a:gd name="T0" fmla="*/ 0 w 953"/>
              <a:gd name="T1" fmla="*/ 0 h 321"/>
              <a:gd name="T2" fmla="*/ 24 w 953"/>
              <a:gd name="T3" fmla="*/ 17 h 321"/>
              <a:gd name="T4" fmla="*/ 111 w 953"/>
              <a:gd name="T5" fmla="*/ 48 h 321"/>
              <a:gd name="T6" fmla="*/ 224 w 953"/>
              <a:gd name="T7" fmla="*/ 81 h 321"/>
              <a:gd name="T8" fmla="*/ 432 w 953"/>
              <a:gd name="T9" fmla="*/ 139 h 321"/>
              <a:gd name="T10" fmla="*/ 639 w 953"/>
              <a:gd name="T11" fmla="*/ 204 h 321"/>
              <a:gd name="T12" fmla="*/ 819 w 953"/>
              <a:gd name="T13" fmla="*/ 269 h 321"/>
              <a:gd name="T14" fmla="*/ 953 w 953"/>
              <a:gd name="T15" fmla="*/ 321 h 321"/>
              <a:gd name="connsiteX0" fmla="*/ 0 w 9716"/>
              <a:gd name="connsiteY0" fmla="*/ 0 h 9429"/>
              <a:gd name="connsiteX1" fmla="*/ 252 w 9716"/>
              <a:gd name="connsiteY1" fmla="*/ 530 h 9429"/>
              <a:gd name="connsiteX2" fmla="*/ 1165 w 9716"/>
              <a:gd name="connsiteY2" fmla="*/ 1495 h 9429"/>
              <a:gd name="connsiteX3" fmla="*/ 2350 w 9716"/>
              <a:gd name="connsiteY3" fmla="*/ 2523 h 9429"/>
              <a:gd name="connsiteX4" fmla="*/ 4533 w 9716"/>
              <a:gd name="connsiteY4" fmla="*/ 4330 h 9429"/>
              <a:gd name="connsiteX5" fmla="*/ 6705 w 9716"/>
              <a:gd name="connsiteY5" fmla="*/ 6355 h 9429"/>
              <a:gd name="connsiteX6" fmla="*/ 8594 w 9716"/>
              <a:gd name="connsiteY6" fmla="*/ 8380 h 9429"/>
              <a:gd name="connsiteX7" fmla="*/ 9716 w 9716"/>
              <a:gd name="connsiteY7" fmla="*/ 9429 h 9429"/>
              <a:gd name="connsiteX0" fmla="*/ 0 w 10000"/>
              <a:gd name="connsiteY0" fmla="*/ 0 h 10000"/>
              <a:gd name="connsiteX1" fmla="*/ 259 w 10000"/>
              <a:gd name="connsiteY1" fmla="*/ 562 h 10000"/>
              <a:gd name="connsiteX2" fmla="*/ 1199 w 10000"/>
              <a:gd name="connsiteY2" fmla="*/ 1586 h 10000"/>
              <a:gd name="connsiteX3" fmla="*/ 2419 w 10000"/>
              <a:gd name="connsiteY3" fmla="*/ 2676 h 10000"/>
              <a:gd name="connsiteX4" fmla="*/ 4666 w 10000"/>
              <a:gd name="connsiteY4" fmla="*/ 4592 h 10000"/>
              <a:gd name="connsiteX5" fmla="*/ 6901 w 10000"/>
              <a:gd name="connsiteY5" fmla="*/ 6740 h 10000"/>
              <a:gd name="connsiteX6" fmla="*/ 8709 w 10000"/>
              <a:gd name="connsiteY6" fmla="*/ 8612 h 10000"/>
              <a:gd name="connsiteX7" fmla="*/ 10000 w 10000"/>
              <a:gd name="connsiteY7" fmla="*/ 10000 h 10000"/>
              <a:gd name="connsiteX0" fmla="*/ 0 w 9686"/>
              <a:gd name="connsiteY0" fmla="*/ 0 h 9642"/>
              <a:gd name="connsiteX1" fmla="*/ 259 w 9686"/>
              <a:gd name="connsiteY1" fmla="*/ 562 h 9642"/>
              <a:gd name="connsiteX2" fmla="*/ 1199 w 9686"/>
              <a:gd name="connsiteY2" fmla="*/ 1586 h 9642"/>
              <a:gd name="connsiteX3" fmla="*/ 2419 w 9686"/>
              <a:gd name="connsiteY3" fmla="*/ 2676 h 9642"/>
              <a:gd name="connsiteX4" fmla="*/ 4666 w 9686"/>
              <a:gd name="connsiteY4" fmla="*/ 4592 h 9642"/>
              <a:gd name="connsiteX5" fmla="*/ 6901 w 9686"/>
              <a:gd name="connsiteY5" fmla="*/ 6740 h 9642"/>
              <a:gd name="connsiteX6" fmla="*/ 8709 w 9686"/>
              <a:gd name="connsiteY6" fmla="*/ 8612 h 9642"/>
              <a:gd name="connsiteX7" fmla="*/ 9686 w 9686"/>
              <a:gd name="connsiteY7" fmla="*/ 9642 h 9642"/>
              <a:gd name="connsiteX0" fmla="*/ 0 w 10000"/>
              <a:gd name="connsiteY0" fmla="*/ 0 h 10000"/>
              <a:gd name="connsiteX1" fmla="*/ 267 w 10000"/>
              <a:gd name="connsiteY1" fmla="*/ 583 h 10000"/>
              <a:gd name="connsiteX2" fmla="*/ 1238 w 10000"/>
              <a:gd name="connsiteY2" fmla="*/ 1645 h 10000"/>
              <a:gd name="connsiteX3" fmla="*/ 2497 w 10000"/>
              <a:gd name="connsiteY3" fmla="*/ 2775 h 10000"/>
              <a:gd name="connsiteX4" fmla="*/ 4817 w 10000"/>
              <a:gd name="connsiteY4" fmla="*/ 4762 h 10000"/>
              <a:gd name="connsiteX5" fmla="*/ 7125 w 10000"/>
              <a:gd name="connsiteY5" fmla="*/ 6990 h 10000"/>
              <a:gd name="connsiteX6" fmla="*/ 8516 w 10000"/>
              <a:gd name="connsiteY6" fmla="*/ 8504 h 10000"/>
              <a:gd name="connsiteX7" fmla="*/ 10000 w 10000"/>
              <a:gd name="connsiteY7" fmla="*/ 10000 h 10000"/>
              <a:gd name="connsiteX0" fmla="*/ 0 w 10000"/>
              <a:gd name="connsiteY0" fmla="*/ 0 h 10000"/>
              <a:gd name="connsiteX1" fmla="*/ 267 w 10000"/>
              <a:gd name="connsiteY1" fmla="*/ 583 h 10000"/>
              <a:gd name="connsiteX2" fmla="*/ 1238 w 10000"/>
              <a:gd name="connsiteY2" fmla="*/ 1645 h 10000"/>
              <a:gd name="connsiteX3" fmla="*/ 2497 w 10000"/>
              <a:gd name="connsiteY3" fmla="*/ 2775 h 10000"/>
              <a:gd name="connsiteX4" fmla="*/ 4817 w 10000"/>
              <a:gd name="connsiteY4" fmla="*/ 4762 h 10000"/>
              <a:gd name="connsiteX5" fmla="*/ 6995 w 10000"/>
              <a:gd name="connsiteY5" fmla="*/ 6990 h 10000"/>
              <a:gd name="connsiteX6" fmla="*/ 8516 w 10000"/>
              <a:gd name="connsiteY6" fmla="*/ 8504 h 10000"/>
              <a:gd name="connsiteX7" fmla="*/ 10000 w 10000"/>
              <a:gd name="connsiteY7" fmla="*/ 10000 h 10000"/>
              <a:gd name="connsiteX0" fmla="*/ 0 w 9709"/>
              <a:gd name="connsiteY0" fmla="*/ 0 h 9515"/>
              <a:gd name="connsiteX1" fmla="*/ 267 w 9709"/>
              <a:gd name="connsiteY1" fmla="*/ 583 h 9515"/>
              <a:gd name="connsiteX2" fmla="*/ 1238 w 9709"/>
              <a:gd name="connsiteY2" fmla="*/ 1645 h 9515"/>
              <a:gd name="connsiteX3" fmla="*/ 2497 w 9709"/>
              <a:gd name="connsiteY3" fmla="*/ 2775 h 9515"/>
              <a:gd name="connsiteX4" fmla="*/ 4817 w 9709"/>
              <a:gd name="connsiteY4" fmla="*/ 4762 h 9515"/>
              <a:gd name="connsiteX5" fmla="*/ 6995 w 9709"/>
              <a:gd name="connsiteY5" fmla="*/ 6990 h 9515"/>
              <a:gd name="connsiteX6" fmla="*/ 8516 w 9709"/>
              <a:gd name="connsiteY6" fmla="*/ 8504 h 9515"/>
              <a:gd name="connsiteX7" fmla="*/ 9709 w 9709"/>
              <a:gd name="connsiteY7" fmla="*/ 9515 h 9515"/>
              <a:gd name="connsiteX0" fmla="*/ 0 w 10000"/>
              <a:gd name="connsiteY0" fmla="*/ 0 h 10000"/>
              <a:gd name="connsiteX1" fmla="*/ 275 w 10000"/>
              <a:gd name="connsiteY1" fmla="*/ 613 h 10000"/>
              <a:gd name="connsiteX2" fmla="*/ 1275 w 10000"/>
              <a:gd name="connsiteY2" fmla="*/ 1729 h 10000"/>
              <a:gd name="connsiteX3" fmla="*/ 2572 w 10000"/>
              <a:gd name="connsiteY3" fmla="*/ 2916 h 10000"/>
              <a:gd name="connsiteX4" fmla="*/ 4961 w 10000"/>
              <a:gd name="connsiteY4" fmla="*/ 5005 h 10000"/>
              <a:gd name="connsiteX5" fmla="*/ 7205 w 10000"/>
              <a:gd name="connsiteY5" fmla="*/ 7346 h 10000"/>
              <a:gd name="connsiteX6" fmla="*/ 8771 w 10000"/>
              <a:gd name="connsiteY6" fmla="*/ 8937 h 10000"/>
              <a:gd name="connsiteX7" fmla="*/ 8516 w 10000"/>
              <a:gd name="connsiteY7" fmla="*/ 8593 h 10000"/>
              <a:gd name="connsiteX8" fmla="*/ 10000 w 10000"/>
              <a:gd name="connsiteY8" fmla="*/ 10000 h 10000"/>
              <a:gd name="connsiteX0" fmla="*/ 0 w 10000"/>
              <a:gd name="connsiteY0" fmla="*/ 0 h 10000"/>
              <a:gd name="connsiteX1" fmla="*/ 275 w 10000"/>
              <a:gd name="connsiteY1" fmla="*/ 613 h 10000"/>
              <a:gd name="connsiteX2" fmla="*/ 1275 w 10000"/>
              <a:gd name="connsiteY2" fmla="*/ 1729 h 10000"/>
              <a:gd name="connsiteX3" fmla="*/ 2572 w 10000"/>
              <a:gd name="connsiteY3" fmla="*/ 2916 h 10000"/>
              <a:gd name="connsiteX4" fmla="*/ 4961 w 10000"/>
              <a:gd name="connsiteY4" fmla="*/ 5005 h 10000"/>
              <a:gd name="connsiteX5" fmla="*/ 7205 w 10000"/>
              <a:gd name="connsiteY5" fmla="*/ 7346 h 10000"/>
              <a:gd name="connsiteX6" fmla="*/ 8516 w 10000"/>
              <a:gd name="connsiteY6" fmla="*/ 8593 h 10000"/>
              <a:gd name="connsiteX7" fmla="*/ 10000 w 10000"/>
              <a:gd name="connsiteY7" fmla="*/ 10000 h 10000"/>
              <a:gd name="connsiteX0" fmla="*/ 0 w 10000"/>
              <a:gd name="connsiteY0" fmla="*/ 0 h 10000"/>
              <a:gd name="connsiteX1" fmla="*/ 275 w 10000"/>
              <a:gd name="connsiteY1" fmla="*/ 613 h 10000"/>
              <a:gd name="connsiteX2" fmla="*/ 1275 w 10000"/>
              <a:gd name="connsiteY2" fmla="*/ 1729 h 10000"/>
              <a:gd name="connsiteX3" fmla="*/ 2572 w 10000"/>
              <a:gd name="connsiteY3" fmla="*/ 2916 h 10000"/>
              <a:gd name="connsiteX4" fmla="*/ 4944 w 10000"/>
              <a:gd name="connsiteY4" fmla="*/ 5240 h 10000"/>
              <a:gd name="connsiteX5" fmla="*/ 7205 w 10000"/>
              <a:gd name="connsiteY5" fmla="*/ 7346 h 10000"/>
              <a:gd name="connsiteX6" fmla="*/ 8516 w 10000"/>
              <a:gd name="connsiteY6" fmla="*/ 8593 h 10000"/>
              <a:gd name="connsiteX7" fmla="*/ 10000 w 10000"/>
              <a:gd name="connsiteY7" fmla="*/ 10000 h 10000"/>
              <a:gd name="connsiteX0" fmla="*/ 0 w 10000"/>
              <a:gd name="connsiteY0" fmla="*/ 0 h 10000"/>
              <a:gd name="connsiteX1" fmla="*/ 275 w 10000"/>
              <a:gd name="connsiteY1" fmla="*/ 613 h 10000"/>
              <a:gd name="connsiteX2" fmla="*/ 1342 w 10000"/>
              <a:gd name="connsiteY2" fmla="*/ 1588 h 10000"/>
              <a:gd name="connsiteX3" fmla="*/ 2572 w 10000"/>
              <a:gd name="connsiteY3" fmla="*/ 2916 h 10000"/>
              <a:gd name="connsiteX4" fmla="*/ 4944 w 10000"/>
              <a:gd name="connsiteY4" fmla="*/ 5240 h 10000"/>
              <a:gd name="connsiteX5" fmla="*/ 7205 w 10000"/>
              <a:gd name="connsiteY5" fmla="*/ 7346 h 10000"/>
              <a:gd name="connsiteX6" fmla="*/ 8516 w 10000"/>
              <a:gd name="connsiteY6" fmla="*/ 8593 h 10000"/>
              <a:gd name="connsiteX7" fmla="*/ 10000 w 10000"/>
              <a:gd name="connsiteY7" fmla="*/ 10000 h 10000"/>
              <a:gd name="connsiteX0" fmla="*/ 0 w 10000"/>
              <a:gd name="connsiteY0" fmla="*/ 0 h 10000"/>
              <a:gd name="connsiteX1" fmla="*/ 359 w 10000"/>
              <a:gd name="connsiteY1" fmla="*/ 895 h 10000"/>
              <a:gd name="connsiteX2" fmla="*/ 1342 w 10000"/>
              <a:gd name="connsiteY2" fmla="*/ 1588 h 10000"/>
              <a:gd name="connsiteX3" fmla="*/ 2572 w 10000"/>
              <a:gd name="connsiteY3" fmla="*/ 2916 h 10000"/>
              <a:gd name="connsiteX4" fmla="*/ 4944 w 10000"/>
              <a:gd name="connsiteY4" fmla="*/ 5240 h 10000"/>
              <a:gd name="connsiteX5" fmla="*/ 7205 w 10000"/>
              <a:gd name="connsiteY5" fmla="*/ 7346 h 10000"/>
              <a:gd name="connsiteX6" fmla="*/ 8516 w 10000"/>
              <a:gd name="connsiteY6" fmla="*/ 8593 h 10000"/>
              <a:gd name="connsiteX7" fmla="*/ 10000 w 10000"/>
              <a:gd name="connsiteY7" fmla="*/ 10000 h 10000"/>
              <a:gd name="connsiteX0" fmla="*/ 0 w 10000"/>
              <a:gd name="connsiteY0" fmla="*/ 0 h 10000"/>
              <a:gd name="connsiteX1" fmla="*/ 359 w 10000"/>
              <a:gd name="connsiteY1" fmla="*/ 895 h 10000"/>
              <a:gd name="connsiteX2" fmla="*/ 1288 w 10000"/>
              <a:gd name="connsiteY2" fmla="*/ 1814 h 10000"/>
              <a:gd name="connsiteX3" fmla="*/ 1342 w 10000"/>
              <a:gd name="connsiteY3" fmla="*/ 1588 h 10000"/>
              <a:gd name="connsiteX4" fmla="*/ 2572 w 10000"/>
              <a:gd name="connsiteY4" fmla="*/ 2916 h 10000"/>
              <a:gd name="connsiteX5" fmla="*/ 4944 w 10000"/>
              <a:gd name="connsiteY5" fmla="*/ 5240 h 10000"/>
              <a:gd name="connsiteX6" fmla="*/ 7205 w 10000"/>
              <a:gd name="connsiteY6" fmla="*/ 7346 h 10000"/>
              <a:gd name="connsiteX7" fmla="*/ 8516 w 10000"/>
              <a:gd name="connsiteY7" fmla="*/ 8593 h 10000"/>
              <a:gd name="connsiteX8" fmla="*/ 10000 w 10000"/>
              <a:gd name="connsiteY8" fmla="*/ 10000 h 10000"/>
              <a:gd name="connsiteX0" fmla="*/ 0 w 10000"/>
              <a:gd name="connsiteY0" fmla="*/ 0 h 10000"/>
              <a:gd name="connsiteX1" fmla="*/ 359 w 10000"/>
              <a:gd name="connsiteY1" fmla="*/ 895 h 10000"/>
              <a:gd name="connsiteX2" fmla="*/ 1288 w 10000"/>
              <a:gd name="connsiteY2" fmla="*/ 1814 h 10000"/>
              <a:gd name="connsiteX3" fmla="*/ 2572 w 10000"/>
              <a:gd name="connsiteY3" fmla="*/ 2916 h 10000"/>
              <a:gd name="connsiteX4" fmla="*/ 4944 w 10000"/>
              <a:gd name="connsiteY4" fmla="*/ 5240 h 10000"/>
              <a:gd name="connsiteX5" fmla="*/ 7205 w 10000"/>
              <a:gd name="connsiteY5" fmla="*/ 7346 h 10000"/>
              <a:gd name="connsiteX6" fmla="*/ 8516 w 10000"/>
              <a:gd name="connsiteY6" fmla="*/ 8593 h 10000"/>
              <a:gd name="connsiteX7" fmla="*/ 10000 w 10000"/>
              <a:gd name="connsiteY7" fmla="*/ 10000 h 10000"/>
              <a:gd name="connsiteX0" fmla="*/ 0 w 10000"/>
              <a:gd name="connsiteY0" fmla="*/ 0 h 10000"/>
              <a:gd name="connsiteX1" fmla="*/ 359 w 10000"/>
              <a:gd name="connsiteY1" fmla="*/ 895 h 10000"/>
              <a:gd name="connsiteX2" fmla="*/ 1288 w 10000"/>
              <a:gd name="connsiteY2" fmla="*/ 1814 h 10000"/>
              <a:gd name="connsiteX3" fmla="*/ 2589 w 10000"/>
              <a:gd name="connsiteY3" fmla="*/ 3057 h 10000"/>
              <a:gd name="connsiteX4" fmla="*/ 4944 w 10000"/>
              <a:gd name="connsiteY4" fmla="*/ 5240 h 10000"/>
              <a:gd name="connsiteX5" fmla="*/ 7205 w 10000"/>
              <a:gd name="connsiteY5" fmla="*/ 7346 h 10000"/>
              <a:gd name="connsiteX6" fmla="*/ 8516 w 10000"/>
              <a:gd name="connsiteY6" fmla="*/ 8593 h 10000"/>
              <a:gd name="connsiteX7" fmla="*/ 10000 w 10000"/>
              <a:gd name="connsiteY7" fmla="*/ 1000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000" h="10000">
                <a:moveTo>
                  <a:pt x="0" y="0"/>
                </a:moveTo>
                <a:cubicBezTo>
                  <a:pt x="34" y="145"/>
                  <a:pt x="144" y="593"/>
                  <a:pt x="359" y="895"/>
                </a:cubicBezTo>
                <a:cubicBezTo>
                  <a:pt x="574" y="1197"/>
                  <a:pt x="919" y="1477"/>
                  <a:pt x="1288" y="1814"/>
                </a:cubicBezTo>
                <a:cubicBezTo>
                  <a:pt x="1657" y="2151"/>
                  <a:pt x="1980" y="2486"/>
                  <a:pt x="2589" y="3057"/>
                </a:cubicBezTo>
                <a:cubicBezTo>
                  <a:pt x="3198" y="3628"/>
                  <a:pt x="4175" y="4525"/>
                  <a:pt x="4944" y="5240"/>
                </a:cubicBezTo>
                <a:lnTo>
                  <a:pt x="7205" y="7346"/>
                </a:lnTo>
                <a:cubicBezTo>
                  <a:pt x="7800" y="7905"/>
                  <a:pt x="8050" y="8151"/>
                  <a:pt x="8516" y="8593"/>
                </a:cubicBezTo>
                <a:cubicBezTo>
                  <a:pt x="8721" y="8770"/>
                  <a:pt x="9801" y="9825"/>
                  <a:pt x="10000" y="10000"/>
                </a:cubicBezTo>
              </a:path>
            </a:pathLst>
          </a:custGeom>
          <a:noFill/>
          <a:ln w="19050" cap="flat" cmpd="sng">
            <a:solidFill>
              <a:srgbClr val="000066"/>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28" name="Group 2438"/>
          <p:cNvGrpSpPr>
            <a:grpSpLocks/>
          </p:cNvGrpSpPr>
          <p:nvPr/>
        </p:nvGrpSpPr>
        <p:grpSpPr bwMode="auto">
          <a:xfrm flipH="1">
            <a:off x="4381404" y="4662085"/>
            <a:ext cx="373472" cy="291881"/>
            <a:chOff x="355" y="513"/>
            <a:chExt cx="204" cy="175"/>
          </a:xfrm>
        </p:grpSpPr>
        <p:sp>
          <p:nvSpPr>
            <p:cNvPr id="29" name="AutoShape 2439"/>
            <p:cNvSpPr>
              <a:spLocks noChangeArrowheads="1"/>
            </p:cNvSpPr>
            <p:nvPr/>
          </p:nvSpPr>
          <p:spPr bwMode="auto">
            <a:xfrm flipV="1">
              <a:off x="420" y="513"/>
              <a:ext cx="94" cy="78"/>
            </a:xfrm>
            <a:prstGeom prst="triangle">
              <a:avLst>
                <a:gd name="adj" fmla="val 50000"/>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 name="Line 2440"/>
            <p:cNvSpPr>
              <a:spLocks noChangeShapeType="1"/>
            </p:cNvSpPr>
            <p:nvPr/>
          </p:nvSpPr>
          <p:spPr bwMode="auto">
            <a:xfrm>
              <a:off x="355" y="626"/>
              <a:ext cx="9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 name="Line 2441"/>
            <p:cNvSpPr>
              <a:spLocks noChangeShapeType="1"/>
            </p:cNvSpPr>
            <p:nvPr/>
          </p:nvSpPr>
          <p:spPr bwMode="auto">
            <a:xfrm>
              <a:off x="469" y="626"/>
              <a:ext cx="9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 name="Line 2442"/>
            <p:cNvSpPr>
              <a:spLocks noChangeShapeType="1"/>
            </p:cNvSpPr>
            <p:nvPr/>
          </p:nvSpPr>
          <p:spPr bwMode="auto">
            <a:xfrm>
              <a:off x="409" y="657"/>
              <a:ext cx="11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3" name="Line 2443"/>
            <p:cNvSpPr>
              <a:spLocks noChangeShapeType="1"/>
            </p:cNvSpPr>
            <p:nvPr/>
          </p:nvSpPr>
          <p:spPr bwMode="auto">
            <a:xfrm>
              <a:off x="453" y="688"/>
              <a:ext cx="4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34" name="Text Box 2447"/>
          <p:cNvSpPr txBox="1">
            <a:spLocks noChangeArrowheads="1"/>
          </p:cNvSpPr>
          <p:nvPr/>
        </p:nvSpPr>
        <p:spPr bwMode="auto">
          <a:xfrm flipH="1">
            <a:off x="7531588" y="3542249"/>
            <a:ext cx="351378" cy="410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800" b="1" dirty="0">
                <a:latin typeface="Times New Roman" pitchFamily="18" charset="0"/>
              </a:rPr>
              <a:t>A</a:t>
            </a:r>
          </a:p>
        </p:txBody>
      </p:sp>
      <p:sp>
        <p:nvSpPr>
          <p:cNvPr id="35" name="Text Box 2448"/>
          <p:cNvSpPr txBox="1">
            <a:spLocks noChangeArrowheads="1"/>
          </p:cNvSpPr>
          <p:nvPr/>
        </p:nvSpPr>
        <p:spPr bwMode="auto">
          <a:xfrm flipH="1">
            <a:off x="8768425" y="5153342"/>
            <a:ext cx="338554" cy="410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800" b="1" dirty="0">
                <a:latin typeface="Times New Roman" pitchFamily="18" charset="0"/>
              </a:rPr>
              <a:t>B</a:t>
            </a:r>
          </a:p>
        </p:txBody>
      </p:sp>
      <p:sp>
        <p:nvSpPr>
          <p:cNvPr id="36" name="Text Box 2449"/>
          <p:cNvSpPr txBox="1">
            <a:spLocks noChangeArrowheads="1"/>
          </p:cNvSpPr>
          <p:nvPr/>
        </p:nvSpPr>
        <p:spPr bwMode="auto">
          <a:xfrm flipH="1">
            <a:off x="4349850" y="5201259"/>
            <a:ext cx="351378" cy="410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800" b="1">
                <a:latin typeface="Times New Roman" pitchFamily="18" charset="0"/>
              </a:rPr>
              <a:t>C</a:t>
            </a:r>
          </a:p>
        </p:txBody>
      </p:sp>
      <p:sp>
        <p:nvSpPr>
          <p:cNvPr id="37" name="Text Box 2450"/>
          <p:cNvSpPr txBox="1">
            <a:spLocks noChangeArrowheads="1"/>
          </p:cNvSpPr>
          <p:nvPr/>
        </p:nvSpPr>
        <p:spPr bwMode="auto">
          <a:xfrm flipH="1">
            <a:off x="4776188" y="4965604"/>
            <a:ext cx="351378" cy="385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800" b="1" dirty="0"/>
              <a:t>A</a:t>
            </a:r>
            <a:endParaRPr kumimoji="1" lang="en-US" altLang="zh-CN" sz="1800" b="1" dirty="0">
              <a:latin typeface="Times New Roman" pitchFamily="18" charset="0"/>
            </a:endParaRPr>
          </a:p>
        </p:txBody>
      </p:sp>
      <p:grpSp>
        <p:nvGrpSpPr>
          <p:cNvPr id="38" name="Group 2507"/>
          <p:cNvGrpSpPr>
            <a:grpSpLocks/>
          </p:cNvGrpSpPr>
          <p:nvPr/>
        </p:nvGrpSpPr>
        <p:grpSpPr bwMode="auto">
          <a:xfrm flipH="1">
            <a:off x="7868800" y="5253776"/>
            <a:ext cx="812973" cy="158180"/>
            <a:chOff x="2644" y="2807"/>
            <a:chExt cx="481" cy="83"/>
          </a:xfrm>
        </p:grpSpPr>
        <p:sp>
          <p:nvSpPr>
            <p:cNvPr id="39" name="Freeform 2508"/>
            <p:cNvSpPr>
              <a:spLocks/>
            </p:cNvSpPr>
            <p:nvPr/>
          </p:nvSpPr>
          <p:spPr bwMode="auto">
            <a:xfrm>
              <a:off x="2644" y="2810"/>
              <a:ext cx="97" cy="73"/>
            </a:xfrm>
            <a:custGeom>
              <a:avLst/>
              <a:gdLst>
                <a:gd name="T0" fmla="*/ 97 w 97"/>
                <a:gd name="T1" fmla="*/ 0 h 73"/>
                <a:gd name="T2" fmla="*/ 0 w 97"/>
                <a:gd name="T3" fmla="*/ 73 h 73"/>
              </a:gdLst>
              <a:ahLst/>
              <a:cxnLst>
                <a:cxn ang="0">
                  <a:pos x="T0" y="T1"/>
                </a:cxn>
                <a:cxn ang="0">
                  <a:pos x="T2" y="T3"/>
                </a:cxn>
              </a:cxnLst>
              <a:rect l="0" t="0" r="r" b="b"/>
              <a:pathLst>
                <a:path w="97" h="73">
                  <a:moveTo>
                    <a:pt x="97" y="0"/>
                  </a:moveTo>
                  <a:lnTo>
                    <a:pt x="0" y="73"/>
                  </a:ln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40" name="Freeform 2509"/>
            <p:cNvSpPr>
              <a:spLocks/>
            </p:cNvSpPr>
            <p:nvPr/>
          </p:nvSpPr>
          <p:spPr bwMode="auto">
            <a:xfrm>
              <a:off x="2729" y="2810"/>
              <a:ext cx="97" cy="73"/>
            </a:xfrm>
            <a:custGeom>
              <a:avLst/>
              <a:gdLst>
                <a:gd name="T0" fmla="*/ 97 w 97"/>
                <a:gd name="T1" fmla="*/ 0 h 73"/>
                <a:gd name="T2" fmla="*/ 0 w 97"/>
                <a:gd name="T3" fmla="*/ 73 h 73"/>
              </a:gdLst>
              <a:ahLst/>
              <a:cxnLst>
                <a:cxn ang="0">
                  <a:pos x="T0" y="T1"/>
                </a:cxn>
                <a:cxn ang="0">
                  <a:pos x="T2" y="T3"/>
                </a:cxn>
              </a:cxnLst>
              <a:rect l="0" t="0" r="r" b="b"/>
              <a:pathLst>
                <a:path w="97" h="73">
                  <a:moveTo>
                    <a:pt x="97" y="0"/>
                  </a:moveTo>
                  <a:lnTo>
                    <a:pt x="0" y="73"/>
                  </a:ln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41" name="Freeform 2510"/>
            <p:cNvSpPr>
              <a:spLocks/>
            </p:cNvSpPr>
            <p:nvPr/>
          </p:nvSpPr>
          <p:spPr bwMode="auto">
            <a:xfrm>
              <a:off x="2693" y="2807"/>
              <a:ext cx="97" cy="73"/>
            </a:xfrm>
            <a:custGeom>
              <a:avLst/>
              <a:gdLst>
                <a:gd name="T0" fmla="*/ 97 w 97"/>
                <a:gd name="T1" fmla="*/ 0 h 73"/>
                <a:gd name="T2" fmla="*/ 0 w 97"/>
                <a:gd name="T3" fmla="*/ 73 h 73"/>
              </a:gdLst>
              <a:ahLst/>
              <a:cxnLst>
                <a:cxn ang="0">
                  <a:pos x="T0" y="T1"/>
                </a:cxn>
                <a:cxn ang="0">
                  <a:pos x="T2" y="T3"/>
                </a:cxn>
              </a:cxnLst>
              <a:rect l="0" t="0" r="r" b="b"/>
              <a:pathLst>
                <a:path w="97" h="73">
                  <a:moveTo>
                    <a:pt x="97" y="0"/>
                  </a:moveTo>
                  <a:lnTo>
                    <a:pt x="0" y="73"/>
                  </a:ln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42" name="Freeform 2511"/>
            <p:cNvSpPr>
              <a:spLocks/>
            </p:cNvSpPr>
            <p:nvPr/>
          </p:nvSpPr>
          <p:spPr bwMode="auto">
            <a:xfrm>
              <a:off x="2792" y="2837"/>
              <a:ext cx="72" cy="40"/>
            </a:xfrm>
            <a:custGeom>
              <a:avLst/>
              <a:gdLst>
                <a:gd name="T0" fmla="*/ 0 w 72"/>
                <a:gd name="T1" fmla="*/ 0 h 40"/>
                <a:gd name="T2" fmla="*/ 72 w 72"/>
                <a:gd name="T3" fmla="*/ 40 h 40"/>
              </a:gdLst>
              <a:ahLst/>
              <a:cxnLst>
                <a:cxn ang="0">
                  <a:pos x="T0" y="T1"/>
                </a:cxn>
                <a:cxn ang="0">
                  <a:pos x="T2" y="T3"/>
                </a:cxn>
              </a:cxnLst>
              <a:rect l="0" t="0" r="r" b="b"/>
              <a:pathLst>
                <a:path w="72" h="40">
                  <a:moveTo>
                    <a:pt x="0" y="0"/>
                  </a:moveTo>
                  <a:lnTo>
                    <a:pt x="72" y="40"/>
                  </a:ln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43" name="Freeform 2512"/>
            <p:cNvSpPr>
              <a:spLocks/>
            </p:cNvSpPr>
            <p:nvPr/>
          </p:nvSpPr>
          <p:spPr bwMode="auto">
            <a:xfrm>
              <a:off x="2759" y="2859"/>
              <a:ext cx="54" cy="30"/>
            </a:xfrm>
            <a:custGeom>
              <a:avLst/>
              <a:gdLst>
                <a:gd name="T0" fmla="*/ 0 w 54"/>
                <a:gd name="T1" fmla="*/ 0 h 30"/>
                <a:gd name="T2" fmla="*/ 54 w 54"/>
                <a:gd name="T3" fmla="*/ 30 h 30"/>
              </a:gdLst>
              <a:ahLst/>
              <a:cxnLst>
                <a:cxn ang="0">
                  <a:pos x="T0" y="T1"/>
                </a:cxn>
                <a:cxn ang="0">
                  <a:pos x="T2" y="T3"/>
                </a:cxn>
              </a:cxnLst>
              <a:rect l="0" t="0" r="r" b="b"/>
              <a:pathLst>
                <a:path w="54" h="30">
                  <a:moveTo>
                    <a:pt x="0" y="0"/>
                  </a:moveTo>
                  <a:lnTo>
                    <a:pt x="54" y="30"/>
                  </a:ln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44" name="Freeform 2513"/>
            <p:cNvSpPr>
              <a:spLocks/>
            </p:cNvSpPr>
            <p:nvPr/>
          </p:nvSpPr>
          <p:spPr bwMode="auto">
            <a:xfrm>
              <a:off x="2829" y="2813"/>
              <a:ext cx="72" cy="40"/>
            </a:xfrm>
            <a:custGeom>
              <a:avLst/>
              <a:gdLst>
                <a:gd name="T0" fmla="*/ 0 w 72"/>
                <a:gd name="T1" fmla="*/ 0 h 40"/>
                <a:gd name="T2" fmla="*/ 72 w 72"/>
                <a:gd name="T3" fmla="*/ 40 h 40"/>
              </a:gdLst>
              <a:ahLst/>
              <a:cxnLst>
                <a:cxn ang="0">
                  <a:pos x="T0" y="T1"/>
                </a:cxn>
                <a:cxn ang="0">
                  <a:pos x="T2" y="T3"/>
                </a:cxn>
              </a:cxnLst>
              <a:rect l="0" t="0" r="r" b="b"/>
              <a:pathLst>
                <a:path w="72" h="40">
                  <a:moveTo>
                    <a:pt x="0" y="0"/>
                  </a:moveTo>
                  <a:lnTo>
                    <a:pt x="72" y="40"/>
                  </a:ln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45" name="Freeform 2514"/>
            <p:cNvSpPr>
              <a:spLocks/>
            </p:cNvSpPr>
            <p:nvPr/>
          </p:nvSpPr>
          <p:spPr bwMode="auto">
            <a:xfrm>
              <a:off x="2868" y="2811"/>
              <a:ext cx="97" cy="73"/>
            </a:xfrm>
            <a:custGeom>
              <a:avLst/>
              <a:gdLst>
                <a:gd name="T0" fmla="*/ 97 w 97"/>
                <a:gd name="T1" fmla="*/ 0 h 73"/>
                <a:gd name="T2" fmla="*/ 0 w 97"/>
                <a:gd name="T3" fmla="*/ 73 h 73"/>
              </a:gdLst>
              <a:ahLst/>
              <a:cxnLst>
                <a:cxn ang="0">
                  <a:pos x="T0" y="T1"/>
                </a:cxn>
                <a:cxn ang="0">
                  <a:pos x="T2" y="T3"/>
                </a:cxn>
              </a:cxnLst>
              <a:rect l="0" t="0" r="r" b="b"/>
              <a:pathLst>
                <a:path w="97" h="73">
                  <a:moveTo>
                    <a:pt x="97" y="0"/>
                  </a:moveTo>
                  <a:lnTo>
                    <a:pt x="0" y="73"/>
                  </a:ln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46" name="Freeform 2515"/>
            <p:cNvSpPr>
              <a:spLocks/>
            </p:cNvSpPr>
            <p:nvPr/>
          </p:nvSpPr>
          <p:spPr bwMode="auto">
            <a:xfrm>
              <a:off x="2953" y="2811"/>
              <a:ext cx="97" cy="73"/>
            </a:xfrm>
            <a:custGeom>
              <a:avLst/>
              <a:gdLst>
                <a:gd name="T0" fmla="*/ 97 w 97"/>
                <a:gd name="T1" fmla="*/ 0 h 73"/>
                <a:gd name="T2" fmla="*/ 0 w 97"/>
                <a:gd name="T3" fmla="*/ 73 h 73"/>
              </a:gdLst>
              <a:ahLst/>
              <a:cxnLst>
                <a:cxn ang="0">
                  <a:pos x="T0" y="T1"/>
                </a:cxn>
                <a:cxn ang="0">
                  <a:pos x="T2" y="T3"/>
                </a:cxn>
              </a:cxnLst>
              <a:rect l="0" t="0" r="r" b="b"/>
              <a:pathLst>
                <a:path w="97" h="73">
                  <a:moveTo>
                    <a:pt x="97" y="0"/>
                  </a:moveTo>
                  <a:lnTo>
                    <a:pt x="0" y="73"/>
                  </a:ln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47" name="Freeform 2516"/>
            <p:cNvSpPr>
              <a:spLocks/>
            </p:cNvSpPr>
            <p:nvPr/>
          </p:nvSpPr>
          <p:spPr bwMode="auto">
            <a:xfrm>
              <a:off x="2917" y="2808"/>
              <a:ext cx="97" cy="73"/>
            </a:xfrm>
            <a:custGeom>
              <a:avLst/>
              <a:gdLst>
                <a:gd name="T0" fmla="*/ 97 w 97"/>
                <a:gd name="T1" fmla="*/ 0 h 73"/>
                <a:gd name="T2" fmla="*/ 0 w 97"/>
                <a:gd name="T3" fmla="*/ 73 h 73"/>
              </a:gdLst>
              <a:ahLst/>
              <a:cxnLst>
                <a:cxn ang="0">
                  <a:pos x="T0" y="T1"/>
                </a:cxn>
                <a:cxn ang="0">
                  <a:pos x="T2" y="T3"/>
                </a:cxn>
              </a:cxnLst>
              <a:rect l="0" t="0" r="r" b="b"/>
              <a:pathLst>
                <a:path w="97" h="73">
                  <a:moveTo>
                    <a:pt x="97" y="0"/>
                  </a:moveTo>
                  <a:lnTo>
                    <a:pt x="0" y="73"/>
                  </a:ln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48" name="Freeform 2517"/>
            <p:cNvSpPr>
              <a:spLocks/>
            </p:cNvSpPr>
            <p:nvPr/>
          </p:nvSpPr>
          <p:spPr bwMode="auto">
            <a:xfrm>
              <a:off x="3016" y="2838"/>
              <a:ext cx="72" cy="40"/>
            </a:xfrm>
            <a:custGeom>
              <a:avLst/>
              <a:gdLst>
                <a:gd name="T0" fmla="*/ 0 w 72"/>
                <a:gd name="T1" fmla="*/ 0 h 40"/>
                <a:gd name="T2" fmla="*/ 72 w 72"/>
                <a:gd name="T3" fmla="*/ 40 h 40"/>
              </a:gdLst>
              <a:ahLst/>
              <a:cxnLst>
                <a:cxn ang="0">
                  <a:pos x="T0" y="T1"/>
                </a:cxn>
                <a:cxn ang="0">
                  <a:pos x="T2" y="T3"/>
                </a:cxn>
              </a:cxnLst>
              <a:rect l="0" t="0" r="r" b="b"/>
              <a:pathLst>
                <a:path w="72" h="40">
                  <a:moveTo>
                    <a:pt x="0" y="0"/>
                  </a:moveTo>
                  <a:lnTo>
                    <a:pt x="72" y="40"/>
                  </a:ln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49" name="Freeform 2518"/>
            <p:cNvSpPr>
              <a:spLocks/>
            </p:cNvSpPr>
            <p:nvPr/>
          </p:nvSpPr>
          <p:spPr bwMode="auto">
            <a:xfrm>
              <a:off x="2983" y="2860"/>
              <a:ext cx="54" cy="30"/>
            </a:xfrm>
            <a:custGeom>
              <a:avLst/>
              <a:gdLst>
                <a:gd name="T0" fmla="*/ 0 w 54"/>
                <a:gd name="T1" fmla="*/ 0 h 30"/>
                <a:gd name="T2" fmla="*/ 54 w 54"/>
                <a:gd name="T3" fmla="*/ 30 h 30"/>
              </a:gdLst>
              <a:ahLst/>
              <a:cxnLst>
                <a:cxn ang="0">
                  <a:pos x="T0" y="T1"/>
                </a:cxn>
                <a:cxn ang="0">
                  <a:pos x="T2" y="T3"/>
                </a:cxn>
              </a:cxnLst>
              <a:rect l="0" t="0" r="r" b="b"/>
              <a:pathLst>
                <a:path w="54" h="30">
                  <a:moveTo>
                    <a:pt x="0" y="0"/>
                  </a:moveTo>
                  <a:lnTo>
                    <a:pt x="54" y="30"/>
                  </a:ln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50" name="Freeform 2519"/>
            <p:cNvSpPr>
              <a:spLocks/>
            </p:cNvSpPr>
            <p:nvPr/>
          </p:nvSpPr>
          <p:spPr bwMode="auto">
            <a:xfrm>
              <a:off x="3053" y="2814"/>
              <a:ext cx="72" cy="40"/>
            </a:xfrm>
            <a:custGeom>
              <a:avLst/>
              <a:gdLst>
                <a:gd name="T0" fmla="*/ 0 w 72"/>
                <a:gd name="T1" fmla="*/ 0 h 40"/>
                <a:gd name="T2" fmla="*/ 72 w 72"/>
                <a:gd name="T3" fmla="*/ 40 h 40"/>
              </a:gdLst>
              <a:ahLst/>
              <a:cxnLst>
                <a:cxn ang="0">
                  <a:pos x="T0" y="T1"/>
                </a:cxn>
                <a:cxn ang="0">
                  <a:pos x="T2" y="T3"/>
                </a:cxn>
              </a:cxnLst>
              <a:rect l="0" t="0" r="r" b="b"/>
              <a:pathLst>
                <a:path w="72" h="40">
                  <a:moveTo>
                    <a:pt x="0" y="0"/>
                  </a:moveTo>
                  <a:lnTo>
                    <a:pt x="72" y="40"/>
                  </a:ln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grpSp>
      <p:grpSp>
        <p:nvGrpSpPr>
          <p:cNvPr id="51" name="Group 2520"/>
          <p:cNvGrpSpPr>
            <a:grpSpLocks/>
          </p:cNvGrpSpPr>
          <p:nvPr/>
        </p:nvGrpSpPr>
        <p:grpSpPr bwMode="auto">
          <a:xfrm flipH="1">
            <a:off x="5734984" y="5255870"/>
            <a:ext cx="812973" cy="158180"/>
            <a:chOff x="2644" y="2807"/>
            <a:chExt cx="481" cy="83"/>
          </a:xfrm>
        </p:grpSpPr>
        <p:sp>
          <p:nvSpPr>
            <p:cNvPr id="52" name="Freeform 2521"/>
            <p:cNvSpPr>
              <a:spLocks/>
            </p:cNvSpPr>
            <p:nvPr/>
          </p:nvSpPr>
          <p:spPr bwMode="auto">
            <a:xfrm>
              <a:off x="2644" y="2810"/>
              <a:ext cx="97" cy="73"/>
            </a:xfrm>
            <a:custGeom>
              <a:avLst/>
              <a:gdLst>
                <a:gd name="T0" fmla="*/ 97 w 97"/>
                <a:gd name="T1" fmla="*/ 0 h 73"/>
                <a:gd name="T2" fmla="*/ 0 w 97"/>
                <a:gd name="T3" fmla="*/ 73 h 73"/>
              </a:gdLst>
              <a:ahLst/>
              <a:cxnLst>
                <a:cxn ang="0">
                  <a:pos x="T0" y="T1"/>
                </a:cxn>
                <a:cxn ang="0">
                  <a:pos x="T2" y="T3"/>
                </a:cxn>
              </a:cxnLst>
              <a:rect l="0" t="0" r="r" b="b"/>
              <a:pathLst>
                <a:path w="97" h="73">
                  <a:moveTo>
                    <a:pt x="97" y="0"/>
                  </a:moveTo>
                  <a:lnTo>
                    <a:pt x="0" y="73"/>
                  </a:ln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53" name="Freeform 2522"/>
            <p:cNvSpPr>
              <a:spLocks/>
            </p:cNvSpPr>
            <p:nvPr/>
          </p:nvSpPr>
          <p:spPr bwMode="auto">
            <a:xfrm>
              <a:off x="2729" y="2810"/>
              <a:ext cx="97" cy="73"/>
            </a:xfrm>
            <a:custGeom>
              <a:avLst/>
              <a:gdLst>
                <a:gd name="T0" fmla="*/ 97 w 97"/>
                <a:gd name="T1" fmla="*/ 0 h 73"/>
                <a:gd name="T2" fmla="*/ 0 w 97"/>
                <a:gd name="T3" fmla="*/ 73 h 73"/>
              </a:gdLst>
              <a:ahLst/>
              <a:cxnLst>
                <a:cxn ang="0">
                  <a:pos x="T0" y="T1"/>
                </a:cxn>
                <a:cxn ang="0">
                  <a:pos x="T2" y="T3"/>
                </a:cxn>
              </a:cxnLst>
              <a:rect l="0" t="0" r="r" b="b"/>
              <a:pathLst>
                <a:path w="97" h="73">
                  <a:moveTo>
                    <a:pt x="97" y="0"/>
                  </a:moveTo>
                  <a:lnTo>
                    <a:pt x="0" y="73"/>
                  </a:ln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54" name="Freeform 2523"/>
            <p:cNvSpPr>
              <a:spLocks/>
            </p:cNvSpPr>
            <p:nvPr/>
          </p:nvSpPr>
          <p:spPr bwMode="auto">
            <a:xfrm>
              <a:off x="2693" y="2807"/>
              <a:ext cx="97" cy="73"/>
            </a:xfrm>
            <a:custGeom>
              <a:avLst/>
              <a:gdLst>
                <a:gd name="T0" fmla="*/ 97 w 97"/>
                <a:gd name="T1" fmla="*/ 0 h 73"/>
                <a:gd name="T2" fmla="*/ 0 w 97"/>
                <a:gd name="T3" fmla="*/ 73 h 73"/>
              </a:gdLst>
              <a:ahLst/>
              <a:cxnLst>
                <a:cxn ang="0">
                  <a:pos x="T0" y="T1"/>
                </a:cxn>
                <a:cxn ang="0">
                  <a:pos x="T2" y="T3"/>
                </a:cxn>
              </a:cxnLst>
              <a:rect l="0" t="0" r="r" b="b"/>
              <a:pathLst>
                <a:path w="97" h="73">
                  <a:moveTo>
                    <a:pt x="97" y="0"/>
                  </a:moveTo>
                  <a:lnTo>
                    <a:pt x="0" y="73"/>
                  </a:ln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55" name="Freeform 2524"/>
            <p:cNvSpPr>
              <a:spLocks/>
            </p:cNvSpPr>
            <p:nvPr/>
          </p:nvSpPr>
          <p:spPr bwMode="auto">
            <a:xfrm>
              <a:off x="2792" y="2837"/>
              <a:ext cx="72" cy="40"/>
            </a:xfrm>
            <a:custGeom>
              <a:avLst/>
              <a:gdLst>
                <a:gd name="T0" fmla="*/ 0 w 72"/>
                <a:gd name="T1" fmla="*/ 0 h 40"/>
                <a:gd name="T2" fmla="*/ 72 w 72"/>
                <a:gd name="T3" fmla="*/ 40 h 40"/>
              </a:gdLst>
              <a:ahLst/>
              <a:cxnLst>
                <a:cxn ang="0">
                  <a:pos x="T0" y="T1"/>
                </a:cxn>
                <a:cxn ang="0">
                  <a:pos x="T2" y="T3"/>
                </a:cxn>
              </a:cxnLst>
              <a:rect l="0" t="0" r="r" b="b"/>
              <a:pathLst>
                <a:path w="72" h="40">
                  <a:moveTo>
                    <a:pt x="0" y="0"/>
                  </a:moveTo>
                  <a:lnTo>
                    <a:pt x="72" y="40"/>
                  </a:ln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56" name="Freeform 2525"/>
            <p:cNvSpPr>
              <a:spLocks/>
            </p:cNvSpPr>
            <p:nvPr/>
          </p:nvSpPr>
          <p:spPr bwMode="auto">
            <a:xfrm>
              <a:off x="2759" y="2859"/>
              <a:ext cx="54" cy="30"/>
            </a:xfrm>
            <a:custGeom>
              <a:avLst/>
              <a:gdLst>
                <a:gd name="T0" fmla="*/ 0 w 54"/>
                <a:gd name="T1" fmla="*/ 0 h 30"/>
                <a:gd name="T2" fmla="*/ 54 w 54"/>
                <a:gd name="T3" fmla="*/ 30 h 30"/>
              </a:gdLst>
              <a:ahLst/>
              <a:cxnLst>
                <a:cxn ang="0">
                  <a:pos x="T0" y="T1"/>
                </a:cxn>
                <a:cxn ang="0">
                  <a:pos x="T2" y="T3"/>
                </a:cxn>
              </a:cxnLst>
              <a:rect l="0" t="0" r="r" b="b"/>
              <a:pathLst>
                <a:path w="54" h="30">
                  <a:moveTo>
                    <a:pt x="0" y="0"/>
                  </a:moveTo>
                  <a:lnTo>
                    <a:pt x="54" y="30"/>
                  </a:ln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57" name="Freeform 2526"/>
            <p:cNvSpPr>
              <a:spLocks/>
            </p:cNvSpPr>
            <p:nvPr/>
          </p:nvSpPr>
          <p:spPr bwMode="auto">
            <a:xfrm>
              <a:off x="2829" y="2813"/>
              <a:ext cx="72" cy="40"/>
            </a:xfrm>
            <a:custGeom>
              <a:avLst/>
              <a:gdLst>
                <a:gd name="T0" fmla="*/ 0 w 72"/>
                <a:gd name="T1" fmla="*/ 0 h 40"/>
                <a:gd name="T2" fmla="*/ 72 w 72"/>
                <a:gd name="T3" fmla="*/ 40 h 40"/>
              </a:gdLst>
              <a:ahLst/>
              <a:cxnLst>
                <a:cxn ang="0">
                  <a:pos x="T0" y="T1"/>
                </a:cxn>
                <a:cxn ang="0">
                  <a:pos x="T2" y="T3"/>
                </a:cxn>
              </a:cxnLst>
              <a:rect l="0" t="0" r="r" b="b"/>
              <a:pathLst>
                <a:path w="72" h="40">
                  <a:moveTo>
                    <a:pt x="0" y="0"/>
                  </a:moveTo>
                  <a:lnTo>
                    <a:pt x="72" y="40"/>
                  </a:ln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58" name="Freeform 2527"/>
            <p:cNvSpPr>
              <a:spLocks/>
            </p:cNvSpPr>
            <p:nvPr/>
          </p:nvSpPr>
          <p:spPr bwMode="auto">
            <a:xfrm>
              <a:off x="2868" y="2811"/>
              <a:ext cx="97" cy="73"/>
            </a:xfrm>
            <a:custGeom>
              <a:avLst/>
              <a:gdLst>
                <a:gd name="T0" fmla="*/ 97 w 97"/>
                <a:gd name="T1" fmla="*/ 0 h 73"/>
                <a:gd name="T2" fmla="*/ 0 w 97"/>
                <a:gd name="T3" fmla="*/ 73 h 73"/>
              </a:gdLst>
              <a:ahLst/>
              <a:cxnLst>
                <a:cxn ang="0">
                  <a:pos x="T0" y="T1"/>
                </a:cxn>
                <a:cxn ang="0">
                  <a:pos x="T2" y="T3"/>
                </a:cxn>
              </a:cxnLst>
              <a:rect l="0" t="0" r="r" b="b"/>
              <a:pathLst>
                <a:path w="97" h="73">
                  <a:moveTo>
                    <a:pt x="97" y="0"/>
                  </a:moveTo>
                  <a:lnTo>
                    <a:pt x="0" y="73"/>
                  </a:ln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59" name="Freeform 2528"/>
            <p:cNvSpPr>
              <a:spLocks/>
            </p:cNvSpPr>
            <p:nvPr/>
          </p:nvSpPr>
          <p:spPr bwMode="auto">
            <a:xfrm>
              <a:off x="2953" y="2811"/>
              <a:ext cx="97" cy="73"/>
            </a:xfrm>
            <a:custGeom>
              <a:avLst/>
              <a:gdLst>
                <a:gd name="T0" fmla="*/ 97 w 97"/>
                <a:gd name="T1" fmla="*/ 0 h 73"/>
                <a:gd name="T2" fmla="*/ 0 w 97"/>
                <a:gd name="T3" fmla="*/ 73 h 73"/>
              </a:gdLst>
              <a:ahLst/>
              <a:cxnLst>
                <a:cxn ang="0">
                  <a:pos x="T0" y="T1"/>
                </a:cxn>
                <a:cxn ang="0">
                  <a:pos x="T2" y="T3"/>
                </a:cxn>
              </a:cxnLst>
              <a:rect l="0" t="0" r="r" b="b"/>
              <a:pathLst>
                <a:path w="97" h="73">
                  <a:moveTo>
                    <a:pt x="97" y="0"/>
                  </a:moveTo>
                  <a:lnTo>
                    <a:pt x="0" y="73"/>
                  </a:ln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60" name="Freeform 2529"/>
            <p:cNvSpPr>
              <a:spLocks/>
            </p:cNvSpPr>
            <p:nvPr/>
          </p:nvSpPr>
          <p:spPr bwMode="auto">
            <a:xfrm>
              <a:off x="2917" y="2808"/>
              <a:ext cx="97" cy="73"/>
            </a:xfrm>
            <a:custGeom>
              <a:avLst/>
              <a:gdLst>
                <a:gd name="T0" fmla="*/ 97 w 97"/>
                <a:gd name="T1" fmla="*/ 0 h 73"/>
                <a:gd name="T2" fmla="*/ 0 w 97"/>
                <a:gd name="T3" fmla="*/ 73 h 73"/>
              </a:gdLst>
              <a:ahLst/>
              <a:cxnLst>
                <a:cxn ang="0">
                  <a:pos x="T0" y="T1"/>
                </a:cxn>
                <a:cxn ang="0">
                  <a:pos x="T2" y="T3"/>
                </a:cxn>
              </a:cxnLst>
              <a:rect l="0" t="0" r="r" b="b"/>
              <a:pathLst>
                <a:path w="97" h="73">
                  <a:moveTo>
                    <a:pt x="97" y="0"/>
                  </a:moveTo>
                  <a:lnTo>
                    <a:pt x="0" y="73"/>
                  </a:ln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62" name="Freeform 2530"/>
            <p:cNvSpPr>
              <a:spLocks/>
            </p:cNvSpPr>
            <p:nvPr/>
          </p:nvSpPr>
          <p:spPr bwMode="auto">
            <a:xfrm>
              <a:off x="3016" y="2838"/>
              <a:ext cx="72" cy="40"/>
            </a:xfrm>
            <a:custGeom>
              <a:avLst/>
              <a:gdLst>
                <a:gd name="T0" fmla="*/ 0 w 72"/>
                <a:gd name="T1" fmla="*/ 0 h 40"/>
                <a:gd name="T2" fmla="*/ 72 w 72"/>
                <a:gd name="T3" fmla="*/ 40 h 40"/>
              </a:gdLst>
              <a:ahLst/>
              <a:cxnLst>
                <a:cxn ang="0">
                  <a:pos x="T0" y="T1"/>
                </a:cxn>
                <a:cxn ang="0">
                  <a:pos x="T2" y="T3"/>
                </a:cxn>
              </a:cxnLst>
              <a:rect l="0" t="0" r="r" b="b"/>
              <a:pathLst>
                <a:path w="72" h="40">
                  <a:moveTo>
                    <a:pt x="0" y="0"/>
                  </a:moveTo>
                  <a:lnTo>
                    <a:pt x="72" y="40"/>
                  </a:ln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63" name="Freeform 2531"/>
            <p:cNvSpPr>
              <a:spLocks/>
            </p:cNvSpPr>
            <p:nvPr/>
          </p:nvSpPr>
          <p:spPr bwMode="auto">
            <a:xfrm>
              <a:off x="2983" y="2860"/>
              <a:ext cx="54" cy="30"/>
            </a:xfrm>
            <a:custGeom>
              <a:avLst/>
              <a:gdLst>
                <a:gd name="T0" fmla="*/ 0 w 54"/>
                <a:gd name="T1" fmla="*/ 0 h 30"/>
                <a:gd name="T2" fmla="*/ 54 w 54"/>
                <a:gd name="T3" fmla="*/ 30 h 30"/>
              </a:gdLst>
              <a:ahLst/>
              <a:cxnLst>
                <a:cxn ang="0">
                  <a:pos x="T0" y="T1"/>
                </a:cxn>
                <a:cxn ang="0">
                  <a:pos x="T2" y="T3"/>
                </a:cxn>
              </a:cxnLst>
              <a:rect l="0" t="0" r="r" b="b"/>
              <a:pathLst>
                <a:path w="54" h="30">
                  <a:moveTo>
                    <a:pt x="0" y="0"/>
                  </a:moveTo>
                  <a:lnTo>
                    <a:pt x="54" y="30"/>
                  </a:ln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64" name="Freeform 2532"/>
            <p:cNvSpPr>
              <a:spLocks/>
            </p:cNvSpPr>
            <p:nvPr/>
          </p:nvSpPr>
          <p:spPr bwMode="auto">
            <a:xfrm>
              <a:off x="3053" y="2814"/>
              <a:ext cx="72" cy="40"/>
            </a:xfrm>
            <a:custGeom>
              <a:avLst/>
              <a:gdLst>
                <a:gd name="T0" fmla="*/ 0 w 72"/>
                <a:gd name="T1" fmla="*/ 0 h 40"/>
                <a:gd name="T2" fmla="*/ 72 w 72"/>
                <a:gd name="T3" fmla="*/ 40 h 40"/>
              </a:gdLst>
              <a:ahLst/>
              <a:cxnLst>
                <a:cxn ang="0">
                  <a:pos x="T0" y="T1"/>
                </a:cxn>
                <a:cxn ang="0">
                  <a:pos x="T2" y="T3"/>
                </a:cxn>
              </a:cxnLst>
              <a:rect l="0" t="0" r="r" b="b"/>
              <a:pathLst>
                <a:path w="72" h="40">
                  <a:moveTo>
                    <a:pt x="0" y="0"/>
                  </a:moveTo>
                  <a:lnTo>
                    <a:pt x="72" y="40"/>
                  </a:ln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grpSp>
      <p:sp>
        <p:nvSpPr>
          <p:cNvPr id="65" name="Text Box 2451"/>
          <p:cNvSpPr txBox="1">
            <a:spLocks noChangeArrowheads="1"/>
          </p:cNvSpPr>
          <p:nvPr/>
        </p:nvSpPr>
        <p:spPr bwMode="auto">
          <a:xfrm flipH="1">
            <a:off x="7056239" y="3451921"/>
            <a:ext cx="351378" cy="385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800" b="1" dirty="0"/>
              <a:t>C</a:t>
            </a:r>
            <a:endParaRPr kumimoji="1" lang="en-US" altLang="zh-CN" sz="1800" b="1" dirty="0">
              <a:latin typeface="Times New Roman" pitchFamily="18" charset="0"/>
            </a:endParaRPr>
          </a:p>
        </p:txBody>
      </p:sp>
      <p:cxnSp>
        <p:nvCxnSpPr>
          <p:cNvPr id="5" name="直接箭头连接符 4"/>
          <p:cNvCxnSpPr>
            <a:stCxn id="80" idx="3"/>
          </p:cNvCxnSpPr>
          <p:nvPr/>
        </p:nvCxnSpPr>
        <p:spPr bwMode="auto">
          <a:xfrm>
            <a:off x="5445202" y="3195638"/>
            <a:ext cx="1807182" cy="637885"/>
          </a:xfrm>
          <a:prstGeom prst="straightConnector1">
            <a:avLst/>
          </a:prstGeom>
          <a:noFill/>
          <a:ln w="12700" cap="flat" cmpd="sng" algn="ctr">
            <a:solidFill>
              <a:schemeClr val="tx1"/>
            </a:solidFill>
            <a:prstDash val="solid"/>
            <a:round/>
            <a:headEnd type="non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6" name="直接箭头连接符 65"/>
          <p:cNvCxnSpPr/>
          <p:nvPr/>
        </p:nvCxnSpPr>
        <p:spPr bwMode="auto">
          <a:xfrm flipH="1">
            <a:off x="4909400" y="3195638"/>
            <a:ext cx="535802" cy="1841182"/>
          </a:xfrm>
          <a:prstGeom prst="straightConnector1">
            <a:avLst/>
          </a:prstGeom>
          <a:noFill/>
          <a:ln w="12700" cap="flat" cmpd="sng" algn="ctr">
            <a:solidFill>
              <a:schemeClr val="tx1"/>
            </a:solidFill>
            <a:prstDash val="solid"/>
            <a:round/>
            <a:headEnd type="non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8" name="直接连接符 67"/>
          <p:cNvCxnSpPr/>
          <p:nvPr/>
        </p:nvCxnSpPr>
        <p:spPr bwMode="auto">
          <a:xfrm>
            <a:off x="5445202" y="3195638"/>
            <a:ext cx="0" cy="2214893"/>
          </a:xfrm>
          <a:prstGeom prst="line">
            <a:avLst/>
          </a:prstGeom>
          <a:noFill/>
          <a:ln w="9525" cap="flat" cmpd="sng" algn="ctr">
            <a:solidFill>
              <a:schemeClr val="tx1"/>
            </a:solidFill>
            <a:prstDash val="lgDashDot"/>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9" name="任意多边形 68"/>
          <p:cNvSpPr/>
          <p:nvPr/>
        </p:nvSpPr>
        <p:spPr bwMode="auto">
          <a:xfrm>
            <a:off x="4909400" y="3833523"/>
            <a:ext cx="2350935" cy="1284664"/>
          </a:xfrm>
          <a:custGeom>
            <a:avLst/>
            <a:gdLst>
              <a:gd name="connsiteX0" fmla="*/ 0 w 2350935"/>
              <a:gd name="connsiteY0" fmla="*/ 1203297 h 1284664"/>
              <a:gd name="connsiteX1" fmla="*/ 132521 w 2350935"/>
              <a:gd name="connsiteY1" fmla="*/ 1240404 h 1284664"/>
              <a:gd name="connsiteX2" fmla="*/ 307450 w 2350935"/>
              <a:gd name="connsiteY2" fmla="*/ 1272209 h 1284664"/>
              <a:gd name="connsiteX3" fmla="*/ 466476 w 2350935"/>
              <a:gd name="connsiteY3" fmla="*/ 1282810 h 1284664"/>
              <a:gd name="connsiteX4" fmla="*/ 670560 w 2350935"/>
              <a:gd name="connsiteY4" fmla="*/ 1282810 h 1284664"/>
              <a:gd name="connsiteX5" fmla="*/ 845488 w 2350935"/>
              <a:gd name="connsiteY5" fmla="*/ 1264257 h 1284664"/>
              <a:gd name="connsiteX6" fmla="*/ 1036320 w 2350935"/>
              <a:gd name="connsiteY6" fmla="*/ 1221850 h 1284664"/>
              <a:gd name="connsiteX7" fmla="*/ 1237753 w 2350935"/>
              <a:gd name="connsiteY7" fmla="*/ 1160890 h 1284664"/>
              <a:gd name="connsiteX8" fmla="*/ 1428584 w 2350935"/>
              <a:gd name="connsiteY8" fmla="*/ 1068125 h 1284664"/>
              <a:gd name="connsiteX9" fmla="*/ 1574358 w 2350935"/>
              <a:gd name="connsiteY9" fmla="*/ 993913 h 1284664"/>
              <a:gd name="connsiteX10" fmla="*/ 1778441 w 2350935"/>
              <a:gd name="connsiteY10" fmla="*/ 840188 h 1284664"/>
              <a:gd name="connsiteX11" fmla="*/ 1942768 w 2350935"/>
              <a:gd name="connsiteY11" fmla="*/ 683812 h 1284664"/>
              <a:gd name="connsiteX12" fmla="*/ 2067339 w 2350935"/>
              <a:gd name="connsiteY12" fmla="*/ 535388 h 1284664"/>
              <a:gd name="connsiteX13" fmla="*/ 2189259 w 2350935"/>
              <a:gd name="connsiteY13" fmla="*/ 355158 h 1284664"/>
              <a:gd name="connsiteX14" fmla="*/ 2289975 w 2350935"/>
              <a:gd name="connsiteY14" fmla="*/ 161677 h 1284664"/>
              <a:gd name="connsiteX15" fmla="*/ 2350935 w 2350935"/>
              <a:gd name="connsiteY15" fmla="*/ 0 h 1284664"/>
              <a:gd name="connsiteX0" fmla="*/ 0 w 2350935"/>
              <a:gd name="connsiteY0" fmla="*/ 1203297 h 1284664"/>
              <a:gd name="connsiteX1" fmla="*/ 132521 w 2350935"/>
              <a:gd name="connsiteY1" fmla="*/ 1240404 h 1284664"/>
              <a:gd name="connsiteX2" fmla="*/ 307450 w 2350935"/>
              <a:gd name="connsiteY2" fmla="*/ 1272209 h 1284664"/>
              <a:gd name="connsiteX3" fmla="*/ 466476 w 2350935"/>
              <a:gd name="connsiteY3" fmla="*/ 1282810 h 1284664"/>
              <a:gd name="connsiteX4" fmla="*/ 670560 w 2350935"/>
              <a:gd name="connsiteY4" fmla="*/ 1282810 h 1284664"/>
              <a:gd name="connsiteX5" fmla="*/ 845488 w 2350935"/>
              <a:gd name="connsiteY5" fmla="*/ 1264257 h 1284664"/>
              <a:gd name="connsiteX6" fmla="*/ 1036320 w 2350935"/>
              <a:gd name="connsiteY6" fmla="*/ 1221850 h 1284664"/>
              <a:gd name="connsiteX7" fmla="*/ 1237753 w 2350935"/>
              <a:gd name="connsiteY7" fmla="*/ 1160890 h 1284664"/>
              <a:gd name="connsiteX8" fmla="*/ 1423283 w 2350935"/>
              <a:gd name="connsiteY8" fmla="*/ 1076077 h 1284664"/>
              <a:gd name="connsiteX9" fmla="*/ 1574358 w 2350935"/>
              <a:gd name="connsiteY9" fmla="*/ 993913 h 1284664"/>
              <a:gd name="connsiteX10" fmla="*/ 1778441 w 2350935"/>
              <a:gd name="connsiteY10" fmla="*/ 840188 h 1284664"/>
              <a:gd name="connsiteX11" fmla="*/ 1942768 w 2350935"/>
              <a:gd name="connsiteY11" fmla="*/ 683812 h 1284664"/>
              <a:gd name="connsiteX12" fmla="*/ 2067339 w 2350935"/>
              <a:gd name="connsiteY12" fmla="*/ 535388 h 1284664"/>
              <a:gd name="connsiteX13" fmla="*/ 2189259 w 2350935"/>
              <a:gd name="connsiteY13" fmla="*/ 355158 h 1284664"/>
              <a:gd name="connsiteX14" fmla="*/ 2289975 w 2350935"/>
              <a:gd name="connsiteY14" fmla="*/ 161677 h 1284664"/>
              <a:gd name="connsiteX15" fmla="*/ 2350935 w 2350935"/>
              <a:gd name="connsiteY15" fmla="*/ 0 h 12846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350935" h="1284664">
                <a:moveTo>
                  <a:pt x="0" y="1203297"/>
                </a:moveTo>
                <a:cubicBezTo>
                  <a:pt x="40639" y="1216108"/>
                  <a:pt x="81279" y="1228919"/>
                  <a:pt x="132521" y="1240404"/>
                </a:cubicBezTo>
                <a:cubicBezTo>
                  <a:pt x="183763" y="1251889"/>
                  <a:pt x="251791" y="1265141"/>
                  <a:pt x="307450" y="1272209"/>
                </a:cubicBezTo>
                <a:cubicBezTo>
                  <a:pt x="363109" y="1279277"/>
                  <a:pt x="405958" y="1281043"/>
                  <a:pt x="466476" y="1282810"/>
                </a:cubicBezTo>
                <a:cubicBezTo>
                  <a:pt x="526994" y="1284577"/>
                  <a:pt x="607391" y="1285902"/>
                  <a:pt x="670560" y="1282810"/>
                </a:cubicBezTo>
                <a:cubicBezTo>
                  <a:pt x="733729" y="1279718"/>
                  <a:pt x="784528" y="1274417"/>
                  <a:pt x="845488" y="1264257"/>
                </a:cubicBezTo>
                <a:cubicBezTo>
                  <a:pt x="906448" y="1254097"/>
                  <a:pt x="970943" y="1239078"/>
                  <a:pt x="1036320" y="1221850"/>
                </a:cubicBezTo>
                <a:cubicBezTo>
                  <a:pt x="1101697" y="1204622"/>
                  <a:pt x="1173259" y="1185185"/>
                  <a:pt x="1237753" y="1160890"/>
                </a:cubicBezTo>
                <a:cubicBezTo>
                  <a:pt x="1302247" y="1136595"/>
                  <a:pt x="1367182" y="1103906"/>
                  <a:pt x="1423283" y="1076077"/>
                </a:cubicBezTo>
                <a:cubicBezTo>
                  <a:pt x="1479384" y="1048248"/>
                  <a:pt x="1515165" y="1033228"/>
                  <a:pt x="1574358" y="993913"/>
                </a:cubicBezTo>
                <a:cubicBezTo>
                  <a:pt x="1633551" y="954598"/>
                  <a:pt x="1717039" y="891871"/>
                  <a:pt x="1778441" y="840188"/>
                </a:cubicBezTo>
                <a:cubicBezTo>
                  <a:pt x="1839843" y="788504"/>
                  <a:pt x="1894618" y="734612"/>
                  <a:pt x="1942768" y="683812"/>
                </a:cubicBezTo>
                <a:cubicBezTo>
                  <a:pt x="1990918" y="633012"/>
                  <a:pt x="2026257" y="590164"/>
                  <a:pt x="2067339" y="535388"/>
                </a:cubicBezTo>
                <a:cubicBezTo>
                  <a:pt x="2108421" y="480612"/>
                  <a:pt x="2152153" y="417443"/>
                  <a:pt x="2189259" y="355158"/>
                </a:cubicBezTo>
                <a:cubicBezTo>
                  <a:pt x="2226365" y="292873"/>
                  <a:pt x="2263029" y="220870"/>
                  <a:pt x="2289975" y="161677"/>
                </a:cubicBezTo>
                <a:cubicBezTo>
                  <a:pt x="2316921" y="102484"/>
                  <a:pt x="2333928" y="51242"/>
                  <a:pt x="2350935" y="0"/>
                </a:cubicBezTo>
              </a:path>
            </a:pathLst>
          </a:custGeom>
          <a:noFill/>
          <a:ln w="19050" cap="flat" cmpd="sng" algn="ctr">
            <a:solidFill>
              <a:srgbClr val="C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80" name="Text Box 133"/>
          <p:cNvSpPr txBox="1">
            <a:spLocks noChangeArrowheads="1"/>
          </p:cNvSpPr>
          <p:nvPr/>
        </p:nvSpPr>
        <p:spPr bwMode="auto">
          <a:xfrm>
            <a:off x="5071223" y="3010105"/>
            <a:ext cx="373979" cy="3710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1800" b="1" dirty="0">
                <a:solidFill>
                  <a:schemeClr val="tx1"/>
                </a:solidFill>
                <a:latin typeface="Times New Roman" panose="02020603050405020304" pitchFamily="18" charset="0"/>
              </a:rPr>
              <a:t>O</a:t>
            </a:r>
          </a:p>
        </p:txBody>
      </p:sp>
      <p:sp>
        <p:nvSpPr>
          <p:cNvPr id="83" name="Text Box 2450"/>
          <p:cNvSpPr txBox="1">
            <a:spLocks noChangeArrowheads="1"/>
          </p:cNvSpPr>
          <p:nvPr/>
        </p:nvSpPr>
        <p:spPr bwMode="auto">
          <a:xfrm>
            <a:off x="4813271" y="3956093"/>
            <a:ext cx="317328" cy="3480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800" b="1" i="1" dirty="0"/>
              <a:t>R</a:t>
            </a:r>
          </a:p>
        </p:txBody>
      </p:sp>
      <p:sp>
        <p:nvSpPr>
          <p:cNvPr id="171" name="Text Box 110"/>
          <p:cNvSpPr txBox="1">
            <a:spLocks noChangeArrowheads="1"/>
          </p:cNvSpPr>
          <p:nvPr/>
        </p:nvSpPr>
        <p:spPr bwMode="auto">
          <a:xfrm>
            <a:off x="919136" y="1307026"/>
            <a:ext cx="7413829" cy="14568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marL="265113" indent="-265113" defTabSz="739775">
              <a:lnSpc>
                <a:spcPct val="110000"/>
              </a:lnSpc>
              <a:spcBef>
                <a:spcPts val="200"/>
              </a:spcBef>
              <a:spcAft>
                <a:spcPts val="200"/>
              </a:spcAft>
              <a:buClr>
                <a:srgbClr val="C00000"/>
              </a:buClr>
              <a:buSzPct val="130000"/>
              <a:buFont typeface="Arial" panose="020B0604020202020204" pitchFamily="34" charset="0"/>
              <a:buChar char="•"/>
              <a:tabLst>
                <a:tab pos="3411538" algn="l"/>
              </a:tabLst>
            </a:pPr>
            <a:r>
              <a:rPr lang="zh-CN" altLang="en-US" sz="20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渗透力作用于渗透水流流过的全部体积中（图中阴影面积</a:t>
            </a:r>
            <a:r>
              <a:rPr lang="en-US" altLang="zh-CN" sz="2000" b="1" i="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A</a:t>
            </a:r>
            <a:r>
              <a:rPr lang="zh-CN" altLang="en-US" sz="20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a:t>
            </a:r>
            <a:endParaRPr lang="en-US" altLang="zh-CN" sz="20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a:p>
            <a:pPr marL="265113" indent="-265113" defTabSz="739775">
              <a:lnSpc>
                <a:spcPct val="110000"/>
              </a:lnSpc>
              <a:spcBef>
                <a:spcPts val="200"/>
              </a:spcBef>
              <a:spcAft>
                <a:spcPts val="200"/>
              </a:spcAft>
              <a:buClr>
                <a:srgbClr val="C00000"/>
              </a:buClr>
              <a:buSzPct val="130000"/>
              <a:buFont typeface="Arial" panose="020B0604020202020204" pitchFamily="34" charset="0"/>
              <a:buChar char="•"/>
              <a:tabLst>
                <a:tab pos="3411538" algn="l"/>
              </a:tabLst>
            </a:pPr>
            <a:r>
              <a:rPr lang="zh-CN" altLang="en-US" sz="20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渗透坡降</a:t>
            </a:r>
            <a:r>
              <a:rPr lang="en-US" altLang="zh-CN" sz="2000" b="1" i="1" dirty="0" err="1"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i</a:t>
            </a:r>
            <a:r>
              <a:rPr lang="zh-CN" altLang="en-US" sz="20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可以从流网求得。渗透力</a:t>
            </a:r>
            <a:r>
              <a:rPr lang="en-US" altLang="zh-CN" sz="2000" b="1" i="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J </a:t>
            </a:r>
            <a:r>
              <a:rPr lang="zh-CN" altLang="en-US" sz="20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作用在渗流面积的形心处，方向沿流线的方向，渗透力的力臂</a:t>
            </a:r>
            <a:r>
              <a:rPr lang="en-US" altLang="zh-CN" sz="2000" b="1" i="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d</a:t>
            </a:r>
            <a:r>
              <a:rPr lang="en-US" altLang="zh-CN" sz="2000" b="1" baseline="-25000"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i</a:t>
            </a:r>
          </a:p>
          <a:p>
            <a:pPr marL="265113" indent="-265113" defTabSz="739775">
              <a:lnSpc>
                <a:spcPct val="110000"/>
              </a:lnSpc>
              <a:spcBef>
                <a:spcPts val="200"/>
              </a:spcBef>
              <a:spcAft>
                <a:spcPts val="200"/>
              </a:spcAft>
              <a:buClr>
                <a:srgbClr val="C00000"/>
              </a:buClr>
              <a:buSzPct val="130000"/>
              <a:buFont typeface="Arial" panose="020B0604020202020204" pitchFamily="34" charset="0"/>
              <a:buChar char="•"/>
              <a:tabLst>
                <a:tab pos="3411538" algn="l"/>
              </a:tabLst>
            </a:pPr>
            <a:r>
              <a:rPr lang="zh-CN" altLang="en-US" sz="20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当</a:t>
            </a:r>
            <a:r>
              <a:rPr lang="en-US" altLang="zh-CN" sz="2000" b="1" i="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J </a:t>
            </a:r>
            <a:r>
              <a:rPr lang="zh-CN" altLang="en-US" sz="20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的方向与滑动面夹角不大时，通常只考虑渗透力的滑动作用</a:t>
            </a:r>
            <a:endParaRPr lang="en-US" altLang="zh-CN" sz="20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p:txBody>
      </p:sp>
      <p:sp>
        <p:nvSpPr>
          <p:cNvPr id="128" name="Text Box 4"/>
          <p:cNvSpPr txBox="1">
            <a:spLocks noChangeArrowheads="1"/>
          </p:cNvSpPr>
          <p:nvPr/>
        </p:nvSpPr>
        <p:spPr bwMode="auto">
          <a:xfrm>
            <a:off x="474125" y="633945"/>
            <a:ext cx="4214833" cy="5724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444500" indent="-444500" eaLnBrk="1" hangingPunct="1">
              <a:lnSpc>
                <a:spcPct val="120000"/>
              </a:lnSpc>
              <a:spcBef>
                <a:spcPts val="600"/>
              </a:spcBef>
              <a:spcAft>
                <a:spcPts val="0"/>
              </a:spcAft>
              <a:buClr>
                <a:srgbClr val="A50021"/>
              </a:buClr>
              <a:buSzPct val="100000"/>
              <a:buFont typeface="+mj-lt"/>
              <a:buAutoNum type="arabicPeriod" startAt="2"/>
            </a:pPr>
            <a:r>
              <a:rPr lang="zh-CN" altLang="en-US" sz="2600" b="1" dirty="0" smtClean="0">
                <a:solidFill>
                  <a:srgbClr val="A50021"/>
                </a:solidFill>
                <a:ea typeface="微软雅黑" panose="020B0503020204020204" pitchFamily="34" charset="-122"/>
                <a:cs typeface="Times New Roman" panose="02020603050405020304" pitchFamily="18" charset="0"/>
              </a:rPr>
              <a:t>取土骨架</a:t>
            </a:r>
            <a:r>
              <a:rPr lang="zh-CN" altLang="en-US" sz="2600" b="1" dirty="0">
                <a:solidFill>
                  <a:srgbClr val="A50021"/>
                </a:solidFill>
                <a:ea typeface="微软雅黑" panose="020B0503020204020204" pitchFamily="34" charset="-122"/>
                <a:cs typeface="Times New Roman" panose="02020603050405020304" pitchFamily="18" charset="0"/>
              </a:rPr>
              <a:t>作为隔离</a:t>
            </a:r>
            <a:r>
              <a:rPr lang="zh-CN" altLang="en-US" sz="2600" b="1" dirty="0" smtClean="0">
                <a:solidFill>
                  <a:srgbClr val="A50021"/>
                </a:solidFill>
                <a:ea typeface="微软雅黑" panose="020B0503020204020204" pitchFamily="34" charset="-122"/>
                <a:cs typeface="Times New Roman" panose="02020603050405020304" pitchFamily="18" charset="0"/>
              </a:rPr>
              <a:t>体</a:t>
            </a:r>
            <a:endParaRPr lang="zh-CN" altLang="en-US" sz="2600" b="1" dirty="0">
              <a:solidFill>
                <a:srgbClr val="A50021"/>
              </a:solidFill>
              <a:ea typeface="微软雅黑" panose="020B0503020204020204" pitchFamily="34" charset="-122"/>
              <a:cs typeface="Times New Roman" panose="02020603050405020304" pitchFamily="18" charset="0"/>
            </a:endParaRPr>
          </a:p>
        </p:txBody>
      </p:sp>
      <p:sp>
        <p:nvSpPr>
          <p:cNvPr id="2" name="任意多边形 1"/>
          <p:cNvSpPr/>
          <p:nvPr/>
        </p:nvSpPr>
        <p:spPr bwMode="auto">
          <a:xfrm>
            <a:off x="5498511" y="4062302"/>
            <a:ext cx="2316278" cy="657803"/>
          </a:xfrm>
          <a:custGeom>
            <a:avLst/>
            <a:gdLst>
              <a:gd name="connsiteX0" fmla="*/ 2295330 w 2295330"/>
              <a:gd name="connsiteY0" fmla="*/ 0 h 683001"/>
              <a:gd name="connsiteX1" fmla="*/ 2246811 w 2295330"/>
              <a:gd name="connsiteY1" fmla="*/ 67180 h 683001"/>
              <a:gd name="connsiteX2" fmla="*/ 2123647 w 2295330"/>
              <a:gd name="connsiteY2" fmla="*/ 149290 h 683001"/>
              <a:gd name="connsiteX3" fmla="*/ 1873586 w 2295330"/>
              <a:gd name="connsiteY3" fmla="*/ 231399 h 683001"/>
              <a:gd name="connsiteX4" fmla="*/ 1530220 w 2295330"/>
              <a:gd name="connsiteY4" fmla="*/ 332170 h 683001"/>
              <a:gd name="connsiteX5" fmla="*/ 955454 w 2295330"/>
              <a:gd name="connsiteY5" fmla="*/ 485192 h 683001"/>
              <a:gd name="connsiteX6" fmla="*/ 604623 w 2295330"/>
              <a:gd name="connsiteY6" fmla="*/ 582230 h 683001"/>
              <a:gd name="connsiteX7" fmla="*/ 257524 w 2295330"/>
              <a:gd name="connsiteY7" fmla="*/ 668072 h 683001"/>
              <a:gd name="connsiteX8" fmla="*/ 0 w 2295330"/>
              <a:gd name="connsiteY8" fmla="*/ 683001 h 683001"/>
              <a:gd name="connsiteX0" fmla="*/ 2295330 w 2295330"/>
              <a:gd name="connsiteY0" fmla="*/ 0 h 683001"/>
              <a:gd name="connsiteX1" fmla="*/ 2246811 w 2295330"/>
              <a:gd name="connsiteY1" fmla="*/ 67180 h 683001"/>
              <a:gd name="connsiteX2" fmla="*/ 2123647 w 2295330"/>
              <a:gd name="connsiteY2" fmla="*/ 149290 h 683001"/>
              <a:gd name="connsiteX3" fmla="*/ 1873586 w 2295330"/>
              <a:gd name="connsiteY3" fmla="*/ 231399 h 683001"/>
              <a:gd name="connsiteX4" fmla="*/ 1530220 w 2295330"/>
              <a:gd name="connsiteY4" fmla="*/ 332170 h 683001"/>
              <a:gd name="connsiteX5" fmla="*/ 955454 w 2295330"/>
              <a:gd name="connsiteY5" fmla="*/ 485192 h 683001"/>
              <a:gd name="connsiteX6" fmla="*/ 604623 w 2295330"/>
              <a:gd name="connsiteY6" fmla="*/ 582230 h 683001"/>
              <a:gd name="connsiteX7" fmla="*/ 257524 w 2295330"/>
              <a:gd name="connsiteY7" fmla="*/ 653143 h 683001"/>
              <a:gd name="connsiteX8" fmla="*/ 0 w 2295330"/>
              <a:gd name="connsiteY8" fmla="*/ 683001 h 683001"/>
              <a:gd name="connsiteX0" fmla="*/ 2239347 w 2239347"/>
              <a:gd name="connsiteY0" fmla="*/ 0 h 653143"/>
              <a:gd name="connsiteX1" fmla="*/ 2190828 w 2239347"/>
              <a:gd name="connsiteY1" fmla="*/ 67180 h 653143"/>
              <a:gd name="connsiteX2" fmla="*/ 2067664 w 2239347"/>
              <a:gd name="connsiteY2" fmla="*/ 149290 h 653143"/>
              <a:gd name="connsiteX3" fmla="*/ 1817603 w 2239347"/>
              <a:gd name="connsiteY3" fmla="*/ 231399 h 653143"/>
              <a:gd name="connsiteX4" fmla="*/ 1474237 w 2239347"/>
              <a:gd name="connsiteY4" fmla="*/ 332170 h 653143"/>
              <a:gd name="connsiteX5" fmla="*/ 899471 w 2239347"/>
              <a:gd name="connsiteY5" fmla="*/ 485192 h 653143"/>
              <a:gd name="connsiteX6" fmla="*/ 548640 w 2239347"/>
              <a:gd name="connsiteY6" fmla="*/ 582230 h 653143"/>
              <a:gd name="connsiteX7" fmla="*/ 201541 w 2239347"/>
              <a:gd name="connsiteY7" fmla="*/ 653143 h 653143"/>
              <a:gd name="connsiteX8" fmla="*/ 0 w 2239347"/>
              <a:gd name="connsiteY8" fmla="*/ 653143 h 653143"/>
              <a:gd name="connsiteX0" fmla="*/ 2239347 w 2239347"/>
              <a:gd name="connsiteY0" fmla="*/ 0 h 656875"/>
              <a:gd name="connsiteX1" fmla="*/ 2190828 w 2239347"/>
              <a:gd name="connsiteY1" fmla="*/ 67180 h 656875"/>
              <a:gd name="connsiteX2" fmla="*/ 2067664 w 2239347"/>
              <a:gd name="connsiteY2" fmla="*/ 149290 h 656875"/>
              <a:gd name="connsiteX3" fmla="*/ 1817603 w 2239347"/>
              <a:gd name="connsiteY3" fmla="*/ 231399 h 656875"/>
              <a:gd name="connsiteX4" fmla="*/ 1474237 w 2239347"/>
              <a:gd name="connsiteY4" fmla="*/ 332170 h 656875"/>
              <a:gd name="connsiteX5" fmla="*/ 899471 w 2239347"/>
              <a:gd name="connsiteY5" fmla="*/ 485192 h 656875"/>
              <a:gd name="connsiteX6" fmla="*/ 548640 w 2239347"/>
              <a:gd name="connsiteY6" fmla="*/ 582230 h 656875"/>
              <a:gd name="connsiteX7" fmla="*/ 164218 w 2239347"/>
              <a:gd name="connsiteY7" fmla="*/ 656875 h 656875"/>
              <a:gd name="connsiteX8" fmla="*/ 0 w 2239347"/>
              <a:gd name="connsiteY8" fmla="*/ 653143 h 656875"/>
              <a:gd name="connsiteX0" fmla="*/ 2239347 w 2239347"/>
              <a:gd name="connsiteY0" fmla="*/ 0 h 656875"/>
              <a:gd name="connsiteX1" fmla="*/ 2190828 w 2239347"/>
              <a:gd name="connsiteY1" fmla="*/ 67180 h 656875"/>
              <a:gd name="connsiteX2" fmla="*/ 2067664 w 2239347"/>
              <a:gd name="connsiteY2" fmla="*/ 149290 h 656875"/>
              <a:gd name="connsiteX3" fmla="*/ 1817603 w 2239347"/>
              <a:gd name="connsiteY3" fmla="*/ 231399 h 656875"/>
              <a:gd name="connsiteX4" fmla="*/ 1474237 w 2239347"/>
              <a:gd name="connsiteY4" fmla="*/ 332170 h 656875"/>
              <a:gd name="connsiteX5" fmla="*/ 899471 w 2239347"/>
              <a:gd name="connsiteY5" fmla="*/ 485192 h 656875"/>
              <a:gd name="connsiteX6" fmla="*/ 548640 w 2239347"/>
              <a:gd name="connsiteY6" fmla="*/ 582230 h 656875"/>
              <a:gd name="connsiteX7" fmla="*/ 358296 w 2239347"/>
              <a:gd name="connsiteY7" fmla="*/ 634482 h 656875"/>
              <a:gd name="connsiteX8" fmla="*/ 164218 w 2239347"/>
              <a:gd name="connsiteY8" fmla="*/ 656875 h 656875"/>
              <a:gd name="connsiteX9" fmla="*/ 0 w 2239347"/>
              <a:gd name="connsiteY9" fmla="*/ 653143 h 656875"/>
              <a:gd name="connsiteX0" fmla="*/ 2239347 w 2239347"/>
              <a:gd name="connsiteY0" fmla="*/ 0 h 656875"/>
              <a:gd name="connsiteX1" fmla="*/ 2190828 w 2239347"/>
              <a:gd name="connsiteY1" fmla="*/ 67180 h 656875"/>
              <a:gd name="connsiteX2" fmla="*/ 2067664 w 2239347"/>
              <a:gd name="connsiteY2" fmla="*/ 149290 h 656875"/>
              <a:gd name="connsiteX3" fmla="*/ 1817603 w 2239347"/>
              <a:gd name="connsiteY3" fmla="*/ 231399 h 656875"/>
              <a:gd name="connsiteX4" fmla="*/ 1474237 w 2239347"/>
              <a:gd name="connsiteY4" fmla="*/ 332170 h 656875"/>
              <a:gd name="connsiteX5" fmla="*/ 899471 w 2239347"/>
              <a:gd name="connsiteY5" fmla="*/ 485192 h 656875"/>
              <a:gd name="connsiteX6" fmla="*/ 589695 w 2239347"/>
              <a:gd name="connsiteY6" fmla="*/ 578498 h 656875"/>
              <a:gd name="connsiteX7" fmla="*/ 548640 w 2239347"/>
              <a:gd name="connsiteY7" fmla="*/ 582230 h 656875"/>
              <a:gd name="connsiteX8" fmla="*/ 358296 w 2239347"/>
              <a:gd name="connsiteY8" fmla="*/ 634482 h 656875"/>
              <a:gd name="connsiteX9" fmla="*/ 164218 w 2239347"/>
              <a:gd name="connsiteY9" fmla="*/ 656875 h 656875"/>
              <a:gd name="connsiteX10" fmla="*/ 0 w 2239347"/>
              <a:gd name="connsiteY10" fmla="*/ 653143 h 656875"/>
              <a:gd name="connsiteX0" fmla="*/ 2239347 w 2239347"/>
              <a:gd name="connsiteY0" fmla="*/ 0 h 656875"/>
              <a:gd name="connsiteX1" fmla="*/ 2190828 w 2239347"/>
              <a:gd name="connsiteY1" fmla="*/ 67180 h 656875"/>
              <a:gd name="connsiteX2" fmla="*/ 2128372 w 2239347"/>
              <a:gd name="connsiteY2" fmla="*/ 116962 h 656875"/>
              <a:gd name="connsiteX3" fmla="*/ 2067664 w 2239347"/>
              <a:gd name="connsiteY3" fmla="*/ 149290 h 656875"/>
              <a:gd name="connsiteX4" fmla="*/ 1817603 w 2239347"/>
              <a:gd name="connsiteY4" fmla="*/ 231399 h 656875"/>
              <a:gd name="connsiteX5" fmla="*/ 1474237 w 2239347"/>
              <a:gd name="connsiteY5" fmla="*/ 332170 h 656875"/>
              <a:gd name="connsiteX6" fmla="*/ 899471 w 2239347"/>
              <a:gd name="connsiteY6" fmla="*/ 485192 h 656875"/>
              <a:gd name="connsiteX7" fmla="*/ 589695 w 2239347"/>
              <a:gd name="connsiteY7" fmla="*/ 578498 h 656875"/>
              <a:gd name="connsiteX8" fmla="*/ 548640 w 2239347"/>
              <a:gd name="connsiteY8" fmla="*/ 582230 h 656875"/>
              <a:gd name="connsiteX9" fmla="*/ 358296 w 2239347"/>
              <a:gd name="connsiteY9" fmla="*/ 634482 h 656875"/>
              <a:gd name="connsiteX10" fmla="*/ 164218 w 2239347"/>
              <a:gd name="connsiteY10" fmla="*/ 656875 h 656875"/>
              <a:gd name="connsiteX11" fmla="*/ 0 w 2239347"/>
              <a:gd name="connsiteY11" fmla="*/ 653143 h 656875"/>
              <a:gd name="connsiteX0" fmla="*/ 2239347 w 2239347"/>
              <a:gd name="connsiteY0" fmla="*/ 0 h 656875"/>
              <a:gd name="connsiteX1" fmla="*/ 2190828 w 2239347"/>
              <a:gd name="connsiteY1" fmla="*/ 59246 h 656875"/>
              <a:gd name="connsiteX2" fmla="*/ 2128372 w 2239347"/>
              <a:gd name="connsiteY2" fmla="*/ 116962 h 656875"/>
              <a:gd name="connsiteX3" fmla="*/ 2067664 w 2239347"/>
              <a:gd name="connsiteY3" fmla="*/ 149290 h 656875"/>
              <a:gd name="connsiteX4" fmla="*/ 1817603 w 2239347"/>
              <a:gd name="connsiteY4" fmla="*/ 231399 h 656875"/>
              <a:gd name="connsiteX5" fmla="*/ 1474237 w 2239347"/>
              <a:gd name="connsiteY5" fmla="*/ 332170 h 656875"/>
              <a:gd name="connsiteX6" fmla="*/ 899471 w 2239347"/>
              <a:gd name="connsiteY6" fmla="*/ 485192 h 656875"/>
              <a:gd name="connsiteX7" fmla="*/ 589695 w 2239347"/>
              <a:gd name="connsiteY7" fmla="*/ 578498 h 656875"/>
              <a:gd name="connsiteX8" fmla="*/ 548640 w 2239347"/>
              <a:gd name="connsiteY8" fmla="*/ 582230 h 656875"/>
              <a:gd name="connsiteX9" fmla="*/ 358296 w 2239347"/>
              <a:gd name="connsiteY9" fmla="*/ 634482 h 656875"/>
              <a:gd name="connsiteX10" fmla="*/ 164218 w 2239347"/>
              <a:gd name="connsiteY10" fmla="*/ 656875 h 656875"/>
              <a:gd name="connsiteX11" fmla="*/ 0 w 2239347"/>
              <a:gd name="connsiteY11" fmla="*/ 653143 h 656875"/>
              <a:gd name="connsiteX0" fmla="*/ 2239347 w 2239347"/>
              <a:gd name="connsiteY0" fmla="*/ 0 h 656875"/>
              <a:gd name="connsiteX1" fmla="*/ 2190828 w 2239347"/>
              <a:gd name="connsiteY1" fmla="*/ 59246 h 656875"/>
              <a:gd name="connsiteX2" fmla="*/ 2128372 w 2239347"/>
              <a:gd name="connsiteY2" fmla="*/ 116962 h 656875"/>
              <a:gd name="connsiteX3" fmla="*/ 2010134 w 2239347"/>
              <a:gd name="connsiteY3" fmla="*/ 173092 h 656875"/>
              <a:gd name="connsiteX4" fmla="*/ 1817603 w 2239347"/>
              <a:gd name="connsiteY4" fmla="*/ 231399 h 656875"/>
              <a:gd name="connsiteX5" fmla="*/ 1474237 w 2239347"/>
              <a:gd name="connsiteY5" fmla="*/ 332170 h 656875"/>
              <a:gd name="connsiteX6" fmla="*/ 899471 w 2239347"/>
              <a:gd name="connsiteY6" fmla="*/ 485192 h 656875"/>
              <a:gd name="connsiteX7" fmla="*/ 589695 w 2239347"/>
              <a:gd name="connsiteY7" fmla="*/ 578498 h 656875"/>
              <a:gd name="connsiteX8" fmla="*/ 548640 w 2239347"/>
              <a:gd name="connsiteY8" fmla="*/ 582230 h 656875"/>
              <a:gd name="connsiteX9" fmla="*/ 358296 w 2239347"/>
              <a:gd name="connsiteY9" fmla="*/ 634482 h 656875"/>
              <a:gd name="connsiteX10" fmla="*/ 164218 w 2239347"/>
              <a:gd name="connsiteY10" fmla="*/ 656875 h 656875"/>
              <a:gd name="connsiteX11" fmla="*/ 0 w 2239347"/>
              <a:gd name="connsiteY11" fmla="*/ 653143 h 656875"/>
              <a:gd name="connsiteX0" fmla="*/ 2239347 w 2239347"/>
              <a:gd name="connsiteY0" fmla="*/ 0 h 656875"/>
              <a:gd name="connsiteX1" fmla="*/ 2190828 w 2239347"/>
              <a:gd name="connsiteY1" fmla="*/ 59246 h 656875"/>
              <a:gd name="connsiteX2" fmla="*/ 2128372 w 2239347"/>
              <a:gd name="connsiteY2" fmla="*/ 116962 h 656875"/>
              <a:gd name="connsiteX3" fmla="*/ 2017805 w 2239347"/>
              <a:gd name="connsiteY3" fmla="*/ 190944 h 656875"/>
              <a:gd name="connsiteX4" fmla="*/ 1817603 w 2239347"/>
              <a:gd name="connsiteY4" fmla="*/ 231399 h 656875"/>
              <a:gd name="connsiteX5" fmla="*/ 1474237 w 2239347"/>
              <a:gd name="connsiteY5" fmla="*/ 332170 h 656875"/>
              <a:gd name="connsiteX6" fmla="*/ 899471 w 2239347"/>
              <a:gd name="connsiteY6" fmla="*/ 485192 h 656875"/>
              <a:gd name="connsiteX7" fmla="*/ 589695 w 2239347"/>
              <a:gd name="connsiteY7" fmla="*/ 578498 h 656875"/>
              <a:gd name="connsiteX8" fmla="*/ 548640 w 2239347"/>
              <a:gd name="connsiteY8" fmla="*/ 582230 h 656875"/>
              <a:gd name="connsiteX9" fmla="*/ 358296 w 2239347"/>
              <a:gd name="connsiteY9" fmla="*/ 634482 h 656875"/>
              <a:gd name="connsiteX10" fmla="*/ 164218 w 2239347"/>
              <a:gd name="connsiteY10" fmla="*/ 656875 h 656875"/>
              <a:gd name="connsiteX11" fmla="*/ 0 w 2239347"/>
              <a:gd name="connsiteY11" fmla="*/ 653143 h 656875"/>
              <a:gd name="connsiteX0" fmla="*/ 2239347 w 2239347"/>
              <a:gd name="connsiteY0" fmla="*/ 0 h 656875"/>
              <a:gd name="connsiteX1" fmla="*/ 2190828 w 2239347"/>
              <a:gd name="connsiteY1" fmla="*/ 59246 h 656875"/>
              <a:gd name="connsiteX2" fmla="*/ 2128372 w 2239347"/>
              <a:gd name="connsiteY2" fmla="*/ 116962 h 656875"/>
              <a:gd name="connsiteX3" fmla="*/ 2017805 w 2239347"/>
              <a:gd name="connsiteY3" fmla="*/ 190944 h 656875"/>
              <a:gd name="connsiteX4" fmla="*/ 1808014 w 2239347"/>
              <a:gd name="connsiteY4" fmla="*/ 263135 h 656875"/>
              <a:gd name="connsiteX5" fmla="*/ 1474237 w 2239347"/>
              <a:gd name="connsiteY5" fmla="*/ 332170 h 656875"/>
              <a:gd name="connsiteX6" fmla="*/ 899471 w 2239347"/>
              <a:gd name="connsiteY6" fmla="*/ 485192 h 656875"/>
              <a:gd name="connsiteX7" fmla="*/ 589695 w 2239347"/>
              <a:gd name="connsiteY7" fmla="*/ 578498 h 656875"/>
              <a:gd name="connsiteX8" fmla="*/ 548640 w 2239347"/>
              <a:gd name="connsiteY8" fmla="*/ 582230 h 656875"/>
              <a:gd name="connsiteX9" fmla="*/ 358296 w 2239347"/>
              <a:gd name="connsiteY9" fmla="*/ 634482 h 656875"/>
              <a:gd name="connsiteX10" fmla="*/ 164218 w 2239347"/>
              <a:gd name="connsiteY10" fmla="*/ 656875 h 656875"/>
              <a:gd name="connsiteX11" fmla="*/ 0 w 2239347"/>
              <a:gd name="connsiteY11" fmla="*/ 653143 h 656875"/>
              <a:gd name="connsiteX0" fmla="*/ 2239347 w 2239347"/>
              <a:gd name="connsiteY0" fmla="*/ 0 h 656875"/>
              <a:gd name="connsiteX1" fmla="*/ 2190828 w 2239347"/>
              <a:gd name="connsiteY1" fmla="*/ 59246 h 656875"/>
              <a:gd name="connsiteX2" fmla="*/ 2128372 w 2239347"/>
              <a:gd name="connsiteY2" fmla="*/ 116962 h 656875"/>
              <a:gd name="connsiteX3" fmla="*/ 2017805 w 2239347"/>
              <a:gd name="connsiteY3" fmla="*/ 190944 h 656875"/>
              <a:gd name="connsiteX4" fmla="*/ 1808014 w 2239347"/>
              <a:gd name="connsiteY4" fmla="*/ 263135 h 656875"/>
              <a:gd name="connsiteX5" fmla="*/ 1455061 w 2239347"/>
              <a:gd name="connsiteY5" fmla="*/ 352005 h 656875"/>
              <a:gd name="connsiteX6" fmla="*/ 899471 w 2239347"/>
              <a:gd name="connsiteY6" fmla="*/ 485192 h 656875"/>
              <a:gd name="connsiteX7" fmla="*/ 589695 w 2239347"/>
              <a:gd name="connsiteY7" fmla="*/ 578498 h 656875"/>
              <a:gd name="connsiteX8" fmla="*/ 548640 w 2239347"/>
              <a:gd name="connsiteY8" fmla="*/ 582230 h 656875"/>
              <a:gd name="connsiteX9" fmla="*/ 358296 w 2239347"/>
              <a:gd name="connsiteY9" fmla="*/ 634482 h 656875"/>
              <a:gd name="connsiteX10" fmla="*/ 164218 w 2239347"/>
              <a:gd name="connsiteY10" fmla="*/ 656875 h 656875"/>
              <a:gd name="connsiteX11" fmla="*/ 0 w 2239347"/>
              <a:gd name="connsiteY11" fmla="*/ 653143 h 656875"/>
              <a:gd name="connsiteX0" fmla="*/ 2239347 w 2239347"/>
              <a:gd name="connsiteY0" fmla="*/ 0 h 656875"/>
              <a:gd name="connsiteX1" fmla="*/ 2190828 w 2239347"/>
              <a:gd name="connsiteY1" fmla="*/ 59246 h 656875"/>
              <a:gd name="connsiteX2" fmla="*/ 2128372 w 2239347"/>
              <a:gd name="connsiteY2" fmla="*/ 116962 h 656875"/>
              <a:gd name="connsiteX3" fmla="*/ 2017805 w 2239347"/>
              <a:gd name="connsiteY3" fmla="*/ 190944 h 656875"/>
              <a:gd name="connsiteX4" fmla="*/ 1808014 w 2239347"/>
              <a:gd name="connsiteY4" fmla="*/ 263135 h 656875"/>
              <a:gd name="connsiteX5" fmla="*/ 1455061 w 2239347"/>
              <a:gd name="connsiteY5" fmla="*/ 352005 h 656875"/>
              <a:gd name="connsiteX6" fmla="*/ 897554 w 2239347"/>
              <a:gd name="connsiteY6" fmla="*/ 501060 h 656875"/>
              <a:gd name="connsiteX7" fmla="*/ 589695 w 2239347"/>
              <a:gd name="connsiteY7" fmla="*/ 578498 h 656875"/>
              <a:gd name="connsiteX8" fmla="*/ 548640 w 2239347"/>
              <a:gd name="connsiteY8" fmla="*/ 582230 h 656875"/>
              <a:gd name="connsiteX9" fmla="*/ 358296 w 2239347"/>
              <a:gd name="connsiteY9" fmla="*/ 634482 h 656875"/>
              <a:gd name="connsiteX10" fmla="*/ 164218 w 2239347"/>
              <a:gd name="connsiteY10" fmla="*/ 656875 h 656875"/>
              <a:gd name="connsiteX11" fmla="*/ 0 w 2239347"/>
              <a:gd name="connsiteY11" fmla="*/ 653143 h 656875"/>
              <a:gd name="connsiteX0" fmla="*/ 2239347 w 2239347"/>
              <a:gd name="connsiteY0" fmla="*/ 0 h 656875"/>
              <a:gd name="connsiteX1" fmla="*/ 2190828 w 2239347"/>
              <a:gd name="connsiteY1" fmla="*/ 59246 h 656875"/>
              <a:gd name="connsiteX2" fmla="*/ 2128372 w 2239347"/>
              <a:gd name="connsiteY2" fmla="*/ 116962 h 656875"/>
              <a:gd name="connsiteX3" fmla="*/ 2017805 w 2239347"/>
              <a:gd name="connsiteY3" fmla="*/ 190944 h 656875"/>
              <a:gd name="connsiteX4" fmla="*/ 1808014 w 2239347"/>
              <a:gd name="connsiteY4" fmla="*/ 263135 h 656875"/>
              <a:gd name="connsiteX5" fmla="*/ 1455061 w 2239347"/>
              <a:gd name="connsiteY5" fmla="*/ 352005 h 656875"/>
              <a:gd name="connsiteX6" fmla="*/ 897554 w 2239347"/>
              <a:gd name="connsiteY6" fmla="*/ 501060 h 656875"/>
              <a:gd name="connsiteX7" fmla="*/ 589695 w 2239347"/>
              <a:gd name="connsiteY7" fmla="*/ 578498 h 656875"/>
              <a:gd name="connsiteX8" fmla="*/ 358296 w 2239347"/>
              <a:gd name="connsiteY8" fmla="*/ 634482 h 656875"/>
              <a:gd name="connsiteX9" fmla="*/ 164218 w 2239347"/>
              <a:gd name="connsiteY9" fmla="*/ 656875 h 656875"/>
              <a:gd name="connsiteX10" fmla="*/ 0 w 2239347"/>
              <a:gd name="connsiteY10" fmla="*/ 653143 h 656875"/>
              <a:gd name="connsiteX0" fmla="*/ 2239347 w 2239347"/>
              <a:gd name="connsiteY0" fmla="*/ 0 h 656875"/>
              <a:gd name="connsiteX1" fmla="*/ 2190828 w 2239347"/>
              <a:gd name="connsiteY1" fmla="*/ 59246 h 656875"/>
              <a:gd name="connsiteX2" fmla="*/ 2128372 w 2239347"/>
              <a:gd name="connsiteY2" fmla="*/ 116962 h 656875"/>
              <a:gd name="connsiteX3" fmla="*/ 2017805 w 2239347"/>
              <a:gd name="connsiteY3" fmla="*/ 190944 h 656875"/>
              <a:gd name="connsiteX4" fmla="*/ 1808014 w 2239347"/>
              <a:gd name="connsiteY4" fmla="*/ 263135 h 656875"/>
              <a:gd name="connsiteX5" fmla="*/ 1455061 w 2239347"/>
              <a:gd name="connsiteY5" fmla="*/ 352005 h 656875"/>
              <a:gd name="connsiteX6" fmla="*/ 897554 w 2239347"/>
              <a:gd name="connsiteY6" fmla="*/ 501060 h 656875"/>
              <a:gd name="connsiteX7" fmla="*/ 589695 w 2239347"/>
              <a:gd name="connsiteY7" fmla="*/ 578498 h 656875"/>
              <a:gd name="connsiteX8" fmla="*/ 358296 w 2239347"/>
              <a:gd name="connsiteY8" fmla="*/ 634482 h 656875"/>
              <a:gd name="connsiteX9" fmla="*/ 164218 w 2239347"/>
              <a:gd name="connsiteY9" fmla="*/ 656875 h 656875"/>
              <a:gd name="connsiteX10" fmla="*/ 0 w 2239347"/>
              <a:gd name="connsiteY10" fmla="*/ 653143 h 656875"/>
              <a:gd name="connsiteX0" fmla="*/ 2239347 w 2239347"/>
              <a:gd name="connsiteY0" fmla="*/ 0 h 657803"/>
              <a:gd name="connsiteX1" fmla="*/ 2190828 w 2239347"/>
              <a:gd name="connsiteY1" fmla="*/ 59246 h 657803"/>
              <a:gd name="connsiteX2" fmla="*/ 2128372 w 2239347"/>
              <a:gd name="connsiteY2" fmla="*/ 116962 h 657803"/>
              <a:gd name="connsiteX3" fmla="*/ 2017805 w 2239347"/>
              <a:gd name="connsiteY3" fmla="*/ 190944 h 657803"/>
              <a:gd name="connsiteX4" fmla="*/ 1808014 w 2239347"/>
              <a:gd name="connsiteY4" fmla="*/ 263135 h 657803"/>
              <a:gd name="connsiteX5" fmla="*/ 1455061 w 2239347"/>
              <a:gd name="connsiteY5" fmla="*/ 352005 h 657803"/>
              <a:gd name="connsiteX6" fmla="*/ 897554 w 2239347"/>
              <a:gd name="connsiteY6" fmla="*/ 501060 h 657803"/>
              <a:gd name="connsiteX7" fmla="*/ 589695 w 2239347"/>
              <a:gd name="connsiteY7" fmla="*/ 578498 h 657803"/>
              <a:gd name="connsiteX8" fmla="*/ 358296 w 2239347"/>
              <a:gd name="connsiteY8" fmla="*/ 634482 h 657803"/>
              <a:gd name="connsiteX9" fmla="*/ 164218 w 2239347"/>
              <a:gd name="connsiteY9" fmla="*/ 656875 h 657803"/>
              <a:gd name="connsiteX10" fmla="*/ 0 w 2239347"/>
              <a:gd name="connsiteY10" fmla="*/ 653143 h 6578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39347" h="657803">
                <a:moveTo>
                  <a:pt x="2239347" y="0"/>
                </a:moveTo>
                <a:lnTo>
                  <a:pt x="2190828" y="59246"/>
                </a:lnTo>
                <a:cubicBezTo>
                  <a:pt x="2170009" y="71212"/>
                  <a:pt x="2149191" y="104996"/>
                  <a:pt x="2128372" y="116962"/>
                </a:cubicBezTo>
                <a:lnTo>
                  <a:pt x="2017805" y="190944"/>
                </a:lnTo>
                <a:lnTo>
                  <a:pt x="1808014" y="263135"/>
                </a:lnTo>
                <a:lnTo>
                  <a:pt x="1455061" y="352005"/>
                </a:lnTo>
                <a:lnTo>
                  <a:pt x="897554" y="501060"/>
                </a:lnTo>
                <a:cubicBezTo>
                  <a:pt x="753326" y="538809"/>
                  <a:pt x="702906" y="546152"/>
                  <a:pt x="589695" y="578498"/>
                </a:cubicBezTo>
                <a:lnTo>
                  <a:pt x="358296" y="634482"/>
                </a:lnTo>
                <a:cubicBezTo>
                  <a:pt x="287383" y="647545"/>
                  <a:pt x="223934" y="653765"/>
                  <a:pt x="164218" y="656875"/>
                </a:cubicBezTo>
                <a:cubicBezTo>
                  <a:pt x="104502" y="659985"/>
                  <a:pt x="54739" y="654387"/>
                  <a:pt x="0" y="653143"/>
                </a:cubicBezTo>
              </a:path>
            </a:pathLst>
          </a:cu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4" name="任意多边形 3"/>
          <p:cNvSpPr/>
          <p:nvPr/>
        </p:nvSpPr>
        <p:spPr bwMode="auto">
          <a:xfrm>
            <a:off x="5301067" y="4241203"/>
            <a:ext cx="2847807" cy="669940"/>
          </a:xfrm>
          <a:custGeom>
            <a:avLst/>
            <a:gdLst>
              <a:gd name="connsiteX0" fmla="*/ 0 w 2732003"/>
              <a:gd name="connsiteY0" fmla="*/ 694198 h 768843"/>
              <a:gd name="connsiteX1" fmla="*/ 89574 w 2732003"/>
              <a:gd name="connsiteY1" fmla="*/ 750182 h 768843"/>
              <a:gd name="connsiteX2" fmla="*/ 261257 w 2732003"/>
              <a:gd name="connsiteY2" fmla="*/ 768843 h 768843"/>
              <a:gd name="connsiteX3" fmla="*/ 664340 w 2732003"/>
              <a:gd name="connsiteY3" fmla="*/ 705395 h 768843"/>
              <a:gd name="connsiteX4" fmla="*/ 1201783 w 2732003"/>
              <a:gd name="connsiteY4" fmla="*/ 589695 h 768843"/>
              <a:gd name="connsiteX5" fmla="*/ 1701904 w 2732003"/>
              <a:gd name="connsiteY5" fmla="*/ 451602 h 768843"/>
              <a:gd name="connsiteX6" fmla="*/ 2104986 w 2732003"/>
              <a:gd name="connsiteY6" fmla="*/ 350831 h 768843"/>
              <a:gd name="connsiteX7" fmla="*/ 2467014 w 2732003"/>
              <a:gd name="connsiteY7" fmla="*/ 205274 h 768843"/>
              <a:gd name="connsiteX8" fmla="*/ 2631233 w 2732003"/>
              <a:gd name="connsiteY8" fmla="*/ 104503 h 768843"/>
              <a:gd name="connsiteX9" fmla="*/ 2732003 w 2732003"/>
              <a:gd name="connsiteY9" fmla="*/ 0 h 768843"/>
              <a:gd name="connsiteX0" fmla="*/ 0 w 2702145"/>
              <a:gd name="connsiteY0" fmla="*/ 671805 h 768843"/>
              <a:gd name="connsiteX1" fmla="*/ 59716 w 2702145"/>
              <a:gd name="connsiteY1" fmla="*/ 750182 h 768843"/>
              <a:gd name="connsiteX2" fmla="*/ 231399 w 2702145"/>
              <a:gd name="connsiteY2" fmla="*/ 768843 h 768843"/>
              <a:gd name="connsiteX3" fmla="*/ 634482 w 2702145"/>
              <a:gd name="connsiteY3" fmla="*/ 705395 h 768843"/>
              <a:gd name="connsiteX4" fmla="*/ 1171925 w 2702145"/>
              <a:gd name="connsiteY4" fmla="*/ 589695 h 768843"/>
              <a:gd name="connsiteX5" fmla="*/ 1672046 w 2702145"/>
              <a:gd name="connsiteY5" fmla="*/ 451602 h 768843"/>
              <a:gd name="connsiteX6" fmla="*/ 2075128 w 2702145"/>
              <a:gd name="connsiteY6" fmla="*/ 350831 h 768843"/>
              <a:gd name="connsiteX7" fmla="*/ 2437156 w 2702145"/>
              <a:gd name="connsiteY7" fmla="*/ 205274 h 768843"/>
              <a:gd name="connsiteX8" fmla="*/ 2601375 w 2702145"/>
              <a:gd name="connsiteY8" fmla="*/ 104503 h 768843"/>
              <a:gd name="connsiteX9" fmla="*/ 2702145 w 2702145"/>
              <a:gd name="connsiteY9" fmla="*/ 0 h 768843"/>
              <a:gd name="connsiteX0" fmla="*/ 0 w 2702145"/>
              <a:gd name="connsiteY0" fmla="*/ 671805 h 768843"/>
              <a:gd name="connsiteX1" fmla="*/ 78377 w 2702145"/>
              <a:gd name="connsiteY1" fmla="*/ 724056 h 768843"/>
              <a:gd name="connsiteX2" fmla="*/ 231399 w 2702145"/>
              <a:gd name="connsiteY2" fmla="*/ 768843 h 768843"/>
              <a:gd name="connsiteX3" fmla="*/ 634482 w 2702145"/>
              <a:gd name="connsiteY3" fmla="*/ 705395 h 768843"/>
              <a:gd name="connsiteX4" fmla="*/ 1171925 w 2702145"/>
              <a:gd name="connsiteY4" fmla="*/ 589695 h 768843"/>
              <a:gd name="connsiteX5" fmla="*/ 1672046 w 2702145"/>
              <a:gd name="connsiteY5" fmla="*/ 451602 h 768843"/>
              <a:gd name="connsiteX6" fmla="*/ 2075128 w 2702145"/>
              <a:gd name="connsiteY6" fmla="*/ 350831 h 768843"/>
              <a:gd name="connsiteX7" fmla="*/ 2437156 w 2702145"/>
              <a:gd name="connsiteY7" fmla="*/ 205274 h 768843"/>
              <a:gd name="connsiteX8" fmla="*/ 2601375 w 2702145"/>
              <a:gd name="connsiteY8" fmla="*/ 104503 h 768843"/>
              <a:gd name="connsiteX9" fmla="*/ 2702145 w 2702145"/>
              <a:gd name="connsiteY9" fmla="*/ 0 h 768843"/>
              <a:gd name="connsiteX0" fmla="*/ 0 w 2702145"/>
              <a:gd name="connsiteY0" fmla="*/ 671805 h 742718"/>
              <a:gd name="connsiteX1" fmla="*/ 78377 w 2702145"/>
              <a:gd name="connsiteY1" fmla="*/ 724056 h 742718"/>
              <a:gd name="connsiteX2" fmla="*/ 231399 w 2702145"/>
              <a:gd name="connsiteY2" fmla="*/ 742718 h 742718"/>
              <a:gd name="connsiteX3" fmla="*/ 634482 w 2702145"/>
              <a:gd name="connsiteY3" fmla="*/ 705395 h 742718"/>
              <a:gd name="connsiteX4" fmla="*/ 1171925 w 2702145"/>
              <a:gd name="connsiteY4" fmla="*/ 589695 h 742718"/>
              <a:gd name="connsiteX5" fmla="*/ 1672046 w 2702145"/>
              <a:gd name="connsiteY5" fmla="*/ 451602 h 742718"/>
              <a:gd name="connsiteX6" fmla="*/ 2075128 w 2702145"/>
              <a:gd name="connsiteY6" fmla="*/ 350831 h 742718"/>
              <a:gd name="connsiteX7" fmla="*/ 2437156 w 2702145"/>
              <a:gd name="connsiteY7" fmla="*/ 205274 h 742718"/>
              <a:gd name="connsiteX8" fmla="*/ 2601375 w 2702145"/>
              <a:gd name="connsiteY8" fmla="*/ 104503 h 742718"/>
              <a:gd name="connsiteX9" fmla="*/ 2702145 w 2702145"/>
              <a:gd name="connsiteY9" fmla="*/ 0 h 742718"/>
              <a:gd name="connsiteX0" fmla="*/ 0 w 2679752"/>
              <a:gd name="connsiteY0" fmla="*/ 660609 h 742718"/>
              <a:gd name="connsiteX1" fmla="*/ 55984 w 2679752"/>
              <a:gd name="connsiteY1" fmla="*/ 724056 h 742718"/>
              <a:gd name="connsiteX2" fmla="*/ 209006 w 2679752"/>
              <a:gd name="connsiteY2" fmla="*/ 742718 h 742718"/>
              <a:gd name="connsiteX3" fmla="*/ 612089 w 2679752"/>
              <a:gd name="connsiteY3" fmla="*/ 705395 h 742718"/>
              <a:gd name="connsiteX4" fmla="*/ 1149532 w 2679752"/>
              <a:gd name="connsiteY4" fmla="*/ 589695 h 742718"/>
              <a:gd name="connsiteX5" fmla="*/ 1649653 w 2679752"/>
              <a:gd name="connsiteY5" fmla="*/ 451602 h 742718"/>
              <a:gd name="connsiteX6" fmla="*/ 2052735 w 2679752"/>
              <a:gd name="connsiteY6" fmla="*/ 350831 h 742718"/>
              <a:gd name="connsiteX7" fmla="*/ 2414763 w 2679752"/>
              <a:gd name="connsiteY7" fmla="*/ 205274 h 742718"/>
              <a:gd name="connsiteX8" fmla="*/ 2578982 w 2679752"/>
              <a:gd name="connsiteY8" fmla="*/ 104503 h 742718"/>
              <a:gd name="connsiteX9" fmla="*/ 2679752 w 2679752"/>
              <a:gd name="connsiteY9" fmla="*/ 0 h 742718"/>
              <a:gd name="connsiteX0" fmla="*/ 0 w 2679752"/>
              <a:gd name="connsiteY0" fmla="*/ 660609 h 742718"/>
              <a:gd name="connsiteX1" fmla="*/ 55984 w 2679752"/>
              <a:gd name="connsiteY1" fmla="*/ 724056 h 742718"/>
              <a:gd name="connsiteX2" fmla="*/ 100770 w 2679752"/>
              <a:gd name="connsiteY2" fmla="*/ 712859 h 742718"/>
              <a:gd name="connsiteX3" fmla="*/ 209006 w 2679752"/>
              <a:gd name="connsiteY3" fmla="*/ 742718 h 742718"/>
              <a:gd name="connsiteX4" fmla="*/ 612089 w 2679752"/>
              <a:gd name="connsiteY4" fmla="*/ 705395 h 742718"/>
              <a:gd name="connsiteX5" fmla="*/ 1149532 w 2679752"/>
              <a:gd name="connsiteY5" fmla="*/ 589695 h 742718"/>
              <a:gd name="connsiteX6" fmla="*/ 1649653 w 2679752"/>
              <a:gd name="connsiteY6" fmla="*/ 451602 h 742718"/>
              <a:gd name="connsiteX7" fmla="*/ 2052735 w 2679752"/>
              <a:gd name="connsiteY7" fmla="*/ 350831 h 742718"/>
              <a:gd name="connsiteX8" fmla="*/ 2414763 w 2679752"/>
              <a:gd name="connsiteY8" fmla="*/ 205274 h 742718"/>
              <a:gd name="connsiteX9" fmla="*/ 2578982 w 2679752"/>
              <a:gd name="connsiteY9" fmla="*/ 104503 h 742718"/>
              <a:gd name="connsiteX10" fmla="*/ 2679752 w 2679752"/>
              <a:gd name="connsiteY10" fmla="*/ 0 h 742718"/>
              <a:gd name="connsiteX0" fmla="*/ 0 w 2679752"/>
              <a:gd name="connsiteY0" fmla="*/ 660609 h 724136"/>
              <a:gd name="connsiteX1" fmla="*/ 55984 w 2679752"/>
              <a:gd name="connsiteY1" fmla="*/ 724056 h 724136"/>
              <a:gd name="connsiteX2" fmla="*/ 100770 w 2679752"/>
              <a:gd name="connsiteY2" fmla="*/ 712859 h 724136"/>
              <a:gd name="connsiteX3" fmla="*/ 268722 w 2679752"/>
              <a:gd name="connsiteY3" fmla="*/ 720325 h 724136"/>
              <a:gd name="connsiteX4" fmla="*/ 612089 w 2679752"/>
              <a:gd name="connsiteY4" fmla="*/ 705395 h 724136"/>
              <a:gd name="connsiteX5" fmla="*/ 1149532 w 2679752"/>
              <a:gd name="connsiteY5" fmla="*/ 589695 h 724136"/>
              <a:gd name="connsiteX6" fmla="*/ 1649653 w 2679752"/>
              <a:gd name="connsiteY6" fmla="*/ 451602 h 724136"/>
              <a:gd name="connsiteX7" fmla="*/ 2052735 w 2679752"/>
              <a:gd name="connsiteY7" fmla="*/ 350831 h 724136"/>
              <a:gd name="connsiteX8" fmla="*/ 2414763 w 2679752"/>
              <a:gd name="connsiteY8" fmla="*/ 205274 h 724136"/>
              <a:gd name="connsiteX9" fmla="*/ 2578982 w 2679752"/>
              <a:gd name="connsiteY9" fmla="*/ 104503 h 724136"/>
              <a:gd name="connsiteX10" fmla="*/ 2679752 w 2679752"/>
              <a:gd name="connsiteY10" fmla="*/ 0 h 724136"/>
              <a:gd name="connsiteX0" fmla="*/ 0 w 2679752"/>
              <a:gd name="connsiteY0" fmla="*/ 660609 h 720325"/>
              <a:gd name="connsiteX1" fmla="*/ 100770 w 2679752"/>
              <a:gd name="connsiteY1" fmla="*/ 712859 h 720325"/>
              <a:gd name="connsiteX2" fmla="*/ 268722 w 2679752"/>
              <a:gd name="connsiteY2" fmla="*/ 720325 h 720325"/>
              <a:gd name="connsiteX3" fmla="*/ 612089 w 2679752"/>
              <a:gd name="connsiteY3" fmla="*/ 705395 h 720325"/>
              <a:gd name="connsiteX4" fmla="*/ 1149532 w 2679752"/>
              <a:gd name="connsiteY4" fmla="*/ 589695 h 720325"/>
              <a:gd name="connsiteX5" fmla="*/ 1649653 w 2679752"/>
              <a:gd name="connsiteY5" fmla="*/ 451602 h 720325"/>
              <a:gd name="connsiteX6" fmla="*/ 2052735 w 2679752"/>
              <a:gd name="connsiteY6" fmla="*/ 350831 h 720325"/>
              <a:gd name="connsiteX7" fmla="*/ 2414763 w 2679752"/>
              <a:gd name="connsiteY7" fmla="*/ 205274 h 720325"/>
              <a:gd name="connsiteX8" fmla="*/ 2578982 w 2679752"/>
              <a:gd name="connsiteY8" fmla="*/ 104503 h 720325"/>
              <a:gd name="connsiteX9" fmla="*/ 2679752 w 2679752"/>
              <a:gd name="connsiteY9" fmla="*/ 0 h 720325"/>
              <a:gd name="connsiteX0" fmla="*/ 0 w 2679752"/>
              <a:gd name="connsiteY0" fmla="*/ 660609 h 727790"/>
              <a:gd name="connsiteX1" fmla="*/ 100770 w 2679752"/>
              <a:gd name="connsiteY1" fmla="*/ 712859 h 727790"/>
              <a:gd name="connsiteX2" fmla="*/ 283651 w 2679752"/>
              <a:gd name="connsiteY2" fmla="*/ 727790 h 727790"/>
              <a:gd name="connsiteX3" fmla="*/ 612089 w 2679752"/>
              <a:gd name="connsiteY3" fmla="*/ 705395 h 727790"/>
              <a:gd name="connsiteX4" fmla="*/ 1149532 w 2679752"/>
              <a:gd name="connsiteY4" fmla="*/ 589695 h 727790"/>
              <a:gd name="connsiteX5" fmla="*/ 1649653 w 2679752"/>
              <a:gd name="connsiteY5" fmla="*/ 451602 h 727790"/>
              <a:gd name="connsiteX6" fmla="*/ 2052735 w 2679752"/>
              <a:gd name="connsiteY6" fmla="*/ 350831 h 727790"/>
              <a:gd name="connsiteX7" fmla="*/ 2414763 w 2679752"/>
              <a:gd name="connsiteY7" fmla="*/ 205274 h 727790"/>
              <a:gd name="connsiteX8" fmla="*/ 2578982 w 2679752"/>
              <a:gd name="connsiteY8" fmla="*/ 104503 h 727790"/>
              <a:gd name="connsiteX9" fmla="*/ 2679752 w 2679752"/>
              <a:gd name="connsiteY9" fmla="*/ 0 h 727790"/>
              <a:gd name="connsiteX0" fmla="*/ 0 w 2769326"/>
              <a:gd name="connsiteY0" fmla="*/ 630751 h 697932"/>
              <a:gd name="connsiteX1" fmla="*/ 100770 w 2769326"/>
              <a:gd name="connsiteY1" fmla="*/ 683001 h 697932"/>
              <a:gd name="connsiteX2" fmla="*/ 283651 w 2769326"/>
              <a:gd name="connsiteY2" fmla="*/ 697932 h 697932"/>
              <a:gd name="connsiteX3" fmla="*/ 612089 w 2769326"/>
              <a:gd name="connsiteY3" fmla="*/ 675537 h 697932"/>
              <a:gd name="connsiteX4" fmla="*/ 1149532 w 2769326"/>
              <a:gd name="connsiteY4" fmla="*/ 559837 h 697932"/>
              <a:gd name="connsiteX5" fmla="*/ 1649653 w 2769326"/>
              <a:gd name="connsiteY5" fmla="*/ 421744 h 697932"/>
              <a:gd name="connsiteX6" fmla="*/ 2052735 w 2769326"/>
              <a:gd name="connsiteY6" fmla="*/ 320973 h 697932"/>
              <a:gd name="connsiteX7" fmla="*/ 2414763 w 2769326"/>
              <a:gd name="connsiteY7" fmla="*/ 175416 h 697932"/>
              <a:gd name="connsiteX8" fmla="*/ 2578982 w 2769326"/>
              <a:gd name="connsiteY8" fmla="*/ 74645 h 697932"/>
              <a:gd name="connsiteX9" fmla="*/ 2769326 w 2769326"/>
              <a:gd name="connsiteY9" fmla="*/ 0 h 697932"/>
              <a:gd name="connsiteX0" fmla="*/ 0 w 2769326"/>
              <a:gd name="connsiteY0" fmla="*/ 630751 h 697932"/>
              <a:gd name="connsiteX1" fmla="*/ 100770 w 2769326"/>
              <a:gd name="connsiteY1" fmla="*/ 683001 h 697932"/>
              <a:gd name="connsiteX2" fmla="*/ 283651 w 2769326"/>
              <a:gd name="connsiteY2" fmla="*/ 697932 h 697932"/>
              <a:gd name="connsiteX3" fmla="*/ 612089 w 2769326"/>
              <a:gd name="connsiteY3" fmla="*/ 675537 h 697932"/>
              <a:gd name="connsiteX4" fmla="*/ 1149532 w 2769326"/>
              <a:gd name="connsiteY4" fmla="*/ 559837 h 697932"/>
              <a:gd name="connsiteX5" fmla="*/ 1649653 w 2769326"/>
              <a:gd name="connsiteY5" fmla="*/ 421744 h 697932"/>
              <a:gd name="connsiteX6" fmla="*/ 2052735 w 2769326"/>
              <a:gd name="connsiteY6" fmla="*/ 320973 h 697932"/>
              <a:gd name="connsiteX7" fmla="*/ 2414763 w 2769326"/>
              <a:gd name="connsiteY7" fmla="*/ 175416 h 697932"/>
              <a:gd name="connsiteX8" fmla="*/ 2578982 w 2769326"/>
              <a:gd name="connsiteY8" fmla="*/ 74645 h 697932"/>
              <a:gd name="connsiteX9" fmla="*/ 2608839 w 2769326"/>
              <a:gd name="connsiteY9" fmla="*/ 171684 h 697932"/>
              <a:gd name="connsiteX10" fmla="*/ 2769326 w 2769326"/>
              <a:gd name="connsiteY10" fmla="*/ 0 h 697932"/>
              <a:gd name="connsiteX0" fmla="*/ 0 w 2769326"/>
              <a:gd name="connsiteY0" fmla="*/ 630751 h 697932"/>
              <a:gd name="connsiteX1" fmla="*/ 100770 w 2769326"/>
              <a:gd name="connsiteY1" fmla="*/ 683001 h 697932"/>
              <a:gd name="connsiteX2" fmla="*/ 283651 w 2769326"/>
              <a:gd name="connsiteY2" fmla="*/ 697932 h 697932"/>
              <a:gd name="connsiteX3" fmla="*/ 612089 w 2769326"/>
              <a:gd name="connsiteY3" fmla="*/ 675537 h 697932"/>
              <a:gd name="connsiteX4" fmla="*/ 1149532 w 2769326"/>
              <a:gd name="connsiteY4" fmla="*/ 559837 h 697932"/>
              <a:gd name="connsiteX5" fmla="*/ 1649653 w 2769326"/>
              <a:gd name="connsiteY5" fmla="*/ 421744 h 697932"/>
              <a:gd name="connsiteX6" fmla="*/ 2052735 w 2769326"/>
              <a:gd name="connsiteY6" fmla="*/ 320973 h 697932"/>
              <a:gd name="connsiteX7" fmla="*/ 2414763 w 2769326"/>
              <a:gd name="connsiteY7" fmla="*/ 175416 h 697932"/>
              <a:gd name="connsiteX8" fmla="*/ 2608839 w 2769326"/>
              <a:gd name="connsiteY8" fmla="*/ 171684 h 697932"/>
              <a:gd name="connsiteX9" fmla="*/ 2769326 w 2769326"/>
              <a:gd name="connsiteY9" fmla="*/ 0 h 697932"/>
              <a:gd name="connsiteX0" fmla="*/ 0 w 2769326"/>
              <a:gd name="connsiteY0" fmla="*/ 630751 h 697932"/>
              <a:gd name="connsiteX1" fmla="*/ 100770 w 2769326"/>
              <a:gd name="connsiteY1" fmla="*/ 683001 h 697932"/>
              <a:gd name="connsiteX2" fmla="*/ 283651 w 2769326"/>
              <a:gd name="connsiteY2" fmla="*/ 697932 h 697932"/>
              <a:gd name="connsiteX3" fmla="*/ 612089 w 2769326"/>
              <a:gd name="connsiteY3" fmla="*/ 675537 h 697932"/>
              <a:gd name="connsiteX4" fmla="*/ 1149532 w 2769326"/>
              <a:gd name="connsiteY4" fmla="*/ 559837 h 697932"/>
              <a:gd name="connsiteX5" fmla="*/ 1649653 w 2769326"/>
              <a:gd name="connsiteY5" fmla="*/ 421744 h 697932"/>
              <a:gd name="connsiteX6" fmla="*/ 2052735 w 2769326"/>
              <a:gd name="connsiteY6" fmla="*/ 320973 h 697932"/>
              <a:gd name="connsiteX7" fmla="*/ 2373708 w 2769326"/>
              <a:gd name="connsiteY7" fmla="*/ 261257 h 697932"/>
              <a:gd name="connsiteX8" fmla="*/ 2608839 w 2769326"/>
              <a:gd name="connsiteY8" fmla="*/ 171684 h 697932"/>
              <a:gd name="connsiteX9" fmla="*/ 2769326 w 2769326"/>
              <a:gd name="connsiteY9" fmla="*/ 0 h 697932"/>
              <a:gd name="connsiteX0" fmla="*/ 0 w 2769326"/>
              <a:gd name="connsiteY0" fmla="*/ 630751 h 697932"/>
              <a:gd name="connsiteX1" fmla="*/ 100770 w 2769326"/>
              <a:gd name="connsiteY1" fmla="*/ 683001 h 697932"/>
              <a:gd name="connsiteX2" fmla="*/ 283651 w 2769326"/>
              <a:gd name="connsiteY2" fmla="*/ 697932 h 697932"/>
              <a:gd name="connsiteX3" fmla="*/ 612089 w 2769326"/>
              <a:gd name="connsiteY3" fmla="*/ 675537 h 697932"/>
              <a:gd name="connsiteX4" fmla="*/ 1149532 w 2769326"/>
              <a:gd name="connsiteY4" fmla="*/ 559837 h 697932"/>
              <a:gd name="connsiteX5" fmla="*/ 1649653 w 2769326"/>
              <a:gd name="connsiteY5" fmla="*/ 421744 h 697932"/>
              <a:gd name="connsiteX6" fmla="*/ 2049003 w 2769326"/>
              <a:gd name="connsiteY6" fmla="*/ 343366 h 697932"/>
              <a:gd name="connsiteX7" fmla="*/ 2373708 w 2769326"/>
              <a:gd name="connsiteY7" fmla="*/ 261257 h 697932"/>
              <a:gd name="connsiteX8" fmla="*/ 2608839 w 2769326"/>
              <a:gd name="connsiteY8" fmla="*/ 171684 h 697932"/>
              <a:gd name="connsiteX9" fmla="*/ 2769326 w 2769326"/>
              <a:gd name="connsiteY9" fmla="*/ 0 h 697932"/>
              <a:gd name="connsiteX0" fmla="*/ 0 w 2769326"/>
              <a:gd name="connsiteY0" fmla="*/ 630751 h 697932"/>
              <a:gd name="connsiteX1" fmla="*/ 100770 w 2769326"/>
              <a:gd name="connsiteY1" fmla="*/ 683001 h 697932"/>
              <a:gd name="connsiteX2" fmla="*/ 283651 w 2769326"/>
              <a:gd name="connsiteY2" fmla="*/ 697932 h 697932"/>
              <a:gd name="connsiteX3" fmla="*/ 612089 w 2769326"/>
              <a:gd name="connsiteY3" fmla="*/ 675537 h 697932"/>
              <a:gd name="connsiteX4" fmla="*/ 1149532 w 2769326"/>
              <a:gd name="connsiteY4" fmla="*/ 559837 h 697932"/>
              <a:gd name="connsiteX5" fmla="*/ 1638456 w 2769326"/>
              <a:gd name="connsiteY5" fmla="*/ 444137 h 697932"/>
              <a:gd name="connsiteX6" fmla="*/ 2049003 w 2769326"/>
              <a:gd name="connsiteY6" fmla="*/ 343366 h 697932"/>
              <a:gd name="connsiteX7" fmla="*/ 2373708 w 2769326"/>
              <a:gd name="connsiteY7" fmla="*/ 261257 h 697932"/>
              <a:gd name="connsiteX8" fmla="*/ 2608839 w 2769326"/>
              <a:gd name="connsiteY8" fmla="*/ 171684 h 697932"/>
              <a:gd name="connsiteX9" fmla="*/ 2769326 w 2769326"/>
              <a:gd name="connsiteY9" fmla="*/ 0 h 697932"/>
              <a:gd name="connsiteX0" fmla="*/ 0 w 2769326"/>
              <a:gd name="connsiteY0" fmla="*/ 630751 h 697932"/>
              <a:gd name="connsiteX1" fmla="*/ 100770 w 2769326"/>
              <a:gd name="connsiteY1" fmla="*/ 683001 h 697932"/>
              <a:gd name="connsiteX2" fmla="*/ 283651 w 2769326"/>
              <a:gd name="connsiteY2" fmla="*/ 697932 h 697932"/>
              <a:gd name="connsiteX3" fmla="*/ 612089 w 2769326"/>
              <a:gd name="connsiteY3" fmla="*/ 675537 h 697932"/>
              <a:gd name="connsiteX4" fmla="*/ 1119674 w 2769326"/>
              <a:gd name="connsiteY4" fmla="*/ 578499 h 697932"/>
              <a:gd name="connsiteX5" fmla="*/ 1638456 w 2769326"/>
              <a:gd name="connsiteY5" fmla="*/ 444137 h 697932"/>
              <a:gd name="connsiteX6" fmla="*/ 2049003 w 2769326"/>
              <a:gd name="connsiteY6" fmla="*/ 343366 h 697932"/>
              <a:gd name="connsiteX7" fmla="*/ 2373708 w 2769326"/>
              <a:gd name="connsiteY7" fmla="*/ 261257 h 697932"/>
              <a:gd name="connsiteX8" fmla="*/ 2608839 w 2769326"/>
              <a:gd name="connsiteY8" fmla="*/ 171684 h 697932"/>
              <a:gd name="connsiteX9" fmla="*/ 2769326 w 2769326"/>
              <a:gd name="connsiteY9" fmla="*/ 0 h 697932"/>
              <a:gd name="connsiteX0" fmla="*/ 0 w 2769326"/>
              <a:gd name="connsiteY0" fmla="*/ 630751 h 697932"/>
              <a:gd name="connsiteX1" fmla="*/ 100770 w 2769326"/>
              <a:gd name="connsiteY1" fmla="*/ 683001 h 697932"/>
              <a:gd name="connsiteX2" fmla="*/ 283651 w 2769326"/>
              <a:gd name="connsiteY2" fmla="*/ 697932 h 697932"/>
              <a:gd name="connsiteX3" fmla="*/ 612089 w 2769326"/>
              <a:gd name="connsiteY3" fmla="*/ 675537 h 697932"/>
              <a:gd name="connsiteX4" fmla="*/ 1112209 w 2769326"/>
              <a:gd name="connsiteY4" fmla="*/ 567303 h 697932"/>
              <a:gd name="connsiteX5" fmla="*/ 1638456 w 2769326"/>
              <a:gd name="connsiteY5" fmla="*/ 444137 h 697932"/>
              <a:gd name="connsiteX6" fmla="*/ 2049003 w 2769326"/>
              <a:gd name="connsiteY6" fmla="*/ 343366 h 697932"/>
              <a:gd name="connsiteX7" fmla="*/ 2373708 w 2769326"/>
              <a:gd name="connsiteY7" fmla="*/ 261257 h 697932"/>
              <a:gd name="connsiteX8" fmla="*/ 2608839 w 2769326"/>
              <a:gd name="connsiteY8" fmla="*/ 171684 h 697932"/>
              <a:gd name="connsiteX9" fmla="*/ 2769326 w 2769326"/>
              <a:gd name="connsiteY9" fmla="*/ 0 h 697932"/>
              <a:gd name="connsiteX0" fmla="*/ 0 w 2769326"/>
              <a:gd name="connsiteY0" fmla="*/ 630751 h 697932"/>
              <a:gd name="connsiteX1" fmla="*/ 100770 w 2769326"/>
              <a:gd name="connsiteY1" fmla="*/ 683001 h 697932"/>
              <a:gd name="connsiteX2" fmla="*/ 283651 w 2769326"/>
              <a:gd name="connsiteY2" fmla="*/ 697932 h 697932"/>
              <a:gd name="connsiteX3" fmla="*/ 612089 w 2769326"/>
              <a:gd name="connsiteY3" fmla="*/ 675537 h 697932"/>
              <a:gd name="connsiteX4" fmla="*/ 1112209 w 2769326"/>
              <a:gd name="connsiteY4" fmla="*/ 567303 h 697932"/>
              <a:gd name="connsiteX5" fmla="*/ 1638456 w 2769326"/>
              <a:gd name="connsiteY5" fmla="*/ 444137 h 697932"/>
              <a:gd name="connsiteX6" fmla="*/ 2049003 w 2769326"/>
              <a:gd name="connsiteY6" fmla="*/ 343366 h 697932"/>
              <a:gd name="connsiteX7" fmla="*/ 2373708 w 2769326"/>
              <a:gd name="connsiteY7" fmla="*/ 261257 h 697932"/>
              <a:gd name="connsiteX8" fmla="*/ 2608839 w 2769326"/>
              <a:gd name="connsiteY8" fmla="*/ 171684 h 697932"/>
              <a:gd name="connsiteX9" fmla="*/ 2707487 w 2769326"/>
              <a:gd name="connsiteY9" fmla="*/ 89031 h 697932"/>
              <a:gd name="connsiteX10" fmla="*/ 2769326 w 2769326"/>
              <a:gd name="connsiteY10" fmla="*/ 0 h 697932"/>
              <a:gd name="connsiteX0" fmla="*/ 0 w 2769326"/>
              <a:gd name="connsiteY0" fmla="*/ 630751 h 697932"/>
              <a:gd name="connsiteX1" fmla="*/ 100770 w 2769326"/>
              <a:gd name="connsiteY1" fmla="*/ 683001 h 697932"/>
              <a:gd name="connsiteX2" fmla="*/ 283651 w 2769326"/>
              <a:gd name="connsiteY2" fmla="*/ 697932 h 697932"/>
              <a:gd name="connsiteX3" fmla="*/ 612089 w 2769326"/>
              <a:gd name="connsiteY3" fmla="*/ 675537 h 697932"/>
              <a:gd name="connsiteX4" fmla="*/ 1112209 w 2769326"/>
              <a:gd name="connsiteY4" fmla="*/ 567303 h 697932"/>
              <a:gd name="connsiteX5" fmla="*/ 1638456 w 2769326"/>
              <a:gd name="connsiteY5" fmla="*/ 444137 h 697932"/>
              <a:gd name="connsiteX6" fmla="*/ 2049003 w 2769326"/>
              <a:gd name="connsiteY6" fmla="*/ 343366 h 697932"/>
              <a:gd name="connsiteX7" fmla="*/ 2363224 w 2769326"/>
              <a:gd name="connsiteY7" fmla="*/ 267547 h 697932"/>
              <a:gd name="connsiteX8" fmla="*/ 2373708 w 2769326"/>
              <a:gd name="connsiteY8" fmla="*/ 261257 h 697932"/>
              <a:gd name="connsiteX9" fmla="*/ 2608839 w 2769326"/>
              <a:gd name="connsiteY9" fmla="*/ 171684 h 697932"/>
              <a:gd name="connsiteX10" fmla="*/ 2707487 w 2769326"/>
              <a:gd name="connsiteY10" fmla="*/ 89031 h 697932"/>
              <a:gd name="connsiteX11" fmla="*/ 2769326 w 2769326"/>
              <a:gd name="connsiteY11" fmla="*/ 0 h 697932"/>
              <a:gd name="connsiteX0" fmla="*/ 0 w 2769326"/>
              <a:gd name="connsiteY0" fmla="*/ 630751 h 697932"/>
              <a:gd name="connsiteX1" fmla="*/ 100770 w 2769326"/>
              <a:gd name="connsiteY1" fmla="*/ 683001 h 697932"/>
              <a:gd name="connsiteX2" fmla="*/ 283651 w 2769326"/>
              <a:gd name="connsiteY2" fmla="*/ 697932 h 697932"/>
              <a:gd name="connsiteX3" fmla="*/ 612089 w 2769326"/>
              <a:gd name="connsiteY3" fmla="*/ 675537 h 697932"/>
              <a:gd name="connsiteX4" fmla="*/ 1112209 w 2769326"/>
              <a:gd name="connsiteY4" fmla="*/ 567303 h 697932"/>
              <a:gd name="connsiteX5" fmla="*/ 1638456 w 2769326"/>
              <a:gd name="connsiteY5" fmla="*/ 444137 h 697932"/>
              <a:gd name="connsiteX6" fmla="*/ 2049003 w 2769326"/>
              <a:gd name="connsiteY6" fmla="*/ 343366 h 697932"/>
              <a:gd name="connsiteX7" fmla="*/ 2363224 w 2769326"/>
              <a:gd name="connsiteY7" fmla="*/ 267547 h 697932"/>
              <a:gd name="connsiteX8" fmla="*/ 2608839 w 2769326"/>
              <a:gd name="connsiteY8" fmla="*/ 171684 h 697932"/>
              <a:gd name="connsiteX9" fmla="*/ 2707487 w 2769326"/>
              <a:gd name="connsiteY9" fmla="*/ 89031 h 697932"/>
              <a:gd name="connsiteX10" fmla="*/ 2769326 w 2769326"/>
              <a:gd name="connsiteY10" fmla="*/ 0 h 697932"/>
              <a:gd name="connsiteX0" fmla="*/ 0 w 2769326"/>
              <a:gd name="connsiteY0" fmla="*/ 630751 h 697932"/>
              <a:gd name="connsiteX1" fmla="*/ 100770 w 2769326"/>
              <a:gd name="connsiteY1" fmla="*/ 683001 h 697932"/>
              <a:gd name="connsiteX2" fmla="*/ 283651 w 2769326"/>
              <a:gd name="connsiteY2" fmla="*/ 697932 h 697932"/>
              <a:gd name="connsiteX3" fmla="*/ 612089 w 2769326"/>
              <a:gd name="connsiteY3" fmla="*/ 675537 h 697932"/>
              <a:gd name="connsiteX4" fmla="*/ 1112209 w 2769326"/>
              <a:gd name="connsiteY4" fmla="*/ 567303 h 697932"/>
              <a:gd name="connsiteX5" fmla="*/ 1638456 w 2769326"/>
              <a:gd name="connsiteY5" fmla="*/ 444137 h 697932"/>
              <a:gd name="connsiteX6" fmla="*/ 2049003 w 2769326"/>
              <a:gd name="connsiteY6" fmla="*/ 343366 h 697932"/>
              <a:gd name="connsiteX7" fmla="*/ 2424558 w 2769326"/>
              <a:gd name="connsiteY7" fmla="*/ 271514 h 697932"/>
              <a:gd name="connsiteX8" fmla="*/ 2608839 w 2769326"/>
              <a:gd name="connsiteY8" fmla="*/ 171684 h 697932"/>
              <a:gd name="connsiteX9" fmla="*/ 2707487 w 2769326"/>
              <a:gd name="connsiteY9" fmla="*/ 89031 h 697932"/>
              <a:gd name="connsiteX10" fmla="*/ 2769326 w 2769326"/>
              <a:gd name="connsiteY10" fmla="*/ 0 h 697932"/>
              <a:gd name="connsiteX0" fmla="*/ 0 w 2769326"/>
              <a:gd name="connsiteY0" fmla="*/ 630751 h 697932"/>
              <a:gd name="connsiteX1" fmla="*/ 100770 w 2769326"/>
              <a:gd name="connsiteY1" fmla="*/ 683001 h 697932"/>
              <a:gd name="connsiteX2" fmla="*/ 283651 w 2769326"/>
              <a:gd name="connsiteY2" fmla="*/ 697932 h 697932"/>
              <a:gd name="connsiteX3" fmla="*/ 612089 w 2769326"/>
              <a:gd name="connsiteY3" fmla="*/ 675537 h 697932"/>
              <a:gd name="connsiteX4" fmla="*/ 1112209 w 2769326"/>
              <a:gd name="connsiteY4" fmla="*/ 567303 h 697932"/>
              <a:gd name="connsiteX5" fmla="*/ 1638456 w 2769326"/>
              <a:gd name="connsiteY5" fmla="*/ 444137 h 697932"/>
              <a:gd name="connsiteX6" fmla="*/ 2043068 w 2769326"/>
              <a:gd name="connsiteY6" fmla="*/ 367169 h 697932"/>
              <a:gd name="connsiteX7" fmla="*/ 2424558 w 2769326"/>
              <a:gd name="connsiteY7" fmla="*/ 271514 h 697932"/>
              <a:gd name="connsiteX8" fmla="*/ 2608839 w 2769326"/>
              <a:gd name="connsiteY8" fmla="*/ 171684 h 697932"/>
              <a:gd name="connsiteX9" fmla="*/ 2707487 w 2769326"/>
              <a:gd name="connsiteY9" fmla="*/ 89031 h 697932"/>
              <a:gd name="connsiteX10" fmla="*/ 2769326 w 2769326"/>
              <a:gd name="connsiteY10" fmla="*/ 0 h 697932"/>
              <a:gd name="connsiteX0" fmla="*/ 0 w 2769326"/>
              <a:gd name="connsiteY0" fmla="*/ 630751 h 697932"/>
              <a:gd name="connsiteX1" fmla="*/ 100770 w 2769326"/>
              <a:gd name="connsiteY1" fmla="*/ 683001 h 697932"/>
              <a:gd name="connsiteX2" fmla="*/ 283651 w 2769326"/>
              <a:gd name="connsiteY2" fmla="*/ 697932 h 697932"/>
              <a:gd name="connsiteX3" fmla="*/ 612089 w 2769326"/>
              <a:gd name="connsiteY3" fmla="*/ 675537 h 697932"/>
              <a:gd name="connsiteX4" fmla="*/ 1112209 w 2769326"/>
              <a:gd name="connsiteY4" fmla="*/ 567303 h 697932"/>
              <a:gd name="connsiteX5" fmla="*/ 1638456 w 2769326"/>
              <a:gd name="connsiteY5" fmla="*/ 444137 h 697932"/>
              <a:gd name="connsiteX6" fmla="*/ 2043068 w 2769326"/>
              <a:gd name="connsiteY6" fmla="*/ 375103 h 697932"/>
              <a:gd name="connsiteX7" fmla="*/ 2424558 w 2769326"/>
              <a:gd name="connsiteY7" fmla="*/ 271514 h 697932"/>
              <a:gd name="connsiteX8" fmla="*/ 2608839 w 2769326"/>
              <a:gd name="connsiteY8" fmla="*/ 171684 h 697932"/>
              <a:gd name="connsiteX9" fmla="*/ 2707487 w 2769326"/>
              <a:gd name="connsiteY9" fmla="*/ 89031 h 697932"/>
              <a:gd name="connsiteX10" fmla="*/ 2769326 w 2769326"/>
              <a:gd name="connsiteY10" fmla="*/ 0 h 697932"/>
              <a:gd name="connsiteX0" fmla="*/ 0 w 2769326"/>
              <a:gd name="connsiteY0" fmla="*/ 630751 h 697932"/>
              <a:gd name="connsiteX1" fmla="*/ 100770 w 2769326"/>
              <a:gd name="connsiteY1" fmla="*/ 683001 h 697932"/>
              <a:gd name="connsiteX2" fmla="*/ 283651 w 2769326"/>
              <a:gd name="connsiteY2" fmla="*/ 697932 h 697932"/>
              <a:gd name="connsiteX3" fmla="*/ 612089 w 2769326"/>
              <a:gd name="connsiteY3" fmla="*/ 675537 h 697932"/>
              <a:gd name="connsiteX4" fmla="*/ 1112209 w 2769326"/>
              <a:gd name="connsiteY4" fmla="*/ 567303 h 697932"/>
              <a:gd name="connsiteX5" fmla="*/ 1638456 w 2769326"/>
              <a:gd name="connsiteY5" fmla="*/ 444137 h 697932"/>
              <a:gd name="connsiteX6" fmla="*/ 1645019 w 2769326"/>
              <a:gd name="connsiteY6" fmla="*/ 459948 h 697932"/>
              <a:gd name="connsiteX7" fmla="*/ 2043068 w 2769326"/>
              <a:gd name="connsiteY7" fmla="*/ 375103 h 697932"/>
              <a:gd name="connsiteX8" fmla="*/ 2424558 w 2769326"/>
              <a:gd name="connsiteY8" fmla="*/ 271514 h 697932"/>
              <a:gd name="connsiteX9" fmla="*/ 2608839 w 2769326"/>
              <a:gd name="connsiteY9" fmla="*/ 171684 h 697932"/>
              <a:gd name="connsiteX10" fmla="*/ 2707487 w 2769326"/>
              <a:gd name="connsiteY10" fmla="*/ 89031 h 697932"/>
              <a:gd name="connsiteX11" fmla="*/ 2769326 w 2769326"/>
              <a:gd name="connsiteY11" fmla="*/ 0 h 697932"/>
              <a:gd name="connsiteX0" fmla="*/ 0 w 2769326"/>
              <a:gd name="connsiteY0" fmla="*/ 630751 h 697932"/>
              <a:gd name="connsiteX1" fmla="*/ 100770 w 2769326"/>
              <a:gd name="connsiteY1" fmla="*/ 683001 h 697932"/>
              <a:gd name="connsiteX2" fmla="*/ 283651 w 2769326"/>
              <a:gd name="connsiteY2" fmla="*/ 697932 h 697932"/>
              <a:gd name="connsiteX3" fmla="*/ 612089 w 2769326"/>
              <a:gd name="connsiteY3" fmla="*/ 675537 h 697932"/>
              <a:gd name="connsiteX4" fmla="*/ 1112209 w 2769326"/>
              <a:gd name="connsiteY4" fmla="*/ 567303 h 697932"/>
              <a:gd name="connsiteX5" fmla="*/ 1645019 w 2769326"/>
              <a:gd name="connsiteY5" fmla="*/ 459948 h 697932"/>
              <a:gd name="connsiteX6" fmla="*/ 2043068 w 2769326"/>
              <a:gd name="connsiteY6" fmla="*/ 375103 h 697932"/>
              <a:gd name="connsiteX7" fmla="*/ 2424558 w 2769326"/>
              <a:gd name="connsiteY7" fmla="*/ 271514 h 697932"/>
              <a:gd name="connsiteX8" fmla="*/ 2608839 w 2769326"/>
              <a:gd name="connsiteY8" fmla="*/ 171684 h 697932"/>
              <a:gd name="connsiteX9" fmla="*/ 2707487 w 2769326"/>
              <a:gd name="connsiteY9" fmla="*/ 89031 h 697932"/>
              <a:gd name="connsiteX10" fmla="*/ 2769326 w 2769326"/>
              <a:gd name="connsiteY10" fmla="*/ 0 h 697932"/>
              <a:gd name="connsiteX0" fmla="*/ 0 w 2769326"/>
              <a:gd name="connsiteY0" fmla="*/ 630751 h 697932"/>
              <a:gd name="connsiteX1" fmla="*/ 100770 w 2769326"/>
              <a:gd name="connsiteY1" fmla="*/ 683001 h 697932"/>
              <a:gd name="connsiteX2" fmla="*/ 283651 w 2769326"/>
              <a:gd name="connsiteY2" fmla="*/ 697932 h 697932"/>
              <a:gd name="connsiteX3" fmla="*/ 461861 w 2769326"/>
              <a:gd name="connsiteY3" fmla="*/ 694003 h 697932"/>
              <a:gd name="connsiteX4" fmla="*/ 612089 w 2769326"/>
              <a:gd name="connsiteY4" fmla="*/ 675537 h 697932"/>
              <a:gd name="connsiteX5" fmla="*/ 1112209 w 2769326"/>
              <a:gd name="connsiteY5" fmla="*/ 567303 h 697932"/>
              <a:gd name="connsiteX6" fmla="*/ 1645019 w 2769326"/>
              <a:gd name="connsiteY6" fmla="*/ 459948 h 697932"/>
              <a:gd name="connsiteX7" fmla="*/ 2043068 w 2769326"/>
              <a:gd name="connsiteY7" fmla="*/ 375103 h 697932"/>
              <a:gd name="connsiteX8" fmla="*/ 2424558 w 2769326"/>
              <a:gd name="connsiteY8" fmla="*/ 271514 h 697932"/>
              <a:gd name="connsiteX9" fmla="*/ 2608839 w 2769326"/>
              <a:gd name="connsiteY9" fmla="*/ 171684 h 697932"/>
              <a:gd name="connsiteX10" fmla="*/ 2707487 w 2769326"/>
              <a:gd name="connsiteY10" fmla="*/ 89031 h 697932"/>
              <a:gd name="connsiteX11" fmla="*/ 2769326 w 2769326"/>
              <a:gd name="connsiteY11" fmla="*/ 0 h 697932"/>
              <a:gd name="connsiteX0" fmla="*/ 0 w 2769326"/>
              <a:gd name="connsiteY0" fmla="*/ 630751 h 697932"/>
              <a:gd name="connsiteX1" fmla="*/ 100770 w 2769326"/>
              <a:gd name="connsiteY1" fmla="*/ 683001 h 697932"/>
              <a:gd name="connsiteX2" fmla="*/ 283651 w 2769326"/>
              <a:gd name="connsiteY2" fmla="*/ 697932 h 697932"/>
              <a:gd name="connsiteX3" fmla="*/ 461861 w 2769326"/>
              <a:gd name="connsiteY3" fmla="*/ 694003 h 697932"/>
              <a:gd name="connsiteX4" fmla="*/ 612089 w 2769326"/>
              <a:gd name="connsiteY4" fmla="*/ 675537 h 697932"/>
              <a:gd name="connsiteX5" fmla="*/ 821952 w 2769326"/>
              <a:gd name="connsiteY5" fmla="*/ 632514 h 697932"/>
              <a:gd name="connsiteX6" fmla="*/ 1112209 w 2769326"/>
              <a:gd name="connsiteY6" fmla="*/ 567303 h 697932"/>
              <a:gd name="connsiteX7" fmla="*/ 1645019 w 2769326"/>
              <a:gd name="connsiteY7" fmla="*/ 459948 h 697932"/>
              <a:gd name="connsiteX8" fmla="*/ 2043068 w 2769326"/>
              <a:gd name="connsiteY8" fmla="*/ 375103 h 697932"/>
              <a:gd name="connsiteX9" fmla="*/ 2424558 w 2769326"/>
              <a:gd name="connsiteY9" fmla="*/ 271514 h 697932"/>
              <a:gd name="connsiteX10" fmla="*/ 2608839 w 2769326"/>
              <a:gd name="connsiteY10" fmla="*/ 171684 h 697932"/>
              <a:gd name="connsiteX11" fmla="*/ 2707487 w 2769326"/>
              <a:gd name="connsiteY11" fmla="*/ 89031 h 697932"/>
              <a:gd name="connsiteX12" fmla="*/ 2769326 w 2769326"/>
              <a:gd name="connsiteY12" fmla="*/ 0 h 697932"/>
              <a:gd name="connsiteX0" fmla="*/ 0 w 2769326"/>
              <a:gd name="connsiteY0" fmla="*/ 630751 h 697932"/>
              <a:gd name="connsiteX1" fmla="*/ 100770 w 2769326"/>
              <a:gd name="connsiteY1" fmla="*/ 683001 h 697932"/>
              <a:gd name="connsiteX2" fmla="*/ 283651 w 2769326"/>
              <a:gd name="connsiteY2" fmla="*/ 697932 h 697932"/>
              <a:gd name="connsiteX3" fmla="*/ 461861 w 2769326"/>
              <a:gd name="connsiteY3" fmla="*/ 694003 h 697932"/>
              <a:gd name="connsiteX4" fmla="*/ 612089 w 2769326"/>
              <a:gd name="connsiteY4" fmla="*/ 675537 h 697932"/>
              <a:gd name="connsiteX5" fmla="*/ 821952 w 2769326"/>
              <a:gd name="connsiteY5" fmla="*/ 632514 h 697932"/>
              <a:gd name="connsiteX6" fmla="*/ 1112209 w 2769326"/>
              <a:gd name="connsiteY6" fmla="*/ 567303 h 697932"/>
              <a:gd name="connsiteX7" fmla="*/ 1645019 w 2769326"/>
              <a:gd name="connsiteY7" fmla="*/ 459948 h 697932"/>
              <a:gd name="connsiteX8" fmla="*/ 2043068 w 2769326"/>
              <a:gd name="connsiteY8" fmla="*/ 375103 h 697932"/>
              <a:gd name="connsiteX9" fmla="*/ 2424558 w 2769326"/>
              <a:gd name="connsiteY9" fmla="*/ 271514 h 697932"/>
              <a:gd name="connsiteX10" fmla="*/ 2608839 w 2769326"/>
              <a:gd name="connsiteY10" fmla="*/ 171684 h 697932"/>
              <a:gd name="connsiteX11" fmla="*/ 2707487 w 2769326"/>
              <a:gd name="connsiteY11" fmla="*/ 89031 h 697932"/>
              <a:gd name="connsiteX12" fmla="*/ 2769326 w 2769326"/>
              <a:gd name="connsiteY12" fmla="*/ 0 h 697932"/>
              <a:gd name="connsiteX0" fmla="*/ 0 w 2779218"/>
              <a:gd name="connsiteY0" fmla="*/ 610916 h 697932"/>
              <a:gd name="connsiteX1" fmla="*/ 110662 w 2779218"/>
              <a:gd name="connsiteY1" fmla="*/ 683001 h 697932"/>
              <a:gd name="connsiteX2" fmla="*/ 293543 w 2779218"/>
              <a:gd name="connsiteY2" fmla="*/ 697932 h 697932"/>
              <a:gd name="connsiteX3" fmla="*/ 471753 w 2779218"/>
              <a:gd name="connsiteY3" fmla="*/ 694003 h 697932"/>
              <a:gd name="connsiteX4" fmla="*/ 621981 w 2779218"/>
              <a:gd name="connsiteY4" fmla="*/ 675537 h 697932"/>
              <a:gd name="connsiteX5" fmla="*/ 831844 w 2779218"/>
              <a:gd name="connsiteY5" fmla="*/ 632514 h 697932"/>
              <a:gd name="connsiteX6" fmla="*/ 1122101 w 2779218"/>
              <a:gd name="connsiteY6" fmla="*/ 567303 h 697932"/>
              <a:gd name="connsiteX7" fmla="*/ 1654911 w 2779218"/>
              <a:gd name="connsiteY7" fmla="*/ 459948 h 697932"/>
              <a:gd name="connsiteX8" fmla="*/ 2052960 w 2779218"/>
              <a:gd name="connsiteY8" fmla="*/ 375103 h 697932"/>
              <a:gd name="connsiteX9" fmla="*/ 2434450 w 2779218"/>
              <a:gd name="connsiteY9" fmla="*/ 271514 h 697932"/>
              <a:gd name="connsiteX10" fmla="*/ 2618731 w 2779218"/>
              <a:gd name="connsiteY10" fmla="*/ 171684 h 697932"/>
              <a:gd name="connsiteX11" fmla="*/ 2717379 w 2779218"/>
              <a:gd name="connsiteY11" fmla="*/ 89031 h 697932"/>
              <a:gd name="connsiteX12" fmla="*/ 2779218 w 2779218"/>
              <a:gd name="connsiteY12" fmla="*/ 0 h 697932"/>
              <a:gd name="connsiteX0" fmla="*/ 0 w 2779218"/>
              <a:gd name="connsiteY0" fmla="*/ 610916 h 697932"/>
              <a:gd name="connsiteX1" fmla="*/ 110662 w 2779218"/>
              <a:gd name="connsiteY1" fmla="*/ 683001 h 697932"/>
              <a:gd name="connsiteX2" fmla="*/ 293543 w 2779218"/>
              <a:gd name="connsiteY2" fmla="*/ 697932 h 697932"/>
              <a:gd name="connsiteX3" fmla="*/ 471753 w 2779218"/>
              <a:gd name="connsiteY3" fmla="*/ 694003 h 697932"/>
              <a:gd name="connsiteX4" fmla="*/ 621981 w 2779218"/>
              <a:gd name="connsiteY4" fmla="*/ 675537 h 697932"/>
              <a:gd name="connsiteX5" fmla="*/ 831844 w 2779218"/>
              <a:gd name="connsiteY5" fmla="*/ 632514 h 697932"/>
              <a:gd name="connsiteX6" fmla="*/ 1122101 w 2779218"/>
              <a:gd name="connsiteY6" fmla="*/ 567303 h 697932"/>
              <a:gd name="connsiteX7" fmla="*/ 1654911 w 2779218"/>
              <a:gd name="connsiteY7" fmla="*/ 459948 h 697932"/>
              <a:gd name="connsiteX8" fmla="*/ 2052960 w 2779218"/>
              <a:gd name="connsiteY8" fmla="*/ 375103 h 697932"/>
              <a:gd name="connsiteX9" fmla="*/ 2434450 w 2779218"/>
              <a:gd name="connsiteY9" fmla="*/ 271514 h 697932"/>
              <a:gd name="connsiteX10" fmla="*/ 2618731 w 2779218"/>
              <a:gd name="connsiteY10" fmla="*/ 171684 h 697932"/>
              <a:gd name="connsiteX11" fmla="*/ 2717379 w 2779218"/>
              <a:gd name="connsiteY11" fmla="*/ 89031 h 697932"/>
              <a:gd name="connsiteX12" fmla="*/ 2779218 w 2779218"/>
              <a:gd name="connsiteY12" fmla="*/ 0 h 697932"/>
              <a:gd name="connsiteX0" fmla="*/ 0 w 2779218"/>
              <a:gd name="connsiteY0" fmla="*/ 610916 h 697932"/>
              <a:gd name="connsiteX1" fmla="*/ 110662 w 2779218"/>
              <a:gd name="connsiteY1" fmla="*/ 683001 h 697932"/>
              <a:gd name="connsiteX2" fmla="*/ 293543 w 2779218"/>
              <a:gd name="connsiteY2" fmla="*/ 697932 h 697932"/>
              <a:gd name="connsiteX3" fmla="*/ 471753 w 2779218"/>
              <a:gd name="connsiteY3" fmla="*/ 694003 h 697932"/>
              <a:gd name="connsiteX4" fmla="*/ 621981 w 2779218"/>
              <a:gd name="connsiteY4" fmla="*/ 675537 h 697932"/>
              <a:gd name="connsiteX5" fmla="*/ 831844 w 2779218"/>
              <a:gd name="connsiteY5" fmla="*/ 632514 h 697932"/>
              <a:gd name="connsiteX6" fmla="*/ 1122101 w 2779218"/>
              <a:gd name="connsiteY6" fmla="*/ 567303 h 697932"/>
              <a:gd name="connsiteX7" fmla="*/ 1654911 w 2779218"/>
              <a:gd name="connsiteY7" fmla="*/ 459948 h 697932"/>
              <a:gd name="connsiteX8" fmla="*/ 2052960 w 2779218"/>
              <a:gd name="connsiteY8" fmla="*/ 375103 h 697932"/>
              <a:gd name="connsiteX9" fmla="*/ 2232641 w 2779218"/>
              <a:gd name="connsiteY9" fmla="*/ 333003 h 697932"/>
              <a:gd name="connsiteX10" fmla="*/ 2434450 w 2779218"/>
              <a:gd name="connsiteY10" fmla="*/ 271514 h 697932"/>
              <a:gd name="connsiteX11" fmla="*/ 2618731 w 2779218"/>
              <a:gd name="connsiteY11" fmla="*/ 171684 h 697932"/>
              <a:gd name="connsiteX12" fmla="*/ 2717379 w 2779218"/>
              <a:gd name="connsiteY12" fmla="*/ 89031 h 697932"/>
              <a:gd name="connsiteX13" fmla="*/ 2779218 w 2779218"/>
              <a:gd name="connsiteY13" fmla="*/ 0 h 697932"/>
              <a:gd name="connsiteX0" fmla="*/ 0 w 2779218"/>
              <a:gd name="connsiteY0" fmla="*/ 610916 h 697932"/>
              <a:gd name="connsiteX1" fmla="*/ 110662 w 2779218"/>
              <a:gd name="connsiteY1" fmla="*/ 683001 h 697932"/>
              <a:gd name="connsiteX2" fmla="*/ 293543 w 2779218"/>
              <a:gd name="connsiteY2" fmla="*/ 697932 h 697932"/>
              <a:gd name="connsiteX3" fmla="*/ 471753 w 2779218"/>
              <a:gd name="connsiteY3" fmla="*/ 694003 h 697932"/>
              <a:gd name="connsiteX4" fmla="*/ 621981 w 2779218"/>
              <a:gd name="connsiteY4" fmla="*/ 675537 h 697932"/>
              <a:gd name="connsiteX5" fmla="*/ 831844 w 2779218"/>
              <a:gd name="connsiteY5" fmla="*/ 632514 h 697932"/>
              <a:gd name="connsiteX6" fmla="*/ 1122101 w 2779218"/>
              <a:gd name="connsiteY6" fmla="*/ 567303 h 697932"/>
              <a:gd name="connsiteX7" fmla="*/ 1654911 w 2779218"/>
              <a:gd name="connsiteY7" fmla="*/ 459948 h 697932"/>
              <a:gd name="connsiteX8" fmla="*/ 2052960 w 2779218"/>
              <a:gd name="connsiteY8" fmla="*/ 375103 h 697932"/>
              <a:gd name="connsiteX9" fmla="*/ 2232641 w 2779218"/>
              <a:gd name="connsiteY9" fmla="*/ 333003 h 697932"/>
              <a:gd name="connsiteX10" fmla="*/ 2434450 w 2779218"/>
              <a:gd name="connsiteY10" fmla="*/ 271514 h 697932"/>
              <a:gd name="connsiteX11" fmla="*/ 2618731 w 2779218"/>
              <a:gd name="connsiteY11" fmla="*/ 171684 h 697932"/>
              <a:gd name="connsiteX12" fmla="*/ 2717379 w 2779218"/>
              <a:gd name="connsiteY12" fmla="*/ 89031 h 697932"/>
              <a:gd name="connsiteX13" fmla="*/ 2779218 w 2779218"/>
              <a:gd name="connsiteY13" fmla="*/ 0 h 697932"/>
              <a:gd name="connsiteX0" fmla="*/ 0 w 2779218"/>
              <a:gd name="connsiteY0" fmla="*/ 610916 h 697932"/>
              <a:gd name="connsiteX1" fmla="*/ 110662 w 2779218"/>
              <a:gd name="connsiteY1" fmla="*/ 683001 h 697932"/>
              <a:gd name="connsiteX2" fmla="*/ 293543 w 2779218"/>
              <a:gd name="connsiteY2" fmla="*/ 697932 h 697932"/>
              <a:gd name="connsiteX3" fmla="*/ 471753 w 2779218"/>
              <a:gd name="connsiteY3" fmla="*/ 694003 h 697932"/>
              <a:gd name="connsiteX4" fmla="*/ 621981 w 2779218"/>
              <a:gd name="connsiteY4" fmla="*/ 675537 h 697932"/>
              <a:gd name="connsiteX5" fmla="*/ 831844 w 2779218"/>
              <a:gd name="connsiteY5" fmla="*/ 632514 h 697932"/>
              <a:gd name="connsiteX6" fmla="*/ 1122101 w 2779218"/>
              <a:gd name="connsiteY6" fmla="*/ 567303 h 697932"/>
              <a:gd name="connsiteX7" fmla="*/ 1654911 w 2779218"/>
              <a:gd name="connsiteY7" fmla="*/ 459948 h 697932"/>
              <a:gd name="connsiteX8" fmla="*/ 2052960 w 2779218"/>
              <a:gd name="connsiteY8" fmla="*/ 375103 h 697932"/>
              <a:gd name="connsiteX9" fmla="*/ 2232641 w 2779218"/>
              <a:gd name="connsiteY9" fmla="*/ 333003 h 697932"/>
              <a:gd name="connsiteX10" fmla="*/ 2434450 w 2779218"/>
              <a:gd name="connsiteY10" fmla="*/ 271514 h 697932"/>
              <a:gd name="connsiteX11" fmla="*/ 2618731 w 2779218"/>
              <a:gd name="connsiteY11" fmla="*/ 171684 h 697932"/>
              <a:gd name="connsiteX12" fmla="*/ 2717379 w 2779218"/>
              <a:gd name="connsiteY12" fmla="*/ 89031 h 697932"/>
              <a:gd name="connsiteX13" fmla="*/ 2779218 w 2779218"/>
              <a:gd name="connsiteY13" fmla="*/ 0 h 697932"/>
              <a:gd name="connsiteX0" fmla="*/ 0 w 2779218"/>
              <a:gd name="connsiteY0" fmla="*/ 610916 h 697932"/>
              <a:gd name="connsiteX1" fmla="*/ 110662 w 2779218"/>
              <a:gd name="connsiteY1" fmla="*/ 683001 h 697932"/>
              <a:gd name="connsiteX2" fmla="*/ 293543 w 2779218"/>
              <a:gd name="connsiteY2" fmla="*/ 697932 h 697932"/>
              <a:gd name="connsiteX3" fmla="*/ 471753 w 2779218"/>
              <a:gd name="connsiteY3" fmla="*/ 694003 h 697932"/>
              <a:gd name="connsiteX4" fmla="*/ 621981 w 2779218"/>
              <a:gd name="connsiteY4" fmla="*/ 675537 h 697932"/>
              <a:gd name="connsiteX5" fmla="*/ 831844 w 2779218"/>
              <a:gd name="connsiteY5" fmla="*/ 632514 h 697932"/>
              <a:gd name="connsiteX6" fmla="*/ 1122101 w 2779218"/>
              <a:gd name="connsiteY6" fmla="*/ 567303 h 697932"/>
              <a:gd name="connsiteX7" fmla="*/ 1654911 w 2779218"/>
              <a:gd name="connsiteY7" fmla="*/ 459948 h 697932"/>
              <a:gd name="connsiteX8" fmla="*/ 2056683 w 2779218"/>
              <a:gd name="connsiteY8" fmla="*/ 388166 h 697932"/>
              <a:gd name="connsiteX9" fmla="*/ 2232641 w 2779218"/>
              <a:gd name="connsiteY9" fmla="*/ 333003 h 697932"/>
              <a:gd name="connsiteX10" fmla="*/ 2434450 w 2779218"/>
              <a:gd name="connsiteY10" fmla="*/ 271514 h 697932"/>
              <a:gd name="connsiteX11" fmla="*/ 2618731 w 2779218"/>
              <a:gd name="connsiteY11" fmla="*/ 171684 h 697932"/>
              <a:gd name="connsiteX12" fmla="*/ 2717379 w 2779218"/>
              <a:gd name="connsiteY12" fmla="*/ 89031 h 697932"/>
              <a:gd name="connsiteX13" fmla="*/ 2779218 w 2779218"/>
              <a:gd name="connsiteY13" fmla="*/ 0 h 697932"/>
              <a:gd name="connsiteX0" fmla="*/ 0 w 2779218"/>
              <a:gd name="connsiteY0" fmla="*/ 610916 h 697932"/>
              <a:gd name="connsiteX1" fmla="*/ 110662 w 2779218"/>
              <a:gd name="connsiteY1" fmla="*/ 683001 h 697932"/>
              <a:gd name="connsiteX2" fmla="*/ 293543 w 2779218"/>
              <a:gd name="connsiteY2" fmla="*/ 697932 h 697932"/>
              <a:gd name="connsiteX3" fmla="*/ 471753 w 2779218"/>
              <a:gd name="connsiteY3" fmla="*/ 694003 h 697932"/>
              <a:gd name="connsiteX4" fmla="*/ 621981 w 2779218"/>
              <a:gd name="connsiteY4" fmla="*/ 675537 h 697932"/>
              <a:gd name="connsiteX5" fmla="*/ 831844 w 2779218"/>
              <a:gd name="connsiteY5" fmla="*/ 632514 h 697932"/>
              <a:gd name="connsiteX6" fmla="*/ 1122101 w 2779218"/>
              <a:gd name="connsiteY6" fmla="*/ 567303 h 697932"/>
              <a:gd name="connsiteX7" fmla="*/ 1654911 w 2779218"/>
              <a:gd name="connsiteY7" fmla="*/ 459948 h 697932"/>
              <a:gd name="connsiteX8" fmla="*/ 2056683 w 2779218"/>
              <a:gd name="connsiteY8" fmla="*/ 388166 h 697932"/>
              <a:gd name="connsiteX9" fmla="*/ 2269869 w 2779218"/>
              <a:gd name="connsiteY9" fmla="*/ 351665 h 697932"/>
              <a:gd name="connsiteX10" fmla="*/ 2434450 w 2779218"/>
              <a:gd name="connsiteY10" fmla="*/ 271514 h 697932"/>
              <a:gd name="connsiteX11" fmla="*/ 2618731 w 2779218"/>
              <a:gd name="connsiteY11" fmla="*/ 171684 h 697932"/>
              <a:gd name="connsiteX12" fmla="*/ 2717379 w 2779218"/>
              <a:gd name="connsiteY12" fmla="*/ 89031 h 697932"/>
              <a:gd name="connsiteX13" fmla="*/ 2779218 w 2779218"/>
              <a:gd name="connsiteY13" fmla="*/ 0 h 697932"/>
              <a:gd name="connsiteX0" fmla="*/ 0 w 2779218"/>
              <a:gd name="connsiteY0" fmla="*/ 610916 h 697932"/>
              <a:gd name="connsiteX1" fmla="*/ 110662 w 2779218"/>
              <a:gd name="connsiteY1" fmla="*/ 683001 h 697932"/>
              <a:gd name="connsiteX2" fmla="*/ 293543 w 2779218"/>
              <a:gd name="connsiteY2" fmla="*/ 697932 h 697932"/>
              <a:gd name="connsiteX3" fmla="*/ 471753 w 2779218"/>
              <a:gd name="connsiteY3" fmla="*/ 694003 h 697932"/>
              <a:gd name="connsiteX4" fmla="*/ 621981 w 2779218"/>
              <a:gd name="connsiteY4" fmla="*/ 675537 h 697932"/>
              <a:gd name="connsiteX5" fmla="*/ 831844 w 2779218"/>
              <a:gd name="connsiteY5" fmla="*/ 632514 h 697932"/>
              <a:gd name="connsiteX6" fmla="*/ 1122101 w 2779218"/>
              <a:gd name="connsiteY6" fmla="*/ 567303 h 697932"/>
              <a:gd name="connsiteX7" fmla="*/ 1654911 w 2779218"/>
              <a:gd name="connsiteY7" fmla="*/ 459948 h 697932"/>
              <a:gd name="connsiteX8" fmla="*/ 2056683 w 2779218"/>
              <a:gd name="connsiteY8" fmla="*/ 388166 h 697932"/>
              <a:gd name="connsiteX9" fmla="*/ 2269869 w 2779218"/>
              <a:gd name="connsiteY9" fmla="*/ 351665 h 697932"/>
              <a:gd name="connsiteX10" fmla="*/ 2467956 w 2779218"/>
              <a:gd name="connsiteY10" fmla="*/ 293908 h 697932"/>
              <a:gd name="connsiteX11" fmla="*/ 2618731 w 2779218"/>
              <a:gd name="connsiteY11" fmla="*/ 171684 h 697932"/>
              <a:gd name="connsiteX12" fmla="*/ 2717379 w 2779218"/>
              <a:gd name="connsiteY12" fmla="*/ 89031 h 697932"/>
              <a:gd name="connsiteX13" fmla="*/ 2779218 w 2779218"/>
              <a:gd name="connsiteY13" fmla="*/ 0 h 697932"/>
              <a:gd name="connsiteX0" fmla="*/ 0 w 2779218"/>
              <a:gd name="connsiteY0" fmla="*/ 610916 h 697932"/>
              <a:gd name="connsiteX1" fmla="*/ 110662 w 2779218"/>
              <a:gd name="connsiteY1" fmla="*/ 683001 h 697932"/>
              <a:gd name="connsiteX2" fmla="*/ 293543 w 2779218"/>
              <a:gd name="connsiteY2" fmla="*/ 697932 h 697932"/>
              <a:gd name="connsiteX3" fmla="*/ 471753 w 2779218"/>
              <a:gd name="connsiteY3" fmla="*/ 694003 h 697932"/>
              <a:gd name="connsiteX4" fmla="*/ 621981 w 2779218"/>
              <a:gd name="connsiteY4" fmla="*/ 675537 h 697932"/>
              <a:gd name="connsiteX5" fmla="*/ 831844 w 2779218"/>
              <a:gd name="connsiteY5" fmla="*/ 632514 h 697932"/>
              <a:gd name="connsiteX6" fmla="*/ 1122101 w 2779218"/>
              <a:gd name="connsiteY6" fmla="*/ 567303 h 697932"/>
              <a:gd name="connsiteX7" fmla="*/ 1654911 w 2779218"/>
              <a:gd name="connsiteY7" fmla="*/ 459948 h 697932"/>
              <a:gd name="connsiteX8" fmla="*/ 2056683 w 2779218"/>
              <a:gd name="connsiteY8" fmla="*/ 388166 h 697932"/>
              <a:gd name="connsiteX9" fmla="*/ 2269869 w 2779218"/>
              <a:gd name="connsiteY9" fmla="*/ 351665 h 697932"/>
              <a:gd name="connsiteX10" fmla="*/ 2467956 w 2779218"/>
              <a:gd name="connsiteY10" fmla="*/ 293908 h 697932"/>
              <a:gd name="connsiteX11" fmla="*/ 2646652 w 2779218"/>
              <a:gd name="connsiteY11" fmla="*/ 199676 h 697932"/>
              <a:gd name="connsiteX12" fmla="*/ 2717379 w 2779218"/>
              <a:gd name="connsiteY12" fmla="*/ 89031 h 697932"/>
              <a:gd name="connsiteX13" fmla="*/ 2779218 w 2779218"/>
              <a:gd name="connsiteY13" fmla="*/ 0 h 697932"/>
              <a:gd name="connsiteX0" fmla="*/ 0 w 2779218"/>
              <a:gd name="connsiteY0" fmla="*/ 610916 h 697932"/>
              <a:gd name="connsiteX1" fmla="*/ 110662 w 2779218"/>
              <a:gd name="connsiteY1" fmla="*/ 683001 h 697932"/>
              <a:gd name="connsiteX2" fmla="*/ 293543 w 2779218"/>
              <a:gd name="connsiteY2" fmla="*/ 697932 h 697932"/>
              <a:gd name="connsiteX3" fmla="*/ 471753 w 2779218"/>
              <a:gd name="connsiteY3" fmla="*/ 694003 h 697932"/>
              <a:gd name="connsiteX4" fmla="*/ 621981 w 2779218"/>
              <a:gd name="connsiteY4" fmla="*/ 675537 h 697932"/>
              <a:gd name="connsiteX5" fmla="*/ 831844 w 2779218"/>
              <a:gd name="connsiteY5" fmla="*/ 632514 h 697932"/>
              <a:gd name="connsiteX6" fmla="*/ 1122101 w 2779218"/>
              <a:gd name="connsiteY6" fmla="*/ 567303 h 697932"/>
              <a:gd name="connsiteX7" fmla="*/ 1654911 w 2779218"/>
              <a:gd name="connsiteY7" fmla="*/ 459948 h 697932"/>
              <a:gd name="connsiteX8" fmla="*/ 2056683 w 2779218"/>
              <a:gd name="connsiteY8" fmla="*/ 388166 h 697932"/>
              <a:gd name="connsiteX9" fmla="*/ 2269869 w 2779218"/>
              <a:gd name="connsiteY9" fmla="*/ 351665 h 697932"/>
              <a:gd name="connsiteX10" fmla="*/ 2467956 w 2779218"/>
              <a:gd name="connsiteY10" fmla="*/ 293908 h 697932"/>
              <a:gd name="connsiteX11" fmla="*/ 2646652 w 2779218"/>
              <a:gd name="connsiteY11" fmla="*/ 199676 h 697932"/>
              <a:gd name="connsiteX12" fmla="*/ 2749023 w 2779218"/>
              <a:gd name="connsiteY12" fmla="*/ 113291 h 697932"/>
              <a:gd name="connsiteX13" fmla="*/ 2779218 w 2779218"/>
              <a:gd name="connsiteY13" fmla="*/ 0 h 697932"/>
              <a:gd name="connsiteX0" fmla="*/ 0 w 2816446"/>
              <a:gd name="connsiteY0" fmla="*/ 581058 h 668074"/>
              <a:gd name="connsiteX1" fmla="*/ 110662 w 2816446"/>
              <a:gd name="connsiteY1" fmla="*/ 653143 h 668074"/>
              <a:gd name="connsiteX2" fmla="*/ 293543 w 2816446"/>
              <a:gd name="connsiteY2" fmla="*/ 668074 h 668074"/>
              <a:gd name="connsiteX3" fmla="*/ 471753 w 2816446"/>
              <a:gd name="connsiteY3" fmla="*/ 664145 h 668074"/>
              <a:gd name="connsiteX4" fmla="*/ 621981 w 2816446"/>
              <a:gd name="connsiteY4" fmla="*/ 645679 h 668074"/>
              <a:gd name="connsiteX5" fmla="*/ 831844 w 2816446"/>
              <a:gd name="connsiteY5" fmla="*/ 602656 h 668074"/>
              <a:gd name="connsiteX6" fmla="*/ 1122101 w 2816446"/>
              <a:gd name="connsiteY6" fmla="*/ 537445 h 668074"/>
              <a:gd name="connsiteX7" fmla="*/ 1654911 w 2816446"/>
              <a:gd name="connsiteY7" fmla="*/ 430090 h 668074"/>
              <a:gd name="connsiteX8" fmla="*/ 2056683 w 2816446"/>
              <a:gd name="connsiteY8" fmla="*/ 358308 h 668074"/>
              <a:gd name="connsiteX9" fmla="*/ 2269869 w 2816446"/>
              <a:gd name="connsiteY9" fmla="*/ 321807 h 668074"/>
              <a:gd name="connsiteX10" fmla="*/ 2467956 w 2816446"/>
              <a:gd name="connsiteY10" fmla="*/ 264050 h 668074"/>
              <a:gd name="connsiteX11" fmla="*/ 2646652 w 2816446"/>
              <a:gd name="connsiteY11" fmla="*/ 169818 h 668074"/>
              <a:gd name="connsiteX12" fmla="*/ 2749023 w 2816446"/>
              <a:gd name="connsiteY12" fmla="*/ 83433 h 668074"/>
              <a:gd name="connsiteX13" fmla="*/ 2816446 w 2816446"/>
              <a:gd name="connsiteY13" fmla="*/ 0 h 668074"/>
              <a:gd name="connsiteX0" fmla="*/ 0 w 2816446"/>
              <a:gd name="connsiteY0" fmla="*/ 581058 h 668074"/>
              <a:gd name="connsiteX1" fmla="*/ 110662 w 2816446"/>
              <a:gd name="connsiteY1" fmla="*/ 653143 h 668074"/>
              <a:gd name="connsiteX2" fmla="*/ 293543 w 2816446"/>
              <a:gd name="connsiteY2" fmla="*/ 668074 h 668074"/>
              <a:gd name="connsiteX3" fmla="*/ 471753 w 2816446"/>
              <a:gd name="connsiteY3" fmla="*/ 664145 h 668074"/>
              <a:gd name="connsiteX4" fmla="*/ 621981 w 2816446"/>
              <a:gd name="connsiteY4" fmla="*/ 645679 h 668074"/>
              <a:gd name="connsiteX5" fmla="*/ 831844 w 2816446"/>
              <a:gd name="connsiteY5" fmla="*/ 602656 h 668074"/>
              <a:gd name="connsiteX6" fmla="*/ 1122101 w 2816446"/>
              <a:gd name="connsiteY6" fmla="*/ 537445 h 668074"/>
              <a:gd name="connsiteX7" fmla="*/ 1654911 w 2816446"/>
              <a:gd name="connsiteY7" fmla="*/ 430090 h 668074"/>
              <a:gd name="connsiteX8" fmla="*/ 2056683 w 2816446"/>
              <a:gd name="connsiteY8" fmla="*/ 358308 h 668074"/>
              <a:gd name="connsiteX9" fmla="*/ 2269869 w 2816446"/>
              <a:gd name="connsiteY9" fmla="*/ 321807 h 668074"/>
              <a:gd name="connsiteX10" fmla="*/ 2467956 w 2816446"/>
              <a:gd name="connsiteY10" fmla="*/ 264050 h 668074"/>
              <a:gd name="connsiteX11" fmla="*/ 2646652 w 2816446"/>
              <a:gd name="connsiteY11" fmla="*/ 169818 h 668074"/>
              <a:gd name="connsiteX12" fmla="*/ 2752746 w 2816446"/>
              <a:gd name="connsiteY12" fmla="*/ 92763 h 668074"/>
              <a:gd name="connsiteX13" fmla="*/ 2816446 w 2816446"/>
              <a:gd name="connsiteY13" fmla="*/ 0 h 668074"/>
              <a:gd name="connsiteX0" fmla="*/ 0 w 2840645"/>
              <a:gd name="connsiteY0" fmla="*/ 573593 h 660609"/>
              <a:gd name="connsiteX1" fmla="*/ 110662 w 2840645"/>
              <a:gd name="connsiteY1" fmla="*/ 645678 h 660609"/>
              <a:gd name="connsiteX2" fmla="*/ 293543 w 2840645"/>
              <a:gd name="connsiteY2" fmla="*/ 660609 h 660609"/>
              <a:gd name="connsiteX3" fmla="*/ 471753 w 2840645"/>
              <a:gd name="connsiteY3" fmla="*/ 656680 h 660609"/>
              <a:gd name="connsiteX4" fmla="*/ 621981 w 2840645"/>
              <a:gd name="connsiteY4" fmla="*/ 638214 h 660609"/>
              <a:gd name="connsiteX5" fmla="*/ 831844 w 2840645"/>
              <a:gd name="connsiteY5" fmla="*/ 595191 h 660609"/>
              <a:gd name="connsiteX6" fmla="*/ 1122101 w 2840645"/>
              <a:gd name="connsiteY6" fmla="*/ 529980 h 660609"/>
              <a:gd name="connsiteX7" fmla="*/ 1654911 w 2840645"/>
              <a:gd name="connsiteY7" fmla="*/ 422625 h 660609"/>
              <a:gd name="connsiteX8" fmla="*/ 2056683 w 2840645"/>
              <a:gd name="connsiteY8" fmla="*/ 350843 h 660609"/>
              <a:gd name="connsiteX9" fmla="*/ 2269869 w 2840645"/>
              <a:gd name="connsiteY9" fmla="*/ 314342 h 660609"/>
              <a:gd name="connsiteX10" fmla="*/ 2467956 w 2840645"/>
              <a:gd name="connsiteY10" fmla="*/ 256585 h 660609"/>
              <a:gd name="connsiteX11" fmla="*/ 2646652 w 2840645"/>
              <a:gd name="connsiteY11" fmla="*/ 162353 h 660609"/>
              <a:gd name="connsiteX12" fmla="*/ 2752746 w 2840645"/>
              <a:gd name="connsiteY12" fmla="*/ 85298 h 660609"/>
              <a:gd name="connsiteX13" fmla="*/ 2840645 w 2840645"/>
              <a:gd name="connsiteY13" fmla="*/ 0 h 660609"/>
              <a:gd name="connsiteX0" fmla="*/ 0 w 2840645"/>
              <a:gd name="connsiteY0" fmla="*/ 573593 h 660609"/>
              <a:gd name="connsiteX1" fmla="*/ 110662 w 2840645"/>
              <a:gd name="connsiteY1" fmla="*/ 645678 h 660609"/>
              <a:gd name="connsiteX2" fmla="*/ 293543 w 2840645"/>
              <a:gd name="connsiteY2" fmla="*/ 660609 h 660609"/>
              <a:gd name="connsiteX3" fmla="*/ 471753 w 2840645"/>
              <a:gd name="connsiteY3" fmla="*/ 656680 h 660609"/>
              <a:gd name="connsiteX4" fmla="*/ 621981 w 2840645"/>
              <a:gd name="connsiteY4" fmla="*/ 638214 h 660609"/>
              <a:gd name="connsiteX5" fmla="*/ 831844 w 2840645"/>
              <a:gd name="connsiteY5" fmla="*/ 595191 h 660609"/>
              <a:gd name="connsiteX6" fmla="*/ 1122101 w 2840645"/>
              <a:gd name="connsiteY6" fmla="*/ 529980 h 660609"/>
              <a:gd name="connsiteX7" fmla="*/ 1654911 w 2840645"/>
              <a:gd name="connsiteY7" fmla="*/ 422625 h 660609"/>
              <a:gd name="connsiteX8" fmla="*/ 2056683 w 2840645"/>
              <a:gd name="connsiteY8" fmla="*/ 350843 h 660609"/>
              <a:gd name="connsiteX9" fmla="*/ 2269869 w 2840645"/>
              <a:gd name="connsiteY9" fmla="*/ 314342 h 660609"/>
              <a:gd name="connsiteX10" fmla="*/ 2467956 w 2840645"/>
              <a:gd name="connsiteY10" fmla="*/ 256585 h 660609"/>
              <a:gd name="connsiteX11" fmla="*/ 2646652 w 2840645"/>
              <a:gd name="connsiteY11" fmla="*/ 162353 h 660609"/>
              <a:gd name="connsiteX12" fmla="*/ 2763915 w 2840645"/>
              <a:gd name="connsiteY12" fmla="*/ 98361 h 660609"/>
              <a:gd name="connsiteX13" fmla="*/ 2840645 w 2840645"/>
              <a:gd name="connsiteY13" fmla="*/ 0 h 660609"/>
              <a:gd name="connsiteX0" fmla="*/ 0 w 2840645"/>
              <a:gd name="connsiteY0" fmla="*/ 573593 h 660609"/>
              <a:gd name="connsiteX1" fmla="*/ 110662 w 2840645"/>
              <a:gd name="connsiteY1" fmla="*/ 645678 h 660609"/>
              <a:gd name="connsiteX2" fmla="*/ 293543 w 2840645"/>
              <a:gd name="connsiteY2" fmla="*/ 660609 h 660609"/>
              <a:gd name="connsiteX3" fmla="*/ 471753 w 2840645"/>
              <a:gd name="connsiteY3" fmla="*/ 656680 h 660609"/>
              <a:gd name="connsiteX4" fmla="*/ 621981 w 2840645"/>
              <a:gd name="connsiteY4" fmla="*/ 638214 h 660609"/>
              <a:gd name="connsiteX5" fmla="*/ 831844 w 2840645"/>
              <a:gd name="connsiteY5" fmla="*/ 595191 h 660609"/>
              <a:gd name="connsiteX6" fmla="*/ 1122101 w 2840645"/>
              <a:gd name="connsiteY6" fmla="*/ 529980 h 660609"/>
              <a:gd name="connsiteX7" fmla="*/ 1654911 w 2840645"/>
              <a:gd name="connsiteY7" fmla="*/ 422625 h 660609"/>
              <a:gd name="connsiteX8" fmla="*/ 2056683 w 2840645"/>
              <a:gd name="connsiteY8" fmla="*/ 350843 h 660609"/>
              <a:gd name="connsiteX9" fmla="*/ 2269869 w 2840645"/>
              <a:gd name="connsiteY9" fmla="*/ 314342 h 660609"/>
              <a:gd name="connsiteX10" fmla="*/ 2467956 w 2840645"/>
              <a:gd name="connsiteY10" fmla="*/ 256585 h 660609"/>
              <a:gd name="connsiteX11" fmla="*/ 2646652 w 2840645"/>
              <a:gd name="connsiteY11" fmla="*/ 162353 h 660609"/>
              <a:gd name="connsiteX12" fmla="*/ 2773222 w 2840645"/>
              <a:gd name="connsiteY12" fmla="*/ 79699 h 660609"/>
              <a:gd name="connsiteX13" fmla="*/ 2840645 w 2840645"/>
              <a:gd name="connsiteY13" fmla="*/ 0 h 660609"/>
              <a:gd name="connsiteX0" fmla="*/ 0 w 2840645"/>
              <a:gd name="connsiteY0" fmla="*/ 573593 h 660609"/>
              <a:gd name="connsiteX1" fmla="*/ 110662 w 2840645"/>
              <a:gd name="connsiteY1" fmla="*/ 645678 h 660609"/>
              <a:gd name="connsiteX2" fmla="*/ 293543 w 2840645"/>
              <a:gd name="connsiteY2" fmla="*/ 660609 h 660609"/>
              <a:gd name="connsiteX3" fmla="*/ 471753 w 2840645"/>
              <a:gd name="connsiteY3" fmla="*/ 656680 h 660609"/>
              <a:gd name="connsiteX4" fmla="*/ 621981 w 2840645"/>
              <a:gd name="connsiteY4" fmla="*/ 638214 h 660609"/>
              <a:gd name="connsiteX5" fmla="*/ 831844 w 2840645"/>
              <a:gd name="connsiteY5" fmla="*/ 595191 h 660609"/>
              <a:gd name="connsiteX6" fmla="*/ 1122101 w 2840645"/>
              <a:gd name="connsiteY6" fmla="*/ 529980 h 660609"/>
              <a:gd name="connsiteX7" fmla="*/ 1654911 w 2840645"/>
              <a:gd name="connsiteY7" fmla="*/ 422625 h 660609"/>
              <a:gd name="connsiteX8" fmla="*/ 2056683 w 2840645"/>
              <a:gd name="connsiteY8" fmla="*/ 350843 h 660609"/>
              <a:gd name="connsiteX9" fmla="*/ 2269869 w 2840645"/>
              <a:gd name="connsiteY9" fmla="*/ 314342 h 660609"/>
              <a:gd name="connsiteX10" fmla="*/ 2467956 w 2840645"/>
              <a:gd name="connsiteY10" fmla="*/ 256585 h 660609"/>
              <a:gd name="connsiteX11" fmla="*/ 2635483 w 2840645"/>
              <a:gd name="connsiteY11" fmla="*/ 188479 h 660609"/>
              <a:gd name="connsiteX12" fmla="*/ 2773222 w 2840645"/>
              <a:gd name="connsiteY12" fmla="*/ 79699 h 660609"/>
              <a:gd name="connsiteX13" fmla="*/ 2840645 w 2840645"/>
              <a:gd name="connsiteY13" fmla="*/ 0 h 660609"/>
              <a:gd name="connsiteX0" fmla="*/ 0 w 2840645"/>
              <a:gd name="connsiteY0" fmla="*/ 573593 h 660609"/>
              <a:gd name="connsiteX1" fmla="*/ 110662 w 2840645"/>
              <a:gd name="connsiteY1" fmla="*/ 645678 h 660609"/>
              <a:gd name="connsiteX2" fmla="*/ 293543 w 2840645"/>
              <a:gd name="connsiteY2" fmla="*/ 660609 h 660609"/>
              <a:gd name="connsiteX3" fmla="*/ 471753 w 2840645"/>
              <a:gd name="connsiteY3" fmla="*/ 656680 h 660609"/>
              <a:gd name="connsiteX4" fmla="*/ 621981 w 2840645"/>
              <a:gd name="connsiteY4" fmla="*/ 638214 h 660609"/>
              <a:gd name="connsiteX5" fmla="*/ 831844 w 2840645"/>
              <a:gd name="connsiteY5" fmla="*/ 595191 h 660609"/>
              <a:gd name="connsiteX6" fmla="*/ 1122101 w 2840645"/>
              <a:gd name="connsiteY6" fmla="*/ 529980 h 660609"/>
              <a:gd name="connsiteX7" fmla="*/ 1654911 w 2840645"/>
              <a:gd name="connsiteY7" fmla="*/ 422625 h 660609"/>
              <a:gd name="connsiteX8" fmla="*/ 2056683 w 2840645"/>
              <a:gd name="connsiteY8" fmla="*/ 350843 h 660609"/>
              <a:gd name="connsiteX9" fmla="*/ 2279177 w 2840645"/>
              <a:gd name="connsiteY9" fmla="*/ 325538 h 660609"/>
              <a:gd name="connsiteX10" fmla="*/ 2467956 w 2840645"/>
              <a:gd name="connsiteY10" fmla="*/ 256585 h 660609"/>
              <a:gd name="connsiteX11" fmla="*/ 2635483 w 2840645"/>
              <a:gd name="connsiteY11" fmla="*/ 188479 h 660609"/>
              <a:gd name="connsiteX12" fmla="*/ 2773222 w 2840645"/>
              <a:gd name="connsiteY12" fmla="*/ 79699 h 660609"/>
              <a:gd name="connsiteX13" fmla="*/ 2840645 w 2840645"/>
              <a:gd name="connsiteY13" fmla="*/ 0 h 660609"/>
              <a:gd name="connsiteX0" fmla="*/ 0 w 2840645"/>
              <a:gd name="connsiteY0" fmla="*/ 573593 h 660609"/>
              <a:gd name="connsiteX1" fmla="*/ 110662 w 2840645"/>
              <a:gd name="connsiteY1" fmla="*/ 645678 h 660609"/>
              <a:gd name="connsiteX2" fmla="*/ 293543 w 2840645"/>
              <a:gd name="connsiteY2" fmla="*/ 660609 h 660609"/>
              <a:gd name="connsiteX3" fmla="*/ 471753 w 2840645"/>
              <a:gd name="connsiteY3" fmla="*/ 656680 h 660609"/>
              <a:gd name="connsiteX4" fmla="*/ 621981 w 2840645"/>
              <a:gd name="connsiteY4" fmla="*/ 638214 h 660609"/>
              <a:gd name="connsiteX5" fmla="*/ 831844 w 2840645"/>
              <a:gd name="connsiteY5" fmla="*/ 595191 h 660609"/>
              <a:gd name="connsiteX6" fmla="*/ 1122101 w 2840645"/>
              <a:gd name="connsiteY6" fmla="*/ 529980 h 660609"/>
              <a:gd name="connsiteX7" fmla="*/ 1654911 w 2840645"/>
              <a:gd name="connsiteY7" fmla="*/ 422625 h 660609"/>
              <a:gd name="connsiteX8" fmla="*/ 2056684 w 2840645"/>
              <a:gd name="connsiteY8" fmla="*/ 367638 h 660609"/>
              <a:gd name="connsiteX9" fmla="*/ 2279177 w 2840645"/>
              <a:gd name="connsiteY9" fmla="*/ 325538 h 660609"/>
              <a:gd name="connsiteX10" fmla="*/ 2467956 w 2840645"/>
              <a:gd name="connsiteY10" fmla="*/ 256585 h 660609"/>
              <a:gd name="connsiteX11" fmla="*/ 2635483 w 2840645"/>
              <a:gd name="connsiteY11" fmla="*/ 188479 h 660609"/>
              <a:gd name="connsiteX12" fmla="*/ 2773222 w 2840645"/>
              <a:gd name="connsiteY12" fmla="*/ 79699 h 660609"/>
              <a:gd name="connsiteX13" fmla="*/ 2840645 w 2840645"/>
              <a:gd name="connsiteY13" fmla="*/ 0 h 660609"/>
              <a:gd name="connsiteX0" fmla="*/ 0 w 2840645"/>
              <a:gd name="connsiteY0" fmla="*/ 573593 h 660609"/>
              <a:gd name="connsiteX1" fmla="*/ 110662 w 2840645"/>
              <a:gd name="connsiteY1" fmla="*/ 645678 h 660609"/>
              <a:gd name="connsiteX2" fmla="*/ 293543 w 2840645"/>
              <a:gd name="connsiteY2" fmla="*/ 660609 h 660609"/>
              <a:gd name="connsiteX3" fmla="*/ 471753 w 2840645"/>
              <a:gd name="connsiteY3" fmla="*/ 656680 h 660609"/>
              <a:gd name="connsiteX4" fmla="*/ 621981 w 2840645"/>
              <a:gd name="connsiteY4" fmla="*/ 638214 h 660609"/>
              <a:gd name="connsiteX5" fmla="*/ 831844 w 2840645"/>
              <a:gd name="connsiteY5" fmla="*/ 595191 h 660609"/>
              <a:gd name="connsiteX6" fmla="*/ 1122101 w 2840645"/>
              <a:gd name="connsiteY6" fmla="*/ 529980 h 660609"/>
              <a:gd name="connsiteX7" fmla="*/ 1664219 w 2840645"/>
              <a:gd name="connsiteY7" fmla="*/ 435687 h 660609"/>
              <a:gd name="connsiteX8" fmla="*/ 2056684 w 2840645"/>
              <a:gd name="connsiteY8" fmla="*/ 367638 h 660609"/>
              <a:gd name="connsiteX9" fmla="*/ 2279177 w 2840645"/>
              <a:gd name="connsiteY9" fmla="*/ 325538 h 660609"/>
              <a:gd name="connsiteX10" fmla="*/ 2467956 w 2840645"/>
              <a:gd name="connsiteY10" fmla="*/ 256585 h 660609"/>
              <a:gd name="connsiteX11" fmla="*/ 2635483 w 2840645"/>
              <a:gd name="connsiteY11" fmla="*/ 188479 h 660609"/>
              <a:gd name="connsiteX12" fmla="*/ 2773222 w 2840645"/>
              <a:gd name="connsiteY12" fmla="*/ 79699 h 660609"/>
              <a:gd name="connsiteX13" fmla="*/ 2840645 w 2840645"/>
              <a:gd name="connsiteY13" fmla="*/ 0 h 660609"/>
              <a:gd name="connsiteX0" fmla="*/ 0 w 2840645"/>
              <a:gd name="connsiteY0" fmla="*/ 573593 h 660609"/>
              <a:gd name="connsiteX1" fmla="*/ 110662 w 2840645"/>
              <a:gd name="connsiteY1" fmla="*/ 645678 h 660609"/>
              <a:gd name="connsiteX2" fmla="*/ 293543 w 2840645"/>
              <a:gd name="connsiteY2" fmla="*/ 660609 h 660609"/>
              <a:gd name="connsiteX3" fmla="*/ 471753 w 2840645"/>
              <a:gd name="connsiteY3" fmla="*/ 656680 h 660609"/>
              <a:gd name="connsiteX4" fmla="*/ 621981 w 2840645"/>
              <a:gd name="connsiteY4" fmla="*/ 638214 h 660609"/>
              <a:gd name="connsiteX5" fmla="*/ 831844 w 2840645"/>
              <a:gd name="connsiteY5" fmla="*/ 595191 h 660609"/>
              <a:gd name="connsiteX6" fmla="*/ 1122101 w 2840645"/>
              <a:gd name="connsiteY6" fmla="*/ 529980 h 660609"/>
              <a:gd name="connsiteX7" fmla="*/ 1664219 w 2840645"/>
              <a:gd name="connsiteY7" fmla="*/ 435687 h 660609"/>
              <a:gd name="connsiteX8" fmla="*/ 2056684 w 2840645"/>
              <a:gd name="connsiteY8" fmla="*/ 367638 h 660609"/>
              <a:gd name="connsiteX9" fmla="*/ 2279177 w 2840645"/>
              <a:gd name="connsiteY9" fmla="*/ 325538 h 660609"/>
              <a:gd name="connsiteX10" fmla="*/ 2467957 w 2840645"/>
              <a:gd name="connsiteY10" fmla="*/ 267782 h 660609"/>
              <a:gd name="connsiteX11" fmla="*/ 2635483 w 2840645"/>
              <a:gd name="connsiteY11" fmla="*/ 188479 h 660609"/>
              <a:gd name="connsiteX12" fmla="*/ 2773222 w 2840645"/>
              <a:gd name="connsiteY12" fmla="*/ 79699 h 660609"/>
              <a:gd name="connsiteX13" fmla="*/ 2840645 w 2840645"/>
              <a:gd name="connsiteY13" fmla="*/ 0 h 660609"/>
              <a:gd name="connsiteX0" fmla="*/ 0 w 2840645"/>
              <a:gd name="connsiteY0" fmla="*/ 573593 h 660609"/>
              <a:gd name="connsiteX1" fmla="*/ 110662 w 2840645"/>
              <a:gd name="connsiteY1" fmla="*/ 645678 h 660609"/>
              <a:gd name="connsiteX2" fmla="*/ 293543 w 2840645"/>
              <a:gd name="connsiteY2" fmla="*/ 660609 h 660609"/>
              <a:gd name="connsiteX3" fmla="*/ 471753 w 2840645"/>
              <a:gd name="connsiteY3" fmla="*/ 656680 h 660609"/>
              <a:gd name="connsiteX4" fmla="*/ 621981 w 2840645"/>
              <a:gd name="connsiteY4" fmla="*/ 638214 h 660609"/>
              <a:gd name="connsiteX5" fmla="*/ 831844 w 2840645"/>
              <a:gd name="connsiteY5" fmla="*/ 595191 h 660609"/>
              <a:gd name="connsiteX6" fmla="*/ 1122101 w 2840645"/>
              <a:gd name="connsiteY6" fmla="*/ 529980 h 660609"/>
              <a:gd name="connsiteX7" fmla="*/ 1664219 w 2840645"/>
              <a:gd name="connsiteY7" fmla="*/ 435687 h 660609"/>
              <a:gd name="connsiteX8" fmla="*/ 2056684 w 2840645"/>
              <a:gd name="connsiteY8" fmla="*/ 367638 h 660609"/>
              <a:gd name="connsiteX9" fmla="*/ 2279177 w 2840645"/>
              <a:gd name="connsiteY9" fmla="*/ 325538 h 660609"/>
              <a:gd name="connsiteX10" fmla="*/ 2467957 w 2840645"/>
              <a:gd name="connsiteY10" fmla="*/ 267782 h 660609"/>
              <a:gd name="connsiteX11" fmla="*/ 2674574 w 2840645"/>
              <a:gd name="connsiteY11" fmla="*/ 179149 h 660609"/>
              <a:gd name="connsiteX12" fmla="*/ 2773222 w 2840645"/>
              <a:gd name="connsiteY12" fmla="*/ 79699 h 660609"/>
              <a:gd name="connsiteX13" fmla="*/ 2840645 w 2840645"/>
              <a:gd name="connsiteY13" fmla="*/ 0 h 660609"/>
              <a:gd name="connsiteX0" fmla="*/ 0 w 2840645"/>
              <a:gd name="connsiteY0" fmla="*/ 573593 h 660609"/>
              <a:gd name="connsiteX1" fmla="*/ 110662 w 2840645"/>
              <a:gd name="connsiteY1" fmla="*/ 645678 h 660609"/>
              <a:gd name="connsiteX2" fmla="*/ 293543 w 2840645"/>
              <a:gd name="connsiteY2" fmla="*/ 660609 h 660609"/>
              <a:gd name="connsiteX3" fmla="*/ 471753 w 2840645"/>
              <a:gd name="connsiteY3" fmla="*/ 656680 h 660609"/>
              <a:gd name="connsiteX4" fmla="*/ 621981 w 2840645"/>
              <a:gd name="connsiteY4" fmla="*/ 638214 h 660609"/>
              <a:gd name="connsiteX5" fmla="*/ 831844 w 2840645"/>
              <a:gd name="connsiteY5" fmla="*/ 595191 h 660609"/>
              <a:gd name="connsiteX6" fmla="*/ 1122101 w 2840645"/>
              <a:gd name="connsiteY6" fmla="*/ 529980 h 660609"/>
              <a:gd name="connsiteX7" fmla="*/ 1664219 w 2840645"/>
              <a:gd name="connsiteY7" fmla="*/ 435687 h 660609"/>
              <a:gd name="connsiteX8" fmla="*/ 2056684 w 2840645"/>
              <a:gd name="connsiteY8" fmla="*/ 367638 h 660609"/>
              <a:gd name="connsiteX9" fmla="*/ 2279177 w 2840645"/>
              <a:gd name="connsiteY9" fmla="*/ 325538 h 660609"/>
              <a:gd name="connsiteX10" fmla="*/ 2467957 w 2840645"/>
              <a:gd name="connsiteY10" fmla="*/ 267782 h 660609"/>
              <a:gd name="connsiteX11" fmla="*/ 2663405 w 2840645"/>
              <a:gd name="connsiteY11" fmla="*/ 177283 h 660609"/>
              <a:gd name="connsiteX12" fmla="*/ 2773222 w 2840645"/>
              <a:gd name="connsiteY12" fmla="*/ 79699 h 660609"/>
              <a:gd name="connsiteX13" fmla="*/ 2840645 w 2840645"/>
              <a:gd name="connsiteY13" fmla="*/ 0 h 660609"/>
              <a:gd name="connsiteX0" fmla="*/ 0 w 2840645"/>
              <a:gd name="connsiteY0" fmla="*/ 573593 h 660609"/>
              <a:gd name="connsiteX1" fmla="*/ 110662 w 2840645"/>
              <a:gd name="connsiteY1" fmla="*/ 645678 h 660609"/>
              <a:gd name="connsiteX2" fmla="*/ 293543 w 2840645"/>
              <a:gd name="connsiteY2" fmla="*/ 660609 h 660609"/>
              <a:gd name="connsiteX3" fmla="*/ 471753 w 2840645"/>
              <a:gd name="connsiteY3" fmla="*/ 656680 h 660609"/>
              <a:gd name="connsiteX4" fmla="*/ 621981 w 2840645"/>
              <a:gd name="connsiteY4" fmla="*/ 638214 h 660609"/>
              <a:gd name="connsiteX5" fmla="*/ 831844 w 2840645"/>
              <a:gd name="connsiteY5" fmla="*/ 595191 h 660609"/>
              <a:gd name="connsiteX6" fmla="*/ 1122101 w 2840645"/>
              <a:gd name="connsiteY6" fmla="*/ 529980 h 660609"/>
              <a:gd name="connsiteX7" fmla="*/ 1664219 w 2840645"/>
              <a:gd name="connsiteY7" fmla="*/ 435687 h 660609"/>
              <a:gd name="connsiteX8" fmla="*/ 2056684 w 2840645"/>
              <a:gd name="connsiteY8" fmla="*/ 367638 h 660609"/>
              <a:gd name="connsiteX9" fmla="*/ 2279177 w 2840645"/>
              <a:gd name="connsiteY9" fmla="*/ 325538 h 660609"/>
              <a:gd name="connsiteX10" fmla="*/ 2467957 w 2840645"/>
              <a:gd name="connsiteY10" fmla="*/ 267782 h 660609"/>
              <a:gd name="connsiteX11" fmla="*/ 2663405 w 2840645"/>
              <a:gd name="connsiteY11" fmla="*/ 177283 h 660609"/>
              <a:gd name="connsiteX12" fmla="*/ 2773222 w 2840645"/>
              <a:gd name="connsiteY12" fmla="*/ 79699 h 660609"/>
              <a:gd name="connsiteX13" fmla="*/ 2840645 w 2840645"/>
              <a:gd name="connsiteY13" fmla="*/ 0 h 660609"/>
              <a:gd name="connsiteX0" fmla="*/ 0 w 2840645"/>
              <a:gd name="connsiteY0" fmla="*/ 573593 h 660609"/>
              <a:gd name="connsiteX1" fmla="*/ 110662 w 2840645"/>
              <a:gd name="connsiteY1" fmla="*/ 645678 h 660609"/>
              <a:gd name="connsiteX2" fmla="*/ 293543 w 2840645"/>
              <a:gd name="connsiteY2" fmla="*/ 660609 h 660609"/>
              <a:gd name="connsiteX3" fmla="*/ 471753 w 2840645"/>
              <a:gd name="connsiteY3" fmla="*/ 656680 h 660609"/>
              <a:gd name="connsiteX4" fmla="*/ 621981 w 2840645"/>
              <a:gd name="connsiteY4" fmla="*/ 638214 h 660609"/>
              <a:gd name="connsiteX5" fmla="*/ 831844 w 2840645"/>
              <a:gd name="connsiteY5" fmla="*/ 595191 h 660609"/>
              <a:gd name="connsiteX6" fmla="*/ 1122101 w 2840645"/>
              <a:gd name="connsiteY6" fmla="*/ 529980 h 660609"/>
              <a:gd name="connsiteX7" fmla="*/ 1664219 w 2840645"/>
              <a:gd name="connsiteY7" fmla="*/ 435687 h 660609"/>
              <a:gd name="connsiteX8" fmla="*/ 2062268 w 2840645"/>
              <a:gd name="connsiteY8" fmla="*/ 376968 h 660609"/>
              <a:gd name="connsiteX9" fmla="*/ 2279177 w 2840645"/>
              <a:gd name="connsiteY9" fmla="*/ 325538 h 660609"/>
              <a:gd name="connsiteX10" fmla="*/ 2467957 w 2840645"/>
              <a:gd name="connsiteY10" fmla="*/ 267782 h 660609"/>
              <a:gd name="connsiteX11" fmla="*/ 2663405 w 2840645"/>
              <a:gd name="connsiteY11" fmla="*/ 177283 h 660609"/>
              <a:gd name="connsiteX12" fmla="*/ 2773222 w 2840645"/>
              <a:gd name="connsiteY12" fmla="*/ 79699 h 660609"/>
              <a:gd name="connsiteX13" fmla="*/ 2840645 w 2840645"/>
              <a:gd name="connsiteY13" fmla="*/ 0 h 660609"/>
              <a:gd name="connsiteX0" fmla="*/ 0 w 2840645"/>
              <a:gd name="connsiteY0" fmla="*/ 582924 h 669940"/>
              <a:gd name="connsiteX1" fmla="*/ 110662 w 2840645"/>
              <a:gd name="connsiteY1" fmla="*/ 655009 h 669940"/>
              <a:gd name="connsiteX2" fmla="*/ 293543 w 2840645"/>
              <a:gd name="connsiteY2" fmla="*/ 669940 h 669940"/>
              <a:gd name="connsiteX3" fmla="*/ 471753 w 2840645"/>
              <a:gd name="connsiteY3" fmla="*/ 666011 h 669940"/>
              <a:gd name="connsiteX4" fmla="*/ 621981 w 2840645"/>
              <a:gd name="connsiteY4" fmla="*/ 647545 h 669940"/>
              <a:gd name="connsiteX5" fmla="*/ 831844 w 2840645"/>
              <a:gd name="connsiteY5" fmla="*/ 604522 h 669940"/>
              <a:gd name="connsiteX6" fmla="*/ 1122101 w 2840645"/>
              <a:gd name="connsiteY6" fmla="*/ 539311 h 669940"/>
              <a:gd name="connsiteX7" fmla="*/ 1664219 w 2840645"/>
              <a:gd name="connsiteY7" fmla="*/ 445018 h 669940"/>
              <a:gd name="connsiteX8" fmla="*/ 2062268 w 2840645"/>
              <a:gd name="connsiteY8" fmla="*/ 386299 h 669940"/>
              <a:gd name="connsiteX9" fmla="*/ 2279177 w 2840645"/>
              <a:gd name="connsiteY9" fmla="*/ 334869 h 669940"/>
              <a:gd name="connsiteX10" fmla="*/ 2467957 w 2840645"/>
              <a:gd name="connsiteY10" fmla="*/ 277113 h 669940"/>
              <a:gd name="connsiteX11" fmla="*/ 2663405 w 2840645"/>
              <a:gd name="connsiteY11" fmla="*/ 186614 h 669940"/>
              <a:gd name="connsiteX12" fmla="*/ 2773222 w 2840645"/>
              <a:gd name="connsiteY12" fmla="*/ 89030 h 669940"/>
              <a:gd name="connsiteX13" fmla="*/ 2840645 w 2840645"/>
              <a:gd name="connsiteY13" fmla="*/ 0 h 669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840645" h="669940">
                <a:moveTo>
                  <a:pt x="0" y="582924"/>
                </a:moveTo>
                <a:cubicBezTo>
                  <a:pt x="36887" y="606952"/>
                  <a:pt x="61738" y="640506"/>
                  <a:pt x="110662" y="655009"/>
                </a:cubicBezTo>
                <a:cubicBezTo>
                  <a:pt x="157937" y="666206"/>
                  <a:pt x="233361" y="668106"/>
                  <a:pt x="293543" y="669940"/>
                </a:cubicBezTo>
                <a:cubicBezTo>
                  <a:pt x="354925" y="665986"/>
                  <a:pt x="410371" y="669965"/>
                  <a:pt x="471753" y="666011"/>
                </a:cubicBezTo>
                <a:cubicBezTo>
                  <a:pt x="526493" y="662279"/>
                  <a:pt x="561966" y="657793"/>
                  <a:pt x="621981" y="647545"/>
                </a:cubicBezTo>
                <a:cubicBezTo>
                  <a:pt x="697211" y="630559"/>
                  <a:pt x="756614" y="621508"/>
                  <a:pt x="831844" y="604522"/>
                </a:cubicBezTo>
                <a:lnTo>
                  <a:pt x="1122101" y="539311"/>
                </a:lnTo>
                <a:lnTo>
                  <a:pt x="1664219" y="445018"/>
                </a:lnTo>
                <a:lnTo>
                  <a:pt x="2062268" y="386299"/>
                </a:lnTo>
                <a:cubicBezTo>
                  <a:pt x="2117545" y="370943"/>
                  <a:pt x="2223900" y="350225"/>
                  <a:pt x="2279177" y="334869"/>
                </a:cubicBezTo>
                <a:cubicBezTo>
                  <a:pt x="2347723" y="318226"/>
                  <a:pt x="2403919" y="301822"/>
                  <a:pt x="2467957" y="277113"/>
                </a:cubicBezTo>
                <a:cubicBezTo>
                  <a:pt x="2532305" y="250226"/>
                  <a:pt x="2616250" y="217028"/>
                  <a:pt x="2663405" y="186614"/>
                </a:cubicBezTo>
                <a:cubicBezTo>
                  <a:pt x="2687055" y="161047"/>
                  <a:pt x="2749572" y="114597"/>
                  <a:pt x="2773222" y="89030"/>
                </a:cubicBezTo>
                <a:lnTo>
                  <a:pt x="2840645" y="0"/>
                </a:lnTo>
              </a:path>
            </a:pathLst>
          </a:cu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13" name="任意多边形 12"/>
          <p:cNvSpPr/>
          <p:nvPr/>
        </p:nvSpPr>
        <p:spPr bwMode="auto">
          <a:xfrm rot="21398914">
            <a:off x="7440183" y="4010224"/>
            <a:ext cx="306685" cy="518106"/>
          </a:xfrm>
          <a:custGeom>
            <a:avLst/>
            <a:gdLst>
              <a:gd name="connsiteX0" fmla="*/ 0 w 294848"/>
              <a:gd name="connsiteY0" fmla="*/ 0 h 481460"/>
              <a:gd name="connsiteX1" fmla="*/ 138093 w 294848"/>
              <a:gd name="connsiteY1" fmla="*/ 186612 h 481460"/>
              <a:gd name="connsiteX2" fmla="*/ 294848 w 294848"/>
              <a:gd name="connsiteY2" fmla="*/ 481460 h 481460"/>
              <a:gd name="connsiteX0" fmla="*/ 0 w 294848"/>
              <a:gd name="connsiteY0" fmla="*/ 0 h 481460"/>
              <a:gd name="connsiteX1" fmla="*/ 186321 w 294848"/>
              <a:gd name="connsiteY1" fmla="*/ 211291 h 481460"/>
              <a:gd name="connsiteX2" fmla="*/ 294848 w 294848"/>
              <a:gd name="connsiteY2" fmla="*/ 481460 h 481460"/>
              <a:gd name="connsiteX0" fmla="*/ 0 w 322454"/>
              <a:gd name="connsiteY0" fmla="*/ 0 h 485063"/>
              <a:gd name="connsiteX1" fmla="*/ 186321 w 322454"/>
              <a:gd name="connsiteY1" fmla="*/ 211291 h 485063"/>
              <a:gd name="connsiteX2" fmla="*/ 322454 w 322454"/>
              <a:gd name="connsiteY2" fmla="*/ 485063 h 485063"/>
              <a:gd name="connsiteX0" fmla="*/ 0 w 322454"/>
              <a:gd name="connsiteY0" fmla="*/ 0 h 485063"/>
              <a:gd name="connsiteX1" fmla="*/ 156735 w 322454"/>
              <a:gd name="connsiteY1" fmla="*/ 207571 h 485063"/>
              <a:gd name="connsiteX2" fmla="*/ 322454 w 322454"/>
              <a:gd name="connsiteY2" fmla="*/ 485063 h 485063"/>
              <a:gd name="connsiteX0" fmla="*/ 0 w 298924"/>
              <a:gd name="connsiteY0" fmla="*/ 0 h 479711"/>
              <a:gd name="connsiteX1" fmla="*/ 133205 w 298924"/>
              <a:gd name="connsiteY1" fmla="*/ 202219 h 479711"/>
              <a:gd name="connsiteX2" fmla="*/ 298924 w 298924"/>
              <a:gd name="connsiteY2" fmla="*/ 479711 h 479711"/>
              <a:gd name="connsiteX0" fmla="*/ 0 w 274931"/>
              <a:gd name="connsiteY0" fmla="*/ 0 h 482280"/>
              <a:gd name="connsiteX1" fmla="*/ 109212 w 274931"/>
              <a:gd name="connsiteY1" fmla="*/ 204788 h 482280"/>
              <a:gd name="connsiteX2" fmla="*/ 274931 w 274931"/>
              <a:gd name="connsiteY2" fmla="*/ 482280 h 482280"/>
              <a:gd name="connsiteX0" fmla="*/ 0 w 284715"/>
              <a:gd name="connsiteY0" fmla="*/ 0 h 484839"/>
              <a:gd name="connsiteX1" fmla="*/ 118996 w 284715"/>
              <a:gd name="connsiteY1" fmla="*/ 207347 h 484839"/>
              <a:gd name="connsiteX2" fmla="*/ 284715 w 284715"/>
              <a:gd name="connsiteY2" fmla="*/ 484839 h 484839"/>
              <a:gd name="connsiteX0" fmla="*/ 0 w 284715"/>
              <a:gd name="connsiteY0" fmla="*/ 0 h 484839"/>
              <a:gd name="connsiteX1" fmla="*/ 106767 w 284715"/>
              <a:gd name="connsiteY1" fmla="*/ 212592 h 484839"/>
              <a:gd name="connsiteX2" fmla="*/ 284715 w 284715"/>
              <a:gd name="connsiteY2" fmla="*/ 484839 h 484839"/>
              <a:gd name="connsiteX0" fmla="*/ 0 w 274930"/>
              <a:gd name="connsiteY0" fmla="*/ 0 h 482278"/>
              <a:gd name="connsiteX1" fmla="*/ 106767 w 274930"/>
              <a:gd name="connsiteY1" fmla="*/ 212592 h 482278"/>
              <a:gd name="connsiteX2" fmla="*/ 274930 w 274930"/>
              <a:gd name="connsiteY2" fmla="*/ 482278 h 482278"/>
              <a:gd name="connsiteX0" fmla="*/ 0 w 280406"/>
              <a:gd name="connsiteY0" fmla="*/ 0 h 490547"/>
              <a:gd name="connsiteX1" fmla="*/ 112243 w 280406"/>
              <a:gd name="connsiteY1" fmla="*/ 220861 h 490547"/>
              <a:gd name="connsiteX2" fmla="*/ 280406 w 280406"/>
              <a:gd name="connsiteY2" fmla="*/ 490547 h 490547"/>
              <a:gd name="connsiteX0" fmla="*/ 0 w 299153"/>
              <a:gd name="connsiteY0" fmla="*/ 0 h 521554"/>
              <a:gd name="connsiteX1" fmla="*/ 112243 w 299153"/>
              <a:gd name="connsiteY1" fmla="*/ 220861 h 521554"/>
              <a:gd name="connsiteX2" fmla="*/ 299153 w 299153"/>
              <a:gd name="connsiteY2" fmla="*/ 521554 h 521554"/>
              <a:gd name="connsiteX0" fmla="*/ 7775 w 306928"/>
              <a:gd name="connsiteY0" fmla="*/ 0 h 521554"/>
              <a:gd name="connsiteX1" fmla="*/ 25 w 306928"/>
              <a:gd name="connsiteY1" fmla="*/ 7171 h 521554"/>
              <a:gd name="connsiteX2" fmla="*/ 120018 w 306928"/>
              <a:gd name="connsiteY2" fmla="*/ 220861 h 521554"/>
              <a:gd name="connsiteX3" fmla="*/ 306928 w 306928"/>
              <a:gd name="connsiteY3" fmla="*/ 521554 h 521554"/>
              <a:gd name="connsiteX0" fmla="*/ 7775 w 306928"/>
              <a:gd name="connsiteY0" fmla="*/ 0 h 521554"/>
              <a:gd name="connsiteX1" fmla="*/ 25 w 306928"/>
              <a:gd name="connsiteY1" fmla="*/ 7171 h 521554"/>
              <a:gd name="connsiteX2" fmla="*/ 145117 w 306928"/>
              <a:gd name="connsiteY2" fmla="*/ 239156 h 521554"/>
              <a:gd name="connsiteX3" fmla="*/ 306928 w 306928"/>
              <a:gd name="connsiteY3" fmla="*/ 521554 h 521554"/>
              <a:gd name="connsiteX0" fmla="*/ 7775 w 301231"/>
              <a:gd name="connsiteY0" fmla="*/ 0 h 523090"/>
              <a:gd name="connsiteX1" fmla="*/ 25 w 301231"/>
              <a:gd name="connsiteY1" fmla="*/ 7171 h 523090"/>
              <a:gd name="connsiteX2" fmla="*/ 145117 w 301231"/>
              <a:gd name="connsiteY2" fmla="*/ 239156 h 523090"/>
              <a:gd name="connsiteX3" fmla="*/ 301231 w 301231"/>
              <a:gd name="connsiteY3" fmla="*/ 523090 h 523090"/>
              <a:gd name="connsiteX0" fmla="*/ 0 w 301206"/>
              <a:gd name="connsiteY0" fmla="*/ 0 h 515919"/>
              <a:gd name="connsiteX1" fmla="*/ 145092 w 301206"/>
              <a:gd name="connsiteY1" fmla="*/ 231985 h 515919"/>
              <a:gd name="connsiteX2" fmla="*/ 301206 w 301206"/>
              <a:gd name="connsiteY2" fmla="*/ 515919 h 515919"/>
              <a:gd name="connsiteX0" fmla="*/ 0 w 306685"/>
              <a:gd name="connsiteY0" fmla="*/ 0 h 518106"/>
              <a:gd name="connsiteX1" fmla="*/ 150571 w 306685"/>
              <a:gd name="connsiteY1" fmla="*/ 234172 h 518106"/>
              <a:gd name="connsiteX2" fmla="*/ 306685 w 306685"/>
              <a:gd name="connsiteY2" fmla="*/ 518106 h 518106"/>
            </a:gdLst>
            <a:ahLst/>
            <a:cxnLst>
              <a:cxn ang="0">
                <a:pos x="connsiteX0" y="connsiteY0"/>
              </a:cxn>
              <a:cxn ang="0">
                <a:pos x="connsiteX1" y="connsiteY1"/>
              </a:cxn>
              <a:cxn ang="0">
                <a:pos x="connsiteX2" y="connsiteY2"/>
              </a:cxn>
            </a:cxnLst>
            <a:rect l="l" t="t" r="r" b="b"/>
            <a:pathLst>
              <a:path w="306685" h="518106">
                <a:moveTo>
                  <a:pt x="0" y="0"/>
                </a:moveTo>
                <a:lnTo>
                  <a:pt x="150571" y="234172"/>
                </a:lnTo>
                <a:lnTo>
                  <a:pt x="306685" y="518106"/>
                </a:lnTo>
              </a:path>
            </a:pathLst>
          </a:cu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14" name="任意多边形 13"/>
          <p:cNvSpPr/>
          <p:nvPr/>
        </p:nvSpPr>
        <p:spPr bwMode="auto">
          <a:xfrm rot="227954">
            <a:off x="7178265" y="4097041"/>
            <a:ext cx="222518" cy="524078"/>
          </a:xfrm>
          <a:custGeom>
            <a:avLst/>
            <a:gdLst>
              <a:gd name="connsiteX0" fmla="*/ 0 w 238863"/>
              <a:gd name="connsiteY0" fmla="*/ 0 h 526247"/>
              <a:gd name="connsiteX1" fmla="*/ 85841 w 238863"/>
              <a:gd name="connsiteY1" fmla="*/ 164219 h 526247"/>
              <a:gd name="connsiteX2" fmla="*/ 179147 w 238863"/>
              <a:gd name="connsiteY2" fmla="*/ 350831 h 526247"/>
              <a:gd name="connsiteX3" fmla="*/ 238863 w 238863"/>
              <a:gd name="connsiteY3" fmla="*/ 526247 h 526247"/>
              <a:gd name="connsiteX0" fmla="*/ 0 w 222995"/>
              <a:gd name="connsiteY0" fmla="*/ 0 h 532198"/>
              <a:gd name="connsiteX1" fmla="*/ 69973 w 222995"/>
              <a:gd name="connsiteY1" fmla="*/ 170170 h 532198"/>
              <a:gd name="connsiteX2" fmla="*/ 163279 w 222995"/>
              <a:gd name="connsiteY2" fmla="*/ 356782 h 532198"/>
              <a:gd name="connsiteX3" fmla="*/ 222995 w 222995"/>
              <a:gd name="connsiteY3" fmla="*/ 532198 h 532198"/>
              <a:gd name="connsiteX0" fmla="*/ 0 w 222995"/>
              <a:gd name="connsiteY0" fmla="*/ 0 h 532198"/>
              <a:gd name="connsiteX1" fmla="*/ 97742 w 222995"/>
              <a:gd name="connsiteY1" fmla="*/ 178104 h 532198"/>
              <a:gd name="connsiteX2" fmla="*/ 163279 w 222995"/>
              <a:gd name="connsiteY2" fmla="*/ 356782 h 532198"/>
              <a:gd name="connsiteX3" fmla="*/ 222995 w 222995"/>
              <a:gd name="connsiteY3" fmla="*/ 532198 h 532198"/>
              <a:gd name="connsiteX0" fmla="*/ 0 w 199193"/>
              <a:gd name="connsiteY0" fmla="*/ 0 h 450874"/>
              <a:gd name="connsiteX1" fmla="*/ 97742 w 199193"/>
              <a:gd name="connsiteY1" fmla="*/ 178104 h 450874"/>
              <a:gd name="connsiteX2" fmla="*/ 163279 w 199193"/>
              <a:gd name="connsiteY2" fmla="*/ 356782 h 450874"/>
              <a:gd name="connsiteX3" fmla="*/ 199193 w 199193"/>
              <a:gd name="connsiteY3" fmla="*/ 450874 h 450874"/>
              <a:gd name="connsiteX0" fmla="*/ 0 w 207127"/>
              <a:gd name="connsiteY0" fmla="*/ 0 h 492528"/>
              <a:gd name="connsiteX1" fmla="*/ 97742 w 207127"/>
              <a:gd name="connsiteY1" fmla="*/ 178104 h 492528"/>
              <a:gd name="connsiteX2" fmla="*/ 163279 w 207127"/>
              <a:gd name="connsiteY2" fmla="*/ 356782 h 492528"/>
              <a:gd name="connsiteX3" fmla="*/ 207127 w 207127"/>
              <a:gd name="connsiteY3" fmla="*/ 492528 h 492528"/>
              <a:gd name="connsiteX0" fmla="*/ 0 w 207127"/>
              <a:gd name="connsiteY0" fmla="*/ 0 h 492528"/>
              <a:gd name="connsiteX1" fmla="*/ 105676 w 207127"/>
              <a:gd name="connsiteY1" fmla="*/ 209841 h 492528"/>
              <a:gd name="connsiteX2" fmla="*/ 163279 w 207127"/>
              <a:gd name="connsiteY2" fmla="*/ 356782 h 492528"/>
              <a:gd name="connsiteX3" fmla="*/ 207127 w 207127"/>
              <a:gd name="connsiteY3" fmla="*/ 492528 h 492528"/>
              <a:gd name="connsiteX0" fmla="*/ 0 w 199192"/>
              <a:gd name="connsiteY0" fmla="*/ 0 h 482610"/>
              <a:gd name="connsiteX1" fmla="*/ 105676 w 199192"/>
              <a:gd name="connsiteY1" fmla="*/ 209841 h 482610"/>
              <a:gd name="connsiteX2" fmla="*/ 163279 w 199192"/>
              <a:gd name="connsiteY2" fmla="*/ 356782 h 482610"/>
              <a:gd name="connsiteX3" fmla="*/ 199192 w 199192"/>
              <a:gd name="connsiteY3" fmla="*/ 482610 h 482610"/>
              <a:gd name="connsiteX0" fmla="*/ 0 w 218424"/>
              <a:gd name="connsiteY0" fmla="*/ 0 h 518738"/>
              <a:gd name="connsiteX1" fmla="*/ 105676 w 218424"/>
              <a:gd name="connsiteY1" fmla="*/ 209841 h 518738"/>
              <a:gd name="connsiteX2" fmla="*/ 163279 w 218424"/>
              <a:gd name="connsiteY2" fmla="*/ 356782 h 518738"/>
              <a:gd name="connsiteX3" fmla="*/ 218424 w 218424"/>
              <a:gd name="connsiteY3" fmla="*/ 518738 h 518738"/>
              <a:gd name="connsiteX0" fmla="*/ 0 w 218424"/>
              <a:gd name="connsiteY0" fmla="*/ 0 h 518738"/>
              <a:gd name="connsiteX1" fmla="*/ 105676 w 218424"/>
              <a:gd name="connsiteY1" fmla="*/ 209841 h 518738"/>
              <a:gd name="connsiteX2" fmla="*/ 115180 w 218424"/>
              <a:gd name="connsiteY2" fmla="*/ 215205 h 518738"/>
              <a:gd name="connsiteX3" fmla="*/ 163279 w 218424"/>
              <a:gd name="connsiteY3" fmla="*/ 356782 h 518738"/>
              <a:gd name="connsiteX4" fmla="*/ 218424 w 218424"/>
              <a:gd name="connsiteY4" fmla="*/ 518738 h 518738"/>
              <a:gd name="connsiteX0" fmla="*/ 0 w 218424"/>
              <a:gd name="connsiteY0" fmla="*/ 0 h 518738"/>
              <a:gd name="connsiteX1" fmla="*/ 115180 w 218424"/>
              <a:gd name="connsiteY1" fmla="*/ 215205 h 518738"/>
              <a:gd name="connsiteX2" fmla="*/ 163279 w 218424"/>
              <a:gd name="connsiteY2" fmla="*/ 356782 h 518738"/>
              <a:gd name="connsiteX3" fmla="*/ 218424 w 218424"/>
              <a:gd name="connsiteY3" fmla="*/ 518738 h 518738"/>
              <a:gd name="connsiteX0" fmla="*/ 0 w 218424"/>
              <a:gd name="connsiteY0" fmla="*/ 0 h 518738"/>
              <a:gd name="connsiteX1" fmla="*/ 115180 w 218424"/>
              <a:gd name="connsiteY1" fmla="*/ 215205 h 518738"/>
              <a:gd name="connsiteX2" fmla="*/ 163279 w 218424"/>
              <a:gd name="connsiteY2" fmla="*/ 356782 h 518738"/>
              <a:gd name="connsiteX3" fmla="*/ 175593 w 218424"/>
              <a:gd name="connsiteY3" fmla="*/ 364552 h 518738"/>
              <a:gd name="connsiteX4" fmla="*/ 218424 w 218424"/>
              <a:gd name="connsiteY4" fmla="*/ 518738 h 518738"/>
              <a:gd name="connsiteX0" fmla="*/ 0 w 218424"/>
              <a:gd name="connsiteY0" fmla="*/ 0 h 518738"/>
              <a:gd name="connsiteX1" fmla="*/ 115180 w 218424"/>
              <a:gd name="connsiteY1" fmla="*/ 215205 h 518738"/>
              <a:gd name="connsiteX2" fmla="*/ 175593 w 218424"/>
              <a:gd name="connsiteY2" fmla="*/ 364552 h 518738"/>
              <a:gd name="connsiteX3" fmla="*/ 218424 w 218424"/>
              <a:gd name="connsiteY3" fmla="*/ 518738 h 518738"/>
              <a:gd name="connsiteX0" fmla="*/ 0 w 231458"/>
              <a:gd name="connsiteY0" fmla="*/ 0 h 517873"/>
              <a:gd name="connsiteX1" fmla="*/ 115180 w 231458"/>
              <a:gd name="connsiteY1" fmla="*/ 215205 h 517873"/>
              <a:gd name="connsiteX2" fmla="*/ 175593 w 231458"/>
              <a:gd name="connsiteY2" fmla="*/ 364552 h 517873"/>
              <a:gd name="connsiteX3" fmla="*/ 231458 w 231458"/>
              <a:gd name="connsiteY3" fmla="*/ 517873 h 517873"/>
              <a:gd name="connsiteX0" fmla="*/ 0 w 231458"/>
              <a:gd name="connsiteY0" fmla="*/ 0 h 517873"/>
              <a:gd name="connsiteX1" fmla="*/ 116541 w 231458"/>
              <a:gd name="connsiteY1" fmla="*/ 235687 h 517873"/>
              <a:gd name="connsiteX2" fmla="*/ 175593 w 231458"/>
              <a:gd name="connsiteY2" fmla="*/ 364552 h 517873"/>
              <a:gd name="connsiteX3" fmla="*/ 231458 w 231458"/>
              <a:gd name="connsiteY3" fmla="*/ 517873 h 517873"/>
              <a:gd name="connsiteX0" fmla="*/ 0 w 222271"/>
              <a:gd name="connsiteY0" fmla="*/ 0 h 520354"/>
              <a:gd name="connsiteX1" fmla="*/ 107354 w 222271"/>
              <a:gd name="connsiteY1" fmla="*/ 238168 h 520354"/>
              <a:gd name="connsiteX2" fmla="*/ 166406 w 222271"/>
              <a:gd name="connsiteY2" fmla="*/ 367033 h 520354"/>
              <a:gd name="connsiteX3" fmla="*/ 222271 w 222271"/>
              <a:gd name="connsiteY3" fmla="*/ 520354 h 520354"/>
              <a:gd name="connsiteX0" fmla="*/ 0 w 221653"/>
              <a:gd name="connsiteY0" fmla="*/ 0 h 511043"/>
              <a:gd name="connsiteX1" fmla="*/ 107354 w 221653"/>
              <a:gd name="connsiteY1" fmla="*/ 238168 h 511043"/>
              <a:gd name="connsiteX2" fmla="*/ 166406 w 221653"/>
              <a:gd name="connsiteY2" fmla="*/ 367033 h 511043"/>
              <a:gd name="connsiteX3" fmla="*/ 221653 w 221653"/>
              <a:gd name="connsiteY3" fmla="*/ 511043 h 511043"/>
              <a:gd name="connsiteX0" fmla="*/ 0 w 222518"/>
              <a:gd name="connsiteY0" fmla="*/ 0 h 524078"/>
              <a:gd name="connsiteX1" fmla="*/ 107354 w 222518"/>
              <a:gd name="connsiteY1" fmla="*/ 238168 h 524078"/>
              <a:gd name="connsiteX2" fmla="*/ 166406 w 222518"/>
              <a:gd name="connsiteY2" fmla="*/ 367033 h 524078"/>
              <a:gd name="connsiteX3" fmla="*/ 222518 w 222518"/>
              <a:gd name="connsiteY3" fmla="*/ 524078 h 524078"/>
            </a:gdLst>
            <a:ahLst/>
            <a:cxnLst>
              <a:cxn ang="0">
                <a:pos x="connsiteX0" y="connsiteY0"/>
              </a:cxn>
              <a:cxn ang="0">
                <a:pos x="connsiteX1" y="connsiteY1"/>
              </a:cxn>
              <a:cxn ang="0">
                <a:pos x="connsiteX2" y="connsiteY2"/>
              </a:cxn>
              <a:cxn ang="0">
                <a:pos x="connsiteX3" y="connsiteY3"/>
              </a:cxn>
            </a:cxnLst>
            <a:rect l="l" t="t" r="r" b="b"/>
            <a:pathLst>
              <a:path w="222518" h="524078">
                <a:moveTo>
                  <a:pt x="0" y="0"/>
                </a:moveTo>
                <a:lnTo>
                  <a:pt x="107354" y="238168"/>
                </a:lnTo>
                <a:lnTo>
                  <a:pt x="166406" y="367033"/>
                </a:lnTo>
                <a:lnTo>
                  <a:pt x="222518" y="524078"/>
                </a:lnTo>
              </a:path>
            </a:pathLst>
          </a:cu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27" name="任意多边形 26"/>
          <p:cNvSpPr/>
          <p:nvPr/>
        </p:nvSpPr>
        <p:spPr bwMode="auto">
          <a:xfrm rot="167757">
            <a:off x="6646428" y="4270027"/>
            <a:ext cx="167011" cy="440850"/>
          </a:xfrm>
          <a:custGeom>
            <a:avLst/>
            <a:gdLst>
              <a:gd name="connsiteX0" fmla="*/ 0 w 182880"/>
              <a:gd name="connsiteY0" fmla="*/ 0 h 496388"/>
              <a:gd name="connsiteX1" fmla="*/ 63448 w 182880"/>
              <a:gd name="connsiteY1" fmla="*/ 153022 h 496388"/>
              <a:gd name="connsiteX2" fmla="*/ 130628 w 182880"/>
              <a:gd name="connsiteY2" fmla="*/ 328437 h 496388"/>
              <a:gd name="connsiteX3" fmla="*/ 182880 w 182880"/>
              <a:gd name="connsiteY3" fmla="*/ 496388 h 496388"/>
              <a:gd name="connsiteX0" fmla="*/ 0 w 167011"/>
              <a:gd name="connsiteY0" fmla="*/ 0 h 440850"/>
              <a:gd name="connsiteX1" fmla="*/ 63448 w 167011"/>
              <a:gd name="connsiteY1" fmla="*/ 153022 h 440850"/>
              <a:gd name="connsiteX2" fmla="*/ 130628 w 167011"/>
              <a:gd name="connsiteY2" fmla="*/ 328437 h 440850"/>
              <a:gd name="connsiteX3" fmla="*/ 167011 w 167011"/>
              <a:gd name="connsiteY3" fmla="*/ 440850 h 440850"/>
              <a:gd name="connsiteX0" fmla="*/ 0 w 167011"/>
              <a:gd name="connsiteY0" fmla="*/ 0 h 440850"/>
              <a:gd name="connsiteX1" fmla="*/ 63448 w 167011"/>
              <a:gd name="connsiteY1" fmla="*/ 153022 h 440850"/>
              <a:gd name="connsiteX2" fmla="*/ 130628 w 167011"/>
              <a:gd name="connsiteY2" fmla="*/ 328437 h 440850"/>
              <a:gd name="connsiteX3" fmla="*/ 167011 w 167011"/>
              <a:gd name="connsiteY3" fmla="*/ 440850 h 440850"/>
            </a:gdLst>
            <a:ahLst/>
            <a:cxnLst>
              <a:cxn ang="0">
                <a:pos x="connsiteX0" y="connsiteY0"/>
              </a:cxn>
              <a:cxn ang="0">
                <a:pos x="connsiteX1" y="connsiteY1"/>
              </a:cxn>
              <a:cxn ang="0">
                <a:pos x="connsiteX2" y="connsiteY2"/>
              </a:cxn>
              <a:cxn ang="0">
                <a:pos x="connsiteX3" y="connsiteY3"/>
              </a:cxn>
            </a:cxnLst>
            <a:rect l="l" t="t" r="r" b="b"/>
            <a:pathLst>
              <a:path w="167011" h="440850">
                <a:moveTo>
                  <a:pt x="0" y="0"/>
                </a:moveTo>
                <a:lnTo>
                  <a:pt x="63448" y="153022"/>
                </a:lnTo>
                <a:lnTo>
                  <a:pt x="130628" y="328437"/>
                </a:lnTo>
                <a:lnTo>
                  <a:pt x="167011" y="440850"/>
                </a:lnTo>
              </a:path>
            </a:pathLst>
          </a:cu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67" name="任意多边形 66"/>
          <p:cNvSpPr/>
          <p:nvPr/>
        </p:nvSpPr>
        <p:spPr bwMode="auto">
          <a:xfrm rot="282901">
            <a:off x="6159756" y="4432858"/>
            <a:ext cx="167937" cy="373825"/>
          </a:xfrm>
          <a:custGeom>
            <a:avLst/>
            <a:gdLst>
              <a:gd name="connsiteX0" fmla="*/ 0 w 205273"/>
              <a:gd name="connsiteY0" fmla="*/ 0 h 440404"/>
              <a:gd name="connsiteX1" fmla="*/ 82109 w 205273"/>
              <a:gd name="connsiteY1" fmla="*/ 134360 h 440404"/>
              <a:gd name="connsiteX2" fmla="*/ 145557 w 205273"/>
              <a:gd name="connsiteY2" fmla="*/ 302311 h 440404"/>
              <a:gd name="connsiteX3" fmla="*/ 205273 w 205273"/>
              <a:gd name="connsiteY3" fmla="*/ 440404 h 440404"/>
              <a:gd name="connsiteX0" fmla="*/ 0 w 205273"/>
              <a:gd name="connsiteY0" fmla="*/ 0 h 440404"/>
              <a:gd name="connsiteX1" fmla="*/ 73026 w 205273"/>
              <a:gd name="connsiteY1" fmla="*/ 152527 h 440404"/>
              <a:gd name="connsiteX2" fmla="*/ 145557 w 205273"/>
              <a:gd name="connsiteY2" fmla="*/ 302311 h 440404"/>
              <a:gd name="connsiteX3" fmla="*/ 205273 w 205273"/>
              <a:gd name="connsiteY3" fmla="*/ 440404 h 440404"/>
              <a:gd name="connsiteX0" fmla="*/ 0 w 167937"/>
              <a:gd name="connsiteY0" fmla="*/ 0 h 373825"/>
              <a:gd name="connsiteX1" fmla="*/ 73026 w 167937"/>
              <a:gd name="connsiteY1" fmla="*/ 152527 h 373825"/>
              <a:gd name="connsiteX2" fmla="*/ 145557 w 167937"/>
              <a:gd name="connsiteY2" fmla="*/ 302311 h 373825"/>
              <a:gd name="connsiteX3" fmla="*/ 167937 w 167937"/>
              <a:gd name="connsiteY3" fmla="*/ 373825 h 373825"/>
              <a:gd name="connsiteX0" fmla="*/ 0 w 167937"/>
              <a:gd name="connsiteY0" fmla="*/ 0 h 373825"/>
              <a:gd name="connsiteX1" fmla="*/ 73026 w 167937"/>
              <a:gd name="connsiteY1" fmla="*/ 152527 h 373825"/>
              <a:gd name="connsiteX2" fmla="*/ 130578 w 167937"/>
              <a:gd name="connsiteY2" fmla="*/ 289616 h 373825"/>
              <a:gd name="connsiteX3" fmla="*/ 167937 w 167937"/>
              <a:gd name="connsiteY3" fmla="*/ 373825 h 373825"/>
            </a:gdLst>
            <a:ahLst/>
            <a:cxnLst>
              <a:cxn ang="0">
                <a:pos x="connsiteX0" y="connsiteY0"/>
              </a:cxn>
              <a:cxn ang="0">
                <a:pos x="connsiteX1" y="connsiteY1"/>
              </a:cxn>
              <a:cxn ang="0">
                <a:pos x="connsiteX2" y="connsiteY2"/>
              </a:cxn>
              <a:cxn ang="0">
                <a:pos x="connsiteX3" y="connsiteY3"/>
              </a:cxn>
            </a:cxnLst>
            <a:rect l="l" t="t" r="r" b="b"/>
            <a:pathLst>
              <a:path w="167937" h="373825">
                <a:moveTo>
                  <a:pt x="0" y="0"/>
                </a:moveTo>
                <a:lnTo>
                  <a:pt x="73026" y="152527"/>
                </a:lnTo>
                <a:lnTo>
                  <a:pt x="130578" y="289616"/>
                </a:lnTo>
                <a:lnTo>
                  <a:pt x="167937" y="373825"/>
                </a:lnTo>
              </a:path>
            </a:pathLst>
          </a:cu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70" name="任意多边形 69"/>
          <p:cNvSpPr/>
          <p:nvPr/>
        </p:nvSpPr>
        <p:spPr bwMode="auto">
          <a:xfrm>
            <a:off x="5972757" y="4497813"/>
            <a:ext cx="89812" cy="363072"/>
          </a:xfrm>
          <a:custGeom>
            <a:avLst/>
            <a:gdLst>
              <a:gd name="connsiteX0" fmla="*/ 0 w 153022"/>
              <a:gd name="connsiteY0" fmla="*/ 0 h 522514"/>
              <a:gd name="connsiteX1" fmla="*/ 63448 w 153022"/>
              <a:gd name="connsiteY1" fmla="*/ 160486 h 522514"/>
              <a:gd name="connsiteX2" fmla="*/ 104503 w 153022"/>
              <a:gd name="connsiteY2" fmla="*/ 339634 h 522514"/>
              <a:gd name="connsiteX3" fmla="*/ 153022 w 153022"/>
              <a:gd name="connsiteY3" fmla="*/ 522514 h 522514"/>
              <a:gd name="connsiteX0" fmla="*/ 0 w 104503"/>
              <a:gd name="connsiteY0" fmla="*/ 0 h 339634"/>
              <a:gd name="connsiteX1" fmla="*/ 63448 w 104503"/>
              <a:gd name="connsiteY1" fmla="*/ 160486 h 339634"/>
              <a:gd name="connsiteX2" fmla="*/ 104503 w 104503"/>
              <a:gd name="connsiteY2" fmla="*/ 339634 h 339634"/>
              <a:gd name="connsiteX0" fmla="*/ 0 w 124338"/>
              <a:gd name="connsiteY0" fmla="*/ 0 h 357485"/>
              <a:gd name="connsiteX1" fmla="*/ 63448 w 124338"/>
              <a:gd name="connsiteY1" fmla="*/ 160486 h 357485"/>
              <a:gd name="connsiteX2" fmla="*/ 124338 w 124338"/>
              <a:gd name="connsiteY2" fmla="*/ 357485 h 357485"/>
              <a:gd name="connsiteX0" fmla="*/ 0 w 124338"/>
              <a:gd name="connsiteY0" fmla="*/ 0 h 357485"/>
              <a:gd name="connsiteX1" fmla="*/ 77333 w 124338"/>
              <a:gd name="connsiteY1" fmla="*/ 154536 h 357485"/>
              <a:gd name="connsiteX2" fmla="*/ 124338 w 124338"/>
              <a:gd name="connsiteY2" fmla="*/ 357485 h 357485"/>
              <a:gd name="connsiteX0" fmla="*/ 0 w 124338"/>
              <a:gd name="connsiteY0" fmla="*/ 0 h 357485"/>
              <a:gd name="connsiteX1" fmla="*/ 28583 w 124338"/>
              <a:gd name="connsiteY1" fmla="*/ 6314 h 357485"/>
              <a:gd name="connsiteX2" fmla="*/ 77333 w 124338"/>
              <a:gd name="connsiteY2" fmla="*/ 154536 h 357485"/>
              <a:gd name="connsiteX3" fmla="*/ 124338 w 124338"/>
              <a:gd name="connsiteY3" fmla="*/ 357485 h 357485"/>
              <a:gd name="connsiteX0" fmla="*/ 0 w 126321"/>
              <a:gd name="connsiteY0" fmla="*/ 0 h 363435"/>
              <a:gd name="connsiteX1" fmla="*/ 30566 w 126321"/>
              <a:gd name="connsiteY1" fmla="*/ 12264 h 363435"/>
              <a:gd name="connsiteX2" fmla="*/ 79316 w 126321"/>
              <a:gd name="connsiteY2" fmla="*/ 160486 h 363435"/>
              <a:gd name="connsiteX3" fmla="*/ 126321 w 126321"/>
              <a:gd name="connsiteY3" fmla="*/ 363435 h 363435"/>
              <a:gd name="connsiteX0" fmla="*/ 0 w 126321"/>
              <a:gd name="connsiteY0" fmla="*/ 0 h 363435"/>
              <a:gd name="connsiteX1" fmla="*/ 79316 w 126321"/>
              <a:gd name="connsiteY1" fmla="*/ 160486 h 363435"/>
              <a:gd name="connsiteX2" fmla="*/ 126321 w 126321"/>
              <a:gd name="connsiteY2" fmla="*/ 363435 h 363435"/>
              <a:gd name="connsiteX0" fmla="*/ 0 w 126321"/>
              <a:gd name="connsiteY0" fmla="*/ 11386 h 374821"/>
              <a:gd name="connsiteX1" fmla="*/ 36509 w 126321"/>
              <a:gd name="connsiteY1" fmla="*/ 11749 h 374821"/>
              <a:gd name="connsiteX2" fmla="*/ 79316 w 126321"/>
              <a:gd name="connsiteY2" fmla="*/ 171872 h 374821"/>
              <a:gd name="connsiteX3" fmla="*/ 126321 w 126321"/>
              <a:gd name="connsiteY3" fmla="*/ 374821 h 374821"/>
              <a:gd name="connsiteX0" fmla="*/ 0 w 89812"/>
              <a:gd name="connsiteY0" fmla="*/ 0 h 363072"/>
              <a:gd name="connsiteX1" fmla="*/ 42807 w 89812"/>
              <a:gd name="connsiteY1" fmla="*/ 160123 h 363072"/>
              <a:gd name="connsiteX2" fmla="*/ 89812 w 89812"/>
              <a:gd name="connsiteY2" fmla="*/ 363072 h 363072"/>
            </a:gdLst>
            <a:ahLst/>
            <a:cxnLst>
              <a:cxn ang="0">
                <a:pos x="connsiteX0" y="connsiteY0"/>
              </a:cxn>
              <a:cxn ang="0">
                <a:pos x="connsiteX1" y="connsiteY1"/>
              </a:cxn>
              <a:cxn ang="0">
                <a:pos x="connsiteX2" y="connsiteY2"/>
              </a:cxn>
            </a:cxnLst>
            <a:rect l="l" t="t" r="r" b="b"/>
            <a:pathLst>
              <a:path w="89812" h="363072">
                <a:moveTo>
                  <a:pt x="0" y="0"/>
                </a:moveTo>
                <a:cubicBezTo>
                  <a:pt x="13219" y="26748"/>
                  <a:pt x="21888" y="100603"/>
                  <a:pt x="42807" y="160123"/>
                </a:cubicBezTo>
                <a:lnTo>
                  <a:pt x="89812" y="363072"/>
                </a:lnTo>
              </a:path>
            </a:pathLst>
          </a:cu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71" name="任意多边形 70"/>
          <p:cNvSpPr/>
          <p:nvPr/>
        </p:nvSpPr>
        <p:spPr bwMode="auto">
          <a:xfrm>
            <a:off x="5783674" y="4566146"/>
            <a:ext cx="72533" cy="327183"/>
          </a:xfrm>
          <a:custGeom>
            <a:avLst/>
            <a:gdLst>
              <a:gd name="connsiteX0" fmla="*/ 0 w 119432"/>
              <a:gd name="connsiteY0" fmla="*/ 0 h 406815"/>
              <a:gd name="connsiteX1" fmla="*/ 41054 w 119432"/>
              <a:gd name="connsiteY1" fmla="*/ 100771 h 406815"/>
              <a:gd name="connsiteX2" fmla="*/ 89574 w 119432"/>
              <a:gd name="connsiteY2" fmla="*/ 272454 h 406815"/>
              <a:gd name="connsiteX3" fmla="*/ 119432 w 119432"/>
              <a:gd name="connsiteY3" fmla="*/ 406815 h 406815"/>
              <a:gd name="connsiteX0" fmla="*/ 0 w 119432"/>
              <a:gd name="connsiteY0" fmla="*/ 0 h 406815"/>
              <a:gd name="connsiteX1" fmla="*/ 41054 w 119432"/>
              <a:gd name="connsiteY1" fmla="*/ 144408 h 406815"/>
              <a:gd name="connsiteX2" fmla="*/ 89574 w 119432"/>
              <a:gd name="connsiteY2" fmla="*/ 272454 h 406815"/>
              <a:gd name="connsiteX3" fmla="*/ 119432 w 119432"/>
              <a:gd name="connsiteY3" fmla="*/ 406815 h 406815"/>
              <a:gd name="connsiteX0" fmla="*/ 0 w 119432"/>
              <a:gd name="connsiteY0" fmla="*/ 0 h 406815"/>
              <a:gd name="connsiteX1" fmla="*/ 41054 w 119432"/>
              <a:gd name="connsiteY1" fmla="*/ 144408 h 406815"/>
              <a:gd name="connsiteX2" fmla="*/ 89574 w 119432"/>
              <a:gd name="connsiteY2" fmla="*/ 272454 h 406815"/>
              <a:gd name="connsiteX3" fmla="*/ 72533 w 119432"/>
              <a:gd name="connsiteY3" fmla="*/ 307348 h 406815"/>
              <a:gd name="connsiteX4" fmla="*/ 119432 w 119432"/>
              <a:gd name="connsiteY4" fmla="*/ 406815 h 406815"/>
              <a:gd name="connsiteX0" fmla="*/ 0 w 119432"/>
              <a:gd name="connsiteY0" fmla="*/ 0 h 406815"/>
              <a:gd name="connsiteX1" fmla="*/ 41054 w 119432"/>
              <a:gd name="connsiteY1" fmla="*/ 144408 h 406815"/>
              <a:gd name="connsiteX2" fmla="*/ 77672 w 119432"/>
              <a:gd name="connsiteY2" fmla="*/ 282372 h 406815"/>
              <a:gd name="connsiteX3" fmla="*/ 72533 w 119432"/>
              <a:gd name="connsiteY3" fmla="*/ 307348 h 406815"/>
              <a:gd name="connsiteX4" fmla="*/ 119432 w 119432"/>
              <a:gd name="connsiteY4" fmla="*/ 406815 h 406815"/>
              <a:gd name="connsiteX0" fmla="*/ 0 w 119432"/>
              <a:gd name="connsiteY0" fmla="*/ 0 h 406815"/>
              <a:gd name="connsiteX1" fmla="*/ 41054 w 119432"/>
              <a:gd name="connsiteY1" fmla="*/ 144408 h 406815"/>
              <a:gd name="connsiteX2" fmla="*/ 72533 w 119432"/>
              <a:gd name="connsiteY2" fmla="*/ 307348 h 406815"/>
              <a:gd name="connsiteX3" fmla="*/ 119432 w 119432"/>
              <a:gd name="connsiteY3" fmla="*/ 406815 h 406815"/>
              <a:gd name="connsiteX0" fmla="*/ 0 w 119432"/>
              <a:gd name="connsiteY0" fmla="*/ 0 h 406815"/>
              <a:gd name="connsiteX1" fmla="*/ 41054 w 119432"/>
              <a:gd name="connsiteY1" fmla="*/ 144408 h 406815"/>
              <a:gd name="connsiteX2" fmla="*/ 72533 w 119432"/>
              <a:gd name="connsiteY2" fmla="*/ 327183 h 406815"/>
              <a:gd name="connsiteX3" fmla="*/ 119432 w 119432"/>
              <a:gd name="connsiteY3" fmla="*/ 406815 h 406815"/>
              <a:gd name="connsiteX0" fmla="*/ 0 w 72533"/>
              <a:gd name="connsiteY0" fmla="*/ 0 h 327183"/>
              <a:gd name="connsiteX1" fmla="*/ 41054 w 72533"/>
              <a:gd name="connsiteY1" fmla="*/ 144408 h 327183"/>
              <a:gd name="connsiteX2" fmla="*/ 72533 w 72533"/>
              <a:gd name="connsiteY2" fmla="*/ 327183 h 327183"/>
            </a:gdLst>
            <a:ahLst/>
            <a:cxnLst>
              <a:cxn ang="0">
                <a:pos x="connsiteX0" y="connsiteY0"/>
              </a:cxn>
              <a:cxn ang="0">
                <a:pos x="connsiteX1" y="connsiteY1"/>
              </a:cxn>
              <a:cxn ang="0">
                <a:pos x="connsiteX2" y="connsiteY2"/>
              </a:cxn>
            </a:cxnLst>
            <a:rect l="l" t="t" r="r" b="b"/>
            <a:pathLst>
              <a:path w="72533" h="327183">
                <a:moveTo>
                  <a:pt x="0" y="0"/>
                </a:moveTo>
                <a:lnTo>
                  <a:pt x="41054" y="144408"/>
                </a:lnTo>
                <a:lnTo>
                  <a:pt x="72533" y="327183"/>
                </a:lnTo>
              </a:path>
            </a:pathLst>
          </a:cu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74" name="任意多边形 73"/>
          <p:cNvSpPr/>
          <p:nvPr/>
        </p:nvSpPr>
        <p:spPr bwMode="auto">
          <a:xfrm>
            <a:off x="5625119" y="4645971"/>
            <a:ext cx="14929" cy="264989"/>
          </a:xfrm>
          <a:custGeom>
            <a:avLst/>
            <a:gdLst>
              <a:gd name="connsiteX0" fmla="*/ 0 w 18661"/>
              <a:gd name="connsiteY0" fmla="*/ 0 h 264989"/>
              <a:gd name="connsiteX1" fmla="*/ 18661 w 18661"/>
              <a:gd name="connsiteY1" fmla="*/ 111967 h 264989"/>
              <a:gd name="connsiteX2" fmla="*/ 14929 w 18661"/>
              <a:gd name="connsiteY2" fmla="*/ 164219 h 264989"/>
              <a:gd name="connsiteX3" fmla="*/ 7464 w 18661"/>
              <a:gd name="connsiteY3" fmla="*/ 264989 h 264989"/>
              <a:gd name="connsiteX0" fmla="*/ 0 w 14929"/>
              <a:gd name="connsiteY0" fmla="*/ 0 h 264989"/>
              <a:gd name="connsiteX1" fmla="*/ 14694 w 14929"/>
              <a:gd name="connsiteY1" fmla="*/ 92132 h 264989"/>
              <a:gd name="connsiteX2" fmla="*/ 14929 w 14929"/>
              <a:gd name="connsiteY2" fmla="*/ 164219 h 264989"/>
              <a:gd name="connsiteX3" fmla="*/ 7464 w 14929"/>
              <a:gd name="connsiteY3" fmla="*/ 264989 h 264989"/>
            </a:gdLst>
            <a:ahLst/>
            <a:cxnLst>
              <a:cxn ang="0">
                <a:pos x="connsiteX0" y="connsiteY0"/>
              </a:cxn>
              <a:cxn ang="0">
                <a:pos x="connsiteX1" y="connsiteY1"/>
              </a:cxn>
              <a:cxn ang="0">
                <a:pos x="connsiteX2" y="connsiteY2"/>
              </a:cxn>
              <a:cxn ang="0">
                <a:pos x="connsiteX3" y="connsiteY3"/>
              </a:cxn>
            </a:cxnLst>
            <a:rect l="l" t="t" r="r" b="b"/>
            <a:pathLst>
              <a:path w="14929" h="264989">
                <a:moveTo>
                  <a:pt x="0" y="0"/>
                </a:moveTo>
                <a:lnTo>
                  <a:pt x="14694" y="92132"/>
                </a:lnTo>
                <a:cubicBezTo>
                  <a:pt x="14772" y="116161"/>
                  <a:pt x="14851" y="140190"/>
                  <a:pt x="14929" y="164219"/>
                </a:cubicBezTo>
                <a:lnTo>
                  <a:pt x="7464" y="264989"/>
                </a:lnTo>
              </a:path>
            </a:pathLst>
          </a:cu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139" name="任意多边形 138"/>
          <p:cNvSpPr/>
          <p:nvPr/>
        </p:nvSpPr>
        <p:spPr bwMode="auto">
          <a:xfrm>
            <a:off x="6927325" y="4170769"/>
            <a:ext cx="154993" cy="504310"/>
          </a:xfrm>
          <a:custGeom>
            <a:avLst/>
            <a:gdLst>
              <a:gd name="connsiteX0" fmla="*/ 0 w 182880"/>
              <a:gd name="connsiteY0" fmla="*/ 0 h 496388"/>
              <a:gd name="connsiteX1" fmla="*/ 63448 w 182880"/>
              <a:gd name="connsiteY1" fmla="*/ 153022 h 496388"/>
              <a:gd name="connsiteX2" fmla="*/ 130628 w 182880"/>
              <a:gd name="connsiteY2" fmla="*/ 328437 h 496388"/>
              <a:gd name="connsiteX3" fmla="*/ 182880 w 182880"/>
              <a:gd name="connsiteY3" fmla="*/ 496388 h 496388"/>
              <a:gd name="connsiteX0" fmla="*/ 0 w 165028"/>
              <a:gd name="connsiteY0" fmla="*/ 0 h 492421"/>
              <a:gd name="connsiteX1" fmla="*/ 45596 w 165028"/>
              <a:gd name="connsiteY1" fmla="*/ 149055 h 492421"/>
              <a:gd name="connsiteX2" fmla="*/ 112776 w 165028"/>
              <a:gd name="connsiteY2" fmla="*/ 324470 h 492421"/>
              <a:gd name="connsiteX3" fmla="*/ 165028 w 165028"/>
              <a:gd name="connsiteY3" fmla="*/ 492421 h 492421"/>
              <a:gd name="connsiteX0" fmla="*/ 0 w 165028"/>
              <a:gd name="connsiteY0" fmla="*/ 0 h 492421"/>
              <a:gd name="connsiteX1" fmla="*/ 53530 w 165028"/>
              <a:gd name="connsiteY1" fmla="*/ 155006 h 492421"/>
              <a:gd name="connsiteX2" fmla="*/ 112776 w 165028"/>
              <a:gd name="connsiteY2" fmla="*/ 324470 h 492421"/>
              <a:gd name="connsiteX3" fmla="*/ 165028 w 165028"/>
              <a:gd name="connsiteY3" fmla="*/ 492421 h 492421"/>
              <a:gd name="connsiteX0" fmla="*/ 0 w 153127"/>
              <a:gd name="connsiteY0" fmla="*/ 0 h 472586"/>
              <a:gd name="connsiteX1" fmla="*/ 53530 w 153127"/>
              <a:gd name="connsiteY1" fmla="*/ 155006 h 472586"/>
              <a:gd name="connsiteX2" fmla="*/ 112776 w 153127"/>
              <a:gd name="connsiteY2" fmla="*/ 324470 h 472586"/>
              <a:gd name="connsiteX3" fmla="*/ 153127 w 153127"/>
              <a:gd name="connsiteY3" fmla="*/ 472586 h 472586"/>
              <a:gd name="connsiteX0" fmla="*/ 0 w 158725"/>
              <a:gd name="connsiteY0" fmla="*/ 0 h 491247"/>
              <a:gd name="connsiteX1" fmla="*/ 53530 w 158725"/>
              <a:gd name="connsiteY1" fmla="*/ 155006 h 491247"/>
              <a:gd name="connsiteX2" fmla="*/ 112776 w 158725"/>
              <a:gd name="connsiteY2" fmla="*/ 324470 h 491247"/>
              <a:gd name="connsiteX3" fmla="*/ 158725 w 158725"/>
              <a:gd name="connsiteY3" fmla="*/ 491247 h 491247"/>
              <a:gd name="connsiteX0" fmla="*/ 0 w 154993"/>
              <a:gd name="connsiteY0" fmla="*/ 0 h 504310"/>
              <a:gd name="connsiteX1" fmla="*/ 53530 w 154993"/>
              <a:gd name="connsiteY1" fmla="*/ 155006 h 504310"/>
              <a:gd name="connsiteX2" fmla="*/ 112776 w 154993"/>
              <a:gd name="connsiteY2" fmla="*/ 324470 h 504310"/>
              <a:gd name="connsiteX3" fmla="*/ 154993 w 154993"/>
              <a:gd name="connsiteY3" fmla="*/ 504310 h 504310"/>
            </a:gdLst>
            <a:ahLst/>
            <a:cxnLst>
              <a:cxn ang="0">
                <a:pos x="connsiteX0" y="connsiteY0"/>
              </a:cxn>
              <a:cxn ang="0">
                <a:pos x="connsiteX1" y="connsiteY1"/>
              </a:cxn>
              <a:cxn ang="0">
                <a:pos x="connsiteX2" y="connsiteY2"/>
              </a:cxn>
              <a:cxn ang="0">
                <a:pos x="connsiteX3" y="connsiteY3"/>
              </a:cxn>
            </a:cxnLst>
            <a:rect l="l" t="t" r="r" b="b"/>
            <a:pathLst>
              <a:path w="154993" h="504310">
                <a:moveTo>
                  <a:pt x="0" y="0"/>
                </a:moveTo>
                <a:lnTo>
                  <a:pt x="53530" y="155006"/>
                </a:lnTo>
                <a:lnTo>
                  <a:pt x="112776" y="324470"/>
                </a:lnTo>
                <a:lnTo>
                  <a:pt x="154993" y="504310"/>
                </a:lnTo>
              </a:path>
            </a:pathLst>
          </a:cu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142" name="任意多边形 141"/>
          <p:cNvSpPr/>
          <p:nvPr/>
        </p:nvSpPr>
        <p:spPr bwMode="auto">
          <a:xfrm rot="438297">
            <a:off x="6387767" y="4362353"/>
            <a:ext cx="182435" cy="385899"/>
          </a:xfrm>
          <a:custGeom>
            <a:avLst/>
            <a:gdLst>
              <a:gd name="connsiteX0" fmla="*/ 0 w 205273"/>
              <a:gd name="connsiteY0" fmla="*/ 0 h 440404"/>
              <a:gd name="connsiteX1" fmla="*/ 82109 w 205273"/>
              <a:gd name="connsiteY1" fmla="*/ 134360 h 440404"/>
              <a:gd name="connsiteX2" fmla="*/ 145557 w 205273"/>
              <a:gd name="connsiteY2" fmla="*/ 302311 h 440404"/>
              <a:gd name="connsiteX3" fmla="*/ 205273 w 205273"/>
              <a:gd name="connsiteY3" fmla="*/ 440404 h 440404"/>
              <a:gd name="connsiteX0" fmla="*/ 0 w 205273"/>
              <a:gd name="connsiteY0" fmla="*/ 0 h 440404"/>
              <a:gd name="connsiteX1" fmla="*/ 73026 w 205273"/>
              <a:gd name="connsiteY1" fmla="*/ 152527 h 440404"/>
              <a:gd name="connsiteX2" fmla="*/ 145557 w 205273"/>
              <a:gd name="connsiteY2" fmla="*/ 302311 h 440404"/>
              <a:gd name="connsiteX3" fmla="*/ 205273 w 205273"/>
              <a:gd name="connsiteY3" fmla="*/ 440404 h 440404"/>
              <a:gd name="connsiteX0" fmla="*/ 0 w 172705"/>
              <a:gd name="connsiteY0" fmla="*/ 0 h 383383"/>
              <a:gd name="connsiteX1" fmla="*/ 73026 w 172705"/>
              <a:gd name="connsiteY1" fmla="*/ 152527 h 383383"/>
              <a:gd name="connsiteX2" fmla="*/ 145557 w 172705"/>
              <a:gd name="connsiteY2" fmla="*/ 302311 h 383383"/>
              <a:gd name="connsiteX3" fmla="*/ 172705 w 172705"/>
              <a:gd name="connsiteY3" fmla="*/ 383383 h 383383"/>
              <a:gd name="connsiteX0" fmla="*/ 0 w 172705"/>
              <a:gd name="connsiteY0" fmla="*/ 0 h 383383"/>
              <a:gd name="connsiteX1" fmla="*/ 93481 w 172705"/>
              <a:gd name="connsiteY1" fmla="*/ 180008 h 383383"/>
              <a:gd name="connsiteX2" fmla="*/ 145557 w 172705"/>
              <a:gd name="connsiteY2" fmla="*/ 302311 h 383383"/>
              <a:gd name="connsiteX3" fmla="*/ 172705 w 172705"/>
              <a:gd name="connsiteY3" fmla="*/ 383383 h 383383"/>
              <a:gd name="connsiteX0" fmla="*/ 0 w 172705"/>
              <a:gd name="connsiteY0" fmla="*/ 0 h 383383"/>
              <a:gd name="connsiteX1" fmla="*/ 93481 w 172705"/>
              <a:gd name="connsiteY1" fmla="*/ 180008 h 383383"/>
              <a:gd name="connsiteX2" fmla="*/ 172705 w 172705"/>
              <a:gd name="connsiteY2" fmla="*/ 383383 h 383383"/>
              <a:gd name="connsiteX0" fmla="*/ 0 w 182435"/>
              <a:gd name="connsiteY0" fmla="*/ 0 h 385899"/>
              <a:gd name="connsiteX1" fmla="*/ 93481 w 182435"/>
              <a:gd name="connsiteY1" fmla="*/ 180008 h 385899"/>
              <a:gd name="connsiteX2" fmla="*/ 182435 w 182435"/>
              <a:gd name="connsiteY2" fmla="*/ 385899 h 385899"/>
            </a:gdLst>
            <a:ahLst/>
            <a:cxnLst>
              <a:cxn ang="0">
                <a:pos x="connsiteX0" y="connsiteY0"/>
              </a:cxn>
              <a:cxn ang="0">
                <a:pos x="connsiteX1" y="connsiteY1"/>
              </a:cxn>
              <a:cxn ang="0">
                <a:pos x="connsiteX2" y="connsiteY2"/>
              </a:cxn>
            </a:cxnLst>
            <a:rect l="l" t="t" r="r" b="b"/>
            <a:pathLst>
              <a:path w="182435" h="385899">
                <a:moveTo>
                  <a:pt x="0" y="0"/>
                </a:moveTo>
                <a:lnTo>
                  <a:pt x="93481" y="180008"/>
                </a:lnTo>
                <a:lnTo>
                  <a:pt x="182435" y="385899"/>
                </a:lnTo>
              </a:path>
            </a:pathLst>
          </a:cu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76" name="任意多边形 75"/>
          <p:cNvSpPr/>
          <p:nvPr/>
        </p:nvSpPr>
        <p:spPr bwMode="auto">
          <a:xfrm>
            <a:off x="5443069" y="4738054"/>
            <a:ext cx="3967" cy="152730"/>
          </a:xfrm>
          <a:custGeom>
            <a:avLst/>
            <a:gdLst>
              <a:gd name="connsiteX0" fmla="*/ 3967 w 3967"/>
              <a:gd name="connsiteY0" fmla="*/ 0 h 152730"/>
              <a:gd name="connsiteX1" fmla="*/ 0 w 3967"/>
              <a:gd name="connsiteY1" fmla="*/ 144796 h 152730"/>
              <a:gd name="connsiteX2" fmla="*/ 0 w 3967"/>
              <a:gd name="connsiteY2" fmla="*/ 152730 h 152730"/>
            </a:gdLst>
            <a:ahLst/>
            <a:cxnLst>
              <a:cxn ang="0">
                <a:pos x="connsiteX0" y="connsiteY0"/>
              </a:cxn>
              <a:cxn ang="0">
                <a:pos x="connsiteX1" y="connsiteY1"/>
              </a:cxn>
              <a:cxn ang="0">
                <a:pos x="connsiteX2" y="connsiteY2"/>
              </a:cxn>
            </a:cxnLst>
            <a:rect l="l" t="t" r="r" b="b"/>
            <a:pathLst>
              <a:path w="3967" h="152730">
                <a:moveTo>
                  <a:pt x="3967" y="0"/>
                </a:moveTo>
                <a:lnTo>
                  <a:pt x="0" y="144796"/>
                </a:lnTo>
                <a:lnTo>
                  <a:pt x="0" y="152730"/>
                </a:lnTo>
              </a:path>
            </a:pathLst>
          </a:cu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cxnSp>
        <p:nvCxnSpPr>
          <p:cNvPr id="160" name="直接连接符 159"/>
          <p:cNvCxnSpPr>
            <a:stCxn id="80" idx="3"/>
          </p:cNvCxnSpPr>
          <p:nvPr/>
        </p:nvCxnSpPr>
        <p:spPr bwMode="auto">
          <a:xfrm>
            <a:off x="5445202" y="3195638"/>
            <a:ext cx="1315164" cy="1402034"/>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2" name="直接连接符 171"/>
          <p:cNvCxnSpPr/>
          <p:nvPr/>
        </p:nvCxnSpPr>
        <p:spPr bwMode="auto">
          <a:xfrm>
            <a:off x="6615140" y="4089829"/>
            <a:ext cx="0" cy="645318"/>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3" name="直接连接符 172"/>
          <p:cNvCxnSpPr>
            <a:endCxn id="158" idx="4"/>
          </p:cNvCxnSpPr>
          <p:nvPr/>
        </p:nvCxnSpPr>
        <p:spPr bwMode="auto">
          <a:xfrm>
            <a:off x="6846121" y="3961241"/>
            <a:ext cx="4141" cy="557585"/>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75" name="Text Box 136"/>
          <p:cNvSpPr txBox="1">
            <a:spLocks noChangeArrowheads="1"/>
          </p:cNvSpPr>
          <p:nvPr/>
        </p:nvSpPr>
        <p:spPr bwMode="auto">
          <a:xfrm>
            <a:off x="5430878" y="3422861"/>
            <a:ext cx="478166" cy="3845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1800" b="1" dirty="0">
                <a:solidFill>
                  <a:srgbClr val="000066"/>
                </a:solidFill>
                <a:latin typeface="Times New Roman" panose="02020603050405020304" pitchFamily="18" charset="0"/>
                <a:sym typeface="Symbol" panose="05050102010706020507" pitchFamily="18" charset="2"/>
              </a:rPr>
              <a:t> </a:t>
            </a:r>
            <a:r>
              <a:rPr kumimoji="1" lang="en-US" altLang="zh-CN" sz="1800" b="1" i="1" dirty="0">
                <a:solidFill>
                  <a:srgbClr val="000066"/>
                </a:solidFill>
                <a:latin typeface="Times New Roman" panose="02020603050405020304" pitchFamily="18" charset="0"/>
                <a:sym typeface="Symbol" panose="05050102010706020507" pitchFamily="18" charset="2"/>
              </a:rPr>
              <a:t></a:t>
            </a:r>
            <a:r>
              <a:rPr kumimoji="1" lang="en-US" altLang="zh-CN" sz="1800" b="1" baseline="-25000" dirty="0" err="1">
                <a:solidFill>
                  <a:srgbClr val="000066"/>
                </a:solidFill>
                <a:latin typeface="Times New Roman" panose="02020603050405020304" pitchFamily="18" charset="0"/>
                <a:sym typeface="Symbol" panose="05050102010706020507" pitchFamily="18" charset="2"/>
              </a:rPr>
              <a:t>i</a:t>
            </a:r>
            <a:endParaRPr kumimoji="1" lang="en-US" altLang="zh-CN" sz="1800" b="1" baseline="-25000" dirty="0">
              <a:solidFill>
                <a:srgbClr val="000066"/>
              </a:solidFill>
              <a:latin typeface="Times New Roman" panose="02020603050405020304" pitchFamily="18" charset="0"/>
            </a:endParaRPr>
          </a:p>
        </p:txBody>
      </p:sp>
      <p:sp>
        <p:nvSpPr>
          <p:cNvPr id="176" name="Arc 52"/>
          <p:cNvSpPr>
            <a:spLocks/>
          </p:cNvSpPr>
          <p:nvPr/>
        </p:nvSpPr>
        <p:spPr bwMode="auto">
          <a:xfrm rot="6458630">
            <a:off x="5487618" y="3361097"/>
            <a:ext cx="132426" cy="17244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9525">
            <a:solidFill>
              <a:schemeClr val="tx1"/>
            </a:solidFill>
            <a:round/>
            <a:headEnd type="triangle" w="med" len="me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cxnSp>
        <p:nvCxnSpPr>
          <p:cNvPr id="179" name="直接连接符 178"/>
          <p:cNvCxnSpPr/>
          <p:nvPr/>
        </p:nvCxnSpPr>
        <p:spPr bwMode="auto">
          <a:xfrm>
            <a:off x="2206904" y="2965234"/>
            <a:ext cx="0" cy="2030962"/>
          </a:xfrm>
          <a:prstGeom prst="line">
            <a:avLst/>
          </a:prstGeom>
          <a:noFill/>
          <a:ln w="9525" cap="flat" cmpd="sng" algn="ctr">
            <a:solidFill>
              <a:schemeClr val="tx1"/>
            </a:solidFill>
            <a:prstDash val="dashDot"/>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80" name="任意多边形 179"/>
          <p:cNvSpPr/>
          <p:nvPr/>
        </p:nvSpPr>
        <p:spPr bwMode="auto">
          <a:xfrm>
            <a:off x="1383809" y="3524643"/>
            <a:ext cx="1291321" cy="470776"/>
          </a:xfrm>
          <a:custGeom>
            <a:avLst/>
            <a:gdLst>
              <a:gd name="connsiteX0" fmla="*/ 0 w 559594"/>
              <a:gd name="connsiteY0" fmla="*/ 185737 h 185737"/>
              <a:gd name="connsiteX1" fmla="*/ 221456 w 559594"/>
              <a:gd name="connsiteY1" fmla="*/ 116681 h 185737"/>
              <a:gd name="connsiteX2" fmla="*/ 404812 w 559594"/>
              <a:gd name="connsiteY2" fmla="*/ 47625 h 185737"/>
              <a:gd name="connsiteX3" fmla="*/ 559594 w 559594"/>
              <a:gd name="connsiteY3" fmla="*/ 0 h 185737"/>
              <a:gd name="connsiteX0" fmla="*/ 0 w 552450"/>
              <a:gd name="connsiteY0" fmla="*/ 195262 h 195262"/>
              <a:gd name="connsiteX1" fmla="*/ 214312 w 552450"/>
              <a:gd name="connsiteY1" fmla="*/ 116681 h 195262"/>
              <a:gd name="connsiteX2" fmla="*/ 397668 w 552450"/>
              <a:gd name="connsiteY2" fmla="*/ 47625 h 195262"/>
              <a:gd name="connsiteX3" fmla="*/ 552450 w 552450"/>
              <a:gd name="connsiteY3" fmla="*/ 0 h 195262"/>
              <a:gd name="connsiteX0" fmla="*/ 0 w 528637"/>
              <a:gd name="connsiteY0" fmla="*/ 188118 h 188118"/>
              <a:gd name="connsiteX1" fmla="*/ 190499 w 528637"/>
              <a:gd name="connsiteY1" fmla="*/ 116681 h 188118"/>
              <a:gd name="connsiteX2" fmla="*/ 373855 w 528637"/>
              <a:gd name="connsiteY2" fmla="*/ 47625 h 188118"/>
              <a:gd name="connsiteX3" fmla="*/ 528637 w 528637"/>
              <a:gd name="connsiteY3" fmla="*/ 0 h 188118"/>
              <a:gd name="connsiteX0" fmla="*/ 0 w 528637"/>
              <a:gd name="connsiteY0" fmla="*/ 188118 h 188118"/>
              <a:gd name="connsiteX1" fmla="*/ 180974 w 528637"/>
              <a:gd name="connsiteY1" fmla="*/ 116681 h 188118"/>
              <a:gd name="connsiteX2" fmla="*/ 373855 w 528637"/>
              <a:gd name="connsiteY2" fmla="*/ 47625 h 188118"/>
              <a:gd name="connsiteX3" fmla="*/ 528637 w 528637"/>
              <a:gd name="connsiteY3" fmla="*/ 0 h 188118"/>
              <a:gd name="connsiteX0" fmla="*/ 0 w 528637"/>
              <a:gd name="connsiteY0" fmla="*/ 188118 h 188118"/>
              <a:gd name="connsiteX1" fmla="*/ 63488 w 528637"/>
              <a:gd name="connsiteY1" fmla="*/ 161683 h 188118"/>
              <a:gd name="connsiteX2" fmla="*/ 180974 w 528637"/>
              <a:gd name="connsiteY2" fmla="*/ 116681 h 188118"/>
              <a:gd name="connsiteX3" fmla="*/ 373855 w 528637"/>
              <a:gd name="connsiteY3" fmla="*/ 47625 h 188118"/>
              <a:gd name="connsiteX4" fmla="*/ 528637 w 528637"/>
              <a:gd name="connsiteY4" fmla="*/ 0 h 188118"/>
              <a:gd name="connsiteX0" fmla="*/ 0 w 528637"/>
              <a:gd name="connsiteY0" fmla="*/ 188118 h 188118"/>
              <a:gd name="connsiteX1" fmla="*/ 60897 w 528637"/>
              <a:gd name="connsiteY1" fmla="*/ 165570 h 188118"/>
              <a:gd name="connsiteX2" fmla="*/ 180974 w 528637"/>
              <a:gd name="connsiteY2" fmla="*/ 116681 h 188118"/>
              <a:gd name="connsiteX3" fmla="*/ 373855 w 528637"/>
              <a:gd name="connsiteY3" fmla="*/ 47625 h 188118"/>
              <a:gd name="connsiteX4" fmla="*/ 528637 w 528637"/>
              <a:gd name="connsiteY4" fmla="*/ 0 h 188118"/>
              <a:gd name="connsiteX0" fmla="*/ 0 w 532524"/>
              <a:gd name="connsiteY0" fmla="*/ 195892 h 195892"/>
              <a:gd name="connsiteX1" fmla="*/ 64784 w 532524"/>
              <a:gd name="connsiteY1" fmla="*/ 165570 h 195892"/>
              <a:gd name="connsiteX2" fmla="*/ 184861 w 532524"/>
              <a:gd name="connsiteY2" fmla="*/ 116681 h 195892"/>
              <a:gd name="connsiteX3" fmla="*/ 377742 w 532524"/>
              <a:gd name="connsiteY3" fmla="*/ 47625 h 195892"/>
              <a:gd name="connsiteX4" fmla="*/ 532524 w 532524"/>
              <a:gd name="connsiteY4" fmla="*/ 0 h 195892"/>
              <a:gd name="connsiteX0" fmla="*/ 0 w 467740"/>
              <a:gd name="connsiteY0" fmla="*/ 165570 h 165570"/>
              <a:gd name="connsiteX1" fmla="*/ 120077 w 467740"/>
              <a:gd name="connsiteY1" fmla="*/ 116681 h 165570"/>
              <a:gd name="connsiteX2" fmla="*/ 312958 w 467740"/>
              <a:gd name="connsiteY2" fmla="*/ 47625 h 165570"/>
              <a:gd name="connsiteX3" fmla="*/ 467740 w 467740"/>
              <a:gd name="connsiteY3" fmla="*/ 0 h 165570"/>
              <a:gd name="connsiteX0" fmla="*/ 0 w 431461"/>
              <a:gd name="connsiteY0" fmla="*/ 157796 h 157796"/>
              <a:gd name="connsiteX1" fmla="*/ 120077 w 431461"/>
              <a:gd name="connsiteY1" fmla="*/ 108907 h 157796"/>
              <a:gd name="connsiteX2" fmla="*/ 312958 w 431461"/>
              <a:gd name="connsiteY2" fmla="*/ 39851 h 157796"/>
              <a:gd name="connsiteX3" fmla="*/ 431461 w 431461"/>
              <a:gd name="connsiteY3" fmla="*/ 0 h 157796"/>
              <a:gd name="connsiteX0" fmla="*/ 0 w 427574"/>
              <a:gd name="connsiteY0" fmla="*/ 153909 h 153909"/>
              <a:gd name="connsiteX1" fmla="*/ 120077 w 427574"/>
              <a:gd name="connsiteY1" fmla="*/ 105020 h 153909"/>
              <a:gd name="connsiteX2" fmla="*/ 312958 w 427574"/>
              <a:gd name="connsiteY2" fmla="*/ 35964 h 153909"/>
              <a:gd name="connsiteX3" fmla="*/ 427574 w 427574"/>
              <a:gd name="connsiteY3" fmla="*/ 0 h 153909"/>
              <a:gd name="connsiteX0" fmla="*/ 0 w 461262"/>
              <a:gd name="connsiteY0" fmla="*/ 168162 h 168162"/>
              <a:gd name="connsiteX1" fmla="*/ 153765 w 461262"/>
              <a:gd name="connsiteY1" fmla="*/ 105020 h 168162"/>
              <a:gd name="connsiteX2" fmla="*/ 346646 w 461262"/>
              <a:gd name="connsiteY2" fmla="*/ 35964 h 168162"/>
              <a:gd name="connsiteX3" fmla="*/ 461262 w 461262"/>
              <a:gd name="connsiteY3" fmla="*/ 0 h 168162"/>
            </a:gdLst>
            <a:ahLst/>
            <a:cxnLst>
              <a:cxn ang="0">
                <a:pos x="connsiteX0" y="connsiteY0"/>
              </a:cxn>
              <a:cxn ang="0">
                <a:pos x="connsiteX1" y="connsiteY1"/>
              </a:cxn>
              <a:cxn ang="0">
                <a:pos x="connsiteX2" y="connsiteY2"/>
              </a:cxn>
              <a:cxn ang="0">
                <a:pos x="connsiteX3" y="connsiteY3"/>
              </a:cxn>
            </a:cxnLst>
            <a:rect l="l" t="t" r="r" b="b"/>
            <a:pathLst>
              <a:path w="461262" h="168162">
                <a:moveTo>
                  <a:pt x="0" y="168162"/>
                </a:moveTo>
                <a:cubicBezTo>
                  <a:pt x="30162" y="156256"/>
                  <a:pt x="95991" y="127053"/>
                  <a:pt x="153765" y="105020"/>
                </a:cubicBezTo>
                <a:cubicBezTo>
                  <a:pt x="211539" y="82987"/>
                  <a:pt x="295397" y="53467"/>
                  <a:pt x="346646" y="35964"/>
                </a:cubicBezTo>
                <a:cubicBezTo>
                  <a:pt x="397895" y="18461"/>
                  <a:pt x="412049" y="14089"/>
                  <a:pt x="461262" y="0"/>
                </a:cubicBezTo>
              </a:path>
            </a:pathLst>
          </a:custGeom>
          <a:noFill/>
          <a:ln w="19050" cap="flat" cmpd="sng" algn="ctr">
            <a:solidFill>
              <a:srgbClr val="0000F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grpSp>
        <p:nvGrpSpPr>
          <p:cNvPr id="182" name="Group 2438"/>
          <p:cNvGrpSpPr>
            <a:grpSpLocks/>
          </p:cNvGrpSpPr>
          <p:nvPr/>
        </p:nvGrpSpPr>
        <p:grpSpPr bwMode="auto">
          <a:xfrm rot="20169434" flipH="1">
            <a:off x="1398333" y="3850410"/>
            <a:ext cx="254826" cy="199155"/>
            <a:chOff x="355" y="513"/>
            <a:chExt cx="204" cy="175"/>
          </a:xfrm>
        </p:grpSpPr>
        <p:sp>
          <p:nvSpPr>
            <p:cNvPr id="183" name="AutoShape 2439"/>
            <p:cNvSpPr>
              <a:spLocks noChangeArrowheads="1"/>
            </p:cNvSpPr>
            <p:nvPr/>
          </p:nvSpPr>
          <p:spPr bwMode="auto">
            <a:xfrm flipV="1">
              <a:off x="420" y="513"/>
              <a:ext cx="94" cy="78"/>
            </a:xfrm>
            <a:prstGeom prst="triangle">
              <a:avLst>
                <a:gd name="adj" fmla="val 50000"/>
              </a:avLst>
            </a:prstGeom>
            <a:noFill/>
            <a:ln w="63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4" name="Line 2440"/>
            <p:cNvSpPr>
              <a:spLocks noChangeShapeType="1"/>
            </p:cNvSpPr>
            <p:nvPr/>
          </p:nvSpPr>
          <p:spPr bwMode="auto">
            <a:xfrm>
              <a:off x="355" y="626"/>
              <a:ext cx="90" cy="0"/>
            </a:xfrm>
            <a:prstGeom prst="line">
              <a:avLst/>
            </a:prstGeom>
            <a:noFill/>
            <a:ln w="63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5" name="Line 2441"/>
            <p:cNvSpPr>
              <a:spLocks noChangeShapeType="1"/>
            </p:cNvSpPr>
            <p:nvPr/>
          </p:nvSpPr>
          <p:spPr bwMode="auto">
            <a:xfrm>
              <a:off x="469" y="626"/>
              <a:ext cx="90" cy="0"/>
            </a:xfrm>
            <a:prstGeom prst="line">
              <a:avLst/>
            </a:prstGeom>
            <a:noFill/>
            <a:ln w="63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6" name="Line 2442"/>
            <p:cNvSpPr>
              <a:spLocks noChangeShapeType="1"/>
            </p:cNvSpPr>
            <p:nvPr/>
          </p:nvSpPr>
          <p:spPr bwMode="auto">
            <a:xfrm>
              <a:off x="409" y="657"/>
              <a:ext cx="116" cy="0"/>
            </a:xfrm>
            <a:prstGeom prst="line">
              <a:avLst/>
            </a:prstGeom>
            <a:noFill/>
            <a:ln w="63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7" name="Line 2443"/>
            <p:cNvSpPr>
              <a:spLocks noChangeShapeType="1"/>
            </p:cNvSpPr>
            <p:nvPr/>
          </p:nvSpPr>
          <p:spPr bwMode="auto">
            <a:xfrm>
              <a:off x="453" y="688"/>
              <a:ext cx="40" cy="0"/>
            </a:xfrm>
            <a:prstGeom prst="line">
              <a:avLst/>
            </a:prstGeom>
            <a:noFill/>
            <a:ln w="63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88" name="矩形 187"/>
          <p:cNvSpPr/>
          <p:nvPr/>
        </p:nvSpPr>
        <p:spPr>
          <a:xfrm>
            <a:off x="603761" y="3778480"/>
            <a:ext cx="805029" cy="375487"/>
          </a:xfrm>
          <a:prstGeom prst="rect">
            <a:avLst/>
          </a:prstGeom>
        </p:spPr>
        <p:txBody>
          <a:bodyPr wrap="none">
            <a:spAutoFit/>
          </a:bodyPr>
          <a:lstStyle/>
          <a:p>
            <a:pPr algn="ctr" eaLnBrk="1" hangingPunct="1">
              <a:spcBef>
                <a:spcPct val="20000"/>
              </a:spcBef>
            </a:pPr>
            <a:r>
              <a:rPr kumimoji="1" lang="zh-CN" altLang="en-US" sz="1600" b="1" dirty="0">
                <a:solidFill>
                  <a:srgbClr val="0000FF"/>
                </a:solidFill>
                <a:latin typeface="幼圆" panose="02010509060101010101" pitchFamily="49" charset="-122"/>
                <a:ea typeface="幼圆" panose="02010509060101010101" pitchFamily="49" charset="-122"/>
              </a:rPr>
              <a:t>浸润线</a:t>
            </a:r>
          </a:p>
        </p:txBody>
      </p:sp>
      <p:cxnSp>
        <p:nvCxnSpPr>
          <p:cNvPr id="205" name="直接连接符 204"/>
          <p:cNvCxnSpPr/>
          <p:nvPr/>
        </p:nvCxnSpPr>
        <p:spPr bwMode="auto">
          <a:xfrm>
            <a:off x="1790645" y="3676810"/>
            <a:ext cx="1492033" cy="0"/>
          </a:xfrm>
          <a:prstGeom prst="line">
            <a:avLst/>
          </a:prstGeom>
          <a:noFill/>
          <a:ln w="6350" cap="flat" cmpd="sng" algn="ctr">
            <a:solidFill>
              <a:schemeClr val="tx1"/>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10" name="直接箭头连接符 209"/>
          <p:cNvCxnSpPr/>
          <p:nvPr/>
        </p:nvCxnSpPr>
        <p:spPr bwMode="auto">
          <a:xfrm flipV="1">
            <a:off x="2872203" y="3096691"/>
            <a:ext cx="0" cy="580762"/>
          </a:xfrm>
          <a:prstGeom prst="straightConnector1">
            <a:avLst/>
          </a:prstGeom>
          <a:noFill/>
          <a:ln w="12700" cap="flat" cmpd="sng" algn="ctr">
            <a:solidFill>
              <a:schemeClr val="tx1"/>
            </a:solidFill>
            <a:prstDash val="solid"/>
            <a:round/>
            <a:headEnd type="triangl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11" name="Text Box 51"/>
          <p:cNvSpPr txBox="1">
            <a:spLocks noChangeArrowheads="1"/>
          </p:cNvSpPr>
          <p:nvPr/>
        </p:nvSpPr>
        <p:spPr bwMode="auto">
          <a:xfrm>
            <a:off x="2883392" y="4016230"/>
            <a:ext cx="520181" cy="4409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lnSpc>
                <a:spcPct val="125000"/>
              </a:lnSpc>
            </a:pPr>
            <a:r>
              <a:rPr kumimoji="1" lang="en-US" altLang="zh-CN" sz="2000" b="1" i="1" dirty="0">
                <a:solidFill>
                  <a:srgbClr val="C00000"/>
                </a:solidFill>
                <a:latin typeface="Times New Roman" panose="02020603050405020304" pitchFamily="18" charset="0"/>
              </a:rPr>
              <a:t>h</a:t>
            </a:r>
            <a:r>
              <a:rPr kumimoji="1" lang="en-US" altLang="zh-CN" sz="2000" b="1" baseline="-25000" dirty="0">
                <a:solidFill>
                  <a:srgbClr val="C00000"/>
                </a:solidFill>
                <a:latin typeface="Times New Roman" panose="02020603050405020304" pitchFamily="18" charset="0"/>
              </a:rPr>
              <a:t>2i</a:t>
            </a:r>
          </a:p>
        </p:txBody>
      </p:sp>
      <p:sp>
        <p:nvSpPr>
          <p:cNvPr id="212" name="Text Box 51"/>
          <p:cNvSpPr txBox="1">
            <a:spLocks noChangeArrowheads="1"/>
          </p:cNvSpPr>
          <p:nvPr/>
        </p:nvSpPr>
        <p:spPr bwMode="auto">
          <a:xfrm>
            <a:off x="2891299" y="3146871"/>
            <a:ext cx="609600" cy="4409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lnSpc>
                <a:spcPct val="125000"/>
              </a:lnSpc>
            </a:pPr>
            <a:r>
              <a:rPr kumimoji="1" lang="en-US" altLang="zh-CN" sz="2000" b="1" i="1" dirty="0" smtClean="0">
                <a:solidFill>
                  <a:srgbClr val="C00000"/>
                </a:solidFill>
                <a:latin typeface="Times New Roman" panose="02020603050405020304" pitchFamily="18" charset="0"/>
              </a:rPr>
              <a:t>h</a:t>
            </a:r>
            <a:r>
              <a:rPr kumimoji="1" lang="en-US" altLang="zh-CN" sz="2000" b="1" baseline="-25000" dirty="0">
                <a:solidFill>
                  <a:srgbClr val="C00000"/>
                </a:solidFill>
                <a:latin typeface="Times New Roman" panose="02020603050405020304" pitchFamily="18" charset="0"/>
              </a:rPr>
              <a:t>1</a:t>
            </a:r>
            <a:r>
              <a:rPr kumimoji="1" lang="en-US" altLang="zh-CN" sz="2000" b="1" baseline="-25000" dirty="0" smtClean="0">
                <a:solidFill>
                  <a:srgbClr val="C00000"/>
                </a:solidFill>
                <a:latin typeface="Times New Roman" panose="02020603050405020304" pitchFamily="18" charset="0"/>
              </a:rPr>
              <a:t>i</a:t>
            </a:r>
            <a:endParaRPr kumimoji="1" lang="en-US" altLang="zh-CN" sz="2000" b="1" baseline="-25000" dirty="0">
              <a:solidFill>
                <a:srgbClr val="C00000"/>
              </a:solidFill>
              <a:latin typeface="Times New Roman" panose="02020603050405020304" pitchFamily="18" charset="0"/>
            </a:endParaRPr>
          </a:p>
        </p:txBody>
      </p:sp>
      <p:cxnSp>
        <p:nvCxnSpPr>
          <p:cNvPr id="213" name="直接箭头连接符 212"/>
          <p:cNvCxnSpPr/>
          <p:nvPr/>
        </p:nvCxnSpPr>
        <p:spPr bwMode="auto">
          <a:xfrm flipV="1">
            <a:off x="2869509" y="3673162"/>
            <a:ext cx="0" cy="1137272"/>
          </a:xfrm>
          <a:prstGeom prst="straightConnector1">
            <a:avLst/>
          </a:prstGeom>
          <a:noFill/>
          <a:ln w="12700" cap="flat" cmpd="sng" algn="ctr">
            <a:solidFill>
              <a:schemeClr val="tx1"/>
            </a:solidFill>
            <a:prstDash val="solid"/>
            <a:round/>
            <a:headEnd type="triangl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17" name="任意多边形 216"/>
          <p:cNvSpPr/>
          <p:nvPr/>
        </p:nvSpPr>
        <p:spPr bwMode="auto">
          <a:xfrm>
            <a:off x="1583679" y="4290828"/>
            <a:ext cx="1122114" cy="284888"/>
          </a:xfrm>
          <a:custGeom>
            <a:avLst/>
            <a:gdLst>
              <a:gd name="connsiteX0" fmla="*/ 0 w 422199"/>
              <a:gd name="connsiteY0" fmla="*/ 107190 h 107190"/>
              <a:gd name="connsiteX1" fmla="*/ 107190 w 422199"/>
              <a:gd name="connsiteY1" fmla="*/ 72189 h 107190"/>
              <a:gd name="connsiteX2" fmla="*/ 210005 w 422199"/>
              <a:gd name="connsiteY2" fmla="*/ 43751 h 107190"/>
              <a:gd name="connsiteX3" fmla="*/ 297508 w 422199"/>
              <a:gd name="connsiteY3" fmla="*/ 24063 h 107190"/>
              <a:gd name="connsiteX4" fmla="*/ 422199 w 422199"/>
              <a:gd name="connsiteY4" fmla="*/ 0 h 107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199" h="107190">
                <a:moveTo>
                  <a:pt x="0" y="107190"/>
                </a:moveTo>
                <a:lnTo>
                  <a:pt x="107190" y="72189"/>
                </a:lnTo>
                <a:lnTo>
                  <a:pt x="210005" y="43751"/>
                </a:lnTo>
                <a:lnTo>
                  <a:pt x="297508" y="24063"/>
                </a:lnTo>
                <a:lnTo>
                  <a:pt x="422199" y="0"/>
                </a:lnTo>
              </a:path>
            </a:pathLst>
          </a:cu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218" name="矩形 217"/>
          <p:cNvSpPr/>
          <p:nvPr/>
        </p:nvSpPr>
        <p:spPr>
          <a:xfrm>
            <a:off x="1018269" y="4490030"/>
            <a:ext cx="598242" cy="339324"/>
          </a:xfrm>
          <a:prstGeom prst="rect">
            <a:avLst/>
          </a:prstGeom>
        </p:spPr>
        <p:txBody>
          <a:bodyPr wrap="none">
            <a:spAutoFit/>
          </a:bodyPr>
          <a:lstStyle/>
          <a:p>
            <a:pPr algn="ctr" eaLnBrk="1" hangingPunct="1">
              <a:spcBef>
                <a:spcPct val="20000"/>
              </a:spcBef>
            </a:pPr>
            <a:r>
              <a:rPr kumimoji="1" lang="zh-CN" altLang="en-US" sz="1600" b="1" dirty="0" smtClean="0">
                <a:solidFill>
                  <a:srgbClr val="0000FF"/>
                </a:solidFill>
                <a:latin typeface="幼圆" panose="02010509060101010101" pitchFamily="49" charset="-122"/>
                <a:ea typeface="幼圆" panose="02010509060101010101" pitchFamily="49" charset="-122"/>
              </a:rPr>
              <a:t>流线</a:t>
            </a:r>
            <a:endParaRPr kumimoji="1" lang="zh-CN" altLang="en-US" sz="1600" b="1" dirty="0">
              <a:solidFill>
                <a:srgbClr val="0000FF"/>
              </a:solidFill>
              <a:latin typeface="幼圆" panose="02010509060101010101" pitchFamily="49" charset="-122"/>
              <a:ea typeface="幼圆" panose="02010509060101010101" pitchFamily="49" charset="-122"/>
            </a:endParaRPr>
          </a:p>
        </p:txBody>
      </p:sp>
      <p:sp>
        <p:nvSpPr>
          <p:cNvPr id="219" name="Line 9"/>
          <p:cNvSpPr>
            <a:spLocks noChangeShapeType="1"/>
          </p:cNvSpPr>
          <p:nvPr/>
        </p:nvSpPr>
        <p:spPr bwMode="auto">
          <a:xfrm>
            <a:off x="2215962" y="4968352"/>
            <a:ext cx="0" cy="679240"/>
          </a:xfrm>
          <a:prstGeom prst="line">
            <a:avLst/>
          </a:prstGeom>
          <a:noFill/>
          <a:ln w="28575">
            <a:solidFill>
              <a:srgbClr val="000066"/>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00">
              <a:solidFill>
                <a:srgbClr val="000066"/>
              </a:solidFill>
              <a:cs typeface="Times New Roman" panose="02020603050405020304" pitchFamily="18" charset="0"/>
            </a:endParaRPr>
          </a:p>
        </p:txBody>
      </p:sp>
      <p:sp>
        <p:nvSpPr>
          <p:cNvPr id="220" name="Text Box 10"/>
          <p:cNvSpPr txBox="1">
            <a:spLocks noChangeArrowheads="1"/>
          </p:cNvSpPr>
          <p:nvPr/>
        </p:nvSpPr>
        <p:spPr bwMode="auto">
          <a:xfrm>
            <a:off x="2028284" y="5574187"/>
            <a:ext cx="486315" cy="410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800">
                <a:solidFill>
                  <a:schemeClr val="tx1"/>
                </a:solidFill>
                <a:latin typeface="Times New Roman" pitchFamily="18" charset="0"/>
                <a:ea typeface="宋体" charset="-122"/>
              </a:defRPr>
            </a:lvl1pPr>
            <a:lvl2pPr marL="742950" indent="-285750" eaLnBrk="0" hangingPunct="0">
              <a:defRPr kumimoji="1" sz="2800">
                <a:solidFill>
                  <a:schemeClr val="tx1"/>
                </a:solidFill>
                <a:latin typeface="Times New Roman" pitchFamily="18" charset="0"/>
                <a:ea typeface="宋体" charset="-122"/>
              </a:defRPr>
            </a:lvl2pPr>
            <a:lvl3pPr marL="1143000" indent="-228600" eaLnBrk="0" hangingPunct="0">
              <a:defRPr kumimoji="1" sz="2800">
                <a:solidFill>
                  <a:schemeClr val="tx1"/>
                </a:solidFill>
                <a:latin typeface="Times New Roman" pitchFamily="18" charset="0"/>
                <a:ea typeface="宋体" charset="-122"/>
              </a:defRPr>
            </a:lvl3pPr>
            <a:lvl4pPr marL="1600200" indent="-228600" eaLnBrk="0" hangingPunct="0">
              <a:defRPr kumimoji="1" sz="2800">
                <a:solidFill>
                  <a:schemeClr val="tx1"/>
                </a:solidFill>
                <a:latin typeface="Times New Roman" pitchFamily="18" charset="0"/>
                <a:ea typeface="宋体" charset="-122"/>
              </a:defRPr>
            </a:lvl4pPr>
            <a:lvl5pPr marL="2057400" indent="-228600" eaLnBrk="0" hangingPunct="0">
              <a:defRPr kumimoji="1" sz="2800">
                <a:solidFill>
                  <a:schemeClr val="tx1"/>
                </a:solidFill>
                <a:latin typeface="Times New Roman" pitchFamily="18" charset="0"/>
                <a:ea typeface="宋体" charset="-122"/>
              </a:defRPr>
            </a:lvl5pPr>
            <a:lvl6pPr marL="2514600" indent="-228600" eaLnBrk="0" fontAlgn="base" hangingPunct="0">
              <a:spcBef>
                <a:spcPct val="50000"/>
              </a:spcBef>
              <a:spcAft>
                <a:spcPct val="0"/>
              </a:spcAft>
              <a:defRPr kumimoji="1" sz="2800">
                <a:solidFill>
                  <a:schemeClr val="tx1"/>
                </a:solidFill>
                <a:latin typeface="Times New Roman" pitchFamily="18" charset="0"/>
                <a:ea typeface="宋体" charset="-122"/>
              </a:defRPr>
            </a:lvl6pPr>
            <a:lvl7pPr marL="2971800" indent="-228600" eaLnBrk="0" fontAlgn="base" hangingPunct="0">
              <a:spcBef>
                <a:spcPct val="50000"/>
              </a:spcBef>
              <a:spcAft>
                <a:spcPct val="0"/>
              </a:spcAft>
              <a:defRPr kumimoji="1" sz="2800">
                <a:solidFill>
                  <a:schemeClr val="tx1"/>
                </a:solidFill>
                <a:latin typeface="Times New Roman" pitchFamily="18" charset="0"/>
                <a:ea typeface="宋体" charset="-122"/>
              </a:defRPr>
            </a:lvl7pPr>
            <a:lvl8pPr marL="3429000" indent="-228600" eaLnBrk="0" fontAlgn="base" hangingPunct="0">
              <a:spcBef>
                <a:spcPct val="50000"/>
              </a:spcBef>
              <a:spcAft>
                <a:spcPct val="0"/>
              </a:spcAft>
              <a:defRPr kumimoji="1" sz="2800">
                <a:solidFill>
                  <a:schemeClr val="tx1"/>
                </a:solidFill>
                <a:latin typeface="Times New Roman" pitchFamily="18" charset="0"/>
                <a:ea typeface="宋体" charset="-122"/>
              </a:defRPr>
            </a:lvl8pPr>
            <a:lvl9pPr marL="3886200" indent="-228600" eaLnBrk="0" fontAlgn="base" hangingPunct="0">
              <a:spcBef>
                <a:spcPct val="50000"/>
              </a:spcBef>
              <a:spcAft>
                <a:spcPct val="0"/>
              </a:spcAft>
              <a:defRPr kumimoji="1" sz="2800">
                <a:solidFill>
                  <a:schemeClr val="tx1"/>
                </a:solidFill>
                <a:latin typeface="Times New Roman" pitchFamily="18" charset="0"/>
                <a:ea typeface="宋体" charset="-122"/>
              </a:defRPr>
            </a:lvl9pPr>
          </a:lstStyle>
          <a:p>
            <a:pPr eaLnBrk="1" hangingPunct="1"/>
            <a:r>
              <a:rPr lang="en-US" altLang="zh-CN" sz="1800" b="1" i="1" dirty="0">
                <a:solidFill>
                  <a:srgbClr val="000066"/>
                </a:solidFill>
                <a:cs typeface="Times New Roman" panose="02020603050405020304" pitchFamily="18" charset="0"/>
              </a:rPr>
              <a:t>W</a:t>
            </a:r>
            <a:r>
              <a:rPr lang="en-US" altLang="zh-CN" sz="1800" b="1" baseline="-25000" dirty="0">
                <a:solidFill>
                  <a:srgbClr val="000066"/>
                </a:solidFill>
                <a:cs typeface="Times New Roman" panose="02020603050405020304" pitchFamily="18" charset="0"/>
              </a:rPr>
              <a:t>i</a:t>
            </a:r>
          </a:p>
        </p:txBody>
      </p:sp>
      <p:sp>
        <p:nvSpPr>
          <p:cNvPr id="221" name="Line 22"/>
          <p:cNvSpPr>
            <a:spLocks noChangeShapeType="1"/>
          </p:cNvSpPr>
          <p:nvPr/>
        </p:nvSpPr>
        <p:spPr bwMode="auto">
          <a:xfrm rot="10800000" flipV="1">
            <a:off x="1867051" y="4980120"/>
            <a:ext cx="341788" cy="300148"/>
          </a:xfrm>
          <a:prstGeom prst="line">
            <a:avLst/>
          </a:prstGeom>
          <a:noFill/>
          <a:ln w="28575">
            <a:solidFill>
              <a:srgbClr val="000066"/>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00">
              <a:solidFill>
                <a:srgbClr val="000066"/>
              </a:solidFill>
              <a:cs typeface="Times New Roman" panose="02020603050405020304" pitchFamily="18" charset="0"/>
            </a:endParaRPr>
          </a:p>
        </p:txBody>
      </p:sp>
      <p:sp>
        <p:nvSpPr>
          <p:cNvPr id="222" name="Line 23"/>
          <p:cNvSpPr>
            <a:spLocks noChangeShapeType="1"/>
          </p:cNvSpPr>
          <p:nvPr/>
        </p:nvSpPr>
        <p:spPr bwMode="auto">
          <a:xfrm rot="10800000" flipH="1" flipV="1">
            <a:off x="2223761" y="4986737"/>
            <a:ext cx="309410" cy="359621"/>
          </a:xfrm>
          <a:prstGeom prst="line">
            <a:avLst/>
          </a:prstGeom>
          <a:noFill/>
          <a:ln w="28575">
            <a:solidFill>
              <a:srgbClr val="000066"/>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00">
              <a:solidFill>
                <a:srgbClr val="000066"/>
              </a:solidFill>
              <a:cs typeface="Times New Roman" panose="02020603050405020304" pitchFamily="18" charset="0"/>
            </a:endParaRPr>
          </a:p>
        </p:txBody>
      </p:sp>
      <p:sp>
        <p:nvSpPr>
          <p:cNvPr id="223" name="Line 23"/>
          <p:cNvSpPr>
            <a:spLocks noChangeShapeType="1"/>
          </p:cNvSpPr>
          <p:nvPr/>
        </p:nvSpPr>
        <p:spPr bwMode="auto">
          <a:xfrm flipH="1" flipV="1">
            <a:off x="1873108" y="5267634"/>
            <a:ext cx="320948" cy="345171"/>
          </a:xfrm>
          <a:prstGeom prst="line">
            <a:avLst/>
          </a:prstGeom>
          <a:noFill/>
          <a:ln w="12700">
            <a:solidFill>
              <a:srgbClr val="000066"/>
            </a:solidFill>
            <a:prstDash val="dash"/>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00">
              <a:solidFill>
                <a:srgbClr val="000066"/>
              </a:solidFill>
              <a:cs typeface="Times New Roman" panose="02020603050405020304" pitchFamily="18" charset="0"/>
            </a:endParaRPr>
          </a:p>
        </p:txBody>
      </p:sp>
      <p:sp>
        <p:nvSpPr>
          <p:cNvPr id="224" name="Line 22"/>
          <p:cNvSpPr>
            <a:spLocks noChangeShapeType="1"/>
          </p:cNvSpPr>
          <p:nvPr/>
        </p:nvSpPr>
        <p:spPr bwMode="auto">
          <a:xfrm rot="10800000" flipV="1">
            <a:off x="2199187" y="5337275"/>
            <a:ext cx="333983" cy="310522"/>
          </a:xfrm>
          <a:prstGeom prst="line">
            <a:avLst/>
          </a:prstGeom>
          <a:noFill/>
          <a:ln w="12700">
            <a:solidFill>
              <a:srgbClr val="000066"/>
            </a:solidFill>
            <a:prstDash val="dash"/>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00">
              <a:solidFill>
                <a:srgbClr val="000066"/>
              </a:solidFill>
              <a:cs typeface="Times New Roman" panose="02020603050405020304" pitchFamily="18" charset="0"/>
            </a:endParaRPr>
          </a:p>
        </p:txBody>
      </p:sp>
      <p:sp>
        <p:nvSpPr>
          <p:cNvPr id="225" name="Text Box 10"/>
          <p:cNvSpPr txBox="1">
            <a:spLocks noChangeArrowheads="1"/>
          </p:cNvSpPr>
          <p:nvPr/>
        </p:nvSpPr>
        <p:spPr bwMode="auto">
          <a:xfrm>
            <a:off x="2512163" y="5104646"/>
            <a:ext cx="1031094" cy="3845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800">
                <a:solidFill>
                  <a:schemeClr val="tx1"/>
                </a:solidFill>
                <a:latin typeface="Times New Roman" pitchFamily="18" charset="0"/>
                <a:ea typeface="宋体" charset="-122"/>
              </a:defRPr>
            </a:lvl1pPr>
            <a:lvl2pPr marL="742950" indent="-285750" eaLnBrk="0" hangingPunct="0">
              <a:defRPr kumimoji="1" sz="2800">
                <a:solidFill>
                  <a:schemeClr val="tx1"/>
                </a:solidFill>
                <a:latin typeface="Times New Roman" pitchFamily="18" charset="0"/>
                <a:ea typeface="宋体" charset="-122"/>
              </a:defRPr>
            </a:lvl2pPr>
            <a:lvl3pPr marL="1143000" indent="-228600" eaLnBrk="0" hangingPunct="0">
              <a:defRPr kumimoji="1" sz="2800">
                <a:solidFill>
                  <a:schemeClr val="tx1"/>
                </a:solidFill>
                <a:latin typeface="Times New Roman" pitchFamily="18" charset="0"/>
                <a:ea typeface="宋体" charset="-122"/>
              </a:defRPr>
            </a:lvl3pPr>
            <a:lvl4pPr marL="1600200" indent="-228600" eaLnBrk="0" hangingPunct="0">
              <a:defRPr kumimoji="1" sz="2800">
                <a:solidFill>
                  <a:schemeClr val="tx1"/>
                </a:solidFill>
                <a:latin typeface="Times New Roman" pitchFamily="18" charset="0"/>
                <a:ea typeface="宋体" charset="-122"/>
              </a:defRPr>
            </a:lvl4pPr>
            <a:lvl5pPr marL="2057400" indent="-228600" eaLnBrk="0" hangingPunct="0">
              <a:defRPr kumimoji="1" sz="2800">
                <a:solidFill>
                  <a:schemeClr val="tx1"/>
                </a:solidFill>
                <a:latin typeface="Times New Roman" pitchFamily="18" charset="0"/>
                <a:ea typeface="宋体" charset="-122"/>
              </a:defRPr>
            </a:lvl5pPr>
            <a:lvl6pPr marL="2514600" indent="-228600" eaLnBrk="0" fontAlgn="base" hangingPunct="0">
              <a:spcBef>
                <a:spcPct val="50000"/>
              </a:spcBef>
              <a:spcAft>
                <a:spcPct val="0"/>
              </a:spcAft>
              <a:defRPr kumimoji="1" sz="2800">
                <a:solidFill>
                  <a:schemeClr val="tx1"/>
                </a:solidFill>
                <a:latin typeface="Times New Roman" pitchFamily="18" charset="0"/>
                <a:ea typeface="宋体" charset="-122"/>
              </a:defRPr>
            </a:lvl6pPr>
            <a:lvl7pPr marL="2971800" indent="-228600" eaLnBrk="0" fontAlgn="base" hangingPunct="0">
              <a:spcBef>
                <a:spcPct val="50000"/>
              </a:spcBef>
              <a:spcAft>
                <a:spcPct val="0"/>
              </a:spcAft>
              <a:defRPr kumimoji="1" sz="2800">
                <a:solidFill>
                  <a:schemeClr val="tx1"/>
                </a:solidFill>
                <a:latin typeface="Times New Roman" pitchFamily="18" charset="0"/>
                <a:ea typeface="宋体" charset="-122"/>
              </a:defRPr>
            </a:lvl7pPr>
            <a:lvl8pPr marL="3429000" indent="-228600" eaLnBrk="0" fontAlgn="base" hangingPunct="0">
              <a:spcBef>
                <a:spcPct val="50000"/>
              </a:spcBef>
              <a:spcAft>
                <a:spcPct val="0"/>
              </a:spcAft>
              <a:defRPr kumimoji="1" sz="2800">
                <a:solidFill>
                  <a:schemeClr val="tx1"/>
                </a:solidFill>
                <a:latin typeface="Times New Roman" pitchFamily="18" charset="0"/>
                <a:ea typeface="宋体" charset="-122"/>
              </a:defRPr>
            </a:lvl8pPr>
            <a:lvl9pPr marL="3886200" indent="-228600" eaLnBrk="0" fontAlgn="base" hangingPunct="0">
              <a:spcBef>
                <a:spcPct val="50000"/>
              </a:spcBef>
              <a:spcAft>
                <a:spcPct val="0"/>
              </a:spcAft>
              <a:defRPr kumimoji="1" sz="2800">
                <a:solidFill>
                  <a:schemeClr val="tx1"/>
                </a:solidFill>
                <a:latin typeface="Times New Roman" pitchFamily="18" charset="0"/>
                <a:ea typeface="宋体" charset="-122"/>
              </a:defRPr>
            </a:lvl9pPr>
          </a:lstStyle>
          <a:p>
            <a:pPr eaLnBrk="1" hangingPunct="1"/>
            <a:r>
              <a:rPr lang="en-US" altLang="zh-CN" sz="1800" b="1" i="1" dirty="0" err="1" smtClean="0">
                <a:solidFill>
                  <a:srgbClr val="000066"/>
                </a:solidFill>
                <a:cs typeface="Times New Roman" panose="02020603050405020304" pitchFamily="18" charset="0"/>
              </a:rPr>
              <a:t>W</a:t>
            </a:r>
            <a:r>
              <a:rPr lang="en-US" altLang="zh-CN" sz="1800" b="1" baseline="-25000" dirty="0" err="1" smtClean="0">
                <a:solidFill>
                  <a:srgbClr val="000066"/>
                </a:solidFill>
                <a:cs typeface="Times New Roman" panose="02020603050405020304" pitchFamily="18" charset="0"/>
              </a:rPr>
              <a:t>i</a:t>
            </a:r>
            <a:r>
              <a:rPr lang="en-US" altLang="zh-CN" sz="1800" b="1" dirty="0" err="1" smtClean="0">
                <a:solidFill>
                  <a:srgbClr val="000066"/>
                </a:solidFill>
                <a:cs typeface="Times New Roman" panose="02020603050405020304" pitchFamily="18" charset="0"/>
              </a:rPr>
              <a:t>cos</a:t>
            </a:r>
            <a:r>
              <a:rPr lang="en-US" altLang="zh-CN" sz="1800" b="1" i="1" dirty="0" err="1" smtClean="0">
                <a:solidFill>
                  <a:srgbClr val="000066"/>
                </a:solidFill>
                <a:cs typeface="Times New Roman" panose="02020603050405020304" pitchFamily="18" charset="0"/>
                <a:sym typeface="Symbol"/>
              </a:rPr>
              <a:t></a:t>
            </a:r>
            <a:r>
              <a:rPr lang="en-US" altLang="zh-CN" sz="1800" b="1" baseline="-25000" dirty="0" err="1">
                <a:solidFill>
                  <a:srgbClr val="000066"/>
                </a:solidFill>
                <a:cs typeface="Times New Roman" panose="02020603050405020304" pitchFamily="18" charset="0"/>
              </a:rPr>
              <a:t>i</a:t>
            </a:r>
            <a:endParaRPr lang="en-US" altLang="zh-CN" sz="1800" b="1" baseline="-25000" dirty="0">
              <a:solidFill>
                <a:srgbClr val="000066"/>
              </a:solidFill>
              <a:cs typeface="Times New Roman" panose="02020603050405020304" pitchFamily="18" charset="0"/>
            </a:endParaRPr>
          </a:p>
        </p:txBody>
      </p:sp>
      <p:sp>
        <p:nvSpPr>
          <p:cNvPr id="226" name="Text Box 10"/>
          <p:cNvSpPr txBox="1">
            <a:spLocks noChangeArrowheads="1"/>
          </p:cNvSpPr>
          <p:nvPr/>
        </p:nvSpPr>
        <p:spPr bwMode="auto">
          <a:xfrm>
            <a:off x="1066759" y="5127551"/>
            <a:ext cx="1031094" cy="3845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800">
                <a:solidFill>
                  <a:schemeClr val="tx1"/>
                </a:solidFill>
                <a:latin typeface="Times New Roman" pitchFamily="18" charset="0"/>
                <a:ea typeface="宋体" charset="-122"/>
              </a:defRPr>
            </a:lvl1pPr>
            <a:lvl2pPr marL="742950" indent="-285750" eaLnBrk="0" hangingPunct="0">
              <a:defRPr kumimoji="1" sz="2800">
                <a:solidFill>
                  <a:schemeClr val="tx1"/>
                </a:solidFill>
                <a:latin typeface="Times New Roman" pitchFamily="18" charset="0"/>
                <a:ea typeface="宋体" charset="-122"/>
              </a:defRPr>
            </a:lvl2pPr>
            <a:lvl3pPr marL="1143000" indent="-228600" eaLnBrk="0" hangingPunct="0">
              <a:defRPr kumimoji="1" sz="2800">
                <a:solidFill>
                  <a:schemeClr val="tx1"/>
                </a:solidFill>
                <a:latin typeface="Times New Roman" pitchFamily="18" charset="0"/>
                <a:ea typeface="宋体" charset="-122"/>
              </a:defRPr>
            </a:lvl3pPr>
            <a:lvl4pPr marL="1600200" indent="-228600" eaLnBrk="0" hangingPunct="0">
              <a:defRPr kumimoji="1" sz="2800">
                <a:solidFill>
                  <a:schemeClr val="tx1"/>
                </a:solidFill>
                <a:latin typeface="Times New Roman" pitchFamily="18" charset="0"/>
                <a:ea typeface="宋体" charset="-122"/>
              </a:defRPr>
            </a:lvl4pPr>
            <a:lvl5pPr marL="2057400" indent="-228600" eaLnBrk="0" hangingPunct="0">
              <a:defRPr kumimoji="1" sz="2800">
                <a:solidFill>
                  <a:schemeClr val="tx1"/>
                </a:solidFill>
                <a:latin typeface="Times New Roman" pitchFamily="18" charset="0"/>
                <a:ea typeface="宋体" charset="-122"/>
              </a:defRPr>
            </a:lvl5pPr>
            <a:lvl6pPr marL="2514600" indent="-228600" eaLnBrk="0" fontAlgn="base" hangingPunct="0">
              <a:spcBef>
                <a:spcPct val="50000"/>
              </a:spcBef>
              <a:spcAft>
                <a:spcPct val="0"/>
              </a:spcAft>
              <a:defRPr kumimoji="1" sz="2800">
                <a:solidFill>
                  <a:schemeClr val="tx1"/>
                </a:solidFill>
                <a:latin typeface="Times New Roman" pitchFamily="18" charset="0"/>
                <a:ea typeface="宋体" charset="-122"/>
              </a:defRPr>
            </a:lvl6pPr>
            <a:lvl7pPr marL="2971800" indent="-228600" eaLnBrk="0" fontAlgn="base" hangingPunct="0">
              <a:spcBef>
                <a:spcPct val="50000"/>
              </a:spcBef>
              <a:spcAft>
                <a:spcPct val="0"/>
              </a:spcAft>
              <a:defRPr kumimoji="1" sz="2800">
                <a:solidFill>
                  <a:schemeClr val="tx1"/>
                </a:solidFill>
                <a:latin typeface="Times New Roman" pitchFamily="18" charset="0"/>
                <a:ea typeface="宋体" charset="-122"/>
              </a:defRPr>
            </a:lvl7pPr>
            <a:lvl8pPr marL="3429000" indent="-228600" eaLnBrk="0" fontAlgn="base" hangingPunct="0">
              <a:spcBef>
                <a:spcPct val="50000"/>
              </a:spcBef>
              <a:spcAft>
                <a:spcPct val="0"/>
              </a:spcAft>
              <a:defRPr kumimoji="1" sz="2800">
                <a:solidFill>
                  <a:schemeClr val="tx1"/>
                </a:solidFill>
                <a:latin typeface="Times New Roman" pitchFamily="18" charset="0"/>
                <a:ea typeface="宋体" charset="-122"/>
              </a:defRPr>
            </a:lvl8pPr>
            <a:lvl9pPr marL="3886200" indent="-228600" eaLnBrk="0" fontAlgn="base" hangingPunct="0">
              <a:spcBef>
                <a:spcPct val="50000"/>
              </a:spcBef>
              <a:spcAft>
                <a:spcPct val="0"/>
              </a:spcAft>
              <a:defRPr kumimoji="1" sz="2800">
                <a:solidFill>
                  <a:schemeClr val="tx1"/>
                </a:solidFill>
                <a:latin typeface="Times New Roman" pitchFamily="18" charset="0"/>
                <a:ea typeface="宋体" charset="-122"/>
              </a:defRPr>
            </a:lvl9pPr>
          </a:lstStyle>
          <a:p>
            <a:pPr eaLnBrk="1" hangingPunct="1"/>
            <a:r>
              <a:rPr lang="en-US" altLang="zh-CN" sz="1800" b="1" i="1" dirty="0" err="1" smtClean="0">
                <a:solidFill>
                  <a:srgbClr val="000066"/>
                </a:solidFill>
                <a:cs typeface="Times New Roman" panose="02020603050405020304" pitchFamily="18" charset="0"/>
              </a:rPr>
              <a:t>W</a:t>
            </a:r>
            <a:r>
              <a:rPr lang="en-US" altLang="zh-CN" sz="1800" b="1" baseline="-25000" dirty="0" err="1" smtClean="0">
                <a:solidFill>
                  <a:srgbClr val="000066"/>
                </a:solidFill>
                <a:cs typeface="Times New Roman" panose="02020603050405020304" pitchFamily="18" charset="0"/>
              </a:rPr>
              <a:t>i</a:t>
            </a:r>
            <a:r>
              <a:rPr lang="en-US" altLang="zh-CN" sz="1800" b="1" dirty="0" err="1" smtClean="0">
                <a:solidFill>
                  <a:srgbClr val="000066"/>
                </a:solidFill>
                <a:cs typeface="Times New Roman" panose="02020603050405020304" pitchFamily="18" charset="0"/>
              </a:rPr>
              <a:t>sin</a:t>
            </a:r>
            <a:r>
              <a:rPr lang="en-US" altLang="zh-CN" sz="1800" b="1" i="1" dirty="0" err="1" smtClean="0">
                <a:solidFill>
                  <a:srgbClr val="000066"/>
                </a:solidFill>
                <a:cs typeface="Times New Roman" panose="02020603050405020304" pitchFamily="18" charset="0"/>
                <a:sym typeface="Symbol"/>
              </a:rPr>
              <a:t></a:t>
            </a:r>
            <a:r>
              <a:rPr lang="en-US" altLang="zh-CN" sz="1800" b="1" baseline="-25000" dirty="0" err="1">
                <a:solidFill>
                  <a:srgbClr val="000066"/>
                </a:solidFill>
                <a:cs typeface="Times New Roman" panose="02020603050405020304" pitchFamily="18" charset="0"/>
              </a:rPr>
              <a:t>i</a:t>
            </a:r>
            <a:endParaRPr lang="en-US" altLang="zh-CN" sz="1800" b="1" baseline="-25000" dirty="0">
              <a:solidFill>
                <a:srgbClr val="000066"/>
              </a:solidFill>
              <a:cs typeface="Times New Roman" panose="02020603050405020304" pitchFamily="18" charset="0"/>
            </a:endParaRPr>
          </a:p>
        </p:txBody>
      </p:sp>
      <p:cxnSp>
        <p:nvCxnSpPr>
          <p:cNvPr id="93" name="直接连接符 92"/>
          <p:cNvCxnSpPr/>
          <p:nvPr/>
        </p:nvCxnSpPr>
        <p:spPr bwMode="auto">
          <a:xfrm>
            <a:off x="2739093" y="4807407"/>
            <a:ext cx="227086" cy="0"/>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8" name="直接连接符 227"/>
          <p:cNvCxnSpPr/>
          <p:nvPr/>
        </p:nvCxnSpPr>
        <p:spPr bwMode="auto">
          <a:xfrm>
            <a:off x="2245826" y="4810222"/>
            <a:ext cx="432681" cy="0"/>
          </a:xfrm>
          <a:prstGeom prst="line">
            <a:avLst/>
          </a:prstGeom>
          <a:noFill/>
          <a:ln w="6350" cap="flat" cmpd="sng" algn="ctr">
            <a:solidFill>
              <a:schemeClr val="tx1"/>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9" name="直接连接符 228"/>
          <p:cNvCxnSpPr/>
          <p:nvPr/>
        </p:nvCxnSpPr>
        <p:spPr bwMode="auto">
          <a:xfrm>
            <a:off x="2737074" y="3682069"/>
            <a:ext cx="227086" cy="0"/>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0" name="直接连接符 229"/>
          <p:cNvCxnSpPr/>
          <p:nvPr/>
        </p:nvCxnSpPr>
        <p:spPr bwMode="auto">
          <a:xfrm>
            <a:off x="2744141" y="3095683"/>
            <a:ext cx="227086" cy="0"/>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31" name="任意多边形 230"/>
          <p:cNvSpPr/>
          <p:nvPr/>
        </p:nvSpPr>
        <p:spPr bwMode="auto">
          <a:xfrm>
            <a:off x="1849361" y="2942794"/>
            <a:ext cx="667800" cy="2166640"/>
          </a:xfrm>
          <a:custGeom>
            <a:avLst/>
            <a:gdLst>
              <a:gd name="connsiteX0" fmla="*/ 0 w 238539"/>
              <a:gd name="connsiteY0" fmla="*/ 127221 h 773927"/>
              <a:gd name="connsiteX1" fmla="*/ 0 w 238539"/>
              <a:gd name="connsiteY1" fmla="*/ 773927 h 773927"/>
              <a:gd name="connsiteX2" fmla="*/ 111318 w 238539"/>
              <a:gd name="connsiteY2" fmla="*/ 675861 h 773927"/>
              <a:gd name="connsiteX3" fmla="*/ 204084 w 238539"/>
              <a:gd name="connsiteY3" fmla="*/ 593698 h 773927"/>
              <a:gd name="connsiteX4" fmla="*/ 238539 w 238539"/>
              <a:gd name="connsiteY4" fmla="*/ 559242 h 773927"/>
              <a:gd name="connsiteX5" fmla="*/ 238539 w 238539"/>
              <a:gd name="connsiteY5" fmla="*/ 0 h 773927"/>
              <a:gd name="connsiteX6" fmla="*/ 0 w 238539"/>
              <a:gd name="connsiteY6" fmla="*/ 127221 h 773927"/>
              <a:gd name="connsiteX0" fmla="*/ 0 w 238539"/>
              <a:gd name="connsiteY0" fmla="*/ 127221 h 773927"/>
              <a:gd name="connsiteX1" fmla="*/ 0 w 238539"/>
              <a:gd name="connsiteY1" fmla="*/ 773927 h 773927"/>
              <a:gd name="connsiteX2" fmla="*/ 111318 w 238539"/>
              <a:gd name="connsiteY2" fmla="*/ 675861 h 773927"/>
              <a:gd name="connsiteX3" fmla="*/ 182653 w 238539"/>
              <a:gd name="connsiteY3" fmla="*/ 619892 h 773927"/>
              <a:gd name="connsiteX4" fmla="*/ 238539 w 238539"/>
              <a:gd name="connsiteY4" fmla="*/ 559242 h 773927"/>
              <a:gd name="connsiteX5" fmla="*/ 238539 w 238539"/>
              <a:gd name="connsiteY5" fmla="*/ 0 h 773927"/>
              <a:gd name="connsiteX6" fmla="*/ 0 w 238539"/>
              <a:gd name="connsiteY6" fmla="*/ 127221 h 773927"/>
              <a:gd name="connsiteX0" fmla="*/ 0 w 238539"/>
              <a:gd name="connsiteY0" fmla="*/ 127221 h 773927"/>
              <a:gd name="connsiteX1" fmla="*/ 0 w 238539"/>
              <a:gd name="connsiteY1" fmla="*/ 773927 h 773927"/>
              <a:gd name="connsiteX2" fmla="*/ 97031 w 238539"/>
              <a:gd name="connsiteY2" fmla="*/ 692530 h 773927"/>
              <a:gd name="connsiteX3" fmla="*/ 182653 w 238539"/>
              <a:gd name="connsiteY3" fmla="*/ 619892 h 773927"/>
              <a:gd name="connsiteX4" fmla="*/ 238539 w 238539"/>
              <a:gd name="connsiteY4" fmla="*/ 559242 h 773927"/>
              <a:gd name="connsiteX5" fmla="*/ 238539 w 238539"/>
              <a:gd name="connsiteY5" fmla="*/ 0 h 773927"/>
              <a:gd name="connsiteX6" fmla="*/ 0 w 238539"/>
              <a:gd name="connsiteY6" fmla="*/ 127221 h 773927"/>
              <a:gd name="connsiteX0" fmla="*/ 0 w 238539"/>
              <a:gd name="connsiteY0" fmla="*/ 127221 h 773927"/>
              <a:gd name="connsiteX1" fmla="*/ 0 w 238539"/>
              <a:gd name="connsiteY1" fmla="*/ 773927 h 773927"/>
              <a:gd name="connsiteX2" fmla="*/ 97031 w 238539"/>
              <a:gd name="connsiteY2" fmla="*/ 692530 h 773927"/>
              <a:gd name="connsiteX3" fmla="*/ 170747 w 238539"/>
              <a:gd name="connsiteY3" fmla="*/ 627036 h 773927"/>
              <a:gd name="connsiteX4" fmla="*/ 238539 w 238539"/>
              <a:gd name="connsiteY4" fmla="*/ 559242 h 773927"/>
              <a:gd name="connsiteX5" fmla="*/ 238539 w 238539"/>
              <a:gd name="connsiteY5" fmla="*/ 0 h 773927"/>
              <a:gd name="connsiteX6" fmla="*/ 0 w 238539"/>
              <a:gd name="connsiteY6" fmla="*/ 127221 h 773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8539" h="773927">
                <a:moveTo>
                  <a:pt x="0" y="127221"/>
                </a:moveTo>
                <a:lnTo>
                  <a:pt x="0" y="773927"/>
                </a:lnTo>
                <a:cubicBezTo>
                  <a:pt x="37106" y="741238"/>
                  <a:pt x="68573" y="717012"/>
                  <a:pt x="97031" y="692530"/>
                </a:cubicBezTo>
                <a:cubicBezTo>
                  <a:pt x="125489" y="668048"/>
                  <a:pt x="146969" y="645692"/>
                  <a:pt x="170747" y="627036"/>
                </a:cubicBezTo>
                <a:lnTo>
                  <a:pt x="238539" y="559242"/>
                </a:lnTo>
                <a:lnTo>
                  <a:pt x="238539" y="0"/>
                </a:lnTo>
                <a:lnTo>
                  <a:pt x="0" y="127221"/>
                </a:lnTo>
                <a:close/>
              </a:path>
            </a:pathLst>
          </a:custGeom>
          <a:noFill/>
          <a:ln w="28575"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grpSp>
        <p:nvGrpSpPr>
          <p:cNvPr id="3" name="组合 2"/>
          <p:cNvGrpSpPr/>
          <p:nvPr/>
        </p:nvGrpSpPr>
        <p:grpSpPr>
          <a:xfrm>
            <a:off x="552204" y="3105049"/>
            <a:ext cx="1508629" cy="869709"/>
            <a:chOff x="552204" y="3105049"/>
            <a:chExt cx="1508629" cy="869709"/>
          </a:xfrm>
        </p:grpSpPr>
        <p:cxnSp>
          <p:nvCxnSpPr>
            <p:cNvPr id="99" name="直接连接符 98"/>
            <p:cNvCxnSpPr/>
            <p:nvPr/>
          </p:nvCxnSpPr>
          <p:spPr bwMode="auto">
            <a:xfrm flipH="1" flipV="1">
              <a:off x="1143405" y="3444890"/>
              <a:ext cx="917428" cy="529868"/>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33" name="矩形 232"/>
            <p:cNvSpPr/>
            <p:nvPr/>
          </p:nvSpPr>
          <p:spPr>
            <a:xfrm>
              <a:off x="552204" y="3105049"/>
              <a:ext cx="803426" cy="382541"/>
            </a:xfrm>
            <a:prstGeom prst="rect">
              <a:avLst/>
            </a:prstGeom>
          </p:spPr>
          <p:txBody>
            <a:bodyPr wrap="none">
              <a:spAutoFit/>
            </a:bodyPr>
            <a:lstStyle/>
            <a:p>
              <a:pPr algn="ctr" eaLnBrk="1" hangingPunct="1">
                <a:spcBef>
                  <a:spcPct val="20000"/>
                </a:spcBef>
              </a:pPr>
              <a:r>
                <a:rPr kumimoji="1" lang="zh-CN" altLang="en-US" sz="1800" b="1" dirty="0" smtClean="0">
                  <a:solidFill>
                    <a:srgbClr val="C00000"/>
                  </a:solidFill>
                  <a:latin typeface="幼圆" panose="02010509060101010101" pitchFamily="49" charset="-122"/>
                  <a:ea typeface="幼圆" panose="02010509060101010101" pitchFamily="49" charset="-122"/>
                </a:rPr>
                <a:t>面积</a:t>
              </a:r>
              <a:r>
                <a:rPr kumimoji="1" lang="en-US" altLang="zh-CN" sz="1800" b="1" i="1" dirty="0" smtClean="0">
                  <a:solidFill>
                    <a:srgbClr val="C00000"/>
                  </a:solidFill>
                  <a:ea typeface="幼圆" panose="02010509060101010101" pitchFamily="49" charset="-122"/>
                  <a:cs typeface="Times New Roman" panose="02020603050405020304" pitchFamily="18" charset="0"/>
                </a:rPr>
                <a:t>A</a:t>
              </a:r>
              <a:endParaRPr kumimoji="1" lang="zh-CN" altLang="en-US" sz="1800" b="1" i="1" dirty="0">
                <a:solidFill>
                  <a:srgbClr val="C00000"/>
                </a:solidFill>
                <a:ea typeface="幼圆" panose="02010509060101010101" pitchFamily="49" charset="-122"/>
                <a:cs typeface="Times New Roman" panose="02020603050405020304" pitchFamily="18" charset="0"/>
              </a:endParaRPr>
            </a:p>
          </p:txBody>
        </p:sp>
      </p:grpSp>
      <p:sp>
        <p:nvSpPr>
          <p:cNvPr id="234" name="Rectangle 69"/>
          <p:cNvSpPr>
            <a:spLocks noChangeArrowheads="1"/>
          </p:cNvSpPr>
          <p:nvPr/>
        </p:nvSpPr>
        <p:spPr bwMode="auto">
          <a:xfrm>
            <a:off x="4494103" y="663892"/>
            <a:ext cx="3663938" cy="517065"/>
          </a:xfrm>
          <a:prstGeom prst="rect">
            <a:avLst/>
          </a:prstGeom>
          <a:noFill/>
          <a:ln w="9525">
            <a:noFill/>
            <a:miter lim="800000"/>
            <a:headEnd/>
            <a:tailEnd/>
          </a:ln>
        </p:spPr>
        <p:txBody>
          <a:bodyPr wrap="square"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marL="342900" indent="-342900" eaLnBrk="1" hangingPunct="1">
              <a:spcBef>
                <a:spcPts val="0"/>
              </a:spcBef>
              <a:spcAft>
                <a:spcPts val="0"/>
              </a:spcAft>
              <a:buClr>
                <a:srgbClr val="C00000"/>
              </a:buClr>
              <a:buSzPct val="130000"/>
              <a:buFont typeface="Wingdings" panose="05000000000000000000" pitchFamily="2" charset="2"/>
              <a:buChar char="F"/>
            </a:pPr>
            <a:r>
              <a:rPr kumimoji="1" lang="zh-CN" altLang="en-US" sz="2400" b="1" dirty="0" smtClean="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关键问题：渗透力计算</a:t>
            </a:r>
            <a:endParaRPr kumimoji="1" lang="zh-CN" altLang="en-US" sz="2400" b="1"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endParaRPr>
          </a:p>
        </p:txBody>
      </p:sp>
      <p:cxnSp>
        <p:nvCxnSpPr>
          <p:cNvPr id="101" name="直接连接符 100"/>
          <p:cNvCxnSpPr/>
          <p:nvPr/>
        </p:nvCxnSpPr>
        <p:spPr bwMode="auto">
          <a:xfrm flipH="1">
            <a:off x="5725818" y="4469640"/>
            <a:ext cx="703827" cy="166113"/>
          </a:xfrm>
          <a:prstGeom prst="line">
            <a:avLst/>
          </a:prstGeom>
          <a:noFill/>
          <a:ln w="12700" cap="flat" cmpd="sng" algn="ctr">
            <a:solidFill>
              <a:schemeClr val="tx1"/>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10" name="组合 9"/>
          <p:cNvGrpSpPr/>
          <p:nvPr/>
        </p:nvGrpSpPr>
        <p:grpSpPr>
          <a:xfrm>
            <a:off x="5445202" y="3195638"/>
            <a:ext cx="703974" cy="1423460"/>
            <a:chOff x="5445202" y="3195638"/>
            <a:chExt cx="703974" cy="1423460"/>
          </a:xfrm>
        </p:grpSpPr>
        <p:cxnSp>
          <p:nvCxnSpPr>
            <p:cNvPr id="235" name="直接连接符 234"/>
            <p:cNvCxnSpPr>
              <a:endCxn id="80" idx="3"/>
            </p:cNvCxnSpPr>
            <p:nvPr/>
          </p:nvCxnSpPr>
          <p:spPr bwMode="auto">
            <a:xfrm flipH="1" flipV="1">
              <a:off x="5445202" y="3195638"/>
              <a:ext cx="382540" cy="1423460"/>
            </a:xfrm>
            <a:prstGeom prst="line">
              <a:avLst/>
            </a:prstGeom>
            <a:noFill/>
            <a:ln w="12700" cap="flat" cmpd="sng" algn="ctr">
              <a:solidFill>
                <a:srgbClr val="C00000"/>
              </a:solidFill>
              <a:prstDash val="solid"/>
              <a:round/>
              <a:headEnd type="triangl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36" name="Text Box 51"/>
            <p:cNvSpPr txBox="1">
              <a:spLocks noChangeArrowheads="1"/>
            </p:cNvSpPr>
            <p:nvPr/>
          </p:nvSpPr>
          <p:spPr bwMode="auto">
            <a:xfrm>
              <a:off x="5628995" y="3828254"/>
              <a:ext cx="520181" cy="4409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lnSpc>
                  <a:spcPct val="125000"/>
                </a:lnSpc>
              </a:pPr>
              <a:r>
                <a:rPr kumimoji="1" lang="en-US" altLang="zh-CN" sz="2000" b="1" i="1" dirty="0" smtClean="0">
                  <a:solidFill>
                    <a:srgbClr val="C00000"/>
                  </a:solidFill>
                  <a:latin typeface="Times New Roman" panose="02020603050405020304" pitchFamily="18" charset="0"/>
                </a:rPr>
                <a:t>d</a:t>
              </a:r>
              <a:r>
                <a:rPr kumimoji="1" lang="en-US" altLang="zh-CN" sz="2000" b="1" baseline="-25000" dirty="0" smtClean="0">
                  <a:solidFill>
                    <a:srgbClr val="C00000"/>
                  </a:solidFill>
                  <a:latin typeface="Times New Roman" panose="02020603050405020304" pitchFamily="18" charset="0"/>
                </a:rPr>
                <a:t>i</a:t>
              </a:r>
              <a:endParaRPr kumimoji="1" lang="en-US" altLang="zh-CN" sz="2000" b="1" baseline="-25000" dirty="0">
                <a:solidFill>
                  <a:srgbClr val="C00000"/>
                </a:solidFill>
                <a:latin typeface="Times New Roman" panose="02020603050405020304" pitchFamily="18" charset="0"/>
              </a:endParaRPr>
            </a:p>
          </p:txBody>
        </p:sp>
      </p:grpSp>
      <p:grpSp>
        <p:nvGrpSpPr>
          <p:cNvPr id="237" name="Group 61"/>
          <p:cNvGrpSpPr>
            <a:grpSpLocks/>
          </p:cNvGrpSpPr>
          <p:nvPr/>
        </p:nvGrpSpPr>
        <p:grpSpPr bwMode="auto">
          <a:xfrm>
            <a:off x="6020652" y="4243934"/>
            <a:ext cx="706438" cy="482600"/>
            <a:chOff x="1617" y="2786"/>
            <a:chExt cx="445" cy="304"/>
          </a:xfrm>
        </p:grpSpPr>
        <p:sp>
          <p:nvSpPr>
            <p:cNvPr id="238" name="Line 47"/>
            <p:cNvSpPr>
              <a:spLocks noChangeShapeType="1"/>
            </p:cNvSpPr>
            <p:nvPr/>
          </p:nvSpPr>
          <p:spPr bwMode="auto">
            <a:xfrm flipH="1">
              <a:off x="1804" y="2882"/>
              <a:ext cx="258" cy="66"/>
            </a:xfrm>
            <a:prstGeom prst="line">
              <a:avLst/>
            </a:prstGeom>
            <a:noFill/>
            <a:ln w="38100">
              <a:solidFill>
                <a:srgbClr val="C00000"/>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9" name="Text Box 48"/>
            <p:cNvSpPr txBox="1">
              <a:spLocks noChangeArrowheads="1"/>
            </p:cNvSpPr>
            <p:nvPr/>
          </p:nvSpPr>
          <p:spPr bwMode="auto">
            <a:xfrm>
              <a:off x="1617" y="2786"/>
              <a:ext cx="260"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2400" b="1" i="1" dirty="0" err="1" smtClean="0">
                  <a:solidFill>
                    <a:srgbClr val="C00000"/>
                  </a:solidFill>
                  <a:latin typeface="Times New Roman" panose="02020603050405020304" pitchFamily="18" charset="0"/>
                </a:rPr>
                <a:t>J</a:t>
              </a:r>
              <a:r>
                <a:rPr kumimoji="1" lang="en-US" altLang="zh-CN" sz="2400" b="1" baseline="-25000" dirty="0" err="1" smtClean="0">
                  <a:solidFill>
                    <a:srgbClr val="C00000"/>
                  </a:solidFill>
                  <a:latin typeface="Times New Roman" panose="02020603050405020304" pitchFamily="18" charset="0"/>
                </a:rPr>
                <a:t>i</a:t>
              </a:r>
              <a:endParaRPr kumimoji="1" lang="en-US" altLang="zh-CN" sz="2400" b="1" baseline="-25000" dirty="0">
                <a:solidFill>
                  <a:srgbClr val="C00000"/>
                </a:solidFill>
                <a:latin typeface="Times New Roman" panose="02020603050405020304" pitchFamily="18" charset="0"/>
              </a:endParaRPr>
            </a:p>
          </p:txBody>
        </p:sp>
      </p:grpSp>
      <p:grpSp>
        <p:nvGrpSpPr>
          <p:cNvPr id="7" name="组合 6"/>
          <p:cNvGrpSpPr/>
          <p:nvPr/>
        </p:nvGrpSpPr>
        <p:grpSpPr>
          <a:xfrm>
            <a:off x="1199335" y="4091110"/>
            <a:ext cx="998644" cy="483017"/>
            <a:chOff x="1199335" y="4091110"/>
            <a:chExt cx="998644" cy="483017"/>
          </a:xfrm>
        </p:grpSpPr>
        <p:sp>
          <p:nvSpPr>
            <p:cNvPr id="215" name="Line 47"/>
            <p:cNvSpPr>
              <a:spLocks noChangeShapeType="1"/>
            </p:cNvSpPr>
            <p:nvPr/>
          </p:nvSpPr>
          <p:spPr bwMode="auto">
            <a:xfrm flipH="1">
              <a:off x="1492396" y="4196585"/>
              <a:ext cx="705583" cy="180498"/>
            </a:xfrm>
            <a:prstGeom prst="line">
              <a:avLst/>
            </a:prstGeom>
            <a:noFill/>
            <a:ln w="38100">
              <a:solidFill>
                <a:srgbClr val="C00000"/>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solidFill>
                  <a:srgbClr val="C00000"/>
                </a:solidFill>
              </a:endParaRPr>
            </a:p>
          </p:txBody>
        </p:sp>
        <p:sp>
          <p:nvSpPr>
            <p:cNvPr id="240" name="Text Box 48"/>
            <p:cNvSpPr txBox="1">
              <a:spLocks noChangeArrowheads="1"/>
            </p:cNvSpPr>
            <p:nvPr/>
          </p:nvSpPr>
          <p:spPr bwMode="auto">
            <a:xfrm>
              <a:off x="1199335" y="4091110"/>
              <a:ext cx="438633" cy="4830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2400" b="1" i="1" dirty="0" err="1" smtClean="0">
                  <a:solidFill>
                    <a:srgbClr val="C00000"/>
                  </a:solidFill>
                  <a:latin typeface="Times New Roman" panose="02020603050405020304" pitchFamily="18" charset="0"/>
                </a:rPr>
                <a:t>J</a:t>
              </a:r>
              <a:r>
                <a:rPr kumimoji="1" lang="en-US" altLang="zh-CN" sz="2400" b="1" baseline="-25000" dirty="0" err="1" smtClean="0">
                  <a:solidFill>
                    <a:srgbClr val="C00000"/>
                  </a:solidFill>
                  <a:latin typeface="Times New Roman" panose="02020603050405020304" pitchFamily="18" charset="0"/>
                </a:rPr>
                <a:t>i</a:t>
              </a:r>
              <a:endParaRPr kumimoji="1" lang="en-US" altLang="zh-CN" sz="2400" b="1" baseline="-25000" dirty="0">
                <a:solidFill>
                  <a:srgbClr val="C00000"/>
                </a:solidFill>
                <a:latin typeface="Times New Roman" panose="02020603050405020304" pitchFamily="18" charset="0"/>
              </a:endParaRPr>
            </a:p>
          </p:txBody>
        </p:sp>
      </p:grpSp>
      <p:sp>
        <p:nvSpPr>
          <p:cNvPr id="127" name="Text Box 7"/>
          <p:cNvSpPr txBox="1">
            <a:spLocks noChangeArrowheads="1"/>
          </p:cNvSpPr>
          <p:nvPr/>
        </p:nvSpPr>
        <p:spPr bwMode="auto">
          <a:xfrm>
            <a:off x="0" y="0"/>
            <a:ext cx="6492240"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1800" b="1" kern="900" spc="130" dirty="0" smtClean="0">
                <a:solidFill>
                  <a:srgbClr val="000066"/>
                </a:solidFill>
                <a:ea typeface="黑体" panose="02010609060101010101" pitchFamily="49" charset="-122"/>
                <a:cs typeface="Times New Roman" panose="02020603050405020304" pitchFamily="18" charset="0"/>
              </a:rPr>
              <a:t>§7.4  </a:t>
            </a:r>
            <a:r>
              <a:rPr lang="zh-CN" altLang="en-US" sz="1800" b="1" kern="900" spc="130" dirty="0" smtClean="0">
                <a:solidFill>
                  <a:srgbClr val="000066"/>
                </a:solidFill>
                <a:ea typeface="黑体" panose="02010609060101010101" pitchFamily="49" charset="-122"/>
                <a:cs typeface="Times New Roman" panose="02020603050405020304" pitchFamily="18" charset="0"/>
              </a:rPr>
              <a:t>总</a:t>
            </a:r>
            <a:r>
              <a:rPr lang="zh-CN" altLang="en-US" sz="1800" b="1" kern="900" spc="130" dirty="0">
                <a:solidFill>
                  <a:srgbClr val="000066"/>
                </a:solidFill>
                <a:ea typeface="黑体" panose="02010609060101010101" pitchFamily="49" charset="-122"/>
                <a:cs typeface="Times New Roman" panose="02020603050405020304" pitchFamily="18" charset="0"/>
              </a:rPr>
              <a:t>应力法与有效应力</a:t>
            </a:r>
            <a:r>
              <a:rPr lang="zh-CN" altLang="en-US" sz="1800" b="1" kern="900" spc="130" dirty="0" smtClean="0">
                <a:solidFill>
                  <a:srgbClr val="000066"/>
                </a:solidFill>
                <a:ea typeface="黑体" panose="02010609060101010101" pitchFamily="49" charset="-122"/>
                <a:cs typeface="Times New Roman" panose="02020603050405020304" pitchFamily="18" charset="0"/>
              </a:rPr>
              <a:t>法 </a:t>
            </a:r>
            <a:r>
              <a:rPr lang="en-US" altLang="zh-CN" sz="1800" b="1" kern="900" spc="130" dirty="0" smtClean="0">
                <a:solidFill>
                  <a:srgbClr val="000066"/>
                </a:solidFill>
                <a:ea typeface="黑体" panose="02010609060101010101" pitchFamily="49" charset="-122"/>
                <a:cs typeface="Times New Roman" panose="02020603050405020304" pitchFamily="18" charset="0"/>
              </a:rPr>
              <a:t>- </a:t>
            </a:r>
            <a:r>
              <a:rPr lang="zh-CN" altLang="en-US" sz="1800" b="1" kern="900" spc="130" dirty="0" smtClean="0">
                <a:solidFill>
                  <a:srgbClr val="000066"/>
                </a:solidFill>
                <a:ea typeface="黑体" panose="02010609060101010101" pitchFamily="49" charset="-122"/>
                <a:cs typeface="Times New Roman" panose="02020603050405020304" pitchFamily="18" charset="0"/>
              </a:rPr>
              <a:t>稳定渗流</a:t>
            </a:r>
            <a:r>
              <a:rPr lang="zh-CN" altLang="en-US" sz="1800" b="1" kern="900" spc="130" dirty="0">
                <a:solidFill>
                  <a:srgbClr val="000066"/>
                </a:solidFill>
                <a:ea typeface="黑体" panose="02010609060101010101" pitchFamily="49" charset="-122"/>
                <a:cs typeface="Times New Roman" panose="02020603050405020304" pitchFamily="18" charset="0"/>
              </a:rPr>
              <a:t>期土坡稳定分析</a:t>
            </a:r>
          </a:p>
          <a:p>
            <a:pPr eaLnBrk="1" fontAlgn="ctr" hangingPunct="1">
              <a:lnSpc>
                <a:spcPct val="100000"/>
              </a:lnSpc>
              <a:spcBef>
                <a:spcPct val="0"/>
              </a:spcBef>
              <a:spcAft>
                <a:spcPct val="0"/>
              </a:spcAft>
            </a:pPr>
            <a:endParaRPr lang="zh-CN" altLang="en-US" sz="1800" b="1" kern="900" spc="130" dirty="0">
              <a:solidFill>
                <a:srgbClr val="000066"/>
              </a:solidFill>
              <a:ea typeface="黑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1861408314"/>
      </p:ext>
    </p:extLst>
  </p:cSld>
  <p:clrMapOvr>
    <a:masterClrMapping/>
  </p:clrMapOvr>
  <p:transition spd="med">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234"/>
                                        </p:tgtEl>
                                        <p:attrNameLst>
                                          <p:attrName>style.visibility</p:attrName>
                                        </p:attrNameLst>
                                      </p:cBhvr>
                                      <p:to>
                                        <p:strVal val="visible"/>
                                      </p:to>
                                    </p:set>
                                    <p:animEffect transition="in" filter="barn(inVertical)">
                                      <p:cBhvr>
                                        <p:cTn id="7" dur="500"/>
                                        <p:tgtEl>
                                          <p:spTgt spid="23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71">
                                            <p:txEl>
                                              <p:pRg st="0" end="0"/>
                                            </p:txEl>
                                          </p:spTgt>
                                        </p:tgtEl>
                                        <p:attrNameLst>
                                          <p:attrName>style.visibility</p:attrName>
                                        </p:attrNameLst>
                                      </p:cBhvr>
                                      <p:to>
                                        <p:strVal val="visible"/>
                                      </p:to>
                                    </p:set>
                                    <p:animEffect transition="in" filter="wipe(left)">
                                      <p:cBhvr>
                                        <p:cTn id="12" dur="1000"/>
                                        <p:tgtEl>
                                          <p:spTgt spid="171">
                                            <p:txEl>
                                              <p:pRg st="0" end="0"/>
                                            </p:txEl>
                                          </p:spTgt>
                                        </p:tgtEl>
                                      </p:cBhvr>
                                    </p:animEffect>
                                  </p:childTnLst>
                                </p:cTn>
                              </p:par>
                            </p:childTnLst>
                          </p:cTn>
                        </p:par>
                        <p:par>
                          <p:cTn id="13" fill="hold">
                            <p:stCondLst>
                              <p:cond delay="1000"/>
                            </p:stCondLst>
                            <p:childTnLst>
                              <p:par>
                                <p:cTn id="14" presetID="22" presetClass="entr" presetSubtype="4" repeatCount="3000" fill="hold" nodeType="after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wipe(down)">
                                      <p:cBhvr>
                                        <p:cTn id="16" dur="500"/>
                                        <p:tgtEl>
                                          <p:spTgt spid="3"/>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171">
                                            <p:txEl>
                                              <p:pRg st="1" end="1"/>
                                            </p:txEl>
                                          </p:spTgt>
                                        </p:tgtEl>
                                        <p:attrNameLst>
                                          <p:attrName>style.visibility</p:attrName>
                                        </p:attrNameLst>
                                      </p:cBhvr>
                                      <p:to>
                                        <p:strVal val="visible"/>
                                      </p:to>
                                    </p:set>
                                    <p:animEffect transition="in" filter="wipe(left)">
                                      <p:cBhvr>
                                        <p:cTn id="21" dur="1000"/>
                                        <p:tgtEl>
                                          <p:spTgt spid="171">
                                            <p:txEl>
                                              <p:pRg st="1" end="1"/>
                                            </p:txEl>
                                          </p:spTgt>
                                        </p:tgtEl>
                                      </p:cBhvr>
                                    </p:animEffect>
                                  </p:childTnLst>
                                </p:cTn>
                              </p:par>
                              <p:par>
                                <p:cTn id="22" presetID="22" presetClass="entr" presetSubtype="2" repeatCount="4000" fill="hold" nodeType="withEffect">
                                  <p:stCondLst>
                                    <p:cond delay="0"/>
                                  </p:stCondLst>
                                  <p:childTnLst>
                                    <p:set>
                                      <p:cBhvr>
                                        <p:cTn id="23" dur="1" fill="hold">
                                          <p:stCondLst>
                                            <p:cond delay="0"/>
                                          </p:stCondLst>
                                        </p:cTn>
                                        <p:tgtEl>
                                          <p:spTgt spid="237"/>
                                        </p:tgtEl>
                                        <p:attrNameLst>
                                          <p:attrName>style.visibility</p:attrName>
                                        </p:attrNameLst>
                                      </p:cBhvr>
                                      <p:to>
                                        <p:strVal val="visible"/>
                                      </p:to>
                                    </p:set>
                                    <p:animEffect transition="in" filter="wipe(right)">
                                      <p:cBhvr>
                                        <p:cTn id="24" dur="500"/>
                                        <p:tgtEl>
                                          <p:spTgt spid="237"/>
                                        </p:tgtEl>
                                      </p:cBhvr>
                                    </p:animEffect>
                                  </p:childTnLst>
                                </p:cTn>
                              </p:par>
                              <p:par>
                                <p:cTn id="25" presetID="22" presetClass="entr" presetSubtype="4" repeatCount="4000" fill="hold" nodeType="with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wipe(down)">
                                      <p:cBhvr>
                                        <p:cTn id="27" dur="5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101"/>
                                        </p:tgtEl>
                                        <p:attrNameLst>
                                          <p:attrName>style.visibility</p:attrName>
                                        </p:attrNameLst>
                                      </p:cBhvr>
                                      <p:to>
                                        <p:strVal val="visible"/>
                                      </p:to>
                                    </p:set>
                                    <p:animEffect transition="in" filter="wipe(down)">
                                      <p:cBhvr>
                                        <p:cTn id="32" dur="500"/>
                                        <p:tgtEl>
                                          <p:spTgt spid="101"/>
                                        </p:tgtEl>
                                      </p:cBhvr>
                                    </p:animEffect>
                                  </p:childTnLst>
                                </p:cTn>
                              </p:par>
                            </p:childTnLst>
                          </p:cTn>
                        </p:par>
                        <p:par>
                          <p:cTn id="33" fill="hold">
                            <p:stCondLst>
                              <p:cond delay="500"/>
                            </p:stCondLst>
                            <p:childTnLst>
                              <p:par>
                                <p:cTn id="34" presetID="22" presetClass="entr" presetSubtype="8" repeatCount="3000" fill="hold" nodeType="afterEffect">
                                  <p:stCondLst>
                                    <p:cond delay="0"/>
                                  </p:stCondLst>
                                  <p:childTnLst>
                                    <p:set>
                                      <p:cBhvr>
                                        <p:cTn id="35" dur="1" fill="hold">
                                          <p:stCondLst>
                                            <p:cond delay="0"/>
                                          </p:stCondLst>
                                        </p:cTn>
                                        <p:tgtEl>
                                          <p:spTgt spid="10"/>
                                        </p:tgtEl>
                                        <p:attrNameLst>
                                          <p:attrName>style.visibility</p:attrName>
                                        </p:attrNameLst>
                                      </p:cBhvr>
                                      <p:to>
                                        <p:strVal val="visible"/>
                                      </p:to>
                                    </p:set>
                                    <p:animEffect transition="in" filter="wipe(left)">
                                      <p:cBhvr>
                                        <p:cTn id="36" dur="500"/>
                                        <p:tgtEl>
                                          <p:spTgt spid="10"/>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171">
                                            <p:txEl>
                                              <p:pRg st="2" end="2"/>
                                            </p:txEl>
                                          </p:spTgt>
                                        </p:tgtEl>
                                        <p:attrNameLst>
                                          <p:attrName>style.visibility</p:attrName>
                                        </p:attrNameLst>
                                      </p:cBhvr>
                                      <p:to>
                                        <p:strVal val="visible"/>
                                      </p:to>
                                    </p:set>
                                    <p:animEffect transition="in" filter="wipe(left)">
                                      <p:cBhvr>
                                        <p:cTn id="41" dur="1000"/>
                                        <p:tgtEl>
                                          <p:spTgt spid="17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1" grpId="0" uiExpand="1" build="p"/>
      <p:bldP spid="234" grpId="0"/>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80</a:t>
            </a:fld>
            <a:endParaRPr lang="zh-CN" altLang="en-US" dirty="0">
              <a:solidFill>
                <a:srgbClr val="C00000"/>
              </a:solidFill>
            </a:endParaRPr>
          </a:p>
        </p:txBody>
      </p:sp>
      <p:sp>
        <p:nvSpPr>
          <p:cNvPr id="61" name="Text Box 2"/>
          <p:cNvSpPr txBox="1">
            <a:spLocks noChangeArrowheads="1"/>
          </p:cNvSpPr>
          <p:nvPr/>
        </p:nvSpPr>
        <p:spPr bwMode="auto">
          <a:xfrm>
            <a:off x="2456953" y="5711775"/>
            <a:ext cx="5398936"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zh-CN" altLang="en-US" sz="4000" b="1" dirty="0">
                <a:solidFill>
                  <a:srgbClr val="000066"/>
                </a:solidFill>
                <a:latin typeface="黑体" pitchFamily="2" charset="-122"/>
                <a:ea typeface="黑体" pitchFamily="2" charset="-122"/>
              </a:rPr>
              <a:t>稳定渗流土坡稳定分析</a:t>
            </a:r>
          </a:p>
        </p:txBody>
      </p:sp>
      <p:sp>
        <p:nvSpPr>
          <p:cNvPr id="128" name="Text Box 4"/>
          <p:cNvSpPr txBox="1">
            <a:spLocks noChangeArrowheads="1"/>
          </p:cNvSpPr>
          <p:nvPr/>
        </p:nvSpPr>
        <p:spPr bwMode="auto">
          <a:xfrm>
            <a:off x="474125" y="633945"/>
            <a:ext cx="4214833" cy="5724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444500" indent="-444500" eaLnBrk="1" hangingPunct="1">
              <a:lnSpc>
                <a:spcPct val="120000"/>
              </a:lnSpc>
              <a:spcBef>
                <a:spcPts val="600"/>
              </a:spcBef>
              <a:spcAft>
                <a:spcPts val="0"/>
              </a:spcAft>
              <a:buClr>
                <a:srgbClr val="A50021"/>
              </a:buClr>
              <a:buSzPct val="100000"/>
              <a:buFont typeface="+mj-lt"/>
              <a:buAutoNum type="arabicPeriod" startAt="2"/>
            </a:pPr>
            <a:r>
              <a:rPr lang="zh-CN" altLang="en-US" sz="2600" b="1" dirty="0" smtClean="0">
                <a:solidFill>
                  <a:srgbClr val="A50021"/>
                </a:solidFill>
                <a:ea typeface="微软雅黑" panose="020B0503020204020204" pitchFamily="34" charset="-122"/>
                <a:cs typeface="Times New Roman" panose="02020603050405020304" pitchFamily="18" charset="0"/>
              </a:rPr>
              <a:t>取土骨架</a:t>
            </a:r>
            <a:r>
              <a:rPr lang="zh-CN" altLang="en-US" sz="2600" b="1" dirty="0">
                <a:solidFill>
                  <a:srgbClr val="A50021"/>
                </a:solidFill>
                <a:ea typeface="微软雅黑" panose="020B0503020204020204" pitchFamily="34" charset="-122"/>
                <a:cs typeface="Times New Roman" panose="02020603050405020304" pitchFamily="18" charset="0"/>
              </a:rPr>
              <a:t>作为隔离</a:t>
            </a:r>
            <a:r>
              <a:rPr lang="zh-CN" altLang="en-US" sz="2600" b="1" dirty="0" smtClean="0">
                <a:solidFill>
                  <a:srgbClr val="A50021"/>
                </a:solidFill>
                <a:ea typeface="微软雅黑" panose="020B0503020204020204" pitchFamily="34" charset="-122"/>
                <a:cs typeface="Times New Roman" panose="02020603050405020304" pitchFamily="18" charset="0"/>
              </a:rPr>
              <a:t>体</a:t>
            </a:r>
            <a:endParaRPr lang="zh-CN" altLang="en-US" sz="2600" b="1" dirty="0">
              <a:solidFill>
                <a:srgbClr val="A50021"/>
              </a:solidFill>
              <a:ea typeface="微软雅黑" panose="020B0503020204020204" pitchFamily="34" charset="-122"/>
              <a:cs typeface="Times New Roman" panose="02020603050405020304" pitchFamily="18" charset="0"/>
            </a:endParaRPr>
          </a:p>
        </p:txBody>
      </p:sp>
      <p:graphicFrame>
        <p:nvGraphicFramePr>
          <p:cNvPr id="124" name="Object 57"/>
          <p:cNvGraphicFramePr>
            <a:graphicFrameLocks noChangeAspect="1"/>
          </p:cNvGraphicFramePr>
          <p:nvPr>
            <p:extLst>
              <p:ext uri="{D42A27DB-BD31-4B8C-83A1-F6EECF244321}">
                <p14:modId xmlns:p14="http://schemas.microsoft.com/office/powerpoint/2010/main" val="876482645"/>
              </p:ext>
            </p:extLst>
          </p:nvPr>
        </p:nvGraphicFramePr>
        <p:xfrm>
          <a:off x="5622925" y="1335088"/>
          <a:ext cx="3005138" cy="995362"/>
        </p:xfrm>
        <a:graphic>
          <a:graphicData uri="http://schemas.openxmlformats.org/presentationml/2006/ole">
            <mc:AlternateContent xmlns:mc="http://schemas.openxmlformats.org/markup-compatibility/2006">
              <mc:Choice xmlns:v="urn:schemas-microsoft-com:vml" Requires="v">
                <p:oleObj spid="_x0000_s1791344" name="Equation" r:id="rId4" imgW="1879560" imgH="622080" progId="Equation.DSMT4">
                  <p:embed/>
                </p:oleObj>
              </mc:Choice>
              <mc:Fallback>
                <p:oleObj name="Equation" r:id="rId4" imgW="1879560" imgH="622080" progId="Equation.DSMT4">
                  <p:embed/>
                  <p:pic>
                    <p:nvPicPr>
                      <p:cNvPr id="0" name=""/>
                      <p:cNvPicPr>
                        <a:picLocks noChangeAspect="1" noChangeArrowheads="1"/>
                      </p:cNvPicPr>
                      <p:nvPr/>
                    </p:nvPicPr>
                    <p:blipFill>
                      <a:blip r:embed="rId5"/>
                      <a:srcRect/>
                      <a:stretch>
                        <a:fillRect/>
                      </a:stretch>
                    </p:blipFill>
                    <p:spPr bwMode="auto">
                      <a:xfrm>
                        <a:off x="5622925" y="1335088"/>
                        <a:ext cx="3005138" cy="995362"/>
                      </a:xfrm>
                      <a:prstGeom prst="rect">
                        <a:avLst/>
                      </a:prstGeom>
                      <a:noFill/>
                      <a:ln>
                        <a:noFill/>
                      </a:ln>
                      <a:extLst/>
                    </p:spPr>
                  </p:pic>
                </p:oleObj>
              </mc:Fallback>
            </mc:AlternateContent>
          </a:graphicData>
        </a:graphic>
      </p:graphicFrame>
      <p:graphicFrame>
        <p:nvGraphicFramePr>
          <p:cNvPr id="125" name="Object 58"/>
          <p:cNvGraphicFramePr>
            <a:graphicFrameLocks noChangeAspect="1"/>
          </p:cNvGraphicFramePr>
          <p:nvPr>
            <p:extLst>
              <p:ext uri="{D42A27DB-BD31-4B8C-83A1-F6EECF244321}">
                <p14:modId xmlns:p14="http://schemas.microsoft.com/office/powerpoint/2010/main" val="4049875309"/>
              </p:ext>
            </p:extLst>
          </p:nvPr>
        </p:nvGraphicFramePr>
        <p:xfrm>
          <a:off x="6048375" y="2470150"/>
          <a:ext cx="1989138" cy="366713"/>
        </p:xfrm>
        <a:graphic>
          <a:graphicData uri="http://schemas.openxmlformats.org/presentationml/2006/ole">
            <mc:AlternateContent xmlns:mc="http://schemas.openxmlformats.org/markup-compatibility/2006">
              <mc:Choice xmlns:v="urn:schemas-microsoft-com:vml" Requires="v">
                <p:oleObj spid="_x0000_s1791345" name="Equation" r:id="rId6" imgW="1244520" imgH="228600" progId="Equation.DSMT4">
                  <p:embed/>
                </p:oleObj>
              </mc:Choice>
              <mc:Fallback>
                <p:oleObj name="Equation" r:id="rId6" imgW="1244520" imgH="228600" progId="Equation.DSMT4">
                  <p:embed/>
                  <p:pic>
                    <p:nvPicPr>
                      <p:cNvPr id="0" name=""/>
                      <p:cNvPicPr>
                        <a:picLocks noChangeAspect="1" noChangeArrowheads="1"/>
                      </p:cNvPicPr>
                      <p:nvPr/>
                    </p:nvPicPr>
                    <p:blipFill>
                      <a:blip r:embed="rId7"/>
                      <a:srcRect/>
                      <a:stretch>
                        <a:fillRect/>
                      </a:stretch>
                    </p:blipFill>
                    <p:spPr bwMode="auto">
                      <a:xfrm>
                        <a:off x="6048375" y="2470150"/>
                        <a:ext cx="1989138" cy="366713"/>
                      </a:xfrm>
                      <a:prstGeom prst="rect">
                        <a:avLst/>
                      </a:prstGeom>
                      <a:noFill/>
                      <a:ln>
                        <a:noFill/>
                      </a:ln>
                      <a:effectLst/>
                      <a:extLst/>
                    </p:spPr>
                  </p:pic>
                </p:oleObj>
              </mc:Fallback>
            </mc:AlternateContent>
          </a:graphicData>
        </a:graphic>
      </p:graphicFrame>
      <p:sp>
        <p:nvSpPr>
          <p:cNvPr id="127" name="Text Box 110"/>
          <p:cNvSpPr txBox="1">
            <a:spLocks noChangeArrowheads="1"/>
          </p:cNvSpPr>
          <p:nvPr/>
        </p:nvSpPr>
        <p:spPr bwMode="auto">
          <a:xfrm>
            <a:off x="955342" y="1267277"/>
            <a:ext cx="4232294" cy="14568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marL="265113" indent="-265113" defTabSz="739775">
              <a:lnSpc>
                <a:spcPct val="110000"/>
              </a:lnSpc>
              <a:spcBef>
                <a:spcPts val="200"/>
              </a:spcBef>
              <a:spcAft>
                <a:spcPts val="200"/>
              </a:spcAft>
              <a:buClr>
                <a:srgbClr val="C00000"/>
              </a:buClr>
              <a:buSzPct val="130000"/>
              <a:buFont typeface="Arial" panose="020B0604020202020204" pitchFamily="34" charset="0"/>
              <a:buChar char="•"/>
              <a:tabLst>
                <a:tab pos="3411538" algn="l"/>
              </a:tabLst>
            </a:pPr>
            <a:r>
              <a:rPr lang="zh-CN" altLang="en-US" sz="20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水位以下用浮</a:t>
            </a:r>
            <a:r>
              <a:rPr lang="zh-CN" altLang="en-US"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重度计算土条重量</a:t>
            </a:r>
            <a:endParaRPr lang="en-US" altLang="zh-CN" sz="20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a:p>
            <a:pPr marL="265113" indent="-265113" defTabSz="739775">
              <a:lnSpc>
                <a:spcPct val="110000"/>
              </a:lnSpc>
              <a:spcBef>
                <a:spcPts val="200"/>
              </a:spcBef>
              <a:spcAft>
                <a:spcPts val="200"/>
              </a:spcAft>
              <a:buClr>
                <a:srgbClr val="C00000"/>
              </a:buClr>
              <a:buSzPct val="130000"/>
              <a:buFont typeface="Arial" panose="020B0604020202020204" pitchFamily="34" charset="0"/>
              <a:buChar char="•"/>
              <a:tabLst>
                <a:tab pos="3411538" algn="l"/>
              </a:tabLst>
            </a:pPr>
            <a:r>
              <a:rPr lang="zh-CN" altLang="en-US" sz="20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需用流网分块计算渗透力，较为繁琐，故较少应用</a:t>
            </a:r>
            <a:endParaRPr lang="en-US" altLang="zh-CN" sz="20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a:p>
            <a:pPr marL="265113" indent="-265113" defTabSz="739775">
              <a:lnSpc>
                <a:spcPct val="110000"/>
              </a:lnSpc>
              <a:spcBef>
                <a:spcPts val="200"/>
              </a:spcBef>
              <a:spcAft>
                <a:spcPts val="200"/>
              </a:spcAft>
              <a:buClr>
                <a:srgbClr val="C00000"/>
              </a:buClr>
              <a:buSzPct val="130000"/>
              <a:buFont typeface="Arial" panose="020B0604020202020204" pitchFamily="34" charset="0"/>
              <a:buChar char="•"/>
              <a:tabLst>
                <a:tab pos="3411538" algn="l"/>
              </a:tabLst>
            </a:pPr>
            <a:r>
              <a:rPr lang="zh-CN" altLang="en-US" sz="20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计算</a:t>
            </a:r>
            <a:r>
              <a:rPr lang="zh-CN" altLang="en-US"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结果和方法</a:t>
            </a:r>
            <a:r>
              <a:rPr lang="en-US" altLang="zh-CN"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1</a:t>
            </a:r>
            <a:r>
              <a:rPr lang="zh-CN" altLang="en-US" sz="20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相近</a:t>
            </a:r>
            <a:endParaRPr lang="en-US" altLang="zh-CN" sz="20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p:txBody>
      </p:sp>
      <p:sp>
        <p:nvSpPr>
          <p:cNvPr id="129" name="任意多边形 128"/>
          <p:cNvSpPr/>
          <p:nvPr/>
        </p:nvSpPr>
        <p:spPr bwMode="auto">
          <a:xfrm>
            <a:off x="1851380" y="2944812"/>
            <a:ext cx="667800" cy="2166640"/>
          </a:xfrm>
          <a:custGeom>
            <a:avLst/>
            <a:gdLst>
              <a:gd name="connsiteX0" fmla="*/ 0 w 238539"/>
              <a:gd name="connsiteY0" fmla="*/ 127221 h 773927"/>
              <a:gd name="connsiteX1" fmla="*/ 0 w 238539"/>
              <a:gd name="connsiteY1" fmla="*/ 773927 h 773927"/>
              <a:gd name="connsiteX2" fmla="*/ 111318 w 238539"/>
              <a:gd name="connsiteY2" fmla="*/ 675861 h 773927"/>
              <a:gd name="connsiteX3" fmla="*/ 204084 w 238539"/>
              <a:gd name="connsiteY3" fmla="*/ 593698 h 773927"/>
              <a:gd name="connsiteX4" fmla="*/ 238539 w 238539"/>
              <a:gd name="connsiteY4" fmla="*/ 559242 h 773927"/>
              <a:gd name="connsiteX5" fmla="*/ 238539 w 238539"/>
              <a:gd name="connsiteY5" fmla="*/ 0 h 773927"/>
              <a:gd name="connsiteX6" fmla="*/ 0 w 238539"/>
              <a:gd name="connsiteY6" fmla="*/ 127221 h 773927"/>
              <a:gd name="connsiteX0" fmla="*/ 0 w 238539"/>
              <a:gd name="connsiteY0" fmla="*/ 127221 h 773927"/>
              <a:gd name="connsiteX1" fmla="*/ 0 w 238539"/>
              <a:gd name="connsiteY1" fmla="*/ 773927 h 773927"/>
              <a:gd name="connsiteX2" fmla="*/ 111318 w 238539"/>
              <a:gd name="connsiteY2" fmla="*/ 675861 h 773927"/>
              <a:gd name="connsiteX3" fmla="*/ 182653 w 238539"/>
              <a:gd name="connsiteY3" fmla="*/ 619892 h 773927"/>
              <a:gd name="connsiteX4" fmla="*/ 238539 w 238539"/>
              <a:gd name="connsiteY4" fmla="*/ 559242 h 773927"/>
              <a:gd name="connsiteX5" fmla="*/ 238539 w 238539"/>
              <a:gd name="connsiteY5" fmla="*/ 0 h 773927"/>
              <a:gd name="connsiteX6" fmla="*/ 0 w 238539"/>
              <a:gd name="connsiteY6" fmla="*/ 127221 h 773927"/>
              <a:gd name="connsiteX0" fmla="*/ 0 w 238539"/>
              <a:gd name="connsiteY0" fmla="*/ 127221 h 773927"/>
              <a:gd name="connsiteX1" fmla="*/ 0 w 238539"/>
              <a:gd name="connsiteY1" fmla="*/ 773927 h 773927"/>
              <a:gd name="connsiteX2" fmla="*/ 97031 w 238539"/>
              <a:gd name="connsiteY2" fmla="*/ 692530 h 773927"/>
              <a:gd name="connsiteX3" fmla="*/ 182653 w 238539"/>
              <a:gd name="connsiteY3" fmla="*/ 619892 h 773927"/>
              <a:gd name="connsiteX4" fmla="*/ 238539 w 238539"/>
              <a:gd name="connsiteY4" fmla="*/ 559242 h 773927"/>
              <a:gd name="connsiteX5" fmla="*/ 238539 w 238539"/>
              <a:gd name="connsiteY5" fmla="*/ 0 h 773927"/>
              <a:gd name="connsiteX6" fmla="*/ 0 w 238539"/>
              <a:gd name="connsiteY6" fmla="*/ 127221 h 773927"/>
              <a:gd name="connsiteX0" fmla="*/ 0 w 238539"/>
              <a:gd name="connsiteY0" fmla="*/ 127221 h 773927"/>
              <a:gd name="connsiteX1" fmla="*/ 0 w 238539"/>
              <a:gd name="connsiteY1" fmla="*/ 773927 h 773927"/>
              <a:gd name="connsiteX2" fmla="*/ 97031 w 238539"/>
              <a:gd name="connsiteY2" fmla="*/ 692530 h 773927"/>
              <a:gd name="connsiteX3" fmla="*/ 170747 w 238539"/>
              <a:gd name="connsiteY3" fmla="*/ 627036 h 773927"/>
              <a:gd name="connsiteX4" fmla="*/ 238539 w 238539"/>
              <a:gd name="connsiteY4" fmla="*/ 559242 h 773927"/>
              <a:gd name="connsiteX5" fmla="*/ 238539 w 238539"/>
              <a:gd name="connsiteY5" fmla="*/ 0 h 773927"/>
              <a:gd name="connsiteX6" fmla="*/ 0 w 238539"/>
              <a:gd name="connsiteY6" fmla="*/ 127221 h 773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8539" h="773927">
                <a:moveTo>
                  <a:pt x="0" y="127221"/>
                </a:moveTo>
                <a:lnTo>
                  <a:pt x="0" y="773927"/>
                </a:lnTo>
                <a:cubicBezTo>
                  <a:pt x="37106" y="741238"/>
                  <a:pt x="68573" y="717012"/>
                  <a:pt x="97031" y="692530"/>
                </a:cubicBezTo>
                <a:cubicBezTo>
                  <a:pt x="125489" y="668048"/>
                  <a:pt x="146969" y="645692"/>
                  <a:pt x="170747" y="627036"/>
                </a:cubicBezTo>
                <a:lnTo>
                  <a:pt x="238539" y="559242"/>
                </a:lnTo>
                <a:lnTo>
                  <a:pt x="238539" y="0"/>
                </a:lnTo>
                <a:lnTo>
                  <a:pt x="0" y="127221"/>
                </a:lnTo>
                <a:close/>
              </a:path>
            </a:pathLst>
          </a:custGeom>
          <a:solidFill>
            <a:srgbClr val="FFC000"/>
          </a:solidFill>
          <a:ln w="28575" cap="flat" cmpd="sng" algn="ctr">
            <a:no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130" name="任意多边形 129"/>
          <p:cNvSpPr/>
          <p:nvPr/>
        </p:nvSpPr>
        <p:spPr bwMode="auto">
          <a:xfrm>
            <a:off x="1845858" y="3569030"/>
            <a:ext cx="675203" cy="1544186"/>
          </a:xfrm>
          <a:custGeom>
            <a:avLst/>
            <a:gdLst>
              <a:gd name="connsiteX0" fmla="*/ 0 w 675203"/>
              <a:gd name="connsiteY0" fmla="*/ 242226 h 1544186"/>
              <a:gd name="connsiteX1" fmla="*/ 369394 w 675203"/>
              <a:gd name="connsiteY1" fmla="*/ 102946 h 1544186"/>
              <a:gd name="connsiteX2" fmla="*/ 675203 w 675203"/>
              <a:gd name="connsiteY2" fmla="*/ 0 h 1544186"/>
              <a:gd name="connsiteX3" fmla="*/ 675203 w 675203"/>
              <a:gd name="connsiteY3" fmla="*/ 923484 h 1544186"/>
              <a:gd name="connsiteX4" fmla="*/ 360310 w 675203"/>
              <a:gd name="connsiteY4" fmla="*/ 1232321 h 1544186"/>
              <a:gd name="connsiteX5" fmla="*/ 18167 w 675203"/>
              <a:gd name="connsiteY5" fmla="*/ 1544186 h 1544186"/>
              <a:gd name="connsiteX6" fmla="*/ 0 w 675203"/>
              <a:gd name="connsiteY6" fmla="*/ 242226 h 1544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5203" h="1544186">
                <a:moveTo>
                  <a:pt x="0" y="242226"/>
                </a:moveTo>
                <a:lnTo>
                  <a:pt x="369394" y="102946"/>
                </a:lnTo>
                <a:lnTo>
                  <a:pt x="675203" y="0"/>
                </a:lnTo>
                <a:lnTo>
                  <a:pt x="675203" y="923484"/>
                </a:lnTo>
                <a:lnTo>
                  <a:pt x="360310" y="1232321"/>
                </a:lnTo>
                <a:lnTo>
                  <a:pt x="18167" y="1544186"/>
                </a:lnTo>
                <a:lnTo>
                  <a:pt x="0" y="242226"/>
                </a:lnTo>
                <a:close/>
              </a:path>
            </a:pathLst>
          </a:custGeom>
          <a:solidFill>
            <a:srgbClr val="CCCCFF"/>
          </a:solidFill>
          <a:ln w="12700" cap="flat" cmpd="sng" algn="ctr">
            <a:no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131" name="任意多边形 130"/>
          <p:cNvSpPr/>
          <p:nvPr/>
        </p:nvSpPr>
        <p:spPr bwMode="auto">
          <a:xfrm>
            <a:off x="4546173" y="3811497"/>
            <a:ext cx="4225332" cy="1441938"/>
          </a:xfrm>
          <a:custGeom>
            <a:avLst/>
            <a:gdLst>
              <a:gd name="connsiteX0" fmla="*/ 4210260 w 4225332"/>
              <a:gd name="connsiteY0" fmla="*/ 1441938 h 1441938"/>
              <a:gd name="connsiteX1" fmla="*/ 0 w 4225332"/>
              <a:gd name="connsiteY1" fmla="*/ 1441938 h 1441938"/>
              <a:gd name="connsiteX2" fmla="*/ 2532185 w 4225332"/>
              <a:gd name="connsiteY2" fmla="*/ 0 h 1441938"/>
              <a:gd name="connsiteX3" fmla="*/ 2863781 w 4225332"/>
              <a:gd name="connsiteY3" fmla="*/ 0 h 1441938"/>
              <a:gd name="connsiteX4" fmla="*/ 4225332 w 4225332"/>
              <a:gd name="connsiteY4" fmla="*/ 728505 h 1441938"/>
              <a:gd name="connsiteX5" fmla="*/ 4210260 w 4225332"/>
              <a:gd name="connsiteY5" fmla="*/ 1441938 h 14419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225332" h="1441938">
                <a:moveTo>
                  <a:pt x="4210260" y="1441938"/>
                </a:moveTo>
                <a:lnTo>
                  <a:pt x="0" y="1441938"/>
                </a:lnTo>
                <a:lnTo>
                  <a:pt x="2532185" y="0"/>
                </a:lnTo>
                <a:lnTo>
                  <a:pt x="2863781" y="0"/>
                </a:lnTo>
                <a:lnTo>
                  <a:pt x="4225332" y="728505"/>
                </a:lnTo>
                <a:lnTo>
                  <a:pt x="4210260" y="1441938"/>
                </a:lnTo>
                <a:close/>
              </a:path>
            </a:pathLst>
          </a:custGeom>
          <a:solidFill>
            <a:srgbClr val="FFFFCC"/>
          </a:solidFill>
          <a:ln w="12700" cap="flat" cmpd="sng" algn="ctr">
            <a:no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132" name="任意多边形 131"/>
          <p:cNvSpPr/>
          <p:nvPr/>
        </p:nvSpPr>
        <p:spPr bwMode="auto">
          <a:xfrm>
            <a:off x="6611723" y="3959584"/>
            <a:ext cx="238539" cy="773927"/>
          </a:xfrm>
          <a:custGeom>
            <a:avLst/>
            <a:gdLst>
              <a:gd name="connsiteX0" fmla="*/ 0 w 238539"/>
              <a:gd name="connsiteY0" fmla="*/ 127221 h 773927"/>
              <a:gd name="connsiteX1" fmla="*/ 0 w 238539"/>
              <a:gd name="connsiteY1" fmla="*/ 773927 h 773927"/>
              <a:gd name="connsiteX2" fmla="*/ 111318 w 238539"/>
              <a:gd name="connsiteY2" fmla="*/ 675861 h 773927"/>
              <a:gd name="connsiteX3" fmla="*/ 204084 w 238539"/>
              <a:gd name="connsiteY3" fmla="*/ 593698 h 773927"/>
              <a:gd name="connsiteX4" fmla="*/ 238539 w 238539"/>
              <a:gd name="connsiteY4" fmla="*/ 559242 h 773927"/>
              <a:gd name="connsiteX5" fmla="*/ 238539 w 238539"/>
              <a:gd name="connsiteY5" fmla="*/ 0 h 773927"/>
              <a:gd name="connsiteX6" fmla="*/ 0 w 238539"/>
              <a:gd name="connsiteY6" fmla="*/ 127221 h 773927"/>
              <a:gd name="connsiteX0" fmla="*/ 0 w 238539"/>
              <a:gd name="connsiteY0" fmla="*/ 127221 h 773927"/>
              <a:gd name="connsiteX1" fmla="*/ 0 w 238539"/>
              <a:gd name="connsiteY1" fmla="*/ 773927 h 773927"/>
              <a:gd name="connsiteX2" fmla="*/ 111318 w 238539"/>
              <a:gd name="connsiteY2" fmla="*/ 675861 h 773927"/>
              <a:gd name="connsiteX3" fmla="*/ 182653 w 238539"/>
              <a:gd name="connsiteY3" fmla="*/ 619892 h 773927"/>
              <a:gd name="connsiteX4" fmla="*/ 238539 w 238539"/>
              <a:gd name="connsiteY4" fmla="*/ 559242 h 773927"/>
              <a:gd name="connsiteX5" fmla="*/ 238539 w 238539"/>
              <a:gd name="connsiteY5" fmla="*/ 0 h 773927"/>
              <a:gd name="connsiteX6" fmla="*/ 0 w 238539"/>
              <a:gd name="connsiteY6" fmla="*/ 127221 h 773927"/>
              <a:gd name="connsiteX0" fmla="*/ 0 w 238539"/>
              <a:gd name="connsiteY0" fmla="*/ 127221 h 773927"/>
              <a:gd name="connsiteX1" fmla="*/ 0 w 238539"/>
              <a:gd name="connsiteY1" fmla="*/ 773927 h 773927"/>
              <a:gd name="connsiteX2" fmla="*/ 97031 w 238539"/>
              <a:gd name="connsiteY2" fmla="*/ 692530 h 773927"/>
              <a:gd name="connsiteX3" fmla="*/ 182653 w 238539"/>
              <a:gd name="connsiteY3" fmla="*/ 619892 h 773927"/>
              <a:gd name="connsiteX4" fmla="*/ 238539 w 238539"/>
              <a:gd name="connsiteY4" fmla="*/ 559242 h 773927"/>
              <a:gd name="connsiteX5" fmla="*/ 238539 w 238539"/>
              <a:gd name="connsiteY5" fmla="*/ 0 h 773927"/>
              <a:gd name="connsiteX6" fmla="*/ 0 w 238539"/>
              <a:gd name="connsiteY6" fmla="*/ 127221 h 773927"/>
              <a:gd name="connsiteX0" fmla="*/ 0 w 238539"/>
              <a:gd name="connsiteY0" fmla="*/ 127221 h 773927"/>
              <a:gd name="connsiteX1" fmla="*/ 0 w 238539"/>
              <a:gd name="connsiteY1" fmla="*/ 773927 h 773927"/>
              <a:gd name="connsiteX2" fmla="*/ 97031 w 238539"/>
              <a:gd name="connsiteY2" fmla="*/ 692530 h 773927"/>
              <a:gd name="connsiteX3" fmla="*/ 170747 w 238539"/>
              <a:gd name="connsiteY3" fmla="*/ 627036 h 773927"/>
              <a:gd name="connsiteX4" fmla="*/ 238539 w 238539"/>
              <a:gd name="connsiteY4" fmla="*/ 559242 h 773927"/>
              <a:gd name="connsiteX5" fmla="*/ 238539 w 238539"/>
              <a:gd name="connsiteY5" fmla="*/ 0 h 773927"/>
              <a:gd name="connsiteX6" fmla="*/ 0 w 238539"/>
              <a:gd name="connsiteY6" fmla="*/ 127221 h 773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8539" h="773927">
                <a:moveTo>
                  <a:pt x="0" y="127221"/>
                </a:moveTo>
                <a:lnTo>
                  <a:pt x="0" y="773927"/>
                </a:lnTo>
                <a:cubicBezTo>
                  <a:pt x="37106" y="741238"/>
                  <a:pt x="68573" y="717012"/>
                  <a:pt x="97031" y="692530"/>
                </a:cubicBezTo>
                <a:cubicBezTo>
                  <a:pt x="125489" y="668048"/>
                  <a:pt x="146969" y="645692"/>
                  <a:pt x="170747" y="627036"/>
                </a:cubicBezTo>
                <a:lnTo>
                  <a:pt x="238539" y="559242"/>
                </a:lnTo>
                <a:lnTo>
                  <a:pt x="238539" y="0"/>
                </a:lnTo>
                <a:lnTo>
                  <a:pt x="0" y="127221"/>
                </a:lnTo>
                <a:close/>
              </a:path>
            </a:pathLst>
          </a:custGeom>
          <a:solidFill>
            <a:srgbClr val="FFC000"/>
          </a:solidFill>
          <a:ln w="12700" cap="flat" cmpd="sng" algn="ctr">
            <a:no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133" name="Freeform 9"/>
          <p:cNvSpPr>
            <a:spLocks/>
          </p:cNvSpPr>
          <p:nvPr/>
        </p:nvSpPr>
        <p:spPr bwMode="auto">
          <a:xfrm flipH="1">
            <a:off x="4093522" y="4792287"/>
            <a:ext cx="1261729" cy="469232"/>
          </a:xfrm>
          <a:custGeom>
            <a:avLst/>
            <a:gdLst>
              <a:gd name="T0" fmla="*/ 0 w 845"/>
              <a:gd name="T1" fmla="*/ 0 h 149"/>
              <a:gd name="T2" fmla="*/ 845 w 845"/>
              <a:gd name="T3" fmla="*/ 0 h 149"/>
              <a:gd name="T4" fmla="*/ 845 w 845"/>
              <a:gd name="T5" fmla="*/ 149 h 149"/>
              <a:gd name="T6" fmla="*/ 312 w 845"/>
              <a:gd name="T7" fmla="*/ 149 h 149"/>
              <a:gd name="T8" fmla="*/ 0 w 845"/>
              <a:gd name="T9" fmla="*/ 0 h 149"/>
              <a:gd name="T10" fmla="*/ 0 60000 65536"/>
              <a:gd name="T11" fmla="*/ 0 60000 65536"/>
              <a:gd name="T12" fmla="*/ 0 60000 65536"/>
              <a:gd name="T13" fmla="*/ 0 60000 65536"/>
              <a:gd name="T14" fmla="*/ 0 60000 65536"/>
              <a:gd name="T15" fmla="*/ 0 w 845"/>
              <a:gd name="T16" fmla="*/ 0 h 149"/>
              <a:gd name="T17" fmla="*/ 845 w 845"/>
              <a:gd name="T18" fmla="*/ 149 h 149"/>
              <a:gd name="connsiteX0" fmla="*/ 0 w 10000"/>
              <a:gd name="connsiteY0" fmla="*/ 0 h 10000"/>
              <a:gd name="connsiteX1" fmla="*/ 10000 w 10000"/>
              <a:gd name="connsiteY1" fmla="*/ 0 h 10000"/>
              <a:gd name="connsiteX2" fmla="*/ 10000 w 10000"/>
              <a:gd name="connsiteY2" fmla="*/ 10000 h 10000"/>
              <a:gd name="connsiteX3" fmla="*/ 4888 w 10000"/>
              <a:gd name="connsiteY3" fmla="*/ 9939 h 10000"/>
              <a:gd name="connsiteX4" fmla="*/ 0 w 10000"/>
              <a:gd name="connsiteY4" fmla="*/ 0 h 10000"/>
              <a:gd name="connsiteX0" fmla="*/ 0 w 10000"/>
              <a:gd name="connsiteY0" fmla="*/ 0 h 10000"/>
              <a:gd name="connsiteX1" fmla="*/ 10000 w 10000"/>
              <a:gd name="connsiteY1" fmla="*/ 0 h 10000"/>
              <a:gd name="connsiteX2" fmla="*/ 10000 w 10000"/>
              <a:gd name="connsiteY2" fmla="*/ 10000 h 10000"/>
              <a:gd name="connsiteX3" fmla="*/ 5329 w 10000"/>
              <a:gd name="connsiteY3" fmla="*/ 9939 h 10000"/>
              <a:gd name="connsiteX4" fmla="*/ 0 w 10000"/>
              <a:gd name="connsiteY4" fmla="*/ 0 h 10000"/>
              <a:gd name="connsiteX0" fmla="*/ 0 w 10000"/>
              <a:gd name="connsiteY0" fmla="*/ 0 h 10000"/>
              <a:gd name="connsiteX1" fmla="*/ 10000 w 10000"/>
              <a:gd name="connsiteY1" fmla="*/ 0 h 10000"/>
              <a:gd name="connsiteX2" fmla="*/ 10000 w 10000"/>
              <a:gd name="connsiteY2" fmla="*/ 10000 h 10000"/>
              <a:gd name="connsiteX3" fmla="*/ 5728 w 10000"/>
              <a:gd name="connsiteY3" fmla="*/ 9939 h 10000"/>
              <a:gd name="connsiteX4" fmla="*/ 0 w 10000"/>
              <a:gd name="connsiteY4" fmla="*/ 0 h 10000"/>
              <a:gd name="connsiteX0" fmla="*/ 0 w 10000"/>
              <a:gd name="connsiteY0" fmla="*/ 0 h 10000"/>
              <a:gd name="connsiteX1" fmla="*/ 10000 w 10000"/>
              <a:gd name="connsiteY1" fmla="*/ 0 h 10000"/>
              <a:gd name="connsiteX2" fmla="*/ 10000 w 10000"/>
              <a:gd name="connsiteY2" fmla="*/ 10000 h 10000"/>
              <a:gd name="connsiteX3" fmla="*/ 6085 w 10000"/>
              <a:gd name="connsiteY3" fmla="*/ 10000 h 10000"/>
              <a:gd name="connsiteX4" fmla="*/ 0 w 10000"/>
              <a:gd name="connsiteY4" fmla="*/ 0 h 10000"/>
              <a:gd name="connsiteX0" fmla="*/ 0 w 12111"/>
              <a:gd name="connsiteY0" fmla="*/ 105 h 10000"/>
              <a:gd name="connsiteX1" fmla="*/ 12111 w 12111"/>
              <a:gd name="connsiteY1" fmla="*/ 0 h 10000"/>
              <a:gd name="connsiteX2" fmla="*/ 12111 w 12111"/>
              <a:gd name="connsiteY2" fmla="*/ 10000 h 10000"/>
              <a:gd name="connsiteX3" fmla="*/ 8196 w 12111"/>
              <a:gd name="connsiteY3" fmla="*/ 10000 h 10000"/>
              <a:gd name="connsiteX4" fmla="*/ 0 w 12111"/>
              <a:gd name="connsiteY4" fmla="*/ 105 h 10000"/>
              <a:gd name="connsiteX0" fmla="*/ 0 w 11970"/>
              <a:gd name="connsiteY0" fmla="*/ 105 h 10000"/>
              <a:gd name="connsiteX1" fmla="*/ 11970 w 11970"/>
              <a:gd name="connsiteY1" fmla="*/ 0 h 10000"/>
              <a:gd name="connsiteX2" fmla="*/ 11970 w 11970"/>
              <a:gd name="connsiteY2" fmla="*/ 10000 h 10000"/>
              <a:gd name="connsiteX3" fmla="*/ 8055 w 11970"/>
              <a:gd name="connsiteY3" fmla="*/ 10000 h 10000"/>
              <a:gd name="connsiteX4" fmla="*/ 0 w 11970"/>
              <a:gd name="connsiteY4" fmla="*/ 105 h 10000"/>
              <a:gd name="connsiteX0" fmla="*/ 0 w 11923"/>
              <a:gd name="connsiteY0" fmla="*/ 105 h 10000"/>
              <a:gd name="connsiteX1" fmla="*/ 11923 w 11923"/>
              <a:gd name="connsiteY1" fmla="*/ 0 h 10000"/>
              <a:gd name="connsiteX2" fmla="*/ 11923 w 11923"/>
              <a:gd name="connsiteY2" fmla="*/ 10000 h 10000"/>
              <a:gd name="connsiteX3" fmla="*/ 8008 w 11923"/>
              <a:gd name="connsiteY3" fmla="*/ 10000 h 10000"/>
              <a:gd name="connsiteX4" fmla="*/ 0 w 11923"/>
              <a:gd name="connsiteY4" fmla="*/ 105 h 10000"/>
              <a:gd name="connsiteX0" fmla="*/ 0 w 12106"/>
              <a:gd name="connsiteY0" fmla="*/ 0 h 10100"/>
              <a:gd name="connsiteX1" fmla="*/ 12106 w 12106"/>
              <a:gd name="connsiteY1" fmla="*/ 100 h 10100"/>
              <a:gd name="connsiteX2" fmla="*/ 12106 w 12106"/>
              <a:gd name="connsiteY2" fmla="*/ 10100 h 10100"/>
              <a:gd name="connsiteX3" fmla="*/ 8191 w 12106"/>
              <a:gd name="connsiteY3" fmla="*/ 10100 h 10100"/>
              <a:gd name="connsiteX4" fmla="*/ 0 w 12106"/>
              <a:gd name="connsiteY4" fmla="*/ 0 h 10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06" h="10100">
                <a:moveTo>
                  <a:pt x="0" y="0"/>
                </a:moveTo>
                <a:lnTo>
                  <a:pt x="12106" y="100"/>
                </a:lnTo>
                <a:lnTo>
                  <a:pt x="12106" y="10100"/>
                </a:lnTo>
                <a:lnTo>
                  <a:pt x="8191" y="10100"/>
                </a:lnTo>
                <a:lnTo>
                  <a:pt x="0" y="0"/>
                </a:lnTo>
                <a:close/>
              </a:path>
            </a:pathLst>
          </a:custGeom>
          <a:solidFill>
            <a:srgbClr val="0066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4" name="Freeform 10"/>
          <p:cNvSpPr>
            <a:spLocks/>
          </p:cNvSpPr>
          <p:nvPr/>
        </p:nvSpPr>
        <p:spPr bwMode="auto">
          <a:xfrm flipH="1">
            <a:off x="7562865" y="3914304"/>
            <a:ext cx="1181405" cy="642787"/>
          </a:xfrm>
          <a:custGeom>
            <a:avLst/>
            <a:gdLst>
              <a:gd name="T0" fmla="*/ 10 w 1848"/>
              <a:gd name="T1" fmla="*/ 0 h 682"/>
              <a:gd name="T2" fmla="*/ 1848 w 1848"/>
              <a:gd name="T3" fmla="*/ 0 h 682"/>
              <a:gd name="T4" fmla="*/ 341 w 1848"/>
              <a:gd name="T5" fmla="*/ 682 h 682"/>
              <a:gd name="T6" fmla="*/ 0 w 1848"/>
              <a:gd name="T7" fmla="*/ 677 h 682"/>
              <a:gd name="T8" fmla="*/ 10 w 1848"/>
              <a:gd name="T9" fmla="*/ 0 h 682"/>
              <a:gd name="T10" fmla="*/ 0 60000 65536"/>
              <a:gd name="T11" fmla="*/ 0 60000 65536"/>
              <a:gd name="T12" fmla="*/ 0 60000 65536"/>
              <a:gd name="T13" fmla="*/ 0 60000 65536"/>
              <a:gd name="T14" fmla="*/ 0 60000 65536"/>
              <a:gd name="T15" fmla="*/ 0 w 1848"/>
              <a:gd name="T16" fmla="*/ 0 h 682"/>
              <a:gd name="T17" fmla="*/ 1848 w 1848"/>
              <a:gd name="T18" fmla="*/ 682 h 682"/>
              <a:gd name="connsiteX0" fmla="*/ 54 w 10156"/>
              <a:gd name="connsiteY0" fmla="*/ 49 h 10049"/>
              <a:gd name="connsiteX1" fmla="*/ 10156 w 10156"/>
              <a:gd name="connsiteY1" fmla="*/ 0 h 10049"/>
              <a:gd name="connsiteX2" fmla="*/ 1845 w 10156"/>
              <a:gd name="connsiteY2" fmla="*/ 10049 h 10049"/>
              <a:gd name="connsiteX3" fmla="*/ 0 w 10156"/>
              <a:gd name="connsiteY3" fmla="*/ 9976 h 10049"/>
              <a:gd name="connsiteX4" fmla="*/ 54 w 10156"/>
              <a:gd name="connsiteY4" fmla="*/ 49 h 10049"/>
              <a:gd name="connsiteX0" fmla="*/ 6334 w 10156"/>
              <a:gd name="connsiteY0" fmla="*/ 0 h 10089"/>
              <a:gd name="connsiteX1" fmla="*/ 10156 w 10156"/>
              <a:gd name="connsiteY1" fmla="*/ 40 h 10089"/>
              <a:gd name="connsiteX2" fmla="*/ 1845 w 10156"/>
              <a:gd name="connsiteY2" fmla="*/ 10089 h 10089"/>
              <a:gd name="connsiteX3" fmla="*/ 0 w 10156"/>
              <a:gd name="connsiteY3" fmla="*/ 10016 h 10089"/>
              <a:gd name="connsiteX4" fmla="*/ 6334 w 10156"/>
              <a:gd name="connsiteY4" fmla="*/ 0 h 10089"/>
              <a:gd name="connsiteX0" fmla="*/ 6334 w 10156"/>
              <a:gd name="connsiteY0" fmla="*/ 0 h 10016"/>
              <a:gd name="connsiteX1" fmla="*/ 10156 w 10156"/>
              <a:gd name="connsiteY1" fmla="*/ 40 h 10016"/>
              <a:gd name="connsiteX2" fmla="*/ 6316 w 10156"/>
              <a:gd name="connsiteY2" fmla="*/ 4665 h 10016"/>
              <a:gd name="connsiteX3" fmla="*/ 0 w 10156"/>
              <a:gd name="connsiteY3" fmla="*/ 10016 h 10016"/>
              <a:gd name="connsiteX4" fmla="*/ 6334 w 10156"/>
              <a:gd name="connsiteY4" fmla="*/ 0 h 10016"/>
              <a:gd name="connsiteX0" fmla="*/ 18 w 3840"/>
              <a:gd name="connsiteY0" fmla="*/ 0 h 4665"/>
              <a:gd name="connsiteX1" fmla="*/ 3840 w 3840"/>
              <a:gd name="connsiteY1" fmla="*/ 40 h 4665"/>
              <a:gd name="connsiteX2" fmla="*/ 0 w 3840"/>
              <a:gd name="connsiteY2" fmla="*/ 4665 h 4665"/>
              <a:gd name="connsiteX3" fmla="*/ 18 w 3840"/>
              <a:gd name="connsiteY3" fmla="*/ 0 h 4665"/>
            </a:gdLst>
            <a:ahLst/>
            <a:cxnLst>
              <a:cxn ang="0">
                <a:pos x="connsiteX0" y="connsiteY0"/>
              </a:cxn>
              <a:cxn ang="0">
                <a:pos x="connsiteX1" y="connsiteY1"/>
              </a:cxn>
              <a:cxn ang="0">
                <a:pos x="connsiteX2" y="connsiteY2"/>
              </a:cxn>
              <a:cxn ang="0">
                <a:pos x="connsiteX3" y="connsiteY3"/>
              </a:cxn>
            </a:cxnLst>
            <a:rect l="l" t="t" r="r" b="b"/>
            <a:pathLst>
              <a:path w="3840" h="4665">
                <a:moveTo>
                  <a:pt x="18" y="0"/>
                </a:moveTo>
                <a:lnTo>
                  <a:pt x="3840" y="40"/>
                </a:lnTo>
                <a:lnTo>
                  <a:pt x="0" y="4665"/>
                </a:lnTo>
                <a:lnTo>
                  <a:pt x="18" y="0"/>
                </a:lnTo>
                <a:close/>
              </a:path>
            </a:pathLst>
          </a:custGeom>
          <a:solidFill>
            <a:srgbClr val="0066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 name="Freeform 2422"/>
          <p:cNvSpPr>
            <a:spLocks/>
          </p:cNvSpPr>
          <p:nvPr/>
        </p:nvSpPr>
        <p:spPr bwMode="auto">
          <a:xfrm flipH="1">
            <a:off x="4513461" y="3830363"/>
            <a:ext cx="4235206" cy="1429273"/>
          </a:xfrm>
          <a:custGeom>
            <a:avLst/>
            <a:gdLst>
              <a:gd name="T0" fmla="*/ 0 w 2975"/>
              <a:gd name="T1" fmla="*/ 756 h 759"/>
              <a:gd name="T2" fmla="*/ 1444 w 2975"/>
              <a:gd name="T3" fmla="*/ 0 h 759"/>
              <a:gd name="T4" fmla="*/ 1608 w 2975"/>
              <a:gd name="T5" fmla="*/ 0 h 759"/>
              <a:gd name="T6" fmla="*/ 2975 w 2975"/>
              <a:gd name="T7" fmla="*/ 759 h 759"/>
              <a:gd name="connsiteX0" fmla="*/ 0 w 10000"/>
              <a:gd name="connsiteY0" fmla="*/ 9960 h 10000"/>
              <a:gd name="connsiteX1" fmla="*/ 2412 w 10000"/>
              <a:gd name="connsiteY1" fmla="*/ 5057 h 10000"/>
              <a:gd name="connsiteX2" fmla="*/ 4854 w 10000"/>
              <a:gd name="connsiteY2" fmla="*/ 0 h 10000"/>
              <a:gd name="connsiteX3" fmla="*/ 5405 w 10000"/>
              <a:gd name="connsiteY3" fmla="*/ 0 h 10000"/>
              <a:gd name="connsiteX4" fmla="*/ 10000 w 10000"/>
              <a:gd name="connsiteY4" fmla="*/ 10000 h 10000"/>
              <a:gd name="connsiteX0" fmla="*/ 0 w 7588"/>
              <a:gd name="connsiteY0" fmla="*/ 5057 h 10000"/>
              <a:gd name="connsiteX1" fmla="*/ 2442 w 7588"/>
              <a:gd name="connsiteY1" fmla="*/ 0 h 10000"/>
              <a:gd name="connsiteX2" fmla="*/ 2993 w 7588"/>
              <a:gd name="connsiteY2" fmla="*/ 0 h 10000"/>
              <a:gd name="connsiteX3" fmla="*/ 7588 w 7588"/>
              <a:gd name="connsiteY3" fmla="*/ 10000 h 10000"/>
            </a:gdLst>
            <a:ahLst/>
            <a:cxnLst>
              <a:cxn ang="0">
                <a:pos x="connsiteX0" y="connsiteY0"/>
              </a:cxn>
              <a:cxn ang="0">
                <a:pos x="connsiteX1" y="connsiteY1"/>
              </a:cxn>
              <a:cxn ang="0">
                <a:pos x="connsiteX2" y="connsiteY2"/>
              </a:cxn>
              <a:cxn ang="0">
                <a:pos x="connsiteX3" y="connsiteY3"/>
              </a:cxn>
            </a:cxnLst>
            <a:rect l="l" t="t" r="r" b="b"/>
            <a:pathLst>
              <a:path w="7588" h="10000">
                <a:moveTo>
                  <a:pt x="0" y="5057"/>
                </a:moveTo>
                <a:lnTo>
                  <a:pt x="2442" y="0"/>
                </a:lnTo>
                <a:lnTo>
                  <a:pt x="2993" y="0"/>
                </a:lnTo>
                <a:lnTo>
                  <a:pt x="7588" y="10000"/>
                </a:lnTo>
              </a:path>
            </a:pathLst>
          </a:custGeom>
          <a:noFill/>
          <a:ln w="19050" cmpd="sng">
            <a:solidFill>
              <a:schemeClr val="tx1"/>
            </a:solidFill>
            <a:round/>
            <a:headEnd/>
            <a:tailEnd/>
          </a:ln>
          <a:effectLst/>
        </p:spPr>
        <p:txBody>
          <a:bodyPr/>
          <a:lstStyle/>
          <a:p>
            <a:endParaRPr lang="zh-CN" altLang="en-US"/>
          </a:p>
        </p:txBody>
      </p:sp>
      <p:sp>
        <p:nvSpPr>
          <p:cNvPr id="136" name="Line 2423"/>
          <p:cNvSpPr>
            <a:spLocks noChangeShapeType="1"/>
          </p:cNvSpPr>
          <p:nvPr/>
        </p:nvSpPr>
        <p:spPr bwMode="auto">
          <a:xfrm flipH="1">
            <a:off x="4106972" y="5259636"/>
            <a:ext cx="4651343"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7" name="Line 2424"/>
          <p:cNvSpPr>
            <a:spLocks noChangeShapeType="1"/>
          </p:cNvSpPr>
          <p:nvPr/>
        </p:nvSpPr>
        <p:spPr bwMode="auto">
          <a:xfrm>
            <a:off x="7563144" y="3918869"/>
            <a:ext cx="1195171"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8" name="Line 2425"/>
          <p:cNvSpPr>
            <a:spLocks noChangeShapeType="1"/>
          </p:cNvSpPr>
          <p:nvPr/>
        </p:nvSpPr>
        <p:spPr bwMode="auto">
          <a:xfrm flipH="1">
            <a:off x="4100169" y="4796347"/>
            <a:ext cx="123715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140" name="Group 2426"/>
          <p:cNvGrpSpPr>
            <a:grpSpLocks/>
          </p:cNvGrpSpPr>
          <p:nvPr/>
        </p:nvGrpSpPr>
        <p:grpSpPr bwMode="auto">
          <a:xfrm flipH="1">
            <a:off x="8099975" y="3779310"/>
            <a:ext cx="373473" cy="291880"/>
            <a:chOff x="355" y="513"/>
            <a:chExt cx="204" cy="175"/>
          </a:xfrm>
        </p:grpSpPr>
        <p:sp>
          <p:nvSpPr>
            <p:cNvPr id="141" name="AutoShape 2427"/>
            <p:cNvSpPr>
              <a:spLocks noChangeArrowheads="1"/>
            </p:cNvSpPr>
            <p:nvPr/>
          </p:nvSpPr>
          <p:spPr bwMode="auto">
            <a:xfrm flipV="1">
              <a:off x="420" y="513"/>
              <a:ext cx="94" cy="78"/>
            </a:xfrm>
            <a:prstGeom prst="triangle">
              <a:avLst>
                <a:gd name="adj" fmla="val 50000"/>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 name="Line 2428"/>
            <p:cNvSpPr>
              <a:spLocks noChangeShapeType="1"/>
            </p:cNvSpPr>
            <p:nvPr/>
          </p:nvSpPr>
          <p:spPr bwMode="auto">
            <a:xfrm>
              <a:off x="355" y="626"/>
              <a:ext cx="9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4" name="Line 2429"/>
            <p:cNvSpPr>
              <a:spLocks noChangeShapeType="1"/>
            </p:cNvSpPr>
            <p:nvPr/>
          </p:nvSpPr>
          <p:spPr bwMode="auto">
            <a:xfrm>
              <a:off x="469" y="626"/>
              <a:ext cx="9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5" name="Line 2430"/>
            <p:cNvSpPr>
              <a:spLocks noChangeShapeType="1"/>
            </p:cNvSpPr>
            <p:nvPr/>
          </p:nvSpPr>
          <p:spPr bwMode="auto">
            <a:xfrm>
              <a:off x="409" y="657"/>
              <a:ext cx="11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6" name="Line 2431"/>
            <p:cNvSpPr>
              <a:spLocks noChangeShapeType="1"/>
            </p:cNvSpPr>
            <p:nvPr/>
          </p:nvSpPr>
          <p:spPr bwMode="auto">
            <a:xfrm>
              <a:off x="453" y="688"/>
              <a:ext cx="4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49" name="Freeform 2432"/>
          <p:cNvSpPr>
            <a:spLocks/>
          </p:cNvSpPr>
          <p:nvPr/>
        </p:nvSpPr>
        <p:spPr bwMode="auto">
          <a:xfrm flipH="1">
            <a:off x="5747374" y="3928284"/>
            <a:ext cx="1803083" cy="644417"/>
          </a:xfrm>
          <a:custGeom>
            <a:avLst/>
            <a:gdLst>
              <a:gd name="T0" fmla="*/ 0 w 953"/>
              <a:gd name="T1" fmla="*/ 0 h 321"/>
              <a:gd name="T2" fmla="*/ 24 w 953"/>
              <a:gd name="T3" fmla="*/ 17 h 321"/>
              <a:gd name="T4" fmla="*/ 111 w 953"/>
              <a:gd name="T5" fmla="*/ 48 h 321"/>
              <a:gd name="T6" fmla="*/ 224 w 953"/>
              <a:gd name="T7" fmla="*/ 81 h 321"/>
              <a:gd name="T8" fmla="*/ 432 w 953"/>
              <a:gd name="T9" fmla="*/ 139 h 321"/>
              <a:gd name="T10" fmla="*/ 639 w 953"/>
              <a:gd name="T11" fmla="*/ 204 h 321"/>
              <a:gd name="T12" fmla="*/ 819 w 953"/>
              <a:gd name="T13" fmla="*/ 269 h 321"/>
              <a:gd name="T14" fmla="*/ 953 w 953"/>
              <a:gd name="T15" fmla="*/ 321 h 321"/>
              <a:gd name="connsiteX0" fmla="*/ 0 w 9716"/>
              <a:gd name="connsiteY0" fmla="*/ 0 h 9429"/>
              <a:gd name="connsiteX1" fmla="*/ 252 w 9716"/>
              <a:gd name="connsiteY1" fmla="*/ 530 h 9429"/>
              <a:gd name="connsiteX2" fmla="*/ 1165 w 9716"/>
              <a:gd name="connsiteY2" fmla="*/ 1495 h 9429"/>
              <a:gd name="connsiteX3" fmla="*/ 2350 w 9716"/>
              <a:gd name="connsiteY3" fmla="*/ 2523 h 9429"/>
              <a:gd name="connsiteX4" fmla="*/ 4533 w 9716"/>
              <a:gd name="connsiteY4" fmla="*/ 4330 h 9429"/>
              <a:gd name="connsiteX5" fmla="*/ 6705 w 9716"/>
              <a:gd name="connsiteY5" fmla="*/ 6355 h 9429"/>
              <a:gd name="connsiteX6" fmla="*/ 8594 w 9716"/>
              <a:gd name="connsiteY6" fmla="*/ 8380 h 9429"/>
              <a:gd name="connsiteX7" fmla="*/ 9716 w 9716"/>
              <a:gd name="connsiteY7" fmla="*/ 9429 h 9429"/>
              <a:gd name="connsiteX0" fmla="*/ 0 w 10000"/>
              <a:gd name="connsiteY0" fmla="*/ 0 h 10000"/>
              <a:gd name="connsiteX1" fmla="*/ 259 w 10000"/>
              <a:gd name="connsiteY1" fmla="*/ 562 h 10000"/>
              <a:gd name="connsiteX2" fmla="*/ 1199 w 10000"/>
              <a:gd name="connsiteY2" fmla="*/ 1586 h 10000"/>
              <a:gd name="connsiteX3" fmla="*/ 2419 w 10000"/>
              <a:gd name="connsiteY3" fmla="*/ 2676 h 10000"/>
              <a:gd name="connsiteX4" fmla="*/ 4666 w 10000"/>
              <a:gd name="connsiteY4" fmla="*/ 4592 h 10000"/>
              <a:gd name="connsiteX5" fmla="*/ 6901 w 10000"/>
              <a:gd name="connsiteY5" fmla="*/ 6740 h 10000"/>
              <a:gd name="connsiteX6" fmla="*/ 8709 w 10000"/>
              <a:gd name="connsiteY6" fmla="*/ 8612 h 10000"/>
              <a:gd name="connsiteX7" fmla="*/ 10000 w 10000"/>
              <a:gd name="connsiteY7" fmla="*/ 10000 h 10000"/>
              <a:gd name="connsiteX0" fmla="*/ 0 w 9686"/>
              <a:gd name="connsiteY0" fmla="*/ 0 h 9642"/>
              <a:gd name="connsiteX1" fmla="*/ 259 w 9686"/>
              <a:gd name="connsiteY1" fmla="*/ 562 h 9642"/>
              <a:gd name="connsiteX2" fmla="*/ 1199 w 9686"/>
              <a:gd name="connsiteY2" fmla="*/ 1586 h 9642"/>
              <a:gd name="connsiteX3" fmla="*/ 2419 w 9686"/>
              <a:gd name="connsiteY3" fmla="*/ 2676 h 9642"/>
              <a:gd name="connsiteX4" fmla="*/ 4666 w 9686"/>
              <a:gd name="connsiteY4" fmla="*/ 4592 h 9642"/>
              <a:gd name="connsiteX5" fmla="*/ 6901 w 9686"/>
              <a:gd name="connsiteY5" fmla="*/ 6740 h 9642"/>
              <a:gd name="connsiteX6" fmla="*/ 8709 w 9686"/>
              <a:gd name="connsiteY6" fmla="*/ 8612 h 9642"/>
              <a:gd name="connsiteX7" fmla="*/ 9686 w 9686"/>
              <a:gd name="connsiteY7" fmla="*/ 9642 h 9642"/>
              <a:gd name="connsiteX0" fmla="*/ 0 w 10000"/>
              <a:gd name="connsiteY0" fmla="*/ 0 h 10000"/>
              <a:gd name="connsiteX1" fmla="*/ 267 w 10000"/>
              <a:gd name="connsiteY1" fmla="*/ 583 h 10000"/>
              <a:gd name="connsiteX2" fmla="*/ 1238 w 10000"/>
              <a:gd name="connsiteY2" fmla="*/ 1645 h 10000"/>
              <a:gd name="connsiteX3" fmla="*/ 2497 w 10000"/>
              <a:gd name="connsiteY3" fmla="*/ 2775 h 10000"/>
              <a:gd name="connsiteX4" fmla="*/ 4817 w 10000"/>
              <a:gd name="connsiteY4" fmla="*/ 4762 h 10000"/>
              <a:gd name="connsiteX5" fmla="*/ 7125 w 10000"/>
              <a:gd name="connsiteY5" fmla="*/ 6990 h 10000"/>
              <a:gd name="connsiteX6" fmla="*/ 8516 w 10000"/>
              <a:gd name="connsiteY6" fmla="*/ 8504 h 10000"/>
              <a:gd name="connsiteX7" fmla="*/ 10000 w 10000"/>
              <a:gd name="connsiteY7" fmla="*/ 10000 h 10000"/>
              <a:gd name="connsiteX0" fmla="*/ 0 w 10000"/>
              <a:gd name="connsiteY0" fmla="*/ 0 h 10000"/>
              <a:gd name="connsiteX1" fmla="*/ 267 w 10000"/>
              <a:gd name="connsiteY1" fmla="*/ 583 h 10000"/>
              <a:gd name="connsiteX2" fmla="*/ 1238 w 10000"/>
              <a:gd name="connsiteY2" fmla="*/ 1645 h 10000"/>
              <a:gd name="connsiteX3" fmla="*/ 2497 w 10000"/>
              <a:gd name="connsiteY3" fmla="*/ 2775 h 10000"/>
              <a:gd name="connsiteX4" fmla="*/ 4817 w 10000"/>
              <a:gd name="connsiteY4" fmla="*/ 4762 h 10000"/>
              <a:gd name="connsiteX5" fmla="*/ 6995 w 10000"/>
              <a:gd name="connsiteY5" fmla="*/ 6990 h 10000"/>
              <a:gd name="connsiteX6" fmla="*/ 8516 w 10000"/>
              <a:gd name="connsiteY6" fmla="*/ 8504 h 10000"/>
              <a:gd name="connsiteX7" fmla="*/ 10000 w 10000"/>
              <a:gd name="connsiteY7" fmla="*/ 10000 h 10000"/>
              <a:gd name="connsiteX0" fmla="*/ 0 w 9709"/>
              <a:gd name="connsiteY0" fmla="*/ 0 h 9515"/>
              <a:gd name="connsiteX1" fmla="*/ 267 w 9709"/>
              <a:gd name="connsiteY1" fmla="*/ 583 h 9515"/>
              <a:gd name="connsiteX2" fmla="*/ 1238 w 9709"/>
              <a:gd name="connsiteY2" fmla="*/ 1645 h 9515"/>
              <a:gd name="connsiteX3" fmla="*/ 2497 w 9709"/>
              <a:gd name="connsiteY3" fmla="*/ 2775 h 9515"/>
              <a:gd name="connsiteX4" fmla="*/ 4817 w 9709"/>
              <a:gd name="connsiteY4" fmla="*/ 4762 h 9515"/>
              <a:gd name="connsiteX5" fmla="*/ 6995 w 9709"/>
              <a:gd name="connsiteY5" fmla="*/ 6990 h 9515"/>
              <a:gd name="connsiteX6" fmla="*/ 8516 w 9709"/>
              <a:gd name="connsiteY6" fmla="*/ 8504 h 9515"/>
              <a:gd name="connsiteX7" fmla="*/ 9709 w 9709"/>
              <a:gd name="connsiteY7" fmla="*/ 9515 h 9515"/>
              <a:gd name="connsiteX0" fmla="*/ 0 w 10000"/>
              <a:gd name="connsiteY0" fmla="*/ 0 h 10000"/>
              <a:gd name="connsiteX1" fmla="*/ 275 w 10000"/>
              <a:gd name="connsiteY1" fmla="*/ 613 h 10000"/>
              <a:gd name="connsiteX2" fmla="*/ 1275 w 10000"/>
              <a:gd name="connsiteY2" fmla="*/ 1729 h 10000"/>
              <a:gd name="connsiteX3" fmla="*/ 2572 w 10000"/>
              <a:gd name="connsiteY3" fmla="*/ 2916 h 10000"/>
              <a:gd name="connsiteX4" fmla="*/ 4961 w 10000"/>
              <a:gd name="connsiteY4" fmla="*/ 5005 h 10000"/>
              <a:gd name="connsiteX5" fmla="*/ 7205 w 10000"/>
              <a:gd name="connsiteY5" fmla="*/ 7346 h 10000"/>
              <a:gd name="connsiteX6" fmla="*/ 8771 w 10000"/>
              <a:gd name="connsiteY6" fmla="*/ 8937 h 10000"/>
              <a:gd name="connsiteX7" fmla="*/ 8516 w 10000"/>
              <a:gd name="connsiteY7" fmla="*/ 8593 h 10000"/>
              <a:gd name="connsiteX8" fmla="*/ 10000 w 10000"/>
              <a:gd name="connsiteY8" fmla="*/ 10000 h 10000"/>
              <a:gd name="connsiteX0" fmla="*/ 0 w 10000"/>
              <a:gd name="connsiteY0" fmla="*/ 0 h 10000"/>
              <a:gd name="connsiteX1" fmla="*/ 275 w 10000"/>
              <a:gd name="connsiteY1" fmla="*/ 613 h 10000"/>
              <a:gd name="connsiteX2" fmla="*/ 1275 w 10000"/>
              <a:gd name="connsiteY2" fmla="*/ 1729 h 10000"/>
              <a:gd name="connsiteX3" fmla="*/ 2572 w 10000"/>
              <a:gd name="connsiteY3" fmla="*/ 2916 h 10000"/>
              <a:gd name="connsiteX4" fmla="*/ 4961 w 10000"/>
              <a:gd name="connsiteY4" fmla="*/ 5005 h 10000"/>
              <a:gd name="connsiteX5" fmla="*/ 7205 w 10000"/>
              <a:gd name="connsiteY5" fmla="*/ 7346 h 10000"/>
              <a:gd name="connsiteX6" fmla="*/ 8516 w 10000"/>
              <a:gd name="connsiteY6" fmla="*/ 8593 h 10000"/>
              <a:gd name="connsiteX7" fmla="*/ 10000 w 10000"/>
              <a:gd name="connsiteY7" fmla="*/ 10000 h 10000"/>
              <a:gd name="connsiteX0" fmla="*/ 0 w 10000"/>
              <a:gd name="connsiteY0" fmla="*/ 0 h 10000"/>
              <a:gd name="connsiteX1" fmla="*/ 275 w 10000"/>
              <a:gd name="connsiteY1" fmla="*/ 613 h 10000"/>
              <a:gd name="connsiteX2" fmla="*/ 1275 w 10000"/>
              <a:gd name="connsiteY2" fmla="*/ 1729 h 10000"/>
              <a:gd name="connsiteX3" fmla="*/ 2572 w 10000"/>
              <a:gd name="connsiteY3" fmla="*/ 2916 h 10000"/>
              <a:gd name="connsiteX4" fmla="*/ 4944 w 10000"/>
              <a:gd name="connsiteY4" fmla="*/ 5240 h 10000"/>
              <a:gd name="connsiteX5" fmla="*/ 7205 w 10000"/>
              <a:gd name="connsiteY5" fmla="*/ 7346 h 10000"/>
              <a:gd name="connsiteX6" fmla="*/ 8516 w 10000"/>
              <a:gd name="connsiteY6" fmla="*/ 8593 h 10000"/>
              <a:gd name="connsiteX7" fmla="*/ 10000 w 10000"/>
              <a:gd name="connsiteY7" fmla="*/ 10000 h 10000"/>
              <a:gd name="connsiteX0" fmla="*/ 0 w 10000"/>
              <a:gd name="connsiteY0" fmla="*/ 0 h 10000"/>
              <a:gd name="connsiteX1" fmla="*/ 275 w 10000"/>
              <a:gd name="connsiteY1" fmla="*/ 613 h 10000"/>
              <a:gd name="connsiteX2" fmla="*/ 1342 w 10000"/>
              <a:gd name="connsiteY2" fmla="*/ 1588 h 10000"/>
              <a:gd name="connsiteX3" fmla="*/ 2572 w 10000"/>
              <a:gd name="connsiteY3" fmla="*/ 2916 h 10000"/>
              <a:gd name="connsiteX4" fmla="*/ 4944 w 10000"/>
              <a:gd name="connsiteY4" fmla="*/ 5240 h 10000"/>
              <a:gd name="connsiteX5" fmla="*/ 7205 w 10000"/>
              <a:gd name="connsiteY5" fmla="*/ 7346 h 10000"/>
              <a:gd name="connsiteX6" fmla="*/ 8516 w 10000"/>
              <a:gd name="connsiteY6" fmla="*/ 8593 h 10000"/>
              <a:gd name="connsiteX7" fmla="*/ 10000 w 10000"/>
              <a:gd name="connsiteY7" fmla="*/ 10000 h 10000"/>
              <a:gd name="connsiteX0" fmla="*/ 0 w 10000"/>
              <a:gd name="connsiteY0" fmla="*/ 0 h 10000"/>
              <a:gd name="connsiteX1" fmla="*/ 359 w 10000"/>
              <a:gd name="connsiteY1" fmla="*/ 895 h 10000"/>
              <a:gd name="connsiteX2" fmla="*/ 1342 w 10000"/>
              <a:gd name="connsiteY2" fmla="*/ 1588 h 10000"/>
              <a:gd name="connsiteX3" fmla="*/ 2572 w 10000"/>
              <a:gd name="connsiteY3" fmla="*/ 2916 h 10000"/>
              <a:gd name="connsiteX4" fmla="*/ 4944 w 10000"/>
              <a:gd name="connsiteY4" fmla="*/ 5240 h 10000"/>
              <a:gd name="connsiteX5" fmla="*/ 7205 w 10000"/>
              <a:gd name="connsiteY5" fmla="*/ 7346 h 10000"/>
              <a:gd name="connsiteX6" fmla="*/ 8516 w 10000"/>
              <a:gd name="connsiteY6" fmla="*/ 8593 h 10000"/>
              <a:gd name="connsiteX7" fmla="*/ 10000 w 10000"/>
              <a:gd name="connsiteY7" fmla="*/ 10000 h 10000"/>
              <a:gd name="connsiteX0" fmla="*/ 0 w 10000"/>
              <a:gd name="connsiteY0" fmla="*/ 0 h 10000"/>
              <a:gd name="connsiteX1" fmla="*/ 359 w 10000"/>
              <a:gd name="connsiteY1" fmla="*/ 895 h 10000"/>
              <a:gd name="connsiteX2" fmla="*/ 1288 w 10000"/>
              <a:gd name="connsiteY2" fmla="*/ 1814 h 10000"/>
              <a:gd name="connsiteX3" fmla="*/ 1342 w 10000"/>
              <a:gd name="connsiteY3" fmla="*/ 1588 h 10000"/>
              <a:gd name="connsiteX4" fmla="*/ 2572 w 10000"/>
              <a:gd name="connsiteY4" fmla="*/ 2916 h 10000"/>
              <a:gd name="connsiteX5" fmla="*/ 4944 w 10000"/>
              <a:gd name="connsiteY5" fmla="*/ 5240 h 10000"/>
              <a:gd name="connsiteX6" fmla="*/ 7205 w 10000"/>
              <a:gd name="connsiteY6" fmla="*/ 7346 h 10000"/>
              <a:gd name="connsiteX7" fmla="*/ 8516 w 10000"/>
              <a:gd name="connsiteY7" fmla="*/ 8593 h 10000"/>
              <a:gd name="connsiteX8" fmla="*/ 10000 w 10000"/>
              <a:gd name="connsiteY8" fmla="*/ 10000 h 10000"/>
              <a:gd name="connsiteX0" fmla="*/ 0 w 10000"/>
              <a:gd name="connsiteY0" fmla="*/ 0 h 10000"/>
              <a:gd name="connsiteX1" fmla="*/ 359 w 10000"/>
              <a:gd name="connsiteY1" fmla="*/ 895 h 10000"/>
              <a:gd name="connsiteX2" fmla="*/ 1288 w 10000"/>
              <a:gd name="connsiteY2" fmla="*/ 1814 h 10000"/>
              <a:gd name="connsiteX3" fmla="*/ 2572 w 10000"/>
              <a:gd name="connsiteY3" fmla="*/ 2916 h 10000"/>
              <a:gd name="connsiteX4" fmla="*/ 4944 w 10000"/>
              <a:gd name="connsiteY4" fmla="*/ 5240 h 10000"/>
              <a:gd name="connsiteX5" fmla="*/ 7205 w 10000"/>
              <a:gd name="connsiteY5" fmla="*/ 7346 h 10000"/>
              <a:gd name="connsiteX6" fmla="*/ 8516 w 10000"/>
              <a:gd name="connsiteY6" fmla="*/ 8593 h 10000"/>
              <a:gd name="connsiteX7" fmla="*/ 10000 w 10000"/>
              <a:gd name="connsiteY7" fmla="*/ 10000 h 10000"/>
              <a:gd name="connsiteX0" fmla="*/ 0 w 10000"/>
              <a:gd name="connsiteY0" fmla="*/ 0 h 10000"/>
              <a:gd name="connsiteX1" fmla="*/ 359 w 10000"/>
              <a:gd name="connsiteY1" fmla="*/ 895 h 10000"/>
              <a:gd name="connsiteX2" fmla="*/ 1288 w 10000"/>
              <a:gd name="connsiteY2" fmla="*/ 1814 h 10000"/>
              <a:gd name="connsiteX3" fmla="*/ 2589 w 10000"/>
              <a:gd name="connsiteY3" fmla="*/ 3057 h 10000"/>
              <a:gd name="connsiteX4" fmla="*/ 4944 w 10000"/>
              <a:gd name="connsiteY4" fmla="*/ 5240 h 10000"/>
              <a:gd name="connsiteX5" fmla="*/ 7205 w 10000"/>
              <a:gd name="connsiteY5" fmla="*/ 7346 h 10000"/>
              <a:gd name="connsiteX6" fmla="*/ 8516 w 10000"/>
              <a:gd name="connsiteY6" fmla="*/ 8593 h 10000"/>
              <a:gd name="connsiteX7" fmla="*/ 10000 w 10000"/>
              <a:gd name="connsiteY7" fmla="*/ 1000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000" h="10000">
                <a:moveTo>
                  <a:pt x="0" y="0"/>
                </a:moveTo>
                <a:cubicBezTo>
                  <a:pt x="34" y="145"/>
                  <a:pt x="144" y="593"/>
                  <a:pt x="359" y="895"/>
                </a:cubicBezTo>
                <a:cubicBezTo>
                  <a:pt x="574" y="1197"/>
                  <a:pt x="919" y="1477"/>
                  <a:pt x="1288" y="1814"/>
                </a:cubicBezTo>
                <a:cubicBezTo>
                  <a:pt x="1657" y="2151"/>
                  <a:pt x="1980" y="2486"/>
                  <a:pt x="2589" y="3057"/>
                </a:cubicBezTo>
                <a:cubicBezTo>
                  <a:pt x="3198" y="3628"/>
                  <a:pt x="4175" y="4525"/>
                  <a:pt x="4944" y="5240"/>
                </a:cubicBezTo>
                <a:lnTo>
                  <a:pt x="7205" y="7346"/>
                </a:lnTo>
                <a:cubicBezTo>
                  <a:pt x="7800" y="7905"/>
                  <a:pt x="8050" y="8151"/>
                  <a:pt x="8516" y="8593"/>
                </a:cubicBezTo>
                <a:cubicBezTo>
                  <a:pt x="8721" y="8770"/>
                  <a:pt x="9801" y="9825"/>
                  <a:pt x="10000" y="10000"/>
                </a:cubicBezTo>
              </a:path>
            </a:pathLst>
          </a:custGeom>
          <a:noFill/>
          <a:ln w="19050" cap="flat" cmpd="sng">
            <a:solidFill>
              <a:srgbClr val="000066"/>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150" name="Group 2438"/>
          <p:cNvGrpSpPr>
            <a:grpSpLocks/>
          </p:cNvGrpSpPr>
          <p:nvPr/>
        </p:nvGrpSpPr>
        <p:grpSpPr bwMode="auto">
          <a:xfrm flipH="1">
            <a:off x="4381404" y="4662085"/>
            <a:ext cx="373472" cy="291881"/>
            <a:chOff x="355" y="513"/>
            <a:chExt cx="204" cy="175"/>
          </a:xfrm>
        </p:grpSpPr>
        <p:sp>
          <p:nvSpPr>
            <p:cNvPr id="151" name="AutoShape 2439"/>
            <p:cNvSpPr>
              <a:spLocks noChangeArrowheads="1"/>
            </p:cNvSpPr>
            <p:nvPr/>
          </p:nvSpPr>
          <p:spPr bwMode="auto">
            <a:xfrm flipV="1">
              <a:off x="420" y="513"/>
              <a:ext cx="94" cy="78"/>
            </a:xfrm>
            <a:prstGeom prst="triangle">
              <a:avLst>
                <a:gd name="adj" fmla="val 50000"/>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2" name="Line 2440"/>
            <p:cNvSpPr>
              <a:spLocks noChangeShapeType="1"/>
            </p:cNvSpPr>
            <p:nvPr/>
          </p:nvSpPr>
          <p:spPr bwMode="auto">
            <a:xfrm>
              <a:off x="355" y="626"/>
              <a:ext cx="9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3" name="Line 2441"/>
            <p:cNvSpPr>
              <a:spLocks noChangeShapeType="1"/>
            </p:cNvSpPr>
            <p:nvPr/>
          </p:nvSpPr>
          <p:spPr bwMode="auto">
            <a:xfrm>
              <a:off x="469" y="626"/>
              <a:ext cx="9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5" name="Line 2442"/>
            <p:cNvSpPr>
              <a:spLocks noChangeShapeType="1"/>
            </p:cNvSpPr>
            <p:nvPr/>
          </p:nvSpPr>
          <p:spPr bwMode="auto">
            <a:xfrm>
              <a:off x="409" y="657"/>
              <a:ext cx="11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6" name="Line 2443"/>
            <p:cNvSpPr>
              <a:spLocks noChangeShapeType="1"/>
            </p:cNvSpPr>
            <p:nvPr/>
          </p:nvSpPr>
          <p:spPr bwMode="auto">
            <a:xfrm>
              <a:off x="453" y="688"/>
              <a:ext cx="4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57" name="Text Box 2447"/>
          <p:cNvSpPr txBox="1">
            <a:spLocks noChangeArrowheads="1"/>
          </p:cNvSpPr>
          <p:nvPr/>
        </p:nvSpPr>
        <p:spPr bwMode="auto">
          <a:xfrm flipH="1">
            <a:off x="7531588" y="3542249"/>
            <a:ext cx="351378" cy="410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800" b="1" dirty="0">
                <a:latin typeface="Times New Roman" pitchFamily="18" charset="0"/>
              </a:rPr>
              <a:t>A</a:t>
            </a:r>
          </a:p>
        </p:txBody>
      </p:sp>
      <p:sp>
        <p:nvSpPr>
          <p:cNvPr id="159" name="Text Box 2448"/>
          <p:cNvSpPr txBox="1">
            <a:spLocks noChangeArrowheads="1"/>
          </p:cNvSpPr>
          <p:nvPr/>
        </p:nvSpPr>
        <p:spPr bwMode="auto">
          <a:xfrm flipH="1">
            <a:off x="8768425" y="5153342"/>
            <a:ext cx="338554" cy="410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800" b="1" dirty="0">
                <a:latin typeface="Times New Roman" pitchFamily="18" charset="0"/>
              </a:rPr>
              <a:t>B</a:t>
            </a:r>
          </a:p>
        </p:txBody>
      </p:sp>
      <p:sp>
        <p:nvSpPr>
          <p:cNvPr id="161" name="Text Box 2449"/>
          <p:cNvSpPr txBox="1">
            <a:spLocks noChangeArrowheads="1"/>
          </p:cNvSpPr>
          <p:nvPr/>
        </p:nvSpPr>
        <p:spPr bwMode="auto">
          <a:xfrm flipH="1">
            <a:off x="4349850" y="5201259"/>
            <a:ext cx="351378" cy="410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800" b="1">
                <a:latin typeface="Times New Roman" pitchFamily="18" charset="0"/>
              </a:rPr>
              <a:t>C</a:t>
            </a:r>
          </a:p>
        </p:txBody>
      </p:sp>
      <p:sp>
        <p:nvSpPr>
          <p:cNvPr id="162" name="Text Box 2450"/>
          <p:cNvSpPr txBox="1">
            <a:spLocks noChangeArrowheads="1"/>
          </p:cNvSpPr>
          <p:nvPr/>
        </p:nvSpPr>
        <p:spPr bwMode="auto">
          <a:xfrm flipH="1">
            <a:off x="4776188" y="4965604"/>
            <a:ext cx="351378" cy="385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800" b="1" dirty="0"/>
              <a:t>A</a:t>
            </a:r>
            <a:endParaRPr kumimoji="1" lang="en-US" altLang="zh-CN" sz="1800" b="1" dirty="0">
              <a:latin typeface="Times New Roman" pitchFamily="18" charset="0"/>
            </a:endParaRPr>
          </a:p>
        </p:txBody>
      </p:sp>
      <p:grpSp>
        <p:nvGrpSpPr>
          <p:cNvPr id="163" name="Group 2507"/>
          <p:cNvGrpSpPr>
            <a:grpSpLocks/>
          </p:cNvGrpSpPr>
          <p:nvPr/>
        </p:nvGrpSpPr>
        <p:grpSpPr bwMode="auto">
          <a:xfrm flipH="1">
            <a:off x="7868800" y="5253776"/>
            <a:ext cx="812973" cy="158180"/>
            <a:chOff x="2644" y="2807"/>
            <a:chExt cx="481" cy="83"/>
          </a:xfrm>
        </p:grpSpPr>
        <p:sp>
          <p:nvSpPr>
            <p:cNvPr id="164" name="Freeform 2508"/>
            <p:cNvSpPr>
              <a:spLocks/>
            </p:cNvSpPr>
            <p:nvPr/>
          </p:nvSpPr>
          <p:spPr bwMode="auto">
            <a:xfrm>
              <a:off x="2644" y="2810"/>
              <a:ext cx="97" cy="73"/>
            </a:xfrm>
            <a:custGeom>
              <a:avLst/>
              <a:gdLst>
                <a:gd name="T0" fmla="*/ 97 w 97"/>
                <a:gd name="T1" fmla="*/ 0 h 73"/>
                <a:gd name="T2" fmla="*/ 0 w 97"/>
                <a:gd name="T3" fmla="*/ 73 h 73"/>
              </a:gdLst>
              <a:ahLst/>
              <a:cxnLst>
                <a:cxn ang="0">
                  <a:pos x="T0" y="T1"/>
                </a:cxn>
                <a:cxn ang="0">
                  <a:pos x="T2" y="T3"/>
                </a:cxn>
              </a:cxnLst>
              <a:rect l="0" t="0" r="r" b="b"/>
              <a:pathLst>
                <a:path w="97" h="73">
                  <a:moveTo>
                    <a:pt x="97" y="0"/>
                  </a:moveTo>
                  <a:lnTo>
                    <a:pt x="0" y="73"/>
                  </a:ln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165" name="Freeform 2509"/>
            <p:cNvSpPr>
              <a:spLocks/>
            </p:cNvSpPr>
            <p:nvPr/>
          </p:nvSpPr>
          <p:spPr bwMode="auto">
            <a:xfrm>
              <a:off x="2729" y="2810"/>
              <a:ext cx="97" cy="73"/>
            </a:xfrm>
            <a:custGeom>
              <a:avLst/>
              <a:gdLst>
                <a:gd name="T0" fmla="*/ 97 w 97"/>
                <a:gd name="T1" fmla="*/ 0 h 73"/>
                <a:gd name="T2" fmla="*/ 0 w 97"/>
                <a:gd name="T3" fmla="*/ 73 h 73"/>
              </a:gdLst>
              <a:ahLst/>
              <a:cxnLst>
                <a:cxn ang="0">
                  <a:pos x="T0" y="T1"/>
                </a:cxn>
                <a:cxn ang="0">
                  <a:pos x="T2" y="T3"/>
                </a:cxn>
              </a:cxnLst>
              <a:rect l="0" t="0" r="r" b="b"/>
              <a:pathLst>
                <a:path w="97" h="73">
                  <a:moveTo>
                    <a:pt x="97" y="0"/>
                  </a:moveTo>
                  <a:lnTo>
                    <a:pt x="0" y="73"/>
                  </a:ln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166" name="Freeform 2510"/>
            <p:cNvSpPr>
              <a:spLocks/>
            </p:cNvSpPr>
            <p:nvPr/>
          </p:nvSpPr>
          <p:spPr bwMode="auto">
            <a:xfrm>
              <a:off x="2693" y="2807"/>
              <a:ext cx="97" cy="73"/>
            </a:xfrm>
            <a:custGeom>
              <a:avLst/>
              <a:gdLst>
                <a:gd name="T0" fmla="*/ 97 w 97"/>
                <a:gd name="T1" fmla="*/ 0 h 73"/>
                <a:gd name="T2" fmla="*/ 0 w 97"/>
                <a:gd name="T3" fmla="*/ 73 h 73"/>
              </a:gdLst>
              <a:ahLst/>
              <a:cxnLst>
                <a:cxn ang="0">
                  <a:pos x="T0" y="T1"/>
                </a:cxn>
                <a:cxn ang="0">
                  <a:pos x="T2" y="T3"/>
                </a:cxn>
              </a:cxnLst>
              <a:rect l="0" t="0" r="r" b="b"/>
              <a:pathLst>
                <a:path w="97" h="73">
                  <a:moveTo>
                    <a:pt x="97" y="0"/>
                  </a:moveTo>
                  <a:lnTo>
                    <a:pt x="0" y="73"/>
                  </a:ln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167" name="Freeform 2511"/>
            <p:cNvSpPr>
              <a:spLocks/>
            </p:cNvSpPr>
            <p:nvPr/>
          </p:nvSpPr>
          <p:spPr bwMode="auto">
            <a:xfrm>
              <a:off x="2792" y="2837"/>
              <a:ext cx="72" cy="40"/>
            </a:xfrm>
            <a:custGeom>
              <a:avLst/>
              <a:gdLst>
                <a:gd name="T0" fmla="*/ 0 w 72"/>
                <a:gd name="T1" fmla="*/ 0 h 40"/>
                <a:gd name="T2" fmla="*/ 72 w 72"/>
                <a:gd name="T3" fmla="*/ 40 h 40"/>
              </a:gdLst>
              <a:ahLst/>
              <a:cxnLst>
                <a:cxn ang="0">
                  <a:pos x="T0" y="T1"/>
                </a:cxn>
                <a:cxn ang="0">
                  <a:pos x="T2" y="T3"/>
                </a:cxn>
              </a:cxnLst>
              <a:rect l="0" t="0" r="r" b="b"/>
              <a:pathLst>
                <a:path w="72" h="40">
                  <a:moveTo>
                    <a:pt x="0" y="0"/>
                  </a:moveTo>
                  <a:lnTo>
                    <a:pt x="72" y="40"/>
                  </a:ln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168" name="Freeform 2512"/>
            <p:cNvSpPr>
              <a:spLocks/>
            </p:cNvSpPr>
            <p:nvPr/>
          </p:nvSpPr>
          <p:spPr bwMode="auto">
            <a:xfrm>
              <a:off x="2759" y="2859"/>
              <a:ext cx="54" cy="30"/>
            </a:xfrm>
            <a:custGeom>
              <a:avLst/>
              <a:gdLst>
                <a:gd name="T0" fmla="*/ 0 w 54"/>
                <a:gd name="T1" fmla="*/ 0 h 30"/>
                <a:gd name="T2" fmla="*/ 54 w 54"/>
                <a:gd name="T3" fmla="*/ 30 h 30"/>
              </a:gdLst>
              <a:ahLst/>
              <a:cxnLst>
                <a:cxn ang="0">
                  <a:pos x="T0" y="T1"/>
                </a:cxn>
                <a:cxn ang="0">
                  <a:pos x="T2" y="T3"/>
                </a:cxn>
              </a:cxnLst>
              <a:rect l="0" t="0" r="r" b="b"/>
              <a:pathLst>
                <a:path w="54" h="30">
                  <a:moveTo>
                    <a:pt x="0" y="0"/>
                  </a:moveTo>
                  <a:lnTo>
                    <a:pt x="54" y="30"/>
                  </a:ln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169" name="Freeform 2513"/>
            <p:cNvSpPr>
              <a:spLocks/>
            </p:cNvSpPr>
            <p:nvPr/>
          </p:nvSpPr>
          <p:spPr bwMode="auto">
            <a:xfrm>
              <a:off x="2829" y="2813"/>
              <a:ext cx="72" cy="40"/>
            </a:xfrm>
            <a:custGeom>
              <a:avLst/>
              <a:gdLst>
                <a:gd name="T0" fmla="*/ 0 w 72"/>
                <a:gd name="T1" fmla="*/ 0 h 40"/>
                <a:gd name="T2" fmla="*/ 72 w 72"/>
                <a:gd name="T3" fmla="*/ 40 h 40"/>
              </a:gdLst>
              <a:ahLst/>
              <a:cxnLst>
                <a:cxn ang="0">
                  <a:pos x="T0" y="T1"/>
                </a:cxn>
                <a:cxn ang="0">
                  <a:pos x="T2" y="T3"/>
                </a:cxn>
              </a:cxnLst>
              <a:rect l="0" t="0" r="r" b="b"/>
              <a:pathLst>
                <a:path w="72" h="40">
                  <a:moveTo>
                    <a:pt x="0" y="0"/>
                  </a:moveTo>
                  <a:lnTo>
                    <a:pt x="72" y="40"/>
                  </a:ln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170" name="Freeform 2514"/>
            <p:cNvSpPr>
              <a:spLocks/>
            </p:cNvSpPr>
            <p:nvPr/>
          </p:nvSpPr>
          <p:spPr bwMode="auto">
            <a:xfrm>
              <a:off x="2868" y="2811"/>
              <a:ext cx="97" cy="73"/>
            </a:xfrm>
            <a:custGeom>
              <a:avLst/>
              <a:gdLst>
                <a:gd name="T0" fmla="*/ 97 w 97"/>
                <a:gd name="T1" fmla="*/ 0 h 73"/>
                <a:gd name="T2" fmla="*/ 0 w 97"/>
                <a:gd name="T3" fmla="*/ 73 h 73"/>
              </a:gdLst>
              <a:ahLst/>
              <a:cxnLst>
                <a:cxn ang="0">
                  <a:pos x="T0" y="T1"/>
                </a:cxn>
                <a:cxn ang="0">
                  <a:pos x="T2" y="T3"/>
                </a:cxn>
              </a:cxnLst>
              <a:rect l="0" t="0" r="r" b="b"/>
              <a:pathLst>
                <a:path w="97" h="73">
                  <a:moveTo>
                    <a:pt x="97" y="0"/>
                  </a:moveTo>
                  <a:lnTo>
                    <a:pt x="0" y="73"/>
                  </a:ln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171" name="Freeform 2515"/>
            <p:cNvSpPr>
              <a:spLocks/>
            </p:cNvSpPr>
            <p:nvPr/>
          </p:nvSpPr>
          <p:spPr bwMode="auto">
            <a:xfrm>
              <a:off x="2953" y="2811"/>
              <a:ext cx="97" cy="73"/>
            </a:xfrm>
            <a:custGeom>
              <a:avLst/>
              <a:gdLst>
                <a:gd name="T0" fmla="*/ 97 w 97"/>
                <a:gd name="T1" fmla="*/ 0 h 73"/>
                <a:gd name="T2" fmla="*/ 0 w 97"/>
                <a:gd name="T3" fmla="*/ 73 h 73"/>
              </a:gdLst>
              <a:ahLst/>
              <a:cxnLst>
                <a:cxn ang="0">
                  <a:pos x="T0" y="T1"/>
                </a:cxn>
                <a:cxn ang="0">
                  <a:pos x="T2" y="T3"/>
                </a:cxn>
              </a:cxnLst>
              <a:rect l="0" t="0" r="r" b="b"/>
              <a:pathLst>
                <a:path w="97" h="73">
                  <a:moveTo>
                    <a:pt x="97" y="0"/>
                  </a:moveTo>
                  <a:lnTo>
                    <a:pt x="0" y="73"/>
                  </a:ln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174" name="Freeform 2516"/>
            <p:cNvSpPr>
              <a:spLocks/>
            </p:cNvSpPr>
            <p:nvPr/>
          </p:nvSpPr>
          <p:spPr bwMode="auto">
            <a:xfrm>
              <a:off x="2917" y="2808"/>
              <a:ext cx="97" cy="73"/>
            </a:xfrm>
            <a:custGeom>
              <a:avLst/>
              <a:gdLst>
                <a:gd name="T0" fmla="*/ 97 w 97"/>
                <a:gd name="T1" fmla="*/ 0 h 73"/>
                <a:gd name="T2" fmla="*/ 0 w 97"/>
                <a:gd name="T3" fmla="*/ 73 h 73"/>
              </a:gdLst>
              <a:ahLst/>
              <a:cxnLst>
                <a:cxn ang="0">
                  <a:pos x="T0" y="T1"/>
                </a:cxn>
                <a:cxn ang="0">
                  <a:pos x="T2" y="T3"/>
                </a:cxn>
              </a:cxnLst>
              <a:rect l="0" t="0" r="r" b="b"/>
              <a:pathLst>
                <a:path w="97" h="73">
                  <a:moveTo>
                    <a:pt x="97" y="0"/>
                  </a:moveTo>
                  <a:lnTo>
                    <a:pt x="0" y="73"/>
                  </a:ln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177" name="Freeform 2517"/>
            <p:cNvSpPr>
              <a:spLocks/>
            </p:cNvSpPr>
            <p:nvPr/>
          </p:nvSpPr>
          <p:spPr bwMode="auto">
            <a:xfrm>
              <a:off x="3016" y="2838"/>
              <a:ext cx="72" cy="40"/>
            </a:xfrm>
            <a:custGeom>
              <a:avLst/>
              <a:gdLst>
                <a:gd name="T0" fmla="*/ 0 w 72"/>
                <a:gd name="T1" fmla="*/ 0 h 40"/>
                <a:gd name="T2" fmla="*/ 72 w 72"/>
                <a:gd name="T3" fmla="*/ 40 h 40"/>
              </a:gdLst>
              <a:ahLst/>
              <a:cxnLst>
                <a:cxn ang="0">
                  <a:pos x="T0" y="T1"/>
                </a:cxn>
                <a:cxn ang="0">
                  <a:pos x="T2" y="T3"/>
                </a:cxn>
              </a:cxnLst>
              <a:rect l="0" t="0" r="r" b="b"/>
              <a:pathLst>
                <a:path w="72" h="40">
                  <a:moveTo>
                    <a:pt x="0" y="0"/>
                  </a:moveTo>
                  <a:lnTo>
                    <a:pt x="72" y="40"/>
                  </a:ln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181" name="Freeform 2518"/>
            <p:cNvSpPr>
              <a:spLocks/>
            </p:cNvSpPr>
            <p:nvPr/>
          </p:nvSpPr>
          <p:spPr bwMode="auto">
            <a:xfrm>
              <a:off x="2983" y="2860"/>
              <a:ext cx="54" cy="30"/>
            </a:xfrm>
            <a:custGeom>
              <a:avLst/>
              <a:gdLst>
                <a:gd name="T0" fmla="*/ 0 w 54"/>
                <a:gd name="T1" fmla="*/ 0 h 30"/>
                <a:gd name="T2" fmla="*/ 54 w 54"/>
                <a:gd name="T3" fmla="*/ 30 h 30"/>
              </a:gdLst>
              <a:ahLst/>
              <a:cxnLst>
                <a:cxn ang="0">
                  <a:pos x="T0" y="T1"/>
                </a:cxn>
                <a:cxn ang="0">
                  <a:pos x="T2" y="T3"/>
                </a:cxn>
              </a:cxnLst>
              <a:rect l="0" t="0" r="r" b="b"/>
              <a:pathLst>
                <a:path w="54" h="30">
                  <a:moveTo>
                    <a:pt x="0" y="0"/>
                  </a:moveTo>
                  <a:lnTo>
                    <a:pt x="54" y="30"/>
                  </a:ln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189" name="Freeform 2519"/>
            <p:cNvSpPr>
              <a:spLocks/>
            </p:cNvSpPr>
            <p:nvPr/>
          </p:nvSpPr>
          <p:spPr bwMode="auto">
            <a:xfrm>
              <a:off x="3053" y="2814"/>
              <a:ext cx="72" cy="40"/>
            </a:xfrm>
            <a:custGeom>
              <a:avLst/>
              <a:gdLst>
                <a:gd name="T0" fmla="*/ 0 w 72"/>
                <a:gd name="T1" fmla="*/ 0 h 40"/>
                <a:gd name="T2" fmla="*/ 72 w 72"/>
                <a:gd name="T3" fmla="*/ 40 h 40"/>
              </a:gdLst>
              <a:ahLst/>
              <a:cxnLst>
                <a:cxn ang="0">
                  <a:pos x="T0" y="T1"/>
                </a:cxn>
                <a:cxn ang="0">
                  <a:pos x="T2" y="T3"/>
                </a:cxn>
              </a:cxnLst>
              <a:rect l="0" t="0" r="r" b="b"/>
              <a:pathLst>
                <a:path w="72" h="40">
                  <a:moveTo>
                    <a:pt x="0" y="0"/>
                  </a:moveTo>
                  <a:lnTo>
                    <a:pt x="72" y="40"/>
                  </a:ln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grpSp>
      <p:grpSp>
        <p:nvGrpSpPr>
          <p:cNvPr id="190" name="Group 2520"/>
          <p:cNvGrpSpPr>
            <a:grpSpLocks/>
          </p:cNvGrpSpPr>
          <p:nvPr/>
        </p:nvGrpSpPr>
        <p:grpSpPr bwMode="auto">
          <a:xfrm flipH="1">
            <a:off x="5734984" y="5255870"/>
            <a:ext cx="812973" cy="158180"/>
            <a:chOff x="2644" y="2807"/>
            <a:chExt cx="481" cy="83"/>
          </a:xfrm>
        </p:grpSpPr>
        <p:sp>
          <p:nvSpPr>
            <p:cNvPr id="191" name="Freeform 2521"/>
            <p:cNvSpPr>
              <a:spLocks/>
            </p:cNvSpPr>
            <p:nvPr/>
          </p:nvSpPr>
          <p:spPr bwMode="auto">
            <a:xfrm>
              <a:off x="2644" y="2810"/>
              <a:ext cx="97" cy="73"/>
            </a:xfrm>
            <a:custGeom>
              <a:avLst/>
              <a:gdLst>
                <a:gd name="T0" fmla="*/ 97 w 97"/>
                <a:gd name="T1" fmla="*/ 0 h 73"/>
                <a:gd name="T2" fmla="*/ 0 w 97"/>
                <a:gd name="T3" fmla="*/ 73 h 73"/>
              </a:gdLst>
              <a:ahLst/>
              <a:cxnLst>
                <a:cxn ang="0">
                  <a:pos x="T0" y="T1"/>
                </a:cxn>
                <a:cxn ang="0">
                  <a:pos x="T2" y="T3"/>
                </a:cxn>
              </a:cxnLst>
              <a:rect l="0" t="0" r="r" b="b"/>
              <a:pathLst>
                <a:path w="97" h="73">
                  <a:moveTo>
                    <a:pt x="97" y="0"/>
                  </a:moveTo>
                  <a:lnTo>
                    <a:pt x="0" y="73"/>
                  </a:ln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192" name="Freeform 2522"/>
            <p:cNvSpPr>
              <a:spLocks/>
            </p:cNvSpPr>
            <p:nvPr/>
          </p:nvSpPr>
          <p:spPr bwMode="auto">
            <a:xfrm>
              <a:off x="2729" y="2810"/>
              <a:ext cx="97" cy="73"/>
            </a:xfrm>
            <a:custGeom>
              <a:avLst/>
              <a:gdLst>
                <a:gd name="T0" fmla="*/ 97 w 97"/>
                <a:gd name="T1" fmla="*/ 0 h 73"/>
                <a:gd name="T2" fmla="*/ 0 w 97"/>
                <a:gd name="T3" fmla="*/ 73 h 73"/>
              </a:gdLst>
              <a:ahLst/>
              <a:cxnLst>
                <a:cxn ang="0">
                  <a:pos x="T0" y="T1"/>
                </a:cxn>
                <a:cxn ang="0">
                  <a:pos x="T2" y="T3"/>
                </a:cxn>
              </a:cxnLst>
              <a:rect l="0" t="0" r="r" b="b"/>
              <a:pathLst>
                <a:path w="97" h="73">
                  <a:moveTo>
                    <a:pt x="97" y="0"/>
                  </a:moveTo>
                  <a:lnTo>
                    <a:pt x="0" y="73"/>
                  </a:ln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193" name="Freeform 2523"/>
            <p:cNvSpPr>
              <a:spLocks/>
            </p:cNvSpPr>
            <p:nvPr/>
          </p:nvSpPr>
          <p:spPr bwMode="auto">
            <a:xfrm>
              <a:off x="2693" y="2807"/>
              <a:ext cx="97" cy="73"/>
            </a:xfrm>
            <a:custGeom>
              <a:avLst/>
              <a:gdLst>
                <a:gd name="T0" fmla="*/ 97 w 97"/>
                <a:gd name="T1" fmla="*/ 0 h 73"/>
                <a:gd name="T2" fmla="*/ 0 w 97"/>
                <a:gd name="T3" fmla="*/ 73 h 73"/>
              </a:gdLst>
              <a:ahLst/>
              <a:cxnLst>
                <a:cxn ang="0">
                  <a:pos x="T0" y="T1"/>
                </a:cxn>
                <a:cxn ang="0">
                  <a:pos x="T2" y="T3"/>
                </a:cxn>
              </a:cxnLst>
              <a:rect l="0" t="0" r="r" b="b"/>
              <a:pathLst>
                <a:path w="97" h="73">
                  <a:moveTo>
                    <a:pt x="97" y="0"/>
                  </a:moveTo>
                  <a:lnTo>
                    <a:pt x="0" y="73"/>
                  </a:ln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194" name="Freeform 2524"/>
            <p:cNvSpPr>
              <a:spLocks/>
            </p:cNvSpPr>
            <p:nvPr/>
          </p:nvSpPr>
          <p:spPr bwMode="auto">
            <a:xfrm>
              <a:off x="2792" y="2837"/>
              <a:ext cx="72" cy="40"/>
            </a:xfrm>
            <a:custGeom>
              <a:avLst/>
              <a:gdLst>
                <a:gd name="T0" fmla="*/ 0 w 72"/>
                <a:gd name="T1" fmla="*/ 0 h 40"/>
                <a:gd name="T2" fmla="*/ 72 w 72"/>
                <a:gd name="T3" fmla="*/ 40 h 40"/>
              </a:gdLst>
              <a:ahLst/>
              <a:cxnLst>
                <a:cxn ang="0">
                  <a:pos x="T0" y="T1"/>
                </a:cxn>
                <a:cxn ang="0">
                  <a:pos x="T2" y="T3"/>
                </a:cxn>
              </a:cxnLst>
              <a:rect l="0" t="0" r="r" b="b"/>
              <a:pathLst>
                <a:path w="72" h="40">
                  <a:moveTo>
                    <a:pt x="0" y="0"/>
                  </a:moveTo>
                  <a:lnTo>
                    <a:pt x="72" y="40"/>
                  </a:ln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195" name="Freeform 2525"/>
            <p:cNvSpPr>
              <a:spLocks/>
            </p:cNvSpPr>
            <p:nvPr/>
          </p:nvSpPr>
          <p:spPr bwMode="auto">
            <a:xfrm>
              <a:off x="2759" y="2859"/>
              <a:ext cx="54" cy="30"/>
            </a:xfrm>
            <a:custGeom>
              <a:avLst/>
              <a:gdLst>
                <a:gd name="T0" fmla="*/ 0 w 54"/>
                <a:gd name="T1" fmla="*/ 0 h 30"/>
                <a:gd name="T2" fmla="*/ 54 w 54"/>
                <a:gd name="T3" fmla="*/ 30 h 30"/>
              </a:gdLst>
              <a:ahLst/>
              <a:cxnLst>
                <a:cxn ang="0">
                  <a:pos x="T0" y="T1"/>
                </a:cxn>
                <a:cxn ang="0">
                  <a:pos x="T2" y="T3"/>
                </a:cxn>
              </a:cxnLst>
              <a:rect l="0" t="0" r="r" b="b"/>
              <a:pathLst>
                <a:path w="54" h="30">
                  <a:moveTo>
                    <a:pt x="0" y="0"/>
                  </a:moveTo>
                  <a:lnTo>
                    <a:pt x="54" y="30"/>
                  </a:ln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196" name="Freeform 2526"/>
            <p:cNvSpPr>
              <a:spLocks/>
            </p:cNvSpPr>
            <p:nvPr/>
          </p:nvSpPr>
          <p:spPr bwMode="auto">
            <a:xfrm>
              <a:off x="2829" y="2813"/>
              <a:ext cx="72" cy="40"/>
            </a:xfrm>
            <a:custGeom>
              <a:avLst/>
              <a:gdLst>
                <a:gd name="T0" fmla="*/ 0 w 72"/>
                <a:gd name="T1" fmla="*/ 0 h 40"/>
                <a:gd name="T2" fmla="*/ 72 w 72"/>
                <a:gd name="T3" fmla="*/ 40 h 40"/>
              </a:gdLst>
              <a:ahLst/>
              <a:cxnLst>
                <a:cxn ang="0">
                  <a:pos x="T0" y="T1"/>
                </a:cxn>
                <a:cxn ang="0">
                  <a:pos x="T2" y="T3"/>
                </a:cxn>
              </a:cxnLst>
              <a:rect l="0" t="0" r="r" b="b"/>
              <a:pathLst>
                <a:path w="72" h="40">
                  <a:moveTo>
                    <a:pt x="0" y="0"/>
                  </a:moveTo>
                  <a:lnTo>
                    <a:pt x="72" y="40"/>
                  </a:ln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197" name="Freeform 2527"/>
            <p:cNvSpPr>
              <a:spLocks/>
            </p:cNvSpPr>
            <p:nvPr/>
          </p:nvSpPr>
          <p:spPr bwMode="auto">
            <a:xfrm>
              <a:off x="2868" y="2811"/>
              <a:ext cx="97" cy="73"/>
            </a:xfrm>
            <a:custGeom>
              <a:avLst/>
              <a:gdLst>
                <a:gd name="T0" fmla="*/ 97 w 97"/>
                <a:gd name="T1" fmla="*/ 0 h 73"/>
                <a:gd name="T2" fmla="*/ 0 w 97"/>
                <a:gd name="T3" fmla="*/ 73 h 73"/>
              </a:gdLst>
              <a:ahLst/>
              <a:cxnLst>
                <a:cxn ang="0">
                  <a:pos x="T0" y="T1"/>
                </a:cxn>
                <a:cxn ang="0">
                  <a:pos x="T2" y="T3"/>
                </a:cxn>
              </a:cxnLst>
              <a:rect l="0" t="0" r="r" b="b"/>
              <a:pathLst>
                <a:path w="97" h="73">
                  <a:moveTo>
                    <a:pt x="97" y="0"/>
                  </a:moveTo>
                  <a:lnTo>
                    <a:pt x="0" y="73"/>
                  </a:ln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198" name="Freeform 2528"/>
            <p:cNvSpPr>
              <a:spLocks/>
            </p:cNvSpPr>
            <p:nvPr/>
          </p:nvSpPr>
          <p:spPr bwMode="auto">
            <a:xfrm>
              <a:off x="2953" y="2811"/>
              <a:ext cx="97" cy="73"/>
            </a:xfrm>
            <a:custGeom>
              <a:avLst/>
              <a:gdLst>
                <a:gd name="T0" fmla="*/ 97 w 97"/>
                <a:gd name="T1" fmla="*/ 0 h 73"/>
                <a:gd name="T2" fmla="*/ 0 w 97"/>
                <a:gd name="T3" fmla="*/ 73 h 73"/>
              </a:gdLst>
              <a:ahLst/>
              <a:cxnLst>
                <a:cxn ang="0">
                  <a:pos x="T0" y="T1"/>
                </a:cxn>
                <a:cxn ang="0">
                  <a:pos x="T2" y="T3"/>
                </a:cxn>
              </a:cxnLst>
              <a:rect l="0" t="0" r="r" b="b"/>
              <a:pathLst>
                <a:path w="97" h="73">
                  <a:moveTo>
                    <a:pt x="97" y="0"/>
                  </a:moveTo>
                  <a:lnTo>
                    <a:pt x="0" y="73"/>
                  </a:ln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199" name="Freeform 2529"/>
            <p:cNvSpPr>
              <a:spLocks/>
            </p:cNvSpPr>
            <p:nvPr/>
          </p:nvSpPr>
          <p:spPr bwMode="auto">
            <a:xfrm>
              <a:off x="2917" y="2808"/>
              <a:ext cx="97" cy="73"/>
            </a:xfrm>
            <a:custGeom>
              <a:avLst/>
              <a:gdLst>
                <a:gd name="T0" fmla="*/ 97 w 97"/>
                <a:gd name="T1" fmla="*/ 0 h 73"/>
                <a:gd name="T2" fmla="*/ 0 w 97"/>
                <a:gd name="T3" fmla="*/ 73 h 73"/>
              </a:gdLst>
              <a:ahLst/>
              <a:cxnLst>
                <a:cxn ang="0">
                  <a:pos x="T0" y="T1"/>
                </a:cxn>
                <a:cxn ang="0">
                  <a:pos x="T2" y="T3"/>
                </a:cxn>
              </a:cxnLst>
              <a:rect l="0" t="0" r="r" b="b"/>
              <a:pathLst>
                <a:path w="97" h="73">
                  <a:moveTo>
                    <a:pt x="97" y="0"/>
                  </a:moveTo>
                  <a:lnTo>
                    <a:pt x="0" y="73"/>
                  </a:ln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200" name="Freeform 2530"/>
            <p:cNvSpPr>
              <a:spLocks/>
            </p:cNvSpPr>
            <p:nvPr/>
          </p:nvSpPr>
          <p:spPr bwMode="auto">
            <a:xfrm>
              <a:off x="3016" y="2838"/>
              <a:ext cx="72" cy="40"/>
            </a:xfrm>
            <a:custGeom>
              <a:avLst/>
              <a:gdLst>
                <a:gd name="T0" fmla="*/ 0 w 72"/>
                <a:gd name="T1" fmla="*/ 0 h 40"/>
                <a:gd name="T2" fmla="*/ 72 w 72"/>
                <a:gd name="T3" fmla="*/ 40 h 40"/>
              </a:gdLst>
              <a:ahLst/>
              <a:cxnLst>
                <a:cxn ang="0">
                  <a:pos x="T0" y="T1"/>
                </a:cxn>
                <a:cxn ang="0">
                  <a:pos x="T2" y="T3"/>
                </a:cxn>
              </a:cxnLst>
              <a:rect l="0" t="0" r="r" b="b"/>
              <a:pathLst>
                <a:path w="72" h="40">
                  <a:moveTo>
                    <a:pt x="0" y="0"/>
                  </a:moveTo>
                  <a:lnTo>
                    <a:pt x="72" y="40"/>
                  </a:ln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201" name="Freeform 2531"/>
            <p:cNvSpPr>
              <a:spLocks/>
            </p:cNvSpPr>
            <p:nvPr/>
          </p:nvSpPr>
          <p:spPr bwMode="auto">
            <a:xfrm>
              <a:off x="2983" y="2860"/>
              <a:ext cx="54" cy="30"/>
            </a:xfrm>
            <a:custGeom>
              <a:avLst/>
              <a:gdLst>
                <a:gd name="T0" fmla="*/ 0 w 54"/>
                <a:gd name="T1" fmla="*/ 0 h 30"/>
                <a:gd name="T2" fmla="*/ 54 w 54"/>
                <a:gd name="T3" fmla="*/ 30 h 30"/>
              </a:gdLst>
              <a:ahLst/>
              <a:cxnLst>
                <a:cxn ang="0">
                  <a:pos x="T0" y="T1"/>
                </a:cxn>
                <a:cxn ang="0">
                  <a:pos x="T2" y="T3"/>
                </a:cxn>
              </a:cxnLst>
              <a:rect l="0" t="0" r="r" b="b"/>
              <a:pathLst>
                <a:path w="54" h="30">
                  <a:moveTo>
                    <a:pt x="0" y="0"/>
                  </a:moveTo>
                  <a:lnTo>
                    <a:pt x="54" y="30"/>
                  </a:ln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202" name="Freeform 2532"/>
            <p:cNvSpPr>
              <a:spLocks/>
            </p:cNvSpPr>
            <p:nvPr/>
          </p:nvSpPr>
          <p:spPr bwMode="auto">
            <a:xfrm>
              <a:off x="3053" y="2814"/>
              <a:ext cx="72" cy="40"/>
            </a:xfrm>
            <a:custGeom>
              <a:avLst/>
              <a:gdLst>
                <a:gd name="T0" fmla="*/ 0 w 72"/>
                <a:gd name="T1" fmla="*/ 0 h 40"/>
                <a:gd name="T2" fmla="*/ 72 w 72"/>
                <a:gd name="T3" fmla="*/ 40 h 40"/>
              </a:gdLst>
              <a:ahLst/>
              <a:cxnLst>
                <a:cxn ang="0">
                  <a:pos x="T0" y="T1"/>
                </a:cxn>
                <a:cxn ang="0">
                  <a:pos x="T2" y="T3"/>
                </a:cxn>
              </a:cxnLst>
              <a:rect l="0" t="0" r="r" b="b"/>
              <a:pathLst>
                <a:path w="72" h="40">
                  <a:moveTo>
                    <a:pt x="0" y="0"/>
                  </a:moveTo>
                  <a:lnTo>
                    <a:pt x="72" y="40"/>
                  </a:ln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grpSp>
      <p:sp>
        <p:nvSpPr>
          <p:cNvPr id="203" name="Text Box 2451"/>
          <p:cNvSpPr txBox="1">
            <a:spLocks noChangeArrowheads="1"/>
          </p:cNvSpPr>
          <p:nvPr/>
        </p:nvSpPr>
        <p:spPr bwMode="auto">
          <a:xfrm flipH="1">
            <a:off x="7056239" y="3451921"/>
            <a:ext cx="351378" cy="385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800" b="1" dirty="0"/>
              <a:t>C</a:t>
            </a:r>
            <a:endParaRPr kumimoji="1" lang="en-US" altLang="zh-CN" sz="1800" b="1" dirty="0">
              <a:latin typeface="Times New Roman" pitchFamily="18" charset="0"/>
            </a:endParaRPr>
          </a:p>
        </p:txBody>
      </p:sp>
      <p:cxnSp>
        <p:nvCxnSpPr>
          <p:cNvPr id="204" name="直接箭头连接符 203"/>
          <p:cNvCxnSpPr>
            <a:stCxn id="209" idx="3"/>
          </p:cNvCxnSpPr>
          <p:nvPr/>
        </p:nvCxnSpPr>
        <p:spPr bwMode="auto">
          <a:xfrm>
            <a:off x="5445202" y="3195638"/>
            <a:ext cx="1807182" cy="637885"/>
          </a:xfrm>
          <a:prstGeom prst="straightConnector1">
            <a:avLst/>
          </a:prstGeom>
          <a:noFill/>
          <a:ln w="12700" cap="flat" cmpd="sng" algn="ctr">
            <a:solidFill>
              <a:schemeClr val="tx1"/>
            </a:solidFill>
            <a:prstDash val="solid"/>
            <a:round/>
            <a:headEnd type="non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6" name="直接箭头连接符 205"/>
          <p:cNvCxnSpPr/>
          <p:nvPr/>
        </p:nvCxnSpPr>
        <p:spPr bwMode="auto">
          <a:xfrm flipH="1">
            <a:off x="4909400" y="3195638"/>
            <a:ext cx="535802" cy="1841182"/>
          </a:xfrm>
          <a:prstGeom prst="straightConnector1">
            <a:avLst/>
          </a:prstGeom>
          <a:noFill/>
          <a:ln w="12700" cap="flat" cmpd="sng" algn="ctr">
            <a:solidFill>
              <a:schemeClr val="tx1"/>
            </a:solidFill>
            <a:prstDash val="solid"/>
            <a:round/>
            <a:headEnd type="non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7" name="直接连接符 206"/>
          <p:cNvCxnSpPr/>
          <p:nvPr/>
        </p:nvCxnSpPr>
        <p:spPr bwMode="auto">
          <a:xfrm>
            <a:off x="5445202" y="3195638"/>
            <a:ext cx="0" cy="2214893"/>
          </a:xfrm>
          <a:prstGeom prst="line">
            <a:avLst/>
          </a:prstGeom>
          <a:noFill/>
          <a:ln w="9525" cap="flat" cmpd="sng" algn="ctr">
            <a:solidFill>
              <a:schemeClr val="tx1"/>
            </a:solidFill>
            <a:prstDash val="lgDashDot"/>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08" name="任意多边形 207"/>
          <p:cNvSpPr/>
          <p:nvPr/>
        </p:nvSpPr>
        <p:spPr bwMode="auto">
          <a:xfrm>
            <a:off x="4909400" y="3833523"/>
            <a:ext cx="2350935" cy="1284664"/>
          </a:xfrm>
          <a:custGeom>
            <a:avLst/>
            <a:gdLst>
              <a:gd name="connsiteX0" fmla="*/ 0 w 2350935"/>
              <a:gd name="connsiteY0" fmla="*/ 1203297 h 1284664"/>
              <a:gd name="connsiteX1" fmla="*/ 132521 w 2350935"/>
              <a:gd name="connsiteY1" fmla="*/ 1240404 h 1284664"/>
              <a:gd name="connsiteX2" fmla="*/ 307450 w 2350935"/>
              <a:gd name="connsiteY2" fmla="*/ 1272209 h 1284664"/>
              <a:gd name="connsiteX3" fmla="*/ 466476 w 2350935"/>
              <a:gd name="connsiteY3" fmla="*/ 1282810 h 1284664"/>
              <a:gd name="connsiteX4" fmla="*/ 670560 w 2350935"/>
              <a:gd name="connsiteY4" fmla="*/ 1282810 h 1284664"/>
              <a:gd name="connsiteX5" fmla="*/ 845488 w 2350935"/>
              <a:gd name="connsiteY5" fmla="*/ 1264257 h 1284664"/>
              <a:gd name="connsiteX6" fmla="*/ 1036320 w 2350935"/>
              <a:gd name="connsiteY6" fmla="*/ 1221850 h 1284664"/>
              <a:gd name="connsiteX7" fmla="*/ 1237753 w 2350935"/>
              <a:gd name="connsiteY7" fmla="*/ 1160890 h 1284664"/>
              <a:gd name="connsiteX8" fmla="*/ 1428584 w 2350935"/>
              <a:gd name="connsiteY8" fmla="*/ 1068125 h 1284664"/>
              <a:gd name="connsiteX9" fmla="*/ 1574358 w 2350935"/>
              <a:gd name="connsiteY9" fmla="*/ 993913 h 1284664"/>
              <a:gd name="connsiteX10" fmla="*/ 1778441 w 2350935"/>
              <a:gd name="connsiteY10" fmla="*/ 840188 h 1284664"/>
              <a:gd name="connsiteX11" fmla="*/ 1942768 w 2350935"/>
              <a:gd name="connsiteY11" fmla="*/ 683812 h 1284664"/>
              <a:gd name="connsiteX12" fmla="*/ 2067339 w 2350935"/>
              <a:gd name="connsiteY12" fmla="*/ 535388 h 1284664"/>
              <a:gd name="connsiteX13" fmla="*/ 2189259 w 2350935"/>
              <a:gd name="connsiteY13" fmla="*/ 355158 h 1284664"/>
              <a:gd name="connsiteX14" fmla="*/ 2289975 w 2350935"/>
              <a:gd name="connsiteY14" fmla="*/ 161677 h 1284664"/>
              <a:gd name="connsiteX15" fmla="*/ 2350935 w 2350935"/>
              <a:gd name="connsiteY15" fmla="*/ 0 h 1284664"/>
              <a:gd name="connsiteX0" fmla="*/ 0 w 2350935"/>
              <a:gd name="connsiteY0" fmla="*/ 1203297 h 1284664"/>
              <a:gd name="connsiteX1" fmla="*/ 132521 w 2350935"/>
              <a:gd name="connsiteY1" fmla="*/ 1240404 h 1284664"/>
              <a:gd name="connsiteX2" fmla="*/ 307450 w 2350935"/>
              <a:gd name="connsiteY2" fmla="*/ 1272209 h 1284664"/>
              <a:gd name="connsiteX3" fmla="*/ 466476 w 2350935"/>
              <a:gd name="connsiteY3" fmla="*/ 1282810 h 1284664"/>
              <a:gd name="connsiteX4" fmla="*/ 670560 w 2350935"/>
              <a:gd name="connsiteY4" fmla="*/ 1282810 h 1284664"/>
              <a:gd name="connsiteX5" fmla="*/ 845488 w 2350935"/>
              <a:gd name="connsiteY5" fmla="*/ 1264257 h 1284664"/>
              <a:gd name="connsiteX6" fmla="*/ 1036320 w 2350935"/>
              <a:gd name="connsiteY6" fmla="*/ 1221850 h 1284664"/>
              <a:gd name="connsiteX7" fmla="*/ 1237753 w 2350935"/>
              <a:gd name="connsiteY7" fmla="*/ 1160890 h 1284664"/>
              <a:gd name="connsiteX8" fmla="*/ 1423283 w 2350935"/>
              <a:gd name="connsiteY8" fmla="*/ 1076077 h 1284664"/>
              <a:gd name="connsiteX9" fmla="*/ 1574358 w 2350935"/>
              <a:gd name="connsiteY9" fmla="*/ 993913 h 1284664"/>
              <a:gd name="connsiteX10" fmla="*/ 1778441 w 2350935"/>
              <a:gd name="connsiteY10" fmla="*/ 840188 h 1284664"/>
              <a:gd name="connsiteX11" fmla="*/ 1942768 w 2350935"/>
              <a:gd name="connsiteY11" fmla="*/ 683812 h 1284664"/>
              <a:gd name="connsiteX12" fmla="*/ 2067339 w 2350935"/>
              <a:gd name="connsiteY12" fmla="*/ 535388 h 1284664"/>
              <a:gd name="connsiteX13" fmla="*/ 2189259 w 2350935"/>
              <a:gd name="connsiteY13" fmla="*/ 355158 h 1284664"/>
              <a:gd name="connsiteX14" fmla="*/ 2289975 w 2350935"/>
              <a:gd name="connsiteY14" fmla="*/ 161677 h 1284664"/>
              <a:gd name="connsiteX15" fmla="*/ 2350935 w 2350935"/>
              <a:gd name="connsiteY15" fmla="*/ 0 h 12846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350935" h="1284664">
                <a:moveTo>
                  <a:pt x="0" y="1203297"/>
                </a:moveTo>
                <a:cubicBezTo>
                  <a:pt x="40639" y="1216108"/>
                  <a:pt x="81279" y="1228919"/>
                  <a:pt x="132521" y="1240404"/>
                </a:cubicBezTo>
                <a:cubicBezTo>
                  <a:pt x="183763" y="1251889"/>
                  <a:pt x="251791" y="1265141"/>
                  <a:pt x="307450" y="1272209"/>
                </a:cubicBezTo>
                <a:cubicBezTo>
                  <a:pt x="363109" y="1279277"/>
                  <a:pt x="405958" y="1281043"/>
                  <a:pt x="466476" y="1282810"/>
                </a:cubicBezTo>
                <a:cubicBezTo>
                  <a:pt x="526994" y="1284577"/>
                  <a:pt x="607391" y="1285902"/>
                  <a:pt x="670560" y="1282810"/>
                </a:cubicBezTo>
                <a:cubicBezTo>
                  <a:pt x="733729" y="1279718"/>
                  <a:pt x="784528" y="1274417"/>
                  <a:pt x="845488" y="1264257"/>
                </a:cubicBezTo>
                <a:cubicBezTo>
                  <a:pt x="906448" y="1254097"/>
                  <a:pt x="970943" y="1239078"/>
                  <a:pt x="1036320" y="1221850"/>
                </a:cubicBezTo>
                <a:cubicBezTo>
                  <a:pt x="1101697" y="1204622"/>
                  <a:pt x="1173259" y="1185185"/>
                  <a:pt x="1237753" y="1160890"/>
                </a:cubicBezTo>
                <a:cubicBezTo>
                  <a:pt x="1302247" y="1136595"/>
                  <a:pt x="1367182" y="1103906"/>
                  <a:pt x="1423283" y="1076077"/>
                </a:cubicBezTo>
                <a:cubicBezTo>
                  <a:pt x="1479384" y="1048248"/>
                  <a:pt x="1515165" y="1033228"/>
                  <a:pt x="1574358" y="993913"/>
                </a:cubicBezTo>
                <a:cubicBezTo>
                  <a:pt x="1633551" y="954598"/>
                  <a:pt x="1717039" y="891871"/>
                  <a:pt x="1778441" y="840188"/>
                </a:cubicBezTo>
                <a:cubicBezTo>
                  <a:pt x="1839843" y="788504"/>
                  <a:pt x="1894618" y="734612"/>
                  <a:pt x="1942768" y="683812"/>
                </a:cubicBezTo>
                <a:cubicBezTo>
                  <a:pt x="1990918" y="633012"/>
                  <a:pt x="2026257" y="590164"/>
                  <a:pt x="2067339" y="535388"/>
                </a:cubicBezTo>
                <a:cubicBezTo>
                  <a:pt x="2108421" y="480612"/>
                  <a:pt x="2152153" y="417443"/>
                  <a:pt x="2189259" y="355158"/>
                </a:cubicBezTo>
                <a:cubicBezTo>
                  <a:pt x="2226365" y="292873"/>
                  <a:pt x="2263029" y="220870"/>
                  <a:pt x="2289975" y="161677"/>
                </a:cubicBezTo>
                <a:cubicBezTo>
                  <a:pt x="2316921" y="102484"/>
                  <a:pt x="2333928" y="51242"/>
                  <a:pt x="2350935" y="0"/>
                </a:cubicBezTo>
              </a:path>
            </a:pathLst>
          </a:custGeom>
          <a:noFill/>
          <a:ln w="19050" cap="flat" cmpd="sng" algn="ctr">
            <a:solidFill>
              <a:srgbClr val="C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209" name="Text Box 133"/>
          <p:cNvSpPr txBox="1">
            <a:spLocks noChangeArrowheads="1"/>
          </p:cNvSpPr>
          <p:nvPr/>
        </p:nvSpPr>
        <p:spPr bwMode="auto">
          <a:xfrm>
            <a:off x="5071223" y="3010105"/>
            <a:ext cx="373979" cy="3710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1800" b="1" dirty="0">
                <a:solidFill>
                  <a:schemeClr val="tx1"/>
                </a:solidFill>
                <a:latin typeface="Times New Roman" panose="02020603050405020304" pitchFamily="18" charset="0"/>
              </a:rPr>
              <a:t>O</a:t>
            </a:r>
          </a:p>
        </p:txBody>
      </p:sp>
      <p:sp>
        <p:nvSpPr>
          <p:cNvPr id="214" name="Text Box 2450"/>
          <p:cNvSpPr txBox="1">
            <a:spLocks noChangeArrowheads="1"/>
          </p:cNvSpPr>
          <p:nvPr/>
        </p:nvSpPr>
        <p:spPr bwMode="auto">
          <a:xfrm>
            <a:off x="4813271" y="3956093"/>
            <a:ext cx="317328" cy="3480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800" b="1" i="1" dirty="0"/>
              <a:t>R</a:t>
            </a:r>
          </a:p>
        </p:txBody>
      </p:sp>
      <p:sp>
        <p:nvSpPr>
          <p:cNvPr id="227" name="任意多边形 226"/>
          <p:cNvSpPr/>
          <p:nvPr/>
        </p:nvSpPr>
        <p:spPr bwMode="auto">
          <a:xfrm>
            <a:off x="5498511" y="4062302"/>
            <a:ext cx="2316278" cy="657803"/>
          </a:xfrm>
          <a:custGeom>
            <a:avLst/>
            <a:gdLst>
              <a:gd name="connsiteX0" fmla="*/ 2295330 w 2295330"/>
              <a:gd name="connsiteY0" fmla="*/ 0 h 683001"/>
              <a:gd name="connsiteX1" fmla="*/ 2246811 w 2295330"/>
              <a:gd name="connsiteY1" fmla="*/ 67180 h 683001"/>
              <a:gd name="connsiteX2" fmla="*/ 2123647 w 2295330"/>
              <a:gd name="connsiteY2" fmla="*/ 149290 h 683001"/>
              <a:gd name="connsiteX3" fmla="*/ 1873586 w 2295330"/>
              <a:gd name="connsiteY3" fmla="*/ 231399 h 683001"/>
              <a:gd name="connsiteX4" fmla="*/ 1530220 w 2295330"/>
              <a:gd name="connsiteY4" fmla="*/ 332170 h 683001"/>
              <a:gd name="connsiteX5" fmla="*/ 955454 w 2295330"/>
              <a:gd name="connsiteY5" fmla="*/ 485192 h 683001"/>
              <a:gd name="connsiteX6" fmla="*/ 604623 w 2295330"/>
              <a:gd name="connsiteY6" fmla="*/ 582230 h 683001"/>
              <a:gd name="connsiteX7" fmla="*/ 257524 w 2295330"/>
              <a:gd name="connsiteY7" fmla="*/ 668072 h 683001"/>
              <a:gd name="connsiteX8" fmla="*/ 0 w 2295330"/>
              <a:gd name="connsiteY8" fmla="*/ 683001 h 683001"/>
              <a:gd name="connsiteX0" fmla="*/ 2295330 w 2295330"/>
              <a:gd name="connsiteY0" fmla="*/ 0 h 683001"/>
              <a:gd name="connsiteX1" fmla="*/ 2246811 w 2295330"/>
              <a:gd name="connsiteY1" fmla="*/ 67180 h 683001"/>
              <a:gd name="connsiteX2" fmla="*/ 2123647 w 2295330"/>
              <a:gd name="connsiteY2" fmla="*/ 149290 h 683001"/>
              <a:gd name="connsiteX3" fmla="*/ 1873586 w 2295330"/>
              <a:gd name="connsiteY3" fmla="*/ 231399 h 683001"/>
              <a:gd name="connsiteX4" fmla="*/ 1530220 w 2295330"/>
              <a:gd name="connsiteY4" fmla="*/ 332170 h 683001"/>
              <a:gd name="connsiteX5" fmla="*/ 955454 w 2295330"/>
              <a:gd name="connsiteY5" fmla="*/ 485192 h 683001"/>
              <a:gd name="connsiteX6" fmla="*/ 604623 w 2295330"/>
              <a:gd name="connsiteY6" fmla="*/ 582230 h 683001"/>
              <a:gd name="connsiteX7" fmla="*/ 257524 w 2295330"/>
              <a:gd name="connsiteY7" fmla="*/ 653143 h 683001"/>
              <a:gd name="connsiteX8" fmla="*/ 0 w 2295330"/>
              <a:gd name="connsiteY8" fmla="*/ 683001 h 683001"/>
              <a:gd name="connsiteX0" fmla="*/ 2239347 w 2239347"/>
              <a:gd name="connsiteY0" fmla="*/ 0 h 653143"/>
              <a:gd name="connsiteX1" fmla="*/ 2190828 w 2239347"/>
              <a:gd name="connsiteY1" fmla="*/ 67180 h 653143"/>
              <a:gd name="connsiteX2" fmla="*/ 2067664 w 2239347"/>
              <a:gd name="connsiteY2" fmla="*/ 149290 h 653143"/>
              <a:gd name="connsiteX3" fmla="*/ 1817603 w 2239347"/>
              <a:gd name="connsiteY3" fmla="*/ 231399 h 653143"/>
              <a:gd name="connsiteX4" fmla="*/ 1474237 w 2239347"/>
              <a:gd name="connsiteY4" fmla="*/ 332170 h 653143"/>
              <a:gd name="connsiteX5" fmla="*/ 899471 w 2239347"/>
              <a:gd name="connsiteY5" fmla="*/ 485192 h 653143"/>
              <a:gd name="connsiteX6" fmla="*/ 548640 w 2239347"/>
              <a:gd name="connsiteY6" fmla="*/ 582230 h 653143"/>
              <a:gd name="connsiteX7" fmla="*/ 201541 w 2239347"/>
              <a:gd name="connsiteY7" fmla="*/ 653143 h 653143"/>
              <a:gd name="connsiteX8" fmla="*/ 0 w 2239347"/>
              <a:gd name="connsiteY8" fmla="*/ 653143 h 653143"/>
              <a:gd name="connsiteX0" fmla="*/ 2239347 w 2239347"/>
              <a:gd name="connsiteY0" fmla="*/ 0 h 656875"/>
              <a:gd name="connsiteX1" fmla="*/ 2190828 w 2239347"/>
              <a:gd name="connsiteY1" fmla="*/ 67180 h 656875"/>
              <a:gd name="connsiteX2" fmla="*/ 2067664 w 2239347"/>
              <a:gd name="connsiteY2" fmla="*/ 149290 h 656875"/>
              <a:gd name="connsiteX3" fmla="*/ 1817603 w 2239347"/>
              <a:gd name="connsiteY3" fmla="*/ 231399 h 656875"/>
              <a:gd name="connsiteX4" fmla="*/ 1474237 w 2239347"/>
              <a:gd name="connsiteY4" fmla="*/ 332170 h 656875"/>
              <a:gd name="connsiteX5" fmla="*/ 899471 w 2239347"/>
              <a:gd name="connsiteY5" fmla="*/ 485192 h 656875"/>
              <a:gd name="connsiteX6" fmla="*/ 548640 w 2239347"/>
              <a:gd name="connsiteY6" fmla="*/ 582230 h 656875"/>
              <a:gd name="connsiteX7" fmla="*/ 164218 w 2239347"/>
              <a:gd name="connsiteY7" fmla="*/ 656875 h 656875"/>
              <a:gd name="connsiteX8" fmla="*/ 0 w 2239347"/>
              <a:gd name="connsiteY8" fmla="*/ 653143 h 656875"/>
              <a:gd name="connsiteX0" fmla="*/ 2239347 w 2239347"/>
              <a:gd name="connsiteY0" fmla="*/ 0 h 656875"/>
              <a:gd name="connsiteX1" fmla="*/ 2190828 w 2239347"/>
              <a:gd name="connsiteY1" fmla="*/ 67180 h 656875"/>
              <a:gd name="connsiteX2" fmla="*/ 2067664 w 2239347"/>
              <a:gd name="connsiteY2" fmla="*/ 149290 h 656875"/>
              <a:gd name="connsiteX3" fmla="*/ 1817603 w 2239347"/>
              <a:gd name="connsiteY3" fmla="*/ 231399 h 656875"/>
              <a:gd name="connsiteX4" fmla="*/ 1474237 w 2239347"/>
              <a:gd name="connsiteY4" fmla="*/ 332170 h 656875"/>
              <a:gd name="connsiteX5" fmla="*/ 899471 w 2239347"/>
              <a:gd name="connsiteY5" fmla="*/ 485192 h 656875"/>
              <a:gd name="connsiteX6" fmla="*/ 548640 w 2239347"/>
              <a:gd name="connsiteY6" fmla="*/ 582230 h 656875"/>
              <a:gd name="connsiteX7" fmla="*/ 358296 w 2239347"/>
              <a:gd name="connsiteY7" fmla="*/ 634482 h 656875"/>
              <a:gd name="connsiteX8" fmla="*/ 164218 w 2239347"/>
              <a:gd name="connsiteY8" fmla="*/ 656875 h 656875"/>
              <a:gd name="connsiteX9" fmla="*/ 0 w 2239347"/>
              <a:gd name="connsiteY9" fmla="*/ 653143 h 656875"/>
              <a:gd name="connsiteX0" fmla="*/ 2239347 w 2239347"/>
              <a:gd name="connsiteY0" fmla="*/ 0 h 656875"/>
              <a:gd name="connsiteX1" fmla="*/ 2190828 w 2239347"/>
              <a:gd name="connsiteY1" fmla="*/ 67180 h 656875"/>
              <a:gd name="connsiteX2" fmla="*/ 2067664 w 2239347"/>
              <a:gd name="connsiteY2" fmla="*/ 149290 h 656875"/>
              <a:gd name="connsiteX3" fmla="*/ 1817603 w 2239347"/>
              <a:gd name="connsiteY3" fmla="*/ 231399 h 656875"/>
              <a:gd name="connsiteX4" fmla="*/ 1474237 w 2239347"/>
              <a:gd name="connsiteY4" fmla="*/ 332170 h 656875"/>
              <a:gd name="connsiteX5" fmla="*/ 899471 w 2239347"/>
              <a:gd name="connsiteY5" fmla="*/ 485192 h 656875"/>
              <a:gd name="connsiteX6" fmla="*/ 589695 w 2239347"/>
              <a:gd name="connsiteY6" fmla="*/ 578498 h 656875"/>
              <a:gd name="connsiteX7" fmla="*/ 548640 w 2239347"/>
              <a:gd name="connsiteY7" fmla="*/ 582230 h 656875"/>
              <a:gd name="connsiteX8" fmla="*/ 358296 w 2239347"/>
              <a:gd name="connsiteY8" fmla="*/ 634482 h 656875"/>
              <a:gd name="connsiteX9" fmla="*/ 164218 w 2239347"/>
              <a:gd name="connsiteY9" fmla="*/ 656875 h 656875"/>
              <a:gd name="connsiteX10" fmla="*/ 0 w 2239347"/>
              <a:gd name="connsiteY10" fmla="*/ 653143 h 656875"/>
              <a:gd name="connsiteX0" fmla="*/ 2239347 w 2239347"/>
              <a:gd name="connsiteY0" fmla="*/ 0 h 656875"/>
              <a:gd name="connsiteX1" fmla="*/ 2190828 w 2239347"/>
              <a:gd name="connsiteY1" fmla="*/ 67180 h 656875"/>
              <a:gd name="connsiteX2" fmla="*/ 2128372 w 2239347"/>
              <a:gd name="connsiteY2" fmla="*/ 116962 h 656875"/>
              <a:gd name="connsiteX3" fmla="*/ 2067664 w 2239347"/>
              <a:gd name="connsiteY3" fmla="*/ 149290 h 656875"/>
              <a:gd name="connsiteX4" fmla="*/ 1817603 w 2239347"/>
              <a:gd name="connsiteY4" fmla="*/ 231399 h 656875"/>
              <a:gd name="connsiteX5" fmla="*/ 1474237 w 2239347"/>
              <a:gd name="connsiteY5" fmla="*/ 332170 h 656875"/>
              <a:gd name="connsiteX6" fmla="*/ 899471 w 2239347"/>
              <a:gd name="connsiteY6" fmla="*/ 485192 h 656875"/>
              <a:gd name="connsiteX7" fmla="*/ 589695 w 2239347"/>
              <a:gd name="connsiteY7" fmla="*/ 578498 h 656875"/>
              <a:gd name="connsiteX8" fmla="*/ 548640 w 2239347"/>
              <a:gd name="connsiteY8" fmla="*/ 582230 h 656875"/>
              <a:gd name="connsiteX9" fmla="*/ 358296 w 2239347"/>
              <a:gd name="connsiteY9" fmla="*/ 634482 h 656875"/>
              <a:gd name="connsiteX10" fmla="*/ 164218 w 2239347"/>
              <a:gd name="connsiteY10" fmla="*/ 656875 h 656875"/>
              <a:gd name="connsiteX11" fmla="*/ 0 w 2239347"/>
              <a:gd name="connsiteY11" fmla="*/ 653143 h 656875"/>
              <a:gd name="connsiteX0" fmla="*/ 2239347 w 2239347"/>
              <a:gd name="connsiteY0" fmla="*/ 0 h 656875"/>
              <a:gd name="connsiteX1" fmla="*/ 2190828 w 2239347"/>
              <a:gd name="connsiteY1" fmla="*/ 59246 h 656875"/>
              <a:gd name="connsiteX2" fmla="*/ 2128372 w 2239347"/>
              <a:gd name="connsiteY2" fmla="*/ 116962 h 656875"/>
              <a:gd name="connsiteX3" fmla="*/ 2067664 w 2239347"/>
              <a:gd name="connsiteY3" fmla="*/ 149290 h 656875"/>
              <a:gd name="connsiteX4" fmla="*/ 1817603 w 2239347"/>
              <a:gd name="connsiteY4" fmla="*/ 231399 h 656875"/>
              <a:gd name="connsiteX5" fmla="*/ 1474237 w 2239347"/>
              <a:gd name="connsiteY5" fmla="*/ 332170 h 656875"/>
              <a:gd name="connsiteX6" fmla="*/ 899471 w 2239347"/>
              <a:gd name="connsiteY6" fmla="*/ 485192 h 656875"/>
              <a:gd name="connsiteX7" fmla="*/ 589695 w 2239347"/>
              <a:gd name="connsiteY7" fmla="*/ 578498 h 656875"/>
              <a:gd name="connsiteX8" fmla="*/ 548640 w 2239347"/>
              <a:gd name="connsiteY8" fmla="*/ 582230 h 656875"/>
              <a:gd name="connsiteX9" fmla="*/ 358296 w 2239347"/>
              <a:gd name="connsiteY9" fmla="*/ 634482 h 656875"/>
              <a:gd name="connsiteX10" fmla="*/ 164218 w 2239347"/>
              <a:gd name="connsiteY10" fmla="*/ 656875 h 656875"/>
              <a:gd name="connsiteX11" fmla="*/ 0 w 2239347"/>
              <a:gd name="connsiteY11" fmla="*/ 653143 h 656875"/>
              <a:gd name="connsiteX0" fmla="*/ 2239347 w 2239347"/>
              <a:gd name="connsiteY0" fmla="*/ 0 h 656875"/>
              <a:gd name="connsiteX1" fmla="*/ 2190828 w 2239347"/>
              <a:gd name="connsiteY1" fmla="*/ 59246 h 656875"/>
              <a:gd name="connsiteX2" fmla="*/ 2128372 w 2239347"/>
              <a:gd name="connsiteY2" fmla="*/ 116962 h 656875"/>
              <a:gd name="connsiteX3" fmla="*/ 2010134 w 2239347"/>
              <a:gd name="connsiteY3" fmla="*/ 173092 h 656875"/>
              <a:gd name="connsiteX4" fmla="*/ 1817603 w 2239347"/>
              <a:gd name="connsiteY4" fmla="*/ 231399 h 656875"/>
              <a:gd name="connsiteX5" fmla="*/ 1474237 w 2239347"/>
              <a:gd name="connsiteY5" fmla="*/ 332170 h 656875"/>
              <a:gd name="connsiteX6" fmla="*/ 899471 w 2239347"/>
              <a:gd name="connsiteY6" fmla="*/ 485192 h 656875"/>
              <a:gd name="connsiteX7" fmla="*/ 589695 w 2239347"/>
              <a:gd name="connsiteY7" fmla="*/ 578498 h 656875"/>
              <a:gd name="connsiteX8" fmla="*/ 548640 w 2239347"/>
              <a:gd name="connsiteY8" fmla="*/ 582230 h 656875"/>
              <a:gd name="connsiteX9" fmla="*/ 358296 w 2239347"/>
              <a:gd name="connsiteY9" fmla="*/ 634482 h 656875"/>
              <a:gd name="connsiteX10" fmla="*/ 164218 w 2239347"/>
              <a:gd name="connsiteY10" fmla="*/ 656875 h 656875"/>
              <a:gd name="connsiteX11" fmla="*/ 0 w 2239347"/>
              <a:gd name="connsiteY11" fmla="*/ 653143 h 656875"/>
              <a:gd name="connsiteX0" fmla="*/ 2239347 w 2239347"/>
              <a:gd name="connsiteY0" fmla="*/ 0 h 656875"/>
              <a:gd name="connsiteX1" fmla="*/ 2190828 w 2239347"/>
              <a:gd name="connsiteY1" fmla="*/ 59246 h 656875"/>
              <a:gd name="connsiteX2" fmla="*/ 2128372 w 2239347"/>
              <a:gd name="connsiteY2" fmla="*/ 116962 h 656875"/>
              <a:gd name="connsiteX3" fmla="*/ 2017805 w 2239347"/>
              <a:gd name="connsiteY3" fmla="*/ 190944 h 656875"/>
              <a:gd name="connsiteX4" fmla="*/ 1817603 w 2239347"/>
              <a:gd name="connsiteY4" fmla="*/ 231399 h 656875"/>
              <a:gd name="connsiteX5" fmla="*/ 1474237 w 2239347"/>
              <a:gd name="connsiteY5" fmla="*/ 332170 h 656875"/>
              <a:gd name="connsiteX6" fmla="*/ 899471 w 2239347"/>
              <a:gd name="connsiteY6" fmla="*/ 485192 h 656875"/>
              <a:gd name="connsiteX7" fmla="*/ 589695 w 2239347"/>
              <a:gd name="connsiteY7" fmla="*/ 578498 h 656875"/>
              <a:gd name="connsiteX8" fmla="*/ 548640 w 2239347"/>
              <a:gd name="connsiteY8" fmla="*/ 582230 h 656875"/>
              <a:gd name="connsiteX9" fmla="*/ 358296 w 2239347"/>
              <a:gd name="connsiteY9" fmla="*/ 634482 h 656875"/>
              <a:gd name="connsiteX10" fmla="*/ 164218 w 2239347"/>
              <a:gd name="connsiteY10" fmla="*/ 656875 h 656875"/>
              <a:gd name="connsiteX11" fmla="*/ 0 w 2239347"/>
              <a:gd name="connsiteY11" fmla="*/ 653143 h 656875"/>
              <a:gd name="connsiteX0" fmla="*/ 2239347 w 2239347"/>
              <a:gd name="connsiteY0" fmla="*/ 0 h 656875"/>
              <a:gd name="connsiteX1" fmla="*/ 2190828 w 2239347"/>
              <a:gd name="connsiteY1" fmla="*/ 59246 h 656875"/>
              <a:gd name="connsiteX2" fmla="*/ 2128372 w 2239347"/>
              <a:gd name="connsiteY2" fmla="*/ 116962 h 656875"/>
              <a:gd name="connsiteX3" fmla="*/ 2017805 w 2239347"/>
              <a:gd name="connsiteY3" fmla="*/ 190944 h 656875"/>
              <a:gd name="connsiteX4" fmla="*/ 1808014 w 2239347"/>
              <a:gd name="connsiteY4" fmla="*/ 263135 h 656875"/>
              <a:gd name="connsiteX5" fmla="*/ 1474237 w 2239347"/>
              <a:gd name="connsiteY5" fmla="*/ 332170 h 656875"/>
              <a:gd name="connsiteX6" fmla="*/ 899471 w 2239347"/>
              <a:gd name="connsiteY6" fmla="*/ 485192 h 656875"/>
              <a:gd name="connsiteX7" fmla="*/ 589695 w 2239347"/>
              <a:gd name="connsiteY7" fmla="*/ 578498 h 656875"/>
              <a:gd name="connsiteX8" fmla="*/ 548640 w 2239347"/>
              <a:gd name="connsiteY8" fmla="*/ 582230 h 656875"/>
              <a:gd name="connsiteX9" fmla="*/ 358296 w 2239347"/>
              <a:gd name="connsiteY9" fmla="*/ 634482 h 656875"/>
              <a:gd name="connsiteX10" fmla="*/ 164218 w 2239347"/>
              <a:gd name="connsiteY10" fmla="*/ 656875 h 656875"/>
              <a:gd name="connsiteX11" fmla="*/ 0 w 2239347"/>
              <a:gd name="connsiteY11" fmla="*/ 653143 h 656875"/>
              <a:gd name="connsiteX0" fmla="*/ 2239347 w 2239347"/>
              <a:gd name="connsiteY0" fmla="*/ 0 h 656875"/>
              <a:gd name="connsiteX1" fmla="*/ 2190828 w 2239347"/>
              <a:gd name="connsiteY1" fmla="*/ 59246 h 656875"/>
              <a:gd name="connsiteX2" fmla="*/ 2128372 w 2239347"/>
              <a:gd name="connsiteY2" fmla="*/ 116962 h 656875"/>
              <a:gd name="connsiteX3" fmla="*/ 2017805 w 2239347"/>
              <a:gd name="connsiteY3" fmla="*/ 190944 h 656875"/>
              <a:gd name="connsiteX4" fmla="*/ 1808014 w 2239347"/>
              <a:gd name="connsiteY4" fmla="*/ 263135 h 656875"/>
              <a:gd name="connsiteX5" fmla="*/ 1455061 w 2239347"/>
              <a:gd name="connsiteY5" fmla="*/ 352005 h 656875"/>
              <a:gd name="connsiteX6" fmla="*/ 899471 w 2239347"/>
              <a:gd name="connsiteY6" fmla="*/ 485192 h 656875"/>
              <a:gd name="connsiteX7" fmla="*/ 589695 w 2239347"/>
              <a:gd name="connsiteY7" fmla="*/ 578498 h 656875"/>
              <a:gd name="connsiteX8" fmla="*/ 548640 w 2239347"/>
              <a:gd name="connsiteY8" fmla="*/ 582230 h 656875"/>
              <a:gd name="connsiteX9" fmla="*/ 358296 w 2239347"/>
              <a:gd name="connsiteY9" fmla="*/ 634482 h 656875"/>
              <a:gd name="connsiteX10" fmla="*/ 164218 w 2239347"/>
              <a:gd name="connsiteY10" fmla="*/ 656875 h 656875"/>
              <a:gd name="connsiteX11" fmla="*/ 0 w 2239347"/>
              <a:gd name="connsiteY11" fmla="*/ 653143 h 656875"/>
              <a:gd name="connsiteX0" fmla="*/ 2239347 w 2239347"/>
              <a:gd name="connsiteY0" fmla="*/ 0 h 656875"/>
              <a:gd name="connsiteX1" fmla="*/ 2190828 w 2239347"/>
              <a:gd name="connsiteY1" fmla="*/ 59246 h 656875"/>
              <a:gd name="connsiteX2" fmla="*/ 2128372 w 2239347"/>
              <a:gd name="connsiteY2" fmla="*/ 116962 h 656875"/>
              <a:gd name="connsiteX3" fmla="*/ 2017805 w 2239347"/>
              <a:gd name="connsiteY3" fmla="*/ 190944 h 656875"/>
              <a:gd name="connsiteX4" fmla="*/ 1808014 w 2239347"/>
              <a:gd name="connsiteY4" fmla="*/ 263135 h 656875"/>
              <a:gd name="connsiteX5" fmla="*/ 1455061 w 2239347"/>
              <a:gd name="connsiteY5" fmla="*/ 352005 h 656875"/>
              <a:gd name="connsiteX6" fmla="*/ 897554 w 2239347"/>
              <a:gd name="connsiteY6" fmla="*/ 501060 h 656875"/>
              <a:gd name="connsiteX7" fmla="*/ 589695 w 2239347"/>
              <a:gd name="connsiteY7" fmla="*/ 578498 h 656875"/>
              <a:gd name="connsiteX8" fmla="*/ 548640 w 2239347"/>
              <a:gd name="connsiteY8" fmla="*/ 582230 h 656875"/>
              <a:gd name="connsiteX9" fmla="*/ 358296 w 2239347"/>
              <a:gd name="connsiteY9" fmla="*/ 634482 h 656875"/>
              <a:gd name="connsiteX10" fmla="*/ 164218 w 2239347"/>
              <a:gd name="connsiteY10" fmla="*/ 656875 h 656875"/>
              <a:gd name="connsiteX11" fmla="*/ 0 w 2239347"/>
              <a:gd name="connsiteY11" fmla="*/ 653143 h 656875"/>
              <a:gd name="connsiteX0" fmla="*/ 2239347 w 2239347"/>
              <a:gd name="connsiteY0" fmla="*/ 0 h 656875"/>
              <a:gd name="connsiteX1" fmla="*/ 2190828 w 2239347"/>
              <a:gd name="connsiteY1" fmla="*/ 59246 h 656875"/>
              <a:gd name="connsiteX2" fmla="*/ 2128372 w 2239347"/>
              <a:gd name="connsiteY2" fmla="*/ 116962 h 656875"/>
              <a:gd name="connsiteX3" fmla="*/ 2017805 w 2239347"/>
              <a:gd name="connsiteY3" fmla="*/ 190944 h 656875"/>
              <a:gd name="connsiteX4" fmla="*/ 1808014 w 2239347"/>
              <a:gd name="connsiteY4" fmla="*/ 263135 h 656875"/>
              <a:gd name="connsiteX5" fmla="*/ 1455061 w 2239347"/>
              <a:gd name="connsiteY5" fmla="*/ 352005 h 656875"/>
              <a:gd name="connsiteX6" fmla="*/ 897554 w 2239347"/>
              <a:gd name="connsiteY6" fmla="*/ 501060 h 656875"/>
              <a:gd name="connsiteX7" fmla="*/ 589695 w 2239347"/>
              <a:gd name="connsiteY7" fmla="*/ 578498 h 656875"/>
              <a:gd name="connsiteX8" fmla="*/ 358296 w 2239347"/>
              <a:gd name="connsiteY8" fmla="*/ 634482 h 656875"/>
              <a:gd name="connsiteX9" fmla="*/ 164218 w 2239347"/>
              <a:gd name="connsiteY9" fmla="*/ 656875 h 656875"/>
              <a:gd name="connsiteX10" fmla="*/ 0 w 2239347"/>
              <a:gd name="connsiteY10" fmla="*/ 653143 h 656875"/>
              <a:gd name="connsiteX0" fmla="*/ 2239347 w 2239347"/>
              <a:gd name="connsiteY0" fmla="*/ 0 h 656875"/>
              <a:gd name="connsiteX1" fmla="*/ 2190828 w 2239347"/>
              <a:gd name="connsiteY1" fmla="*/ 59246 h 656875"/>
              <a:gd name="connsiteX2" fmla="*/ 2128372 w 2239347"/>
              <a:gd name="connsiteY2" fmla="*/ 116962 h 656875"/>
              <a:gd name="connsiteX3" fmla="*/ 2017805 w 2239347"/>
              <a:gd name="connsiteY3" fmla="*/ 190944 h 656875"/>
              <a:gd name="connsiteX4" fmla="*/ 1808014 w 2239347"/>
              <a:gd name="connsiteY4" fmla="*/ 263135 h 656875"/>
              <a:gd name="connsiteX5" fmla="*/ 1455061 w 2239347"/>
              <a:gd name="connsiteY5" fmla="*/ 352005 h 656875"/>
              <a:gd name="connsiteX6" fmla="*/ 897554 w 2239347"/>
              <a:gd name="connsiteY6" fmla="*/ 501060 h 656875"/>
              <a:gd name="connsiteX7" fmla="*/ 589695 w 2239347"/>
              <a:gd name="connsiteY7" fmla="*/ 578498 h 656875"/>
              <a:gd name="connsiteX8" fmla="*/ 358296 w 2239347"/>
              <a:gd name="connsiteY8" fmla="*/ 634482 h 656875"/>
              <a:gd name="connsiteX9" fmla="*/ 164218 w 2239347"/>
              <a:gd name="connsiteY9" fmla="*/ 656875 h 656875"/>
              <a:gd name="connsiteX10" fmla="*/ 0 w 2239347"/>
              <a:gd name="connsiteY10" fmla="*/ 653143 h 656875"/>
              <a:gd name="connsiteX0" fmla="*/ 2239347 w 2239347"/>
              <a:gd name="connsiteY0" fmla="*/ 0 h 657803"/>
              <a:gd name="connsiteX1" fmla="*/ 2190828 w 2239347"/>
              <a:gd name="connsiteY1" fmla="*/ 59246 h 657803"/>
              <a:gd name="connsiteX2" fmla="*/ 2128372 w 2239347"/>
              <a:gd name="connsiteY2" fmla="*/ 116962 h 657803"/>
              <a:gd name="connsiteX3" fmla="*/ 2017805 w 2239347"/>
              <a:gd name="connsiteY3" fmla="*/ 190944 h 657803"/>
              <a:gd name="connsiteX4" fmla="*/ 1808014 w 2239347"/>
              <a:gd name="connsiteY4" fmla="*/ 263135 h 657803"/>
              <a:gd name="connsiteX5" fmla="*/ 1455061 w 2239347"/>
              <a:gd name="connsiteY5" fmla="*/ 352005 h 657803"/>
              <a:gd name="connsiteX6" fmla="*/ 897554 w 2239347"/>
              <a:gd name="connsiteY6" fmla="*/ 501060 h 657803"/>
              <a:gd name="connsiteX7" fmla="*/ 589695 w 2239347"/>
              <a:gd name="connsiteY7" fmla="*/ 578498 h 657803"/>
              <a:gd name="connsiteX8" fmla="*/ 358296 w 2239347"/>
              <a:gd name="connsiteY8" fmla="*/ 634482 h 657803"/>
              <a:gd name="connsiteX9" fmla="*/ 164218 w 2239347"/>
              <a:gd name="connsiteY9" fmla="*/ 656875 h 657803"/>
              <a:gd name="connsiteX10" fmla="*/ 0 w 2239347"/>
              <a:gd name="connsiteY10" fmla="*/ 653143 h 6578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39347" h="657803">
                <a:moveTo>
                  <a:pt x="2239347" y="0"/>
                </a:moveTo>
                <a:lnTo>
                  <a:pt x="2190828" y="59246"/>
                </a:lnTo>
                <a:cubicBezTo>
                  <a:pt x="2170009" y="71212"/>
                  <a:pt x="2149191" y="104996"/>
                  <a:pt x="2128372" y="116962"/>
                </a:cubicBezTo>
                <a:lnTo>
                  <a:pt x="2017805" y="190944"/>
                </a:lnTo>
                <a:lnTo>
                  <a:pt x="1808014" y="263135"/>
                </a:lnTo>
                <a:lnTo>
                  <a:pt x="1455061" y="352005"/>
                </a:lnTo>
                <a:lnTo>
                  <a:pt x="897554" y="501060"/>
                </a:lnTo>
                <a:cubicBezTo>
                  <a:pt x="753326" y="538809"/>
                  <a:pt x="702906" y="546152"/>
                  <a:pt x="589695" y="578498"/>
                </a:cubicBezTo>
                <a:lnTo>
                  <a:pt x="358296" y="634482"/>
                </a:lnTo>
                <a:cubicBezTo>
                  <a:pt x="287383" y="647545"/>
                  <a:pt x="223934" y="653765"/>
                  <a:pt x="164218" y="656875"/>
                </a:cubicBezTo>
                <a:cubicBezTo>
                  <a:pt x="104502" y="659985"/>
                  <a:pt x="54739" y="654387"/>
                  <a:pt x="0" y="653143"/>
                </a:cubicBezTo>
              </a:path>
            </a:pathLst>
          </a:cu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232" name="任意多边形 231"/>
          <p:cNvSpPr/>
          <p:nvPr/>
        </p:nvSpPr>
        <p:spPr bwMode="auto">
          <a:xfrm>
            <a:off x="5301067" y="4241203"/>
            <a:ext cx="2847807" cy="669940"/>
          </a:xfrm>
          <a:custGeom>
            <a:avLst/>
            <a:gdLst>
              <a:gd name="connsiteX0" fmla="*/ 0 w 2732003"/>
              <a:gd name="connsiteY0" fmla="*/ 694198 h 768843"/>
              <a:gd name="connsiteX1" fmla="*/ 89574 w 2732003"/>
              <a:gd name="connsiteY1" fmla="*/ 750182 h 768843"/>
              <a:gd name="connsiteX2" fmla="*/ 261257 w 2732003"/>
              <a:gd name="connsiteY2" fmla="*/ 768843 h 768843"/>
              <a:gd name="connsiteX3" fmla="*/ 664340 w 2732003"/>
              <a:gd name="connsiteY3" fmla="*/ 705395 h 768843"/>
              <a:gd name="connsiteX4" fmla="*/ 1201783 w 2732003"/>
              <a:gd name="connsiteY4" fmla="*/ 589695 h 768843"/>
              <a:gd name="connsiteX5" fmla="*/ 1701904 w 2732003"/>
              <a:gd name="connsiteY5" fmla="*/ 451602 h 768843"/>
              <a:gd name="connsiteX6" fmla="*/ 2104986 w 2732003"/>
              <a:gd name="connsiteY6" fmla="*/ 350831 h 768843"/>
              <a:gd name="connsiteX7" fmla="*/ 2467014 w 2732003"/>
              <a:gd name="connsiteY7" fmla="*/ 205274 h 768843"/>
              <a:gd name="connsiteX8" fmla="*/ 2631233 w 2732003"/>
              <a:gd name="connsiteY8" fmla="*/ 104503 h 768843"/>
              <a:gd name="connsiteX9" fmla="*/ 2732003 w 2732003"/>
              <a:gd name="connsiteY9" fmla="*/ 0 h 768843"/>
              <a:gd name="connsiteX0" fmla="*/ 0 w 2702145"/>
              <a:gd name="connsiteY0" fmla="*/ 671805 h 768843"/>
              <a:gd name="connsiteX1" fmla="*/ 59716 w 2702145"/>
              <a:gd name="connsiteY1" fmla="*/ 750182 h 768843"/>
              <a:gd name="connsiteX2" fmla="*/ 231399 w 2702145"/>
              <a:gd name="connsiteY2" fmla="*/ 768843 h 768843"/>
              <a:gd name="connsiteX3" fmla="*/ 634482 w 2702145"/>
              <a:gd name="connsiteY3" fmla="*/ 705395 h 768843"/>
              <a:gd name="connsiteX4" fmla="*/ 1171925 w 2702145"/>
              <a:gd name="connsiteY4" fmla="*/ 589695 h 768843"/>
              <a:gd name="connsiteX5" fmla="*/ 1672046 w 2702145"/>
              <a:gd name="connsiteY5" fmla="*/ 451602 h 768843"/>
              <a:gd name="connsiteX6" fmla="*/ 2075128 w 2702145"/>
              <a:gd name="connsiteY6" fmla="*/ 350831 h 768843"/>
              <a:gd name="connsiteX7" fmla="*/ 2437156 w 2702145"/>
              <a:gd name="connsiteY7" fmla="*/ 205274 h 768843"/>
              <a:gd name="connsiteX8" fmla="*/ 2601375 w 2702145"/>
              <a:gd name="connsiteY8" fmla="*/ 104503 h 768843"/>
              <a:gd name="connsiteX9" fmla="*/ 2702145 w 2702145"/>
              <a:gd name="connsiteY9" fmla="*/ 0 h 768843"/>
              <a:gd name="connsiteX0" fmla="*/ 0 w 2702145"/>
              <a:gd name="connsiteY0" fmla="*/ 671805 h 768843"/>
              <a:gd name="connsiteX1" fmla="*/ 78377 w 2702145"/>
              <a:gd name="connsiteY1" fmla="*/ 724056 h 768843"/>
              <a:gd name="connsiteX2" fmla="*/ 231399 w 2702145"/>
              <a:gd name="connsiteY2" fmla="*/ 768843 h 768843"/>
              <a:gd name="connsiteX3" fmla="*/ 634482 w 2702145"/>
              <a:gd name="connsiteY3" fmla="*/ 705395 h 768843"/>
              <a:gd name="connsiteX4" fmla="*/ 1171925 w 2702145"/>
              <a:gd name="connsiteY4" fmla="*/ 589695 h 768843"/>
              <a:gd name="connsiteX5" fmla="*/ 1672046 w 2702145"/>
              <a:gd name="connsiteY5" fmla="*/ 451602 h 768843"/>
              <a:gd name="connsiteX6" fmla="*/ 2075128 w 2702145"/>
              <a:gd name="connsiteY6" fmla="*/ 350831 h 768843"/>
              <a:gd name="connsiteX7" fmla="*/ 2437156 w 2702145"/>
              <a:gd name="connsiteY7" fmla="*/ 205274 h 768843"/>
              <a:gd name="connsiteX8" fmla="*/ 2601375 w 2702145"/>
              <a:gd name="connsiteY8" fmla="*/ 104503 h 768843"/>
              <a:gd name="connsiteX9" fmla="*/ 2702145 w 2702145"/>
              <a:gd name="connsiteY9" fmla="*/ 0 h 768843"/>
              <a:gd name="connsiteX0" fmla="*/ 0 w 2702145"/>
              <a:gd name="connsiteY0" fmla="*/ 671805 h 742718"/>
              <a:gd name="connsiteX1" fmla="*/ 78377 w 2702145"/>
              <a:gd name="connsiteY1" fmla="*/ 724056 h 742718"/>
              <a:gd name="connsiteX2" fmla="*/ 231399 w 2702145"/>
              <a:gd name="connsiteY2" fmla="*/ 742718 h 742718"/>
              <a:gd name="connsiteX3" fmla="*/ 634482 w 2702145"/>
              <a:gd name="connsiteY3" fmla="*/ 705395 h 742718"/>
              <a:gd name="connsiteX4" fmla="*/ 1171925 w 2702145"/>
              <a:gd name="connsiteY4" fmla="*/ 589695 h 742718"/>
              <a:gd name="connsiteX5" fmla="*/ 1672046 w 2702145"/>
              <a:gd name="connsiteY5" fmla="*/ 451602 h 742718"/>
              <a:gd name="connsiteX6" fmla="*/ 2075128 w 2702145"/>
              <a:gd name="connsiteY6" fmla="*/ 350831 h 742718"/>
              <a:gd name="connsiteX7" fmla="*/ 2437156 w 2702145"/>
              <a:gd name="connsiteY7" fmla="*/ 205274 h 742718"/>
              <a:gd name="connsiteX8" fmla="*/ 2601375 w 2702145"/>
              <a:gd name="connsiteY8" fmla="*/ 104503 h 742718"/>
              <a:gd name="connsiteX9" fmla="*/ 2702145 w 2702145"/>
              <a:gd name="connsiteY9" fmla="*/ 0 h 742718"/>
              <a:gd name="connsiteX0" fmla="*/ 0 w 2679752"/>
              <a:gd name="connsiteY0" fmla="*/ 660609 h 742718"/>
              <a:gd name="connsiteX1" fmla="*/ 55984 w 2679752"/>
              <a:gd name="connsiteY1" fmla="*/ 724056 h 742718"/>
              <a:gd name="connsiteX2" fmla="*/ 209006 w 2679752"/>
              <a:gd name="connsiteY2" fmla="*/ 742718 h 742718"/>
              <a:gd name="connsiteX3" fmla="*/ 612089 w 2679752"/>
              <a:gd name="connsiteY3" fmla="*/ 705395 h 742718"/>
              <a:gd name="connsiteX4" fmla="*/ 1149532 w 2679752"/>
              <a:gd name="connsiteY4" fmla="*/ 589695 h 742718"/>
              <a:gd name="connsiteX5" fmla="*/ 1649653 w 2679752"/>
              <a:gd name="connsiteY5" fmla="*/ 451602 h 742718"/>
              <a:gd name="connsiteX6" fmla="*/ 2052735 w 2679752"/>
              <a:gd name="connsiteY6" fmla="*/ 350831 h 742718"/>
              <a:gd name="connsiteX7" fmla="*/ 2414763 w 2679752"/>
              <a:gd name="connsiteY7" fmla="*/ 205274 h 742718"/>
              <a:gd name="connsiteX8" fmla="*/ 2578982 w 2679752"/>
              <a:gd name="connsiteY8" fmla="*/ 104503 h 742718"/>
              <a:gd name="connsiteX9" fmla="*/ 2679752 w 2679752"/>
              <a:gd name="connsiteY9" fmla="*/ 0 h 742718"/>
              <a:gd name="connsiteX0" fmla="*/ 0 w 2679752"/>
              <a:gd name="connsiteY0" fmla="*/ 660609 h 742718"/>
              <a:gd name="connsiteX1" fmla="*/ 55984 w 2679752"/>
              <a:gd name="connsiteY1" fmla="*/ 724056 h 742718"/>
              <a:gd name="connsiteX2" fmla="*/ 100770 w 2679752"/>
              <a:gd name="connsiteY2" fmla="*/ 712859 h 742718"/>
              <a:gd name="connsiteX3" fmla="*/ 209006 w 2679752"/>
              <a:gd name="connsiteY3" fmla="*/ 742718 h 742718"/>
              <a:gd name="connsiteX4" fmla="*/ 612089 w 2679752"/>
              <a:gd name="connsiteY4" fmla="*/ 705395 h 742718"/>
              <a:gd name="connsiteX5" fmla="*/ 1149532 w 2679752"/>
              <a:gd name="connsiteY5" fmla="*/ 589695 h 742718"/>
              <a:gd name="connsiteX6" fmla="*/ 1649653 w 2679752"/>
              <a:gd name="connsiteY6" fmla="*/ 451602 h 742718"/>
              <a:gd name="connsiteX7" fmla="*/ 2052735 w 2679752"/>
              <a:gd name="connsiteY7" fmla="*/ 350831 h 742718"/>
              <a:gd name="connsiteX8" fmla="*/ 2414763 w 2679752"/>
              <a:gd name="connsiteY8" fmla="*/ 205274 h 742718"/>
              <a:gd name="connsiteX9" fmla="*/ 2578982 w 2679752"/>
              <a:gd name="connsiteY9" fmla="*/ 104503 h 742718"/>
              <a:gd name="connsiteX10" fmla="*/ 2679752 w 2679752"/>
              <a:gd name="connsiteY10" fmla="*/ 0 h 742718"/>
              <a:gd name="connsiteX0" fmla="*/ 0 w 2679752"/>
              <a:gd name="connsiteY0" fmla="*/ 660609 h 724136"/>
              <a:gd name="connsiteX1" fmla="*/ 55984 w 2679752"/>
              <a:gd name="connsiteY1" fmla="*/ 724056 h 724136"/>
              <a:gd name="connsiteX2" fmla="*/ 100770 w 2679752"/>
              <a:gd name="connsiteY2" fmla="*/ 712859 h 724136"/>
              <a:gd name="connsiteX3" fmla="*/ 268722 w 2679752"/>
              <a:gd name="connsiteY3" fmla="*/ 720325 h 724136"/>
              <a:gd name="connsiteX4" fmla="*/ 612089 w 2679752"/>
              <a:gd name="connsiteY4" fmla="*/ 705395 h 724136"/>
              <a:gd name="connsiteX5" fmla="*/ 1149532 w 2679752"/>
              <a:gd name="connsiteY5" fmla="*/ 589695 h 724136"/>
              <a:gd name="connsiteX6" fmla="*/ 1649653 w 2679752"/>
              <a:gd name="connsiteY6" fmla="*/ 451602 h 724136"/>
              <a:gd name="connsiteX7" fmla="*/ 2052735 w 2679752"/>
              <a:gd name="connsiteY7" fmla="*/ 350831 h 724136"/>
              <a:gd name="connsiteX8" fmla="*/ 2414763 w 2679752"/>
              <a:gd name="connsiteY8" fmla="*/ 205274 h 724136"/>
              <a:gd name="connsiteX9" fmla="*/ 2578982 w 2679752"/>
              <a:gd name="connsiteY9" fmla="*/ 104503 h 724136"/>
              <a:gd name="connsiteX10" fmla="*/ 2679752 w 2679752"/>
              <a:gd name="connsiteY10" fmla="*/ 0 h 724136"/>
              <a:gd name="connsiteX0" fmla="*/ 0 w 2679752"/>
              <a:gd name="connsiteY0" fmla="*/ 660609 h 720325"/>
              <a:gd name="connsiteX1" fmla="*/ 100770 w 2679752"/>
              <a:gd name="connsiteY1" fmla="*/ 712859 h 720325"/>
              <a:gd name="connsiteX2" fmla="*/ 268722 w 2679752"/>
              <a:gd name="connsiteY2" fmla="*/ 720325 h 720325"/>
              <a:gd name="connsiteX3" fmla="*/ 612089 w 2679752"/>
              <a:gd name="connsiteY3" fmla="*/ 705395 h 720325"/>
              <a:gd name="connsiteX4" fmla="*/ 1149532 w 2679752"/>
              <a:gd name="connsiteY4" fmla="*/ 589695 h 720325"/>
              <a:gd name="connsiteX5" fmla="*/ 1649653 w 2679752"/>
              <a:gd name="connsiteY5" fmla="*/ 451602 h 720325"/>
              <a:gd name="connsiteX6" fmla="*/ 2052735 w 2679752"/>
              <a:gd name="connsiteY6" fmla="*/ 350831 h 720325"/>
              <a:gd name="connsiteX7" fmla="*/ 2414763 w 2679752"/>
              <a:gd name="connsiteY7" fmla="*/ 205274 h 720325"/>
              <a:gd name="connsiteX8" fmla="*/ 2578982 w 2679752"/>
              <a:gd name="connsiteY8" fmla="*/ 104503 h 720325"/>
              <a:gd name="connsiteX9" fmla="*/ 2679752 w 2679752"/>
              <a:gd name="connsiteY9" fmla="*/ 0 h 720325"/>
              <a:gd name="connsiteX0" fmla="*/ 0 w 2679752"/>
              <a:gd name="connsiteY0" fmla="*/ 660609 h 727790"/>
              <a:gd name="connsiteX1" fmla="*/ 100770 w 2679752"/>
              <a:gd name="connsiteY1" fmla="*/ 712859 h 727790"/>
              <a:gd name="connsiteX2" fmla="*/ 283651 w 2679752"/>
              <a:gd name="connsiteY2" fmla="*/ 727790 h 727790"/>
              <a:gd name="connsiteX3" fmla="*/ 612089 w 2679752"/>
              <a:gd name="connsiteY3" fmla="*/ 705395 h 727790"/>
              <a:gd name="connsiteX4" fmla="*/ 1149532 w 2679752"/>
              <a:gd name="connsiteY4" fmla="*/ 589695 h 727790"/>
              <a:gd name="connsiteX5" fmla="*/ 1649653 w 2679752"/>
              <a:gd name="connsiteY5" fmla="*/ 451602 h 727790"/>
              <a:gd name="connsiteX6" fmla="*/ 2052735 w 2679752"/>
              <a:gd name="connsiteY6" fmla="*/ 350831 h 727790"/>
              <a:gd name="connsiteX7" fmla="*/ 2414763 w 2679752"/>
              <a:gd name="connsiteY7" fmla="*/ 205274 h 727790"/>
              <a:gd name="connsiteX8" fmla="*/ 2578982 w 2679752"/>
              <a:gd name="connsiteY8" fmla="*/ 104503 h 727790"/>
              <a:gd name="connsiteX9" fmla="*/ 2679752 w 2679752"/>
              <a:gd name="connsiteY9" fmla="*/ 0 h 727790"/>
              <a:gd name="connsiteX0" fmla="*/ 0 w 2769326"/>
              <a:gd name="connsiteY0" fmla="*/ 630751 h 697932"/>
              <a:gd name="connsiteX1" fmla="*/ 100770 w 2769326"/>
              <a:gd name="connsiteY1" fmla="*/ 683001 h 697932"/>
              <a:gd name="connsiteX2" fmla="*/ 283651 w 2769326"/>
              <a:gd name="connsiteY2" fmla="*/ 697932 h 697932"/>
              <a:gd name="connsiteX3" fmla="*/ 612089 w 2769326"/>
              <a:gd name="connsiteY3" fmla="*/ 675537 h 697932"/>
              <a:gd name="connsiteX4" fmla="*/ 1149532 w 2769326"/>
              <a:gd name="connsiteY4" fmla="*/ 559837 h 697932"/>
              <a:gd name="connsiteX5" fmla="*/ 1649653 w 2769326"/>
              <a:gd name="connsiteY5" fmla="*/ 421744 h 697932"/>
              <a:gd name="connsiteX6" fmla="*/ 2052735 w 2769326"/>
              <a:gd name="connsiteY6" fmla="*/ 320973 h 697932"/>
              <a:gd name="connsiteX7" fmla="*/ 2414763 w 2769326"/>
              <a:gd name="connsiteY7" fmla="*/ 175416 h 697932"/>
              <a:gd name="connsiteX8" fmla="*/ 2578982 w 2769326"/>
              <a:gd name="connsiteY8" fmla="*/ 74645 h 697932"/>
              <a:gd name="connsiteX9" fmla="*/ 2769326 w 2769326"/>
              <a:gd name="connsiteY9" fmla="*/ 0 h 697932"/>
              <a:gd name="connsiteX0" fmla="*/ 0 w 2769326"/>
              <a:gd name="connsiteY0" fmla="*/ 630751 h 697932"/>
              <a:gd name="connsiteX1" fmla="*/ 100770 w 2769326"/>
              <a:gd name="connsiteY1" fmla="*/ 683001 h 697932"/>
              <a:gd name="connsiteX2" fmla="*/ 283651 w 2769326"/>
              <a:gd name="connsiteY2" fmla="*/ 697932 h 697932"/>
              <a:gd name="connsiteX3" fmla="*/ 612089 w 2769326"/>
              <a:gd name="connsiteY3" fmla="*/ 675537 h 697932"/>
              <a:gd name="connsiteX4" fmla="*/ 1149532 w 2769326"/>
              <a:gd name="connsiteY4" fmla="*/ 559837 h 697932"/>
              <a:gd name="connsiteX5" fmla="*/ 1649653 w 2769326"/>
              <a:gd name="connsiteY5" fmla="*/ 421744 h 697932"/>
              <a:gd name="connsiteX6" fmla="*/ 2052735 w 2769326"/>
              <a:gd name="connsiteY6" fmla="*/ 320973 h 697932"/>
              <a:gd name="connsiteX7" fmla="*/ 2414763 w 2769326"/>
              <a:gd name="connsiteY7" fmla="*/ 175416 h 697932"/>
              <a:gd name="connsiteX8" fmla="*/ 2578982 w 2769326"/>
              <a:gd name="connsiteY8" fmla="*/ 74645 h 697932"/>
              <a:gd name="connsiteX9" fmla="*/ 2608839 w 2769326"/>
              <a:gd name="connsiteY9" fmla="*/ 171684 h 697932"/>
              <a:gd name="connsiteX10" fmla="*/ 2769326 w 2769326"/>
              <a:gd name="connsiteY10" fmla="*/ 0 h 697932"/>
              <a:gd name="connsiteX0" fmla="*/ 0 w 2769326"/>
              <a:gd name="connsiteY0" fmla="*/ 630751 h 697932"/>
              <a:gd name="connsiteX1" fmla="*/ 100770 w 2769326"/>
              <a:gd name="connsiteY1" fmla="*/ 683001 h 697932"/>
              <a:gd name="connsiteX2" fmla="*/ 283651 w 2769326"/>
              <a:gd name="connsiteY2" fmla="*/ 697932 h 697932"/>
              <a:gd name="connsiteX3" fmla="*/ 612089 w 2769326"/>
              <a:gd name="connsiteY3" fmla="*/ 675537 h 697932"/>
              <a:gd name="connsiteX4" fmla="*/ 1149532 w 2769326"/>
              <a:gd name="connsiteY4" fmla="*/ 559837 h 697932"/>
              <a:gd name="connsiteX5" fmla="*/ 1649653 w 2769326"/>
              <a:gd name="connsiteY5" fmla="*/ 421744 h 697932"/>
              <a:gd name="connsiteX6" fmla="*/ 2052735 w 2769326"/>
              <a:gd name="connsiteY6" fmla="*/ 320973 h 697932"/>
              <a:gd name="connsiteX7" fmla="*/ 2414763 w 2769326"/>
              <a:gd name="connsiteY7" fmla="*/ 175416 h 697932"/>
              <a:gd name="connsiteX8" fmla="*/ 2608839 w 2769326"/>
              <a:gd name="connsiteY8" fmla="*/ 171684 h 697932"/>
              <a:gd name="connsiteX9" fmla="*/ 2769326 w 2769326"/>
              <a:gd name="connsiteY9" fmla="*/ 0 h 697932"/>
              <a:gd name="connsiteX0" fmla="*/ 0 w 2769326"/>
              <a:gd name="connsiteY0" fmla="*/ 630751 h 697932"/>
              <a:gd name="connsiteX1" fmla="*/ 100770 w 2769326"/>
              <a:gd name="connsiteY1" fmla="*/ 683001 h 697932"/>
              <a:gd name="connsiteX2" fmla="*/ 283651 w 2769326"/>
              <a:gd name="connsiteY2" fmla="*/ 697932 h 697932"/>
              <a:gd name="connsiteX3" fmla="*/ 612089 w 2769326"/>
              <a:gd name="connsiteY3" fmla="*/ 675537 h 697932"/>
              <a:gd name="connsiteX4" fmla="*/ 1149532 w 2769326"/>
              <a:gd name="connsiteY4" fmla="*/ 559837 h 697932"/>
              <a:gd name="connsiteX5" fmla="*/ 1649653 w 2769326"/>
              <a:gd name="connsiteY5" fmla="*/ 421744 h 697932"/>
              <a:gd name="connsiteX6" fmla="*/ 2052735 w 2769326"/>
              <a:gd name="connsiteY6" fmla="*/ 320973 h 697932"/>
              <a:gd name="connsiteX7" fmla="*/ 2373708 w 2769326"/>
              <a:gd name="connsiteY7" fmla="*/ 261257 h 697932"/>
              <a:gd name="connsiteX8" fmla="*/ 2608839 w 2769326"/>
              <a:gd name="connsiteY8" fmla="*/ 171684 h 697932"/>
              <a:gd name="connsiteX9" fmla="*/ 2769326 w 2769326"/>
              <a:gd name="connsiteY9" fmla="*/ 0 h 697932"/>
              <a:gd name="connsiteX0" fmla="*/ 0 w 2769326"/>
              <a:gd name="connsiteY0" fmla="*/ 630751 h 697932"/>
              <a:gd name="connsiteX1" fmla="*/ 100770 w 2769326"/>
              <a:gd name="connsiteY1" fmla="*/ 683001 h 697932"/>
              <a:gd name="connsiteX2" fmla="*/ 283651 w 2769326"/>
              <a:gd name="connsiteY2" fmla="*/ 697932 h 697932"/>
              <a:gd name="connsiteX3" fmla="*/ 612089 w 2769326"/>
              <a:gd name="connsiteY3" fmla="*/ 675537 h 697932"/>
              <a:gd name="connsiteX4" fmla="*/ 1149532 w 2769326"/>
              <a:gd name="connsiteY4" fmla="*/ 559837 h 697932"/>
              <a:gd name="connsiteX5" fmla="*/ 1649653 w 2769326"/>
              <a:gd name="connsiteY5" fmla="*/ 421744 h 697932"/>
              <a:gd name="connsiteX6" fmla="*/ 2049003 w 2769326"/>
              <a:gd name="connsiteY6" fmla="*/ 343366 h 697932"/>
              <a:gd name="connsiteX7" fmla="*/ 2373708 w 2769326"/>
              <a:gd name="connsiteY7" fmla="*/ 261257 h 697932"/>
              <a:gd name="connsiteX8" fmla="*/ 2608839 w 2769326"/>
              <a:gd name="connsiteY8" fmla="*/ 171684 h 697932"/>
              <a:gd name="connsiteX9" fmla="*/ 2769326 w 2769326"/>
              <a:gd name="connsiteY9" fmla="*/ 0 h 697932"/>
              <a:gd name="connsiteX0" fmla="*/ 0 w 2769326"/>
              <a:gd name="connsiteY0" fmla="*/ 630751 h 697932"/>
              <a:gd name="connsiteX1" fmla="*/ 100770 w 2769326"/>
              <a:gd name="connsiteY1" fmla="*/ 683001 h 697932"/>
              <a:gd name="connsiteX2" fmla="*/ 283651 w 2769326"/>
              <a:gd name="connsiteY2" fmla="*/ 697932 h 697932"/>
              <a:gd name="connsiteX3" fmla="*/ 612089 w 2769326"/>
              <a:gd name="connsiteY3" fmla="*/ 675537 h 697932"/>
              <a:gd name="connsiteX4" fmla="*/ 1149532 w 2769326"/>
              <a:gd name="connsiteY4" fmla="*/ 559837 h 697932"/>
              <a:gd name="connsiteX5" fmla="*/ 1638456 w 2769326"/>
              <a:gd name="connsiteY5" fmla="*/ 444137 h 697932"/>
              <a:gd name="connsiteX6" fmla="*/ 2049003 w 2769326"/>
              <a:gd name="connsiteY6" fmla="*/ 343366 h 697932"/>
              <a:gd name="connsiteX7" fmla="*/ 2373708 w 2769326"/>
              <a:gd name="connsiteY7" fmla="*/ 261257 h 697932"/>
              <a:gd name="connsiteX8" fmla="*/ 2608839 w 2769326"/>
              <a:gd name="connsiteY8" fmla="*/ 171684 h 697932"/>
              <a:gd name="connsiteX9" fmla="*/ 2769326 w 2769326"/>
              <a:gd name="connsiteY9" fmla="*/ 0 h 697932"/>
              <a:gd name="connsiteX0" fmla="*/ 0 w 2769326"/>
              <a:gd name="connsiteY0" fmla="*/ 630751 h 697932"/>
              <a:gd name="connsiteX1" fmla="*/ 100770 w 2769326"/>
              <a:gd name="connsiteY1" fmla="*/ 683001 h 697932"/>
              <a:gd name="connsiteX2" fmla="*/ 283651 w 2769326"/>
              <a:gd name="connsiteY2" fmla="*/ 697932 h 697932"/>
              <a:gd name="connsiteX3" fmla="*/ 612089 w 2769326"/>
              <a:gd name="connsiteY3" fmla="*/ 675537 h 697932"/>
              <a:gd name="connsiteX4" fmla="*/ 1119674 w 2769326"/>
              <a:gd name="connsiteY4" fmla="*/ 578499 h 697932"/>
              <a:gd name="connsiteX5" fmla="*/ 1638456 w 2769326"/>
              <a:gd name="connsiteY5" fmla="*/ 444137 h 697932"/>
              <a:gd name="connsiteX6" fmla="*/ 2049003 w 2769326"/>
              <a:gd name="connsiteY6" fmla="*/ 343366 h 697932"/>
              <a:gd name="connsiteX7" fmla="*/ 2373708 w 2769326"/>
              <a:gd name="connsiteY7" fmla="*/ 261257 h 697932"/>
              <a:gd name="connsiteX8" fmla="*/ 2608839 w 2769326"/>
              <a:gd name="connsiteY8" fmla="*/ 171684 h 697932"/>
              <a:gd name="connsiteX9" fmla="*/ 2769326 w 2769326"/>
              <a:gd name="connsiteY9" fmla="*/ 0 h 697932"/>
              <a:gd name="connsiteX0" fmla="*/ 0 w 2769326"/>
              <a:gd name="connsiteY0" fmla="*/ 630751 h 697932"/>
              <a:gd name="connsiteX1" fmla="*/ 100770 w 2769326"/>
              <a:gd name="connsiteY1" fmla="*/ 683001 h 697932"/>
              <a:gd name="connsiteX2" fmla="*/ 283651 w 2769326"/>
              <a:gd name="connsiteY2" fmla="*/ 697932 h 697932"/>
              <a:gd name="connsiteX3" fmla="*/ 612089 w 2769326"/>
              <a:gd name="connsiteY3" fmla="*/ 675537 h 697932"/>
              <a:gd name="connsiteX4" fmla="*/ 1112209 w 2769326"/>
              <a:gd name="connsiteY4" fmla="*/ 567303 h 697932"/>
              <a:gd name="connsiteX5" fmla="*/ 1638456 w 2769326"/>
              <a:gd name="connsiteY5" fmla="*/ 444137 h 697932"/>
              <a:gd name="connsiteX6" fmla="*/ 2049003 w 2769326"/>
              <a:gd name="connsiteY6" fmla="*/ 343366 h 697932"/>
              <a:gd name="connsiteX7" fmla="*/ 2373708 w 2769326"/>
              <a:gd name="connsiteY7" fmla="*/ 261257 h 697932"/>
              <a:gd name="connsiteX8" fmla="*/ 2608839 w 2769326"/>
              <a:gd name="connsiteY8" fmla="*/ 171684 h 697932"/>
              <a:gd name="connsiteX9" fmla="*/ 2769326 w 2769326"/>
              <a:gd name="connsiteY9" fmla="*/ 0 h 697932"/>
              <a:gd name="connsiteX0" fmla="*/ 0 w 2769326"/>
              <a:gd name="connsiteY0" fmla="*/ 630751 h 697932"/>
              <a:gd name="connsiteX1" fmla="*/ 100770 w 2769326"/>
              <a:gd name="connsiteY1" fmla="*/ 683001 h 697932"/>
              <a:gd name="connsiteX2" fmla="*/ 283651 w 2769326"/>
              <a:gd name="connsiteY2" fmla="*/ 697932 h 697932"/>
              <a:gd name="connsiteX3" fmla="*/ 612089 w 2769326"/>
              <a:gd name="connsiteY3" fmla="*/ 675537 h 697932"/>
              <a:gd name="connsiteX4" fmla="*/ 1112209 w 2769326"/>
              <a:gd name="connsiteY4" fmla="*/ 567303 h 697932"/>
              <a:gd name="connsiteX5" fmla="*/ 1638456 w 2769326"/>
              <a:gd name="connsiteY5" fmla="*/ 444137 h 697932"/>
              <a:gd name="connsiteX6" fmla="*/ 2049003 w 2769326"/>
              <a:gd name="connsiteY6" fmla="*/ 343366 h 697932"/>
              <a:gd name="connsiteX7" fmla="*/ 2373708 w 2769326"/>
              <a:gd name="connsiteY7" fmla="*/ 261257 h 697932"/>
              <a:gd name="connsiteX8" fmla="*/ 2608839 w 2769326"/>
              <a:gd name="connsiteY8" fmla="*/ 171684 h 697932"/>
              <a:gd name="connsiteX9" fmla="*/ 2707487 w 2769326"/>
              <a:gd name="connsiteY9" fmla="*/ 89031 h 697932"/>
              <a:gd name="connsiteX10" fmla="*/ 2769326 w 2769326"/>
              <a:gd name="connsiteY10" fmla="*/ 0 h 697932"/>
              <a:gd name="connsiteX0" fmla="*/ 0 w 2769326"/>
              <a:gd name="connsiteY0" fmla="*/ 630751 h 697932"/>
              <a:gd name="connsiteX1" fmla="*/ 100770 w 2769326"/>
              <a:gd name="connsiteY1" fmla="*/ 683001 h 697932"/>
              <a:gd name="connsiteX2" fmla="*/ 283651 w 2769326"/>
              <a:gd name="connsiteY2" fmla="*/ 697932 h 697932"/>
              <a:gd name="connsiteX3" fmla="*/ 612089 w 2769326"/>
              <a:gd name="connsiteY3" fmla="*/ 675537 h 697932"/>
              <a:gd name="connsiteX4" fmla="*/ 1112209 w 2769326"/>
              <a:gd name="connsiteY4" fmla="*/ 567303 h 697932"/>
              <a:gd name="connsiteX5" fmla="*/ 1638456 w 2769326"/>
              <a:gd name="connsiteY5" fmla="*/ 444137 h 697932"/>
              <a:gd name="connsiteX6" fmla="*/ 2049003 w 2769326"/>
              <a:gd name="connsiteY6" fmla="*/ 343366 h 697932"/>
              <a:gd name="connsiteX7" fmla="*/ 2363224 w 2769326"/>
              <a:gd name="connsiteY7" fmla="*/ 267547 h 697932"/>
              <a:gd name="connsiteX8" fmla="*/ 2373708 w 2769326"/>
              <a:gd name="connsiteY8" fmla="*/ 261257 h 697932"/>
              <a:gd name="connsiteX9" fmla="*/ 2608839 w 2769326"/>
              <a:gd name="connsiteY9" fmla="*/ 171684 h 697932"/>
              <a:gd name="connsiteX10" fmla="*/ 2707487 w 2769326"/>
              <a:gd name="connsiteY10" fmla="*/ 89031 h 697932"/>
              <a:gd name="connsiteX11" fmla="*/ 2769326 w 2769326"/>
              <a:gd name="connsiteY11" fmla="*/ 0 h 697932"/>
              <a:gd name="connsiteX0" fmla="*/ 0 w 2769326"/>
              <a:gd name="connsiteY0" fmla="*/ 630751 h 697932"/>
              <a:gd name="connsiteX1" fmla="*/ 100770 w 2769326"/>
              <a:gd name="connsiteY1" fmla="*/ 683001 h 697932"/>
              <a:gd name="connsiteX2" fmla="*/ 283651 w 2769326"/>
              <a:gd name="connsiteY2" fmla="*/ 697932 h 697932"/>
              <a:gd name="connsiteX3" fmla="*/ 612089 w 2769326"/>
              <a:gd name="connsiteY3" fmla="*/ 675537 h 697932"/>
              <a:gd name="connsiteX4" fmla="*/ 1112209 w 2769326"/>
              <a:gd name="connsiteY4" fmla="*/ 567303 h 697932"/>
              <a:gd name="connsiteX5" fmla="*/ 1638456 w 2769326"/>
              <a:gd name="connsiteY5" fmla="*/ 444137 h 697932"/>
              <a:gd name="connsiteX6" fmla="*/ 2049003 w 2769326"/>
              <a:gd name="connsiteY6" fmla="*/ 343366 h 697932"/>
              <a:gd name="connsiteX7" fmla="*/ 2363224 w 2769326"/>
              <a:gd name="connsiteY7" fmla="*/ 267547 h 697932"/>
              <a:gd name="connsiteX8" fmla="*/ 2608839 w 2769326"/>
              <a:gd name="connsiteY8" fmla="*/ 171684 h 697932"/>
              <a:gd name="connsiteX9" fmla="*/ 2707487 w 2769326"/>
              <a:gd name="connsiteY9" fmla="*/ 89031 h 697932"/>
              <a:gd name="connsiteX10" fmla="*/ 2769326 w 2769326"/>
              <a:gd name="connsiteY10" fmla="*/ 0 h 697932"/>
              <a:gd name="connsiteX0" fmla="*/ 0 w 2769326"/>
              <a:gd name="connsiteY0" fmla="*/ 630751 h 697932"/>
              <a:gd name="connsiteX1" fmla="*/ 100770 w 2769326"/>
              <a:gd name="connsiteY1" fmla="*/ 683001 h 697932"/>
              <a:gd name="connsiteX2" fmla="*/ 283651 w 2769326"/>
              <a:gd name="connsiteY2" fmla="*/ 697932 h 697932"/>
              <a:gd name="connsiteX3" fmla="*/ 612089 w 2769326"/>
              <a:gd name="connsiteY3" fmla="*/ 675537 h 697932"/>
              <a:gd name="connsiteX4" fmla="*/ 1112209 w 2769326"/>
              <a:gd name="connsiteY4" fmla="*/ 567303 h 697932"/>
              <a:gd name="connsiteX5" fmla="*/ 1638456 w 2769326"/>
              <a:gd name="connsiteY5" fmla="*/ 444137 h 697932"/>
              <a:gd name="connsiteX6" fmla="*/ 2049003 w 2769326"/>
              <a:gd name="connsiteY6" fmla="*/ 343366 h 697932"/>
              <a:gd name="connsiteX7" fmla="*/ 2424558 w 2769326"/>
              <a:gd name="connsiteY7" fmla="*/ 271514 h 697932"/>
              <a:gd name="connsiteX8" fmla="*/ 2608839 w 2769326"/>
              <a:gd name="connsiteY8" fmla="*/ 171684 h 697932"/>
              <a:gd name="connsiteX9" fmla="*/ 2707487 w 2769326"/>
              <a:gd name="connsiteY9" fmla="*/ 89031 h 697932"/>
              <a:gd name="connsiteX10" fmla="*/ 2769326 w 2769326"/>
              <a:gd name="connsiteY10" fmla="*/ 0 h 697932"/>
              <a:gd name="connsiteX0" fmla="*/ 0 w 2769326"/>
              <a:gd name="connsiteY0" fmla="*/ 630751 h 697932"/>
              <a:gd name="connsiteX1" fmla="*/ 100770 w 2769326"/>
              <a:gd name="connsiteY1" fmla="*/ 683001 h 697932"/>
              <a:gd name="connsiteX2" fmla="*/ 283651 w 2769326"/>
              <a:gd name="connsiteY2" fmla="*/ 697932 h 697932"/>
              <a:gd name="connsiteX3" fmla="*/ 612089 w 2769326"/>
              <a:gd name="connsiteY3" fmla="*/ 675537 h 697932"/>
              <a:gd name="connsiteX4" fmla="*/ 1112209 w 2769326"/>
              <a:gd name="connsiteY4" fmla="*/ 567303 h 697932"/>
              <a:gd name="connsiteX5" fmla="*/ 1638456 w 2769326"/>
              <a:gd name="connsiteY5" fmla="*/ 444137 h 697932"/>
              <a:gd name="connsiteX6" fmla="*/ 2043068 w 2769326"/>
              <a:gd name="connsiteY6" fmla="*/ 367169 h 697932"/>
              <a:gd name="connsiteX7" fmla="*/ 2424558 w 2769326"/>
              <a:gd name="connsiteY7" fmla="*/ 271514 h 697932"/>
              <a:gd name="connsiteX8" fmla="*/ 2608839 w 2769326"/>
              <a:gd name="connsiteY8" fmla="*/ 171684 h 697932"/>
              <a:gd name="connsiteX9" fmla="*/ 2707487 w 2769326"/>
              <a:gd name="connsiteY9" fmla="*/ 89031 h 697932"/>
              <a:gd name="connsiteX10" fmla="*/ 2769326 w 2769326"/>
              <a:gd name="connsiteY10" fmla="*/ 0 h 697932"/>
              <a:gd name="connsiteX0" fmla="*/ 0 w 2769326"/>
              <a:gd name="connsiteY0" fmla="*/ 630751 h 697932"/>
              <a:gd name="connsiteX1" fmla="*/ 100770 w 2769326"/>
              <a:gd name="connsiteY1" fmla="*/ 683001 h 697932"/>
              <a:gd name="connsiteX2" fmla="*/ 283651 w 2769326"/>
              <a:gd name="connsiteY2" fmla="*/ 697932 h 697932"/>
              <a:gd name="connsiteX3" fmla="*/ 612089 w 2769326"/>
              <a:gd name="connsiteY3" fmla="*/ 675537 h 697932"/>
              <a:gd name="connsiteX4" fmla="*/ 1112209 w 2769326"/>
              <a:gd name="connsiteY4" fmla="*/ 567303 h 697932"/>
              <a:gd name="connsiteX5" fmla="*/ 1638456 w 2769326"/>
              <a:gd name="connsiteY5" fmla="*/ 444137 h 697932"/>
              <a:gd name="connsiteX6" fmla="*/ 2043068 w 2769326"/>
              <a:gd name="connsiteY6" fmla="*/ 375103 h 697932"/>
              <a:gd name="connsiteX7" fmla="*/ 2424558 w 2769326"/>
              <a:gd name="connsiteY7" fmla="*/ 271514 h 697932"/>
              <a:gd name="connsiteX8" fmla="*/ 2608839 w 2769326"/>
              <a:gd name="connsiteY8" fmla="*/ 171684 h 697932"/>
              <a:gd name="connsiteX9" fmla="*/ 2707487 w 2769326"/>
              <a:gd name="connsiteY9" fmla="*/ 89031 h 697932"/>
              <a:gd name="connsiteX10" fmla="*/ 2769326 w 2769326"/>
              <a:gd name="connsiteY10" fmla="*/ 0 h 697932"/>
              <a:gd name="connsiteX0" fmla="*/ 0 w 2769326"/>
              <a:gd name="connsiteY0" fmla="*/ 630751 h 697932"/>
              <a:gd name="connsiteX1" fmla="*/ 100770 w 2769326"/>
              <a:gd name="connsiteY1" fmla="*/ 683001 h 697932"/>
              <a:gd name="connsiteX2" fmla="*/ 283651 w 2769326"/>
              <a:gd name="connsiteY2" fmla="*/ 697932 h 697932"/>
              <a:gd name="connsiteX3" fmla="*/ 612089 w 2769326"/>
              <a:gd name="connsiteY3" fmla="*/ 675537 h 697932"/>
              <a:gd name="connsiteX4" fmla="*/ 1112209 w 2769326"/>
              <a:gd name="connsiteY4" fmla="*/ 567303 h 697932"/>
              <a:gd name="connsiteX5" fmla="*/ 1638456 w 2769326"/>
              <a:gd name="connsiteY5" fmla="*/ 444137 h 697932"/>
              <a:gd name="connsiteX6" fmla="*/ 1645019 w 2769326"/>
              <a:gd name="connsiteY6" fmla="*/ 459948 h 697932"/>
              <a:gd name="connsiteX7" fmla="*/ 2043068 w 2769326"/>
              <a:gd name="connsiteY7" fmla="*/ 375103 h 697932"/>
              <a:gd name="connsiteX8" fmla="*/ 2424558 w 2769326"/>
              <a:gd name="connsiteY8" fmla="*/ 271514 h 697932"/>
              <a:gd name="connsiteX9" fmla="*/ 2608839 w 2769326"/>
              <a:gd name="connsiteY9" fmla="*/ 171684 h 697932"/>
              <a:gd name="connsiteX10" fmla="*/ 2707487 w 2769326"/>
              <a:gd name="connsiteY10" fmla="*/ 89031 h 697932"/>
              <a:gd name="connsiteX11" fmla="*/ 2769326 w 2769326"/>
              <a:gd name="connsiteY11" fmla="*/ 0 h 697932"/>
              <a:gd name="connsiteX0" fmla="*/ 0 w 2769326"/>
              <a:gd name="connsiteY0" fmla="*/ 630751 h 697932"/>
              <a:gd name="connsiteX1" fmla="*/ 100770 w 2769326"/>
              <a:gd name="connsiteY1" fmla="*/ 683001 h 697932"/>
              <a:gd name="connsiteX2" fmla="*/ 283651 w 2769326"/>
              <a:gd name="connsiteY2" fmla="*/ 697932 h 697932"/>
              <a:gd name="connsiteX3" fmla="*/ 612089 w 2769326"/>
              <a:gd name="connsiteY3" fmla="*/ 675537 h 697932"/>
              <a:gd name="connsiteX4" fmla="*/ 1112209 w 2769326"/>
              <a:gd name="connsiteY4" fmla="*/ 567303 h 697932"/>
              <a:gd name="connsiteX5" fmla="*/ 1645019 w 2769326"/>
              <a:gd name="connsiteY5" fmla="*/ 459948 h 697932"/>
              <a:gd name="connsiteX6" fmla="*/ 2043068 w 2769326"/>
              <a:gd name="connsiteY6" fmla="*/ 375103 h 697932"/>
              <a:gd name="connsiteX7" fmla="*/ 2424558 w 2769326"/>
              <a:gd name="connsiteY7" fmla="*/ 271514 h 697932"/>
              <a:gd name="connsiteX8" fmla="*/ 2608839 w 2769326"/>
              <a:gd name="connsiteY8" fmla="*/ 171684 h 697932"/>
              <a:gd name="connsiteX9" fmla="*/ 2707487 w 2769326"/>
              <a:gd name="connsiteY9" fmla="*/ 89031 h 697932"/>
              <a:gd name="connsiteX10" fmla="*/ 2769326 w 2769326"/>
              <a:gd name="connsiteY10" fmla="*/ 0 h 697932"/>
              <a:gd name="connsiteX0" fmla="*/ 0 w 2769326"/>
              <a:gd name="connsiteY0" fmla="*/ 630751 h 697932"/>
              <a:gd name="connsiteX1" fmla="*/ 100770 w 2769326"/>
              <a:gd name="connsiteY1" fmla="*/ 683001 h 697932"/>
              <a:gd name="connsiteX2" fmla="*/ 283651 w 2769326"/>
              <a:gd name="connsiteY2" fmla="*/ 697932 h 697932"/>
              <a:gd name="connsiteX3" fmla="*/ 461861 w 2769326"/>
              <a:gd name="connsiteY3" fmla="*/ 694003 h 697932"/>
              <a:gd name="connsiteX4" fmla="*/ 612089 w 2769326"/>
              <a:gd name="connsiteY4" fmla="*/ 675537 h 697932"/>
              <a:gd name="connsiteX5" fmla="*/ 1112209 w 2769326"/>
              <a:gd name="connsiteY5" fmla="*/ 567303 h 697932"/>
              <a:gd name="connsiteX6" fmla="*/ 1645019 w 2769326"/>
              <a:gd name="connsiteY6" fmla="*/ 459948 h 697932"/>
              <a:gd name="connsiteX7" fmla="*/ 2043068 w 2769326"/>
              <a:gd name="connsiteY7" fmla="*/ 375103 h 697932"/>
              <a:gd name="connsiteX8" fmla="*/ 2424558 w 2769326"/>
              <a:gd name="connsiteY8" fmla="*/ 271514 h 697932"/>
              <a:gd name="connsiteX9" fmla="*/ 2608839 w 2769326"/>
              <a:gd name="connsiteY9" fmla="*/ 171684 h 697932"/>
              <a:gd name="connsiteX10" fmla="*/ 2707487 w 2769326"/>
              <a:gd name="connsiteY10" fmla="*/ 89031 h 697932"/>
              <a:gd name="connsiteX11" fmla="*/ 2769326 w 2769326"/>
              <a:gd name="connsiteY11" fmla="*/ 0 h 697932"/>
              <a:gd name="connsiteX0" fmla="*/ 0 w 2769326"/>
              <a:gd name="connsiteY0" fmla="*/ 630751 h 697932"/>
              <a:gd name="connsiteX1" fmla="*/ 100770 w 2769326"/>
              <a:gd name="connsiteY1" fmla="*/ 683001 h 697932"/>
              <a:gd name="connsiteX2" fmla="*/ 283651 w 2769326"/>
              <a:gd name="connsiteY2" fmla="*/ 697932 h 697932"/>
              <a:gd name="connsiteX3" fmla="*/ 461861 w 2769326"/>
              <a:gd name="connsiteY3" fmla="*/ 694003 h 697932"/>
              <a:gd name="connsiteX4" fmla="*/ 612089 w 2769326"/>
              <a:gd name="connsiteY4" fmla="*/ 675537 h 697932"/>
              <a:gd name="connsiteX5" fmla="*/ 821952 w 2769326"/>
              <a:gd name="connsiteY5" fmla="*/ 632514 h 697932"/>
              <a:gd name="connsiteX6" fmla="*/ 1112209 w 2769326"/>
              <a:gd name="connsiteY6" fmla="*/ 567303 h 697932"/>
              <a:gd name="connsiteX7" fmla="*/ 1645019 w 2769326"/>
              <a:gd name="connsiteY7" fmla="*/ 459948 h 697932"/>
              <a:gd name="connsiteX8" fmla="*/ 2043068 w 2769326"/>
              <a:gd name="connsiteY8" fmla="*/ 375103 h 697932"/>
              <a:gd name="connsiteX9" fmla="*/ 2424558 w 2769326"/>
              <a:gd name="connsiteY9" fmla="*/ 271514 h 697932"/>
              <a:gd name="connsiteX10" fmla="*/ 2608839 w 2769326"/>
              <a:gd name="connsiteY10" fmla="*/ 171684 h 697932"/>
              <a:gd name="connsiteX11" fmla="*/ 2707487 w 2769326"/>
              <a:gd name="connsiteY11" fmla="*/ 89031 h 697932"/>
              <a:gd name="connsiteX12" fmla="*/ 2769326 w 2769326"/>
              <a:gd name="connsiteY12" fmla="*/ 0 h 697932"/>
              <a:gd name="connsiteX0" fmla="*/ 0 w 2769326"/>
              <a:gd name="connsiteY0" fmla="*/ 630751 h 697932"/>
              <a:gd name="connsiteX1" fmla="*/ 100770 w 2769326"/>
              <a:gd name="connsiteY1" fmla="*/ 683001 h 697932"/>
              <a:gd name="connsiteX2" fmla="*/ 283651 w 2769326"/>
              <a:gd name="connsiteY2" fmla="*/ 697932 h 697932"/>
              <a:gd name="connsiteX3" fmla="*/ 461861 w 2769326"/>
              <a:gd name="connsiteY3" fmla="*/ 694003 h 697932"/>
              <a:gd name="connsiteX4" fmla="*/ 612089 w 2769326"/>
              <a:gd name="connsiteY4" fmla="*/ 675537 h 697932"/>
              <a:gd name="connsiteX5" fmla="*/ 821952 w 2769326"/>
              <a:gd name="connsiteY5" fmla="*/ 632514 h 697932"/>
              <a:gd name="connsiteX6" fmla="*/ 1112209 w 2769326"/>
              <a:gd name="connsiteY6" fmla="*/ 567303 h 697932"/>
              <a:gd name="connsiteX7" fmla="*/ 1645019 w 2769326"/>
              <a:gd name="connsiteY7" fmla="*/ 459948 h 697932"/>
              <a:gd name="connsiteX8" fmla="*/ 2043068 w 2769326"/>
              <a:gd name="connsiteY8" fmla="*/ 375103 h 697932"/>
              <a:gd name="connsiteX9" fmla="*/ 2424558 w 2769326"/>
              <a:gd name="connsiteY9" fmla="*/ 271514 h 697932"/>
              <a:gd name="connsiteX10" fmla="*/ 2608839 w 2769326"/>
              <a:gd name="connsiteY10" fmla="*/ 171684 h 697932"/>
              <a:gd name="connsiteX11" fmla="*/ 2707487 w 2769326"/>
              <a:gd name="connsiteY11" fmla="*/ 89031 h 697932"/>
              <a:gd name="connsiteX12" fmla="*/ 2769326 w 2769326"/>
              <a:gd name="connsiteY12" fmla="*/ 0 h 697932"/>
              <a:gd name="connsiteX0" fmla="*/ 0 w 2779218"/>
              <a:gd name="connsiteY0" fmla="*/ 610916 h 697932"/>
              <a:gd name="connsiteX1" fmla="*/ 110662 w 2779218"/>
              <a:gd name="connsiteY1" fmla="*/ 683001 h 697932"/>
              <a:gd name="connsiteX2" fmla="*/ 293543 w 2779218"/>
              <a:gd name="connsiteY2" fmla="*/ 697932 h 697932"/>
              <a:gd name="connsiteX3" fmla="*/ 471753 w 2779218"/>
              <a:gd name="connsiteY3" fmla="*/ 694003 h 697932"/>
              <a:gd name="connsiteX4" fmla="*/ 621981 w 2779218"/>
              <a:gd name="connsiteY4" fmla="*/ 675537 h 697932"/>
              <a:gd name="connsiteX5" fmla="*/ 831844 w 2779218"/>
              <a:gd name="connsiteY5" fmla="*/ 632514 h 697932"/>
              <a:gd name="connsiteX6" fmla="*/ 1122101 w 2779218"/>
              <a:gd name="connsiteY6" fmla="*/ 567303 h 697932"/>
              <a:gd name="connsiteX7" fmla="*/ 1654911 w 2779218"/>
              <a:gd name="connsiteY7" fmla="*/ 459948 h 697932"/>
              <a:gd name="connsiteX8" fmla="*/ 2052960 w 2779218"/>
              <a:gd name="connsiteY8" fmla="*/ 375103 h 697932"/>
              <a:gd name="connsiteX9" fmla="*/ 2434450 w 2779218"/>
              <a:gd name="connsiteY9" fmla="*/ 271514 h 697932"/>
              <a:gd name="connsiteX10" fmla="*/ 2618731 w 2779218"/>
              <a:gd name="connsiteY10" fmla="*/ 171684 h 697932"/>
              <a:gd name="connsiteX11" fmla="*/ 2717379 w 2779218"/>
              <a:gd name="connsiteY11" fmla="*/ 89031 h 697932"/>
              <a:gd name="connsiteX12" fmla="*/ 2779218 w 2779218"/>
              <a:gd name="connsiteY12" fmla="*/ 0 h 697932"/>
              <a:gd name="connsiteX0" fmla="*/ 0 w 2779218"/>
              <a:gd name="connsiteY0" fmla="*/ 610916 h 697932"/>
              <a:gd name="connsiteX1" fmla="*/ 110662 w 2779218"/>
              <a:gd name="connsiteY1" fmla="*/ 683001 h 697932"/>
              <a:gd name="connsiteX2" fmla="*/ 293543 w 2779218"/>
              <a:gd name="connsiteY2" fmla="*/ 697932 h 697932"/>
              <a:gd name="connsiteX3" fmla="*/ 471753 w 2779218"/>
              <a:gd name="connsiteY3" fmla="*/ 694003 h 697932"/>
              <a:gd name="connsiteX4" fmla="*/ 621981 w 2779218"/>
              <a:gd name="connsiteY4" fmla="*/ 675537 h 697932"/>
              <a:gd name="connsiteX5" fmla="*/ 831844 w 2779218"/>
              <a:gd name="connsiteY5" fmla="*/ 632514 h 697932"/>
              <a:gd name="connsiteX6" fmla="*/ 1122101 w 2779218"/>
              <a:gd name="connsiteY6" fmla="*/ 567303 h 697932"/>
              <a:gd name="connsiteX7" fmla="*/ 1654911 w 2779218"/>
              <a:gd name="connsiteY7" fmla="*/ 459948 h 697932"/>
              <a:gd name="connsiteX8" fmla="*/ 2052960 w 2779218"/>
              <a:gd name="connsiteY8" fmla="*/ 375103 h 697932"/>
              <a:gd name="connsiteX9" fmla="*/ 2434450 w 2779218"/>
              <a:gd name="connsiteY9" fmla="*/ 271514 h 697932"/>
              <a:gd name="connsiteX10" fmla="*/ 2618731 w 2779218"/>
              <a:gd name="connsiteY10" fmla="*/ 171684 h 697932"/>
              <a:gd name="connsiteX11" fmla="*/ 2717379 w 2779218"/>
              <a:gd name="connsiteY11" fmla="*/ 89031 h 697932"/>
              <a:gd name="connsiteX12" fmla="*/ 2779218 w 2779218"/>
              <a:gd name="connsiteY12" fmla="*/ 0 h 697932"/>
              <a:gd name="connsiteX0" fmla="*/ 0 w 2779218"/>
              <a:gd name="connsiteY0" fmla="*/ 610916 h 697932"/>
              <a:gd name="connsiteX1" fmla="*/ 110662 w 2779218"/>
              <a:gd name="connsiteY1" fmla="*/ 683001 h 697932"/>
              <a:gd name="connsiteX2" fmla="*/ 293543 w 2779218"/>
              <a:gd name="connsiteY2" fmla="*/ 697932 h 697932"/>
              <a:gd name="connsiteX3" fmla="*/ 471753 w 2779218"/>
              <a:gd name="connsiteY3" fmla="*/ 694003 h 697932"/>
              <a:gd name="connsiteX4" fmla="*/ 621981 w 2779218"/>
              <a:gd name="connsiteY4" fmla="*/ 675537 h 697932"/>
              <a:gd name="connsiteX5" fmla="*/ 831844 w 2779218"/>
              <a:gd name="connsiteY5" fmla="*/ 632514 h 697932"/>
              <a:gd name="connsiteX6" fmla="*/ 1122101 w 2779218"/>
              <a:gd name="connsiteY6" fmla="*/ 567303 h 697932"/>
              <a:gd name="connsiteX7" fmla="*/ 1654911 w 2779218"/>
              <a:gd name="connsiteY7" fmla="*/ 459948 h 697932"/>
              <a:gd name="connsiteX8" fmla="*/ 2052960 w 2779218"/>
              <a:gd name="connsiteY8" fmla="*/ 375103 h 697932"/>
              <a:gd name="connsiteX9" fmla="*/ 2232641 w 2779218"/>
              <a:gd name="connsiteY9" fmla="*/ 333003 h 697932"/>
              <a:gd name="connsiteX10" fmla="*/ 2434450 w 2779218"/>
              <a:gd name="connsiteY10" fmla="*/ 271514 h 697932"/>
              <a:gd name="connsiteX11" fmla="*/ 2618731 w 2779218"/>
              <a:gd name="connsiteY11" fmla="*/ 171684 h 697932"/>
              <a:gd name="connsiteX12" fmla="*/ 2717379 w 2779218"/>
              <a:gd name="connsiteY12" fmla="*/ 89031 h 697932"/>
              <a:gd name="connsiteX13" fmla="*/ 2779218 w 2779218"/>
              <a:gd name="connsiteY13" fmla="*/ 0 h 697932"/>
              <a:gd name="connsiteX0" fmla="*/ 0 w 2779218"/>
              <a:gd name="connsiteY0" fmla="*/ 610916 h 697932"/>
              <a:gd name="connsiteX1" fmla="*/ 110662 w 2779218"/>
              <a:gd name="connsiteY1" fmla="*/ 683001 h 697932"/>
              <a:gd name="connsiteX2" fmla="*/ 293543 w 2779218"/>
              <a:gd name="connsiteY2" fmla="*/ 697932 h 697932"/>
              <a:gd name="connsiteX3" fmla="*/ 471753 w 2779218"/>
              <a:gd name="connsiteY3" fmla="*/ 694003 h 697932"/>
              <a:gd name="connsiteX4" fmla="*/ 621981 w 2779218"/>
              <a:gd name="connsiteY4" fmla="*/ 675537 h 697932"/>
              <a:gd name="connsiteX5" fmla="*/ 831844 w 2779218"/>
              <a:gd name="connsiteY5" fmla="*/ 632514 h 697932"/>
              <a:gd name="connsiteX6" fmla="*/ 1122101 w 2779218"/>
              <a:gd name="connsiteY6" fmla="*/ 567303 h 697932"/>
              <a:gd name="connsiteX7" fmla="*/ 1654911 w 2779218"/>
              <a:gd name="connsiteY7" fmla="*/ 459948 h 697932"/>
              <a:gd name="connsiteX8" fmla="*/ 2052960 w 2779218"/>
              <a:gd name="connsiteY8" fmla="*/ 375103 h 697932"/>
              <a:gd name="connsiteX9" fmla="*/ 2232641 w 2779218"/>
              <a:gd name="connsiteY9" fmla="*/ 333003 h 697932"/>
              <a:gd name="connsiteX10" fmla="*/ 2434450 w 2779218"/>
              <a:gd name="connsiteY10" fmla="*/ 271514 h 697932"/>
              <a:gd name="connsiteX11" fmla="*/ 2618731 w 2779218"/>
              <a:gd name="connsiteY11" fmla="*/ 171684 h 697932"/>
              <a:gd name="connsiteX12" fmla="*/ 2717379 w 2779218"/>
              <a:gd name="connsiteY12" fmla="*/ 89031 h 697932"/>
              <a:gd name="connsiteX13" fmla="*/ 2779218 w 2779218"/>
              <a:gd name="connsiteY13" fmla="*/ 0 h 697932"/>
              <a:gd name="connsiteX0" fmla="*/ 0 w 2779218"/>
              <a:gd name="connsiteY0" fmla="*/ 610916 h 697932"/>
              <a:gd name="connsiteX1" fmla="*/ 110662 w 2779218"/>
              <a:gd name="connsiteY1" fmla="*/ 683001 h 697932"/>
              <a:gd name="connsiteX2" fmla="*/ 293543 w 2779218"/>
              <a:gd name="connsiteY2" fmla="*/ 697932 h 697932"/>
              <a:gd name="connsiteX3" fmla="*/ 471753 w 2779218"/>
              <a:gd name="connsiteY3" fmla="*/ 694003 h 697932"/>
              <a:gd name="connsiteX4" fmla="*/ 621981 w 2779218"/>
              <a:gd name="connsiteY4" fmla="*/ 675537 h 697932"/>
              <a:gd name="connsiteX5" fmla="*/ 831844 w 2779218"/>
              <a:gd name="connsiteY5" fmla="*/ 632514 h 697932"/>
              <a:gd name="connsiteX6" fmla="*/ 1122101 w 2779218"/>
              <a:gd name="connsiteY6" fmla="*/ 567303 h 697932"/>
              <a:gd name="connsiteX7" fmla="*/ 1654911 w 2779218"/>
              <a:gd name="connsiteY7" fmla="*/ 459948 h 697932"/>
              <a:gd name="connsiteX8" fmla="*/ 2052960 w 2779218"/>
              <a:gd name="connsiteY8" fmla="*/ 375103 h 697932"/>
              <a:gd name="connsiteX9" fmla="*/ 2232641 w 2779218"/>
              <a:gd name="connsiteY9" fmla="*/ 333003 h 697932"/>
              <a:gd name="connsiteX10" fmla="*/ 2434450 w 2779218"/>
              <a:gd name="connsiteY10" fmla="*/ 271514 h 697932"/>
              <a:gd name="connsiteX11" fmla="*/ 2618731 w 2779218"/>
              <a:gd name="connsiteY11" fmla="*/ 171684 h 697932"/>
              <a:gd name="connsiteX12" fmla="*/ 2717379 w 2779218"/>
              <a:gd name="connsiteY12" fmla="*/ 89031 h 697932"/>
              <a:gd name="connsiteX13" fmla="*/ 2779218 w 2779218"/>
              <a:gd name="connsiteY13" fmla="*/ 0 h 697932"/>
              <a:gd name="connsiteX0" fmla="*/ 0 w 2779218"/>
              <a:gd name="connsiteY0" fmla="*/ 610916 h 697932"/>
              <a:gd name="connsiteX1" fmla="*/ 110662 w 2779218"/>
              <a:gd name="connsiteY1" fmla="*/ 683001 h 697932"/>
              <a:gd name="connsiteX2" fmla="*/ 293543 w 2779218"/>
              <a:gd name="connsiteY2" fmla="*/ 697932 h 697932"/>
              <a:gd name="connsiteX3" fmla="*/ 471753 w 2779218"/>
              <a:gd name="connsiteY3" fmla="*/ 694003 h 697932"/>
              <a:gd name="connsiteX4" fmla="*/ 621981 w 2779218"/>
              <a:gd name="connsiteY4" fmla="*/ 675537 h 697932"/>
              <a:gd name="connsiteX5" fmla="*/ 831844 w 2779218"/>
              <a:gd name="connsiteY5" fmla="*/ 632514 h 697932"/>
              <a:gd name="connsiteX6" fmla="*/ 1122101 w 2779218"/>
              <a:gd name="connsiteY6" fmla="*/ 567303 h 697932"/>
              <a:gd name="connsiteX7" fmla="*/ 1654911 w 2779218"/>
              <a:gd name="connsiteY7" fmla="*/ 459948 h 697932"/>
              <a:gd name="connsiteX8" fmla="*/ 2056683 w 2779218"/>
              <a:gd name="connsiteY8" fmla="*/ 388166 h 697932"/>
              <a:gd name="connsiteX9" fmla="*/ 2232641 w 2779218"/>
              <a:gd name="connsiteY9" fmla="*/ 333003 h 697932"/>
              <a:gd name="connsiteX10" fmla="*/ 2434450 w 2779218"/>
              <a:gd name="connsiteY10" fmla="*/ 271514 h 697932"/>
              <a:gd name="connsiteX11" fmla="*/ 2618731 w 2779218"/>
              <a:gd name="connsiteY11" fmla="*/ 171684 h 697932"/>
              <a:gd name="connsiteX12" fmla="*/ 2717379 w 2779218"/>
              <a:gd name="connsiteY12" fmla="*/ 89031 h 697932"/>
              <a:gd name="connsiteX13" fmla="*/ 2779218 w 2779218"/>
              <a:gd name="connsiteY13" fmla="*/ 0 h 697932"/>
              <a:gd name="connsiteX0" fmla="*/ 0 w 2779218"/>
              <a:gd name="connsiteY0" fmla="*/ 610916 h 697932"/>
              <a:gd name="connsiteX1" fmla="*/ 110662 w 2779218"/>
              <a:gd name="connsiteY1" fmla="*/ 683001 h 697932"/>
              <a:gd name="connsiteX2" fmla="*/ 293543 w 2779218"/>
              <a:gd name="connsiteY2" fmla="*/ 697932 h 697932"/>
              <a:gd name="connsiteX3" fmla="*/ 471753 w 2779218"/>
              <a:gd name="connsiteY3" fmla="*/ 694003 h 697932"/>
              <a:gd name="connsiteX4" fmla="*/ 621981 w 2779218"/>
              <a:gd name="connsiteY4" fmla="*/ 675537 h 697932"/>
              <a:gd name="connsiteX5" fmla="*/ 831844 w 2779218"/>
              <a:gd name="connsiteY5" fmla="*/ 632514 h 697932"/>
              <a:gd name="connsiteX6" fmla="*/ 1122101 w 2779218"/>
              <a:gd name="connsiteY6" fmla="*/ 567303 h 697932"/>
              <a:gd name="connsiteX7" fmla="*/ 1654911 w 2779218"/>
              <a:gd name="connsiteY7" fmla="*/ 459948 h 697932"/>
              <a:gd name="connsiteX8" fmla="*/ 2056683 w 2779218"/>
              <a:gd name="connsiteY8" fmla="*/ 388166 h 697932"/>
              <a:gd name="connsiteX9" fmla="*/ 2269869 w 2779218"/>
              <a:gd name="connsiteY9" fmla="*/ 351665 h 697932"/>
              <a:gd name="connsiteX10" fmla="*/ 2434450 w 2779218"/>
              <a:gd name="connsiteY10" fmla="*/ 271514 h 697932"/>
              <a:gd name="connsiteX11" fmla="*/ 2618731 w 2779218"/>
              <a:gd name="connsiteY11" fmla="*/ 171684 h 697932"/>
              <a:gd name="connsiteX12" fmla="*/ 2717379 w 2779218"/>
              <a:gd name="connsiteY12" fmla="*/ 89031 h 697932"/>
              <a:gd name="connsiteX13" fmla="*/ 2779218 w 2779218"/>
              <a:gd name="connsiteY13" fmla="*/ 0 h 697932"/>
              <a:gd name="connsiteX0" fmla="*/ 0 w 2779218"/>
              <a:gd name="connsiteY0" fmla="*/ 610916 h 697932"/>
              <a:gd name="connsiteX1" fmla="*/ 110662 w 2779218"/>
              <a:gd name="connsiteY1" fmla="*/ 683001 h 697932"/>
              <a:gd name="connsiteX2" fmla="*/ 293543 w 2779218"/>
              <a:gd name="connsiteY2" fmla="*/ 697932 h 697932"/>
              <a:gd name="connsiteX3" fmla="*/ 471753 w 2779218"/>
              <a:gd name="connsiteY3" fmla="*/ 694003 h 697932"/>
              <a:gd name="connsiteX4" fmla="*/ 621981 w 2779218"/>
              <a:gd name="connsiteY4" fmla="*/ 675537 h 697932"/>
              <a:gd name="connsiteX5" fmla="*/ 831844 w 2779218"/>
              <a:gd name="connsiteY5" fmla="*/ 632514 h 697932"/>
              <a:gd name="connsiteX6" fmla="*/ 1122101 w 2779218"/>
              <a:gd name="connsiteY6" fmla="*/ 567303 h 697932"/>
              <a:gd name="connsiteX7" fmla="*/ 1654911 w 2779218"/>
              <a:gd name="connsiteY7" fmla="*/ 459948 h 697932"/>
              <a:gd name="connsiteX8" fmla="*/ 2056683 w 2779218"/>
              <a:gd name="connsiteY8" fmla="*/ 388166 h 697932"/>
              <a:gd name="connsiteX9" fmla="*/ 2269869 w 2779218"/>
              <a:gd name="connsiteY9" fmla="*/ 351665 h 697932"/>
              <a:gd name="connsiteX10" fmla="*/ 2467956 w 2779218"/>
              <a:gd name="connsiteY10" fmla="*/ 293908 h 697932"/>
              <a:gd name="connsiteX11" fmla="*/ 2618731 w 2779218"/>
              <a:gd name="connsiteY11" fmla="*/ 171684 h 697932"/>
              <a:gd name="connsiteX12" fmla="*/ 2717379 w 2779218"/>
              <a:gd name="connsiteY12" fmla="*/ 89031 h 697932"/>
              <a:gd name="connsiteX13" fmla="*/ 2779218 w 2779218"/>
              <a:gd name="connsiteY13" fmla="*/ 0 h 697932"/>
              <a:gd name="connsiteX0" fmla="*/ 0 w 2779218"/>
              <a:gd name="connsiteY0" fmla="*/ 610916 h 697932"/>
              <a:gd name="connsiteX1" fmla="*/ 110662 w 2779218"/>
              <a:gd name="connsiteY1" fmla="*/ 683001 h 697932"/>
              <a:gd name="connsiteX2" fmla="*/ 293543 w 2779218"/>
              <a:gd name="connsiteY2" fmla="*/ 697932 h 697932"/>
              <a:gd name="connsiteX3" fmla="*/ 471753 w 2779218"/>
              <a:gd name="connsiteY3" fmla="*/ 694003 h 697932"/>
              <a:gd name="connsiteX4" fmla="*/ 621981 w 2779218"/>
              <a:gd name="connsiteY4" fmla="*/ 675537 h 697932"/>
              <a:gd name="connsiteX5" fmla="*/ 831844 w 2779218"/>
              <a:gd name="connsiteY5" fmla="*/ 632514 h 697932"/>
              <a:gd name="connsiteX6" fmla="*/ 1122101 w 2779218"/>
              <a:gd name="connsiteY6" fmla="*/ 567303 h 697932"/>
              <a:gd name="connsiteX7" fmla="*/ 1654911 w 2779218"/>
              <a:gd name="connsiteY7" fmla="*/ 459948 h 697932"/>
              <a:gd name="connsiteX8" fmla="*/ 2056683 w 2779218"/>
              <a:gd name="connsiteY8" fmla="*/ 388166 h 697932"/>
              <a:gd name="connsiteX9" fmla="*/ 2269869 w 2779218"/>
              <a:gd name="connsiteY9" fmla="*/ 351665 h 697932"/>
              <a:gd name="connsiteX10" fmla="*/ 2467956 w 2779218"/>
              <a:gd name="connsiteY10" fmla="*/ 293908 h 697932"/>
              <a:gd name="connsiteX11" fmla="*/ 2646652 w 2779218"/>
              <a:gd name="connsiteY11" fmla="*/ 199676 h 697932"/>
              <a:gd name="connsiteX12" fmla="*/ 2717379 w 2779218"/>
              <a:gd name="connsiteY12" fmla="*/ 89031 h 697932"/>
              <a:gd name="connsiteX13" fmla="*/ 2779218 w 2779218"/>
              <a:gd name="connsiteY13" fmla="*/ 0 h 697932"/>
              <a:gd name="connsiteX0" fmla="*/ 0 w 2779218"/>
              <a:gd name="connsiteY0" fmla="*/ 610916 h 697932"/>
              <a:gd name="connsiteX1" fmla="*/ 110662 w 2779218"/>
              <a:gd name="connsiteY1" fmla="*/ 683001 h 697932"/>
              <a:gd name="connsiteX2" fmla="*/ 293543 w 2779218"/>
              <a:gd name="connsiteY2" fmla="*/ 697932 h 697932"/>
              <a:gd name="connsiteX3" fmla="*/ 471753 w 2779218"/>
              <a:gd name="connsiteY3" fmla="*/ 694003 h 697932"/>
              <a:gd name="connsiteX4" fmla="*/ 621981 w 2779218"/>
              <a:gd name="connsiteY4" fmla="*/ 675537 h 697932"/>
              <a:gd name="connsiteX5" fmla="*/ 831844 w 2779218"/>
              <a:gd name="connsiteY5" fmla="*/ 632514 h 697932"/>
              <a:gd name="connsiteX6" fmla="*/ 1122101 w 2779218"/>
              <a:gd name="connsiteY6" fmla="*/ 567303 h 697932"/>
              <a:gd name="connsiteX7" fmla="*/ 1654911 w 2779218"/>
              <a:gd name="connsiteY7" fmla="*/ 459948 h 697932"/>
              <a:gd name="connsiteX8" fmla="*/ 2056683 w 2779218"/>
              <a:gd name="connsiteY8" fmla="*/ 388166 h 697932"/>
              <a:gd name="connsiteX9" fmla="*/ 2269869 w 2779218"/>
              <a:gd name="connsiteY9" fmla="*/ 351665 h 697932"/>
              <a:gd name="connsiteX10" fmla="*/ 2467956 w 2779218"/>
              <a:gd name="connsiteY10" fmla="*/ 293908 h 697932"/>
              <a:gd name="connsiteX11" fmla="*/ 2646652 w 2779218"/>
              <a:gd name="connsiteY11" fmla="*/ 199676 h 697932"/>
              <a:gd name="connsiteX12" fmla="*/ 2749023 w 2779218"/>
              <a:gd name="connsiteY12" fmla="*/ 113291 h 697932"/>
              <a:gd name="connsiteX13" fmla="*/ 2779218 w 2779218"/>
              <a:gd name="connsiteY13" fmla="*/ 0 h 697932"/>
              <a:gd name="connsiteX0" fmla="*/ 0 w 2816446"/>
              <a:gd name="connsiteY0" fmla="*/ 581058 h 668074"/>
              <a:gd name="connsiteX1" fmla="*/ 110662 w 2816446"/>
              <a:gd name="connsiteY1" fmla="*/ 653143 h 668074"/>
              <a:gd name="connsiteX2" fmla="*/ 293543 w 2816446"/>
              <a:gd name="connsiteY2" fmla="*/ 668074 h 668074"/>
              <a:gd name="connsiteX3" fmla="*/ 471753 w 2816446"/>
              <a:gd name="connsiteY3" fmla="*/ 664145 h 668074"/>
              <a:gd name="connsiteX4" fmla="*/ 621981 w 2816446"/>
              <a:gd name="connsiteY4" fmla="*/ 645679 h 668074"/>
              <a:gd name="connsiteX5" fmla="*/ 831844 w 2816446"/>
              <a:gd name="connsiteY5" fmla="*/ 602656 h 668074"/>
              <a:gd name="connsiteX6" fmla="*/ 1122101 w 2816446"/>
              <a:gd name="connsiteY6" fmla="*/ 537445 h 668074"/>
              <a:gd name="connsiteX7" fmla="*/ 1654911 w 2816446"/>
              <a:gd name="connsiteY7" fmla="*/ 430090 h 668074"/>
              <a:gd name="connsiteX8" fmla="*/ 2056683 w 2816446"/>
              <a:gd name="connsiteY8" fmla="*/ 358308 h 668074"/>
              <a:gd name="connsiteX9" fmla="*/ 2269869 w 2816446"/>
              <a:gd name="connsiteY9" fmla="*/ 321807 h 668074"/>
              <a:gd name="connsiteX10" fmla="*/ 2467956 w 2816446"/>
              <a:gd name="connsiteY10" fmla="*/ 264050 h 668074"/>
              <a:gd name="connsiteX11" fmla="*/ 2646652 w 2816446"/>
              <a:gd name="connsiteY11" fmla="*/ 169818 h 668074"/>
              <a:gd name="connsiteX12" fmla="*/ 2749023 w 2816446"/>
              <a:gd name="connsiteY12" fmla="*/ 83433 h 668074"/>
              <a:gd name="connsiteX13" fmla="*/ 2816446 w 2816446"/>
              <a:gd name="connsiteY13" fmla="*/ 0 h 668074"/>
              <a:gd name="connsiteX0" fmla="*/ 0 w 2816446"/>
              <a:gd name="connsiteY0" fmla="*/ 581058 h 668074"/>
              <a:gd name="connsiteX1" fmla="*/ 110662 w 2816446"/>
              <a:gd name="connsiteY1" fmla="*/ 653143 h 668074"/>
              <a:gd name="connsiteX2" fmla="*/ 293543 w 2816446"/>
              <a:gd name="connsiteY2" fmla="*/ 668074 h 668074"/>
              <a:gd name="connsiteX3" fmla="*/ 471753 w 2816446"/>
              <a:gd name="connsiteY3" fmla="*/ 664145 h 668074"/>
              <a:gd name="connsiteX4" fmla="*/ 621981 w 2816446"/>
              <a:gd name="connsiteY4" fmla="*/ 645679 h 668074"/>
              <a:gd name="connsiteX5" fmla="*/ 831844 w 2816446"/>
              <a:gd name="connsiteY5" fmla="*/ 602656 h 668074"/>
              <a:gd name="connsiteX6" fmla="*/ 1122101 w 2816446"/>
              <a:gd name="connsiteY6" fmla="*/ 537445 h 668074"/>
              <a:gd name="connsiteX7" fmla="*/ 1654911 w 2816446"/>
              <a:gd name="connsiteY7" fmla="*/ 430090 h 668074"/>
              <a:gd name="connsiteX8" fmla="*/ 2056683 w 2816446"/>
              <a:gd name="connsiteY8" fmla="*/ 358308 h 668074"/>
              <a:gd name="connsiteX9" fmla="*/ 2269869 w 2816446"/>
              <a:gd name="connsiteY9" fmla="*/ 321807 h 668074"/>
              <a:gd name="connsiteX10" fmla="*/ 2467956 w 2816446"/>
              <a:gd name="connsiteY10" fmla="*/ 264050 h 668074"/>
              <a:gd name="connsiteX11" fmla="*/ 2646652 w 2816446"/>
              <a:gd name="connsiteY11" fmla="*/ 169818 h 668074"/>
              <a:gd name="connsiteX12" fmla="*/ 2752746 w 2816446"/>
              <a:gd name="connsiteY12" fmla="*/ 92763 h 668074"/>
              <a:gd name="connsiteX13" fmla="*/ 2816446 w 2816446"/>
              <a:gd name="connsiteY13" fmla="*/ 0 h 668074"/>
              <a:gd name="connsiteX0" fmla="*/ 0 w 2840645"/>
              <a:gd name="connsiteY0" fmla="*/ 573593 h 660609"/>
              <a:gd name="connsiteX1" fmla="*/ 110662 w 2840645"/>
              <a:gd name="connsiteY1" fmla="*/ 645678 h 660609"/>
              <a:gd name="connsiteX2" fmla="*/ 293543 w 2840645"/>
              <a:gd name="connsiteY2" fmla="*/ 660609 h 660609"/>
              <a:gd name="connsiteX3" fmla="*/ 471753 w 2840645"/>
              <a:gd name="connsiteY3" fmla="*/ 656680 h 660609"/>
              <a:gd name="connsiteX4" fmla="*/ 621981 w 2840645"/>
              <a:gd name="connsiteY4" fmla="*/ 638214 h 660609"/>
              <a:gd name="connsiteX5" fmla="*/ 831844 w 2840645"/>
              <a:gd name="connsiteY5" fmla="*/ 595191 h 660609"/>
              <a:gd name="connsiteX6" fmla="*/ 1122101 w 2840645"/>
              <a:gd name="connsiteY6" fmla="*/ 529980 h 660609"/>
              <a:gd name="connsiteX7" fmla="*/ 1654911 w 2840645"/>
              <a:gd name="connsiteY7" fmla="*/ 422625 h 660609"/>
              <a:gd name="connsiteX8" fmla="*/ 2056683 w 2840645"/>
              <a:gd name="connsiteY8" fmla="*/ 350843 h 660609"/>
              <a:gd name="connsiteX9" fmla="*/ 2269869 w 2840645"/>
              <a:gd name="connsiteY9" fmla="*/ 314342 h 660609"/>
              <a:gd name="connsiteX10" fmla="*/ 2467956 w 2840645"/>
              <a:gd name="connsiteY10" fmla="*/ 256585 h 660609"/>
              <a:gd name="connsiteX11" fmla="*/ 2646652 w 2840645"/>
              <a:gd name="connsiteY11" fmla="*/ 162353 h 660609"/>
              <a:gd name="connsiteX12" fmla="*/ 2752746 w 2840645"/>
              <a:gd name="connsiteY12" fmla="*/ 85298 h 660609"/>
              <a:gd name="connsiteX13" fmla="*/ 2840645 w 2840645"/>
              <a:gd name="connsiteY13" fmla="*/ 0 h 660609"/>
              <a:gd name="connsiteX0" fmla="*/ 0 w 2840645"/>
              <a:gd name="connsiteY0" fmla="*/ 573593 h 660609"/>
              <a:gd name="connsiteX1" fmla="*/ 110662 w 2840645"/>
              <a:gd name="connsiteY1" fmla="*/ 645678 h 660609"/>
              <a:gd name="connsiteX2" fmla="*/ 293543 w 2840645"/>
              <a:gd name="connsiteY2" fmla="*/ 660609 h 660609"/>
              <a:gd name="connsiteX3" fmla="*/ 471753 w 2840645"/>
              <a:gd name="connsiteY3" fmla="*/ 656680 h 660609"/>
              <a:gd name="connsiteX4" fmla="*/ 621981 w 2840645"/>
              <a:gd name="connsiteY4" fmla="*/ 638214 h 660609"/>
              <a:gd name="connsiteX5" fmla="*/ 831844 w 2840645"/>
              <a:gd name="connsiteY5" fmla="*/ 595191 h 660609"/>
              <a:gd name="connsiteX6" fmla="*/ 1122101 w 2840645"/>
              <a:gd name="connsiteY6" fmla="*/ 529980 h 660609"/>
              <a:gd name="connsiteX7" fmla="*/ 1654911 w 2840645"/>
              <a:gd name="connsiteY7" fmla="*/ 422625 h 660609"/>
              <a:gd name="connsiteX8" fmla="*/ 2056683 w 2840645"/>
              <a:gd name="connsiteY8" fmla="*/ 350843 h 660609"/>
              <a:gd name="connsiteX9" fmla="*/ 2269869 w 2840645"/>
              <a:gd name="connsiteY9" fmla="*/ 314342 h 660609"/>
              <a:gd name="connsiteX10" fmla="*/ 2467956 w 2840645"/>
              <a:gd name="connsiteY10" fmla="*/ 256585 h 660609"/>
              <a:gd name="connsiteX11" fmla="*/ 2646652 w 2840645"/>
              <a:gd name="connsiteY11" fmla="*/ 162353 h 660609"/>
              <a:gd name="connsiteX12" fmla="*/ 2763915 w 2840645"/>
              <a:gd name="connsiteY12" fmla="*/ 98361 h 660609"/>
              <a:gd name="connsiteX13" fmla="*/ 2840645 w 2840645"/>
              <a:gd name="connsiteY13" fmla="*/ 0 h 660609"/>
              <a:gd name="connsiteX0" fmla="*/ 0 w 2840645"/>
              <a:gd name="connsiteY0" fmla="*/ 573593 h 660609"/>
              <a:gd name="connsiteX1" fmla="*/ 110662 w 2840645"/>
              <a:gd name="connsiteY1" fmla="*/ 645678 h 660609"/>
              <a:gd name="connsiteX2" fmla="*/ 293543 w 2840645"/>
              <a:gd name="connsiteY2" fmla="*/ 660609 h 660609"/>
              <a:gd name="connsiteX3" fmla="*/ 471753 w 2840645"/>
              <a:gd name="connsiteY3" fmla="*/ 656680 h 660609"/>
              <a:gd name="connsiteX4" fmla="*/ 621981 w 2840645"/>
              <a:gd name="connsiteY4" fmla="*/ 638214 h 660609"/>
              <a:gd name="connsiteX5" fmla="*/ 831844 w 2840645"/>
              <a:gd name="connsiteY5" fmla="*/ 595191 h 660609"/>
              <a:gd name="connsiteX6" fmla="*/ 1122101 w 2840645"/>
              <a:gd name="connsiteY6" fmla="*/ 529980 h 660609"/>
              <a:gd name="connsiteX7" fmla="*/ 1654911 w 2840645"/>
              <a:gd name="connsiteY7" fmla="*/ 422625 h 660609"/>
              <a:gd name="connsiteX8" fmla="*/ 2056683 w 2840645"/>
              <a:gd name="connsiteY8" fmla="*/ 350843 h 660609"/>
              <a:gd name="connsiteX9" fmla="*/ 2269869 w 2840645"/>
              <a:gd name="connsiteY9" fmla="*/ 314342 h 660609"/>
              <a:gd name="connsiteX10" fmla="*/ 2467956 w 2840645"/>
              <a:gd name="connsiteY10" fmla="*/ 256585 h 660609"/>
              <a:gd name="connsiteX11" fmla="*/ 2646652 w 2840645"/>
              <a:gd name="connsiteY11" fmla="*/ 162353 h 660609"/>
              <a:gd name="connsiteX12" fmla="*/ 2773222 w 2840645"/>
              <a:gd name="connsiteY12" fmla="*/ 79699 h 660609"/>
              <a:gd name="connsiteX13" fmla="*/ 2840645 w 2840645"/>
              <a:gd name="connsiteY13" fmla="*/ 0 h 660609"/>
              <a:gd name="connsiteX0" fmla="*/ 0 w 2840645"/>
              <a:gd name="connsiteY0" fmla="*/ 573593 h 660609"/>
              <a:gd name="connsiteX1" fmla="*/ 110662 w 2840645"/>
              <a:gd name="connsiteY1" fmla="*/ 645678 h 660609"/>
              <a:gd name="connsiteX2" fmla="*/ 293543 w 2840645"/>
              <a:gd name="connsiteY2" fmla="*/ 660609 h 660609"/>
              <a:gd name="connsiteX3" fmla="*/ 471753 w 2840645"/>
              <a:gd name="connsiteY3" fmla="*/ 656680 h 660609"/>
              <a:gd name="connsiteX4" fmla="*/ 621981 w 2840645"/>
              <a:gd name="connsiteY4" fmla="*/ 638214 h 660609"/>
              <a:gd name="connsiteX5" fmla="*/ 831844 w 2840645"/>
              <a:gd name="connsiteY5" fmla="*/ 595191 h 660609"/>
              <a:gd name="connsiteX6" fmla="*/ 1122101 w 2840645"/>
              <a:gd name="connsiteY6" fmla="*/ 529980 h 660609"/>
              <a:gd name="connsiteX7" fmla="*/ 1654911 w 2840645"/>
              <a:gd name="connsiteY7" fmla="*/ 422625 h 660609"/>
              <a:gd name="connsiteX8" fmla="*/ 2056683 w 2840645"/>
              <a:gd name="connsiteY8" fmla="*/ 350843 h 660609"/>
              <a:gd name="connsiteX9" fmla="*/ 2269869 w 2840645"/>
              <a:gd name="connsiteY9" fmla="*/ 314342 h 660609"/>
              <a:gd name="connsiteX10" fmla="*/ 2467956 w 2840645"/>
              <a:gd name="connsiteY10" fmla="*/ 256585 h 660609"/>
              <a:gd name="connsiteX11" fmla="*/ 2635483 w 2840645"/>
              <a:gd name="connsiteY11" fmla="*/ 188479 h 660609"/>
              <a:gd name="connsiteX12" fmla="*/ 2773222 w 2840645"/>
              <a:gd name="connsiteY12" fmla="*/ 79699 h 660609"/>
              <a:gd name="connsiteX13" fmla="*/ 2840645 w 2840645"/>
              <a:gd name="connsiteY13" fmla="*/ 0 h 660609"/>
              <a:gd name="connsiteX0" fmla="*/ 0 w 2840645"/>
              <a:gd name="connsiteY0" fmla="*/ 573593 h 660609"/>
              <a:gd name="connsiteX1" fmla="*/ 110662 w 2840645"/>
              <a:gd name="connsiteY1" fmla="*/ 645678 h 660609"/>
              <a:gd name="connsiteX2" fmla="*/ 293543 w 2840645"/>
              <a:gd name="connsiteY2" fmla="*/ 660609 h 660609"/>
              <a:gd name="connsiteX3" fmla="*/ 471753 w 2840645"/>
              <a:gd name="connsiteY3" fmla="*/ 656680 h 660609"/>
              <a:gd name="connsiteX4" fmla="*/ 621981 w 2840645"/>
              <a:gd name="connsiteY4" fmla="*/ 638214 h 660609"/>
              <a:gd name="connsiteX5" fmla="*/ 831844 w 2840645"/>
              <a:gd name="connsiteY5" fmla="*/ 595191 h 660609"/>
              <a:gd name="connsiteX6" fmla="*/ 1122101 w 2840645"/>
              <a:gd name="connsiteY6" fmla="*/ 529980 h 660609"/>
              <a:gd name="connsiteX7" fmla="*/ 1654911 w 2840645"/>
              <a:gd name="connsiteY7" fmla="*/ 422625 h 660609"/>
              <a:gd name="connsiteX8" fmla="*/ 2056683 w 2840645"/>
              <a:gd name="connsiteY8" fmla="*/ 350843 h 660609"/>
              <a:gd name="connsiteX9" fmla="*/ 2279177 w 2840645"/>
              <a:gd name="connsiteY9" fmla="*/ 325538 h 660609"/>
              <a:gd name="connsiteX10" fmla="*/ 2467956 w 2840645"/>
              <a:gd name="connsiteY10" fmla="*/ 256585 h 660609"/>
              <a:gd name="connsiteX11" fmla="*/ 2635483 w 2840645"/>
              <a:gd name="connsiteY11" fmla="*/ 188479 h 660609"/>
              <a:gd name="connsiteX12" fmla="*/ 2773222 w 2840645"/>
              <a:gd name="connsiteY12" fmla="*/ 79699 h 660609"/>
              <a:gd name="connsiteX13" fmla="*/ 2840645 w 2840645"/>
              <a:gd name="connsiteY13" fmla="*/ 0 h 660609"/>
              <a:gd name="connsiteX0" fmla="*/ 0 w 2840645"/>
              <a:gd name="connsiteY0" fmla="*/ 573593 h 660609"/>
              <a:gd name="connsiteX1" fmla="*/ 110662 w 2840645"/>
              <a:gd name="connsiteY1" fmla="*/ 645678 h 660609"/>
              <a:gd name="connsiteX2" fmla="*/ 293543 w 2840645"/>
              <a:gd name="connsiteY2" fmla="*/ 660609 h 660609"/>
              <a:gd name="connsiteX3" fmla="*/ 471753 w 2840645"/>
              <a:gd name="connsiteY3" fmla="*/ 656680 h 660609"/>
              <a:gd name="connsiteX4" fmla="*/ 621981 w 2840645"/>
              <a:gd name="connsiteY4" fmla="*/ 638214 h 660609"/>
              <a:gd name="connsiteX5" fmla="*/ 831844 w 2840645"/>
              <a:gd name="connsiteY5" fmla="*/ 595191 h 660609"/>
              <a:gd name="connsiteX6" fmla="*/ 1122101 w 2840645"/>
              <a:gd name="connsiteY6" fmla="*/ 529980 h 660609"/>
              <a:gd name="connsiteX7" fmla="*/ 1654911 w 2840645"/>
              <a:gd name="connsiteY7" fmla="*/ 422625 h 660609"/>
              <a:gd name="connsiteX8" fmla="*/ 2056684 w 2840645"/>
              <a:gd name="connsiteY8" fmla="*/ 367638 h 660609"/>
              <a:gd name="connsiteX9" fmla="*/ 2279177 w 2840645"/>
              <a:gd name="connsiteY9" fmla="*/ 325538 h 660609"/>
              <a:gd name="connsiteX10" fmla="*/ 2467956 w 2840645"/>
              <a:gd name="connsiteY10" fmla="*/ 256585 h 660609"/>
              <a:gd name="connsiteX11" fmla="*/ 2635483 w 2840645"/>
              <a:gd name="connsiteY11" fmla="*/ 188479 h 660609"/>
              <a:gd name="connsiteX12" fmla="*/ 2773222 w 2840645"/>
              <a:gd name="connsiteY12" fmla="*/ 79699 h 660609"/>
              <a:gd name="connsiteX13" fmla="*/ 2840645 w 2840645"/>
              <a:gd name="connsiteY13" fmla="*/ 0 h 660609"/>
              <a:gd name="connsiteX0" fmla="*/ 0 w 2840645"/>
              <a:gd name="connsiteY0" fmla="*/ 573593 h 660609"/>
              <a:gd name="connsiteX1" fmla="*/ 110662 w 2840645"/>
              <a:gd name="connsiteY1" fmla="*/ 645678 h 660609"/>
              <a:gd name="connsiteX2" fmla="*/ 293543 w 2840645"/>
              <a:gd name="connsiteY2" fmla="*/ 660609 h 660609"/>
              <a:gd name="connsiteX3" fmla="*/ 471753 w 2840645"/>
              <a:gd name="connsiteY3" fmla="*/ 656680 h 660609"/>
              <a:gd name="connsiteX4" fmla="*/ 621981 w 2840645"/>
              <a:gd name="connsiteY4" fmla="*/ 638214 h 660609"/>
              <a:gd name="connsiteX5" fmla="*/ 831844 w 2840645"/>
              <a:gd name="connsiteY5" fmla="*/ 595191 h 660609"/>
              <a:gd name="connsiteX6" fmla="*/ 1122101 w 2840645"/>
              <a:gd name="connsiteY6" fmla="*/ 529980 h 660609"/>
              <a:gd name="connsiteX7" fmla="*/ 1664219 w 2840645"/>
              <a:gd name="connsiteY7" fmla="*/ 435687 h 660609"/>
              <a:gd name="connsiteX8" fmla="*/ 2056684 w 2840645"/>
              <a:gd name="connsiteY8" fmla="*/ 367638 h 660609"/>
              <a:gd name="connsiteX9" fmla="*/ 2279177 w 2840645"/>
              <a:gd name="connsiteY9" fmla="*/ 325538 h 660609"/>
              <a:gd name="connsiteX10" fmla="*/ 2467956 w 2840645"/>
              <a:gd name="connsiteY10" fmla="*/ 256585 h 660609"/>
              <a:gd name="connsiteX11" fmla="*/ 2635483 w 2840645"/>
              <a:gd name="connsiteY11" fmla="*/ 188479 h 660609"/>
              <a:gd name="connsiteX12" fmla="*/ 2773222 w 2840645"/>
              <a:gd name="connsiteY12" fmla="*/ 79699 h 660609"/>
              <a:gd name="connsiteX13" fmla="*/ 2840645 w 2840645"/>
              <a:gd name="connsiteY13" fmla="*/ 0 h 660609"/>
              <a:gd name="connsiteX0" fmla="*/ 0 w 2840645"/>
              <a:gd name="connsiteY0" fmla="*/ 573593 h 660609"/>
              <a:gd name="connsiteX1" fmla="*/ 110662 w 2840645"/>
              <a:gd name="connsiteY1" fmla="*/ 645678 h 660609"/>
              <a:gd name="connsiteX2" fmla="*/ 293543 w 2840645"/>
              <a:gd name="connsiteY2" fmla="*/ 660609 h 660609"/>
              <a:gd name="connsiteX3" fmla="*/ 471753 w 2840645"/>
              <a:gd name="connsiteY3" fmla="*/ 656680 h 660609"/>
              <a:gd name="connsiteX4" fmla="*/ 621981 w 2840645"/>
              <a:gd name="connsiteY4" fmla="*/ 638214 h 660609"/>
              <a:gd name="connsiteX5" fmla="*/ 831844 w 2840645"/>
              <a:gd name="connsiteY5" fmla="*/ 595191 h 660609"/>
              <a:gd name="connsiteX6" fmla="*/ 1122101 w 2840645"/>
              <a:gd name="connsiteY6" fmla="*/ 529980 h 660609"/>
              <a:gd name="connsiteX7" fmla="*/ 1664219 w 2840645"/>
              <a:gd name="connsiteY7" fmla="*/ 435687 h 660609"/>
              <a:gd name="connsiteX8" fmla="*/ 2056684 w 2840645"/>
              <a:gd name="connsiteY8" fmla="*/ 367638 h 660609"/>
              <a:gd name="connsiteX9" fmla="*/ 2279177 w 2840645"/>
              <a:gd name="connsiteY9" fmla="*/ 325538 h 660609"/>
              <a:gd name="connsiteX10" fmla="*/ 2467957 w 2840645"/>
              <a:gd name="connsiteY10" fmla="*/ 267782 h 660609"/>
              <a:gd name="connsiteX11" fmla="*/ 2635483 w 2840645"/>
              <a:gd name="connsiteY11" fmla="*/ 188479 h 660609"/>
              <a:gd name="connsiteX12" fmla="*/ 2773222 w 2840645"/>
              <a:gd name="connsiteY12" fmla="*/ 79699 h 660609"/>
              <a:gd name="connsiteX13" fmla="*/ 2840645 w 2840645"/>
              <a:gd name="connsiteY13" fmla="*/ 0 h 660609"/>
              <a:gd name="connsiteX0" fmla="*/ 0 w 2840645"/>
              <a:gd name="connsiteY0" fmla="*/ 573593 h 660609"/>
              <a:gd name="connsiteX1" fmla="*/ 110662 w 2840645"/>
              <a:gd name="connsiteY1" fmla="*/ 645678 h 660609"/>
              <a:gd name="connsiteX2" fmla="*/ 293543 w 2840645"/>
              <a:gd name="connsiteY2" fmla="*/ 660609 h 660609"/>
              <a:gd name="connsiteX3" fmla="*/ 471753 w 2840645"/>
              <a:gd name="connsiteY3" fmla="*/ 656680 h 660609"/>
              <a:gd name="connsiteX4" fmla="*/ 621981 w 2840645"/>
              <a:gd name="connsiteY4" fmla="*/ 638214 h 660609"/>
              <a:gd name="connsiteX5" fmla="*/ 831844 w 2840645"/>
              <a:gd name="connsiteY5" fmla="*/ 595191 h 660609"/>
              <a:gd name="connsiteX6" fmla="*/ 1122101 w 2840645"/>
              <a:gd name="connsiteY6" fmla="*/ 529980 h 660609"/>
              <a:gd name="connsiteX7" fmla="*/ 1664219 w 2840645"/>
              <a:gd name="connsiteY7" fmla="*/ 435687 h 660609"/>
              <a:gd name="connsiteX8" fmla="*/ 2056684 w 2840645"/>
              <a:gd name="connsiteY8" fmla="*/ 367638 h 660609"/>
              <a:gd name="connsiteX9" fmla="*/ 2279177 w 2840645"/>
              <a:gd name="connsiteY9" fmla="*/ 325538 h 660609"/>
              <a:gd name="connsiteX10" fmla="*/ 2467957 w 2840645"/>
              <a:gd name="connsiteY10" fmla="*/ 267782 h 660609"/>
              <a:gd name="connsiteX11" fmla="*/ 2674574 w 2840645"/>
              <a:gd name="connsiteY11" fmla="*/ 179149 h 660609"/>
              <a:gd name="connsiteX12" fmla="*/ 2773222 w 2840645"/>
              <a:gd name="connsiteY12" fmla="*/ 79699 h 660609"/>
              <a:gd name="connsiteX13" fmla="*/ 2840645 w 2840645"/>
              <a:gd name="connsiteY13" fmla="*/ 0 h 660609"/>
              <a:gd name="connsiteX0" fmla="*/ 0 w 2840645"/>
              <a:gd name="connsiteY0" fmla="*/ 573593 h 660609"/>
              <a:gd name="connsiteX1" fmla="*/ 110662 w 2840645"/>
              <a:gd name="connsiteY1" fmla="*/ 645678 h 660609"/>
              <a:gd name="connsiteX2" fmla="*/ 293543 w 2840645"/>
              <a:gd name="connsiteY2" fmla="*/ 660609 h 660609"/>
              <a:gd name="connsiteX3" fmla="*/ 471753 w 2840645"/>
              <a:gd name="connsiteY3" fmla="*/ 656680 h 660609"/>
              <a:gd name="connsiteX4" fmla="*/ 621981 w 2840645"/>
              <a:gd name="connsiteY4" fmla="*/ 638214 h 660609"/>
              <a:gd name="connsiteX5" fmla="*/ 831844 w 2840645"/>
              <a:gd name="connsiteY5" fmla="*/ 595191 h 660609"/>
              <a:gd name="connsiteX6" fmla="*/ 1122101 w 2840645"/>
              <a:gd name="connsiteY6" fmla="*/ 529980 h 660609"/>
              <a:gd name="connsiteX7" fmla="*/ 1664219 w 2840645"/>
              <a:gd name="connsiteY7" fmla="*/ 435687 h 660609"/>
              <a:gd name="connsiteX8" fmla="*/ 2056684 w 2840645"/>
              <a:gd name="connsiteY8" fmla="*/ 367638 h 660609"/>
              <a:gd name="connsiteX9" fmla="*/ 2279177 w 2840645"/>
              <a:gd name="connsiteY9" fmla="*/ 325538 h 660609"/>
              <a:gd name="connsiteX10" fmla="*/ 2467957 w 2840645"/>
              <a:gd name="connsiteY10" fmla="*/ 267782 h 660609"/>
              <a:gd name="connsiteX11" fmla="*/ 2663405 w 2840645"/>
              <a:gd name="connsiteY11" fmla="*/ 177283 h 660609"/>
              <a:gd name="connsiteX12" fmla="*/ 2773222 w 2840645"/>
              <a:gd name="connsiteY12" fmla="*/ 79699 h 660609"/>
              <a:gd name="connsiteX13" fmla="*/ 2840645 w 2840645"/>
              <a:gd name="connsiteY13" fmla="*/ 0 h 660609"/>
              <a:gd name="connsiteX0" fmla="*/ 0 w 2840645"/>
              <a:gd name="connsiteY0" fmla="*/ 573593 h 660609"/>
              <a:gd name="connsiteX1" fmla="*/ 110662 w 2840645"/>
              <a:gd name="connsiteY1" fmla="*/ 645678 h 660609"/>
              <a:gd name="connsiteX2" fmla="*/ 293543 w 2840645"/>
              <a:gd name="connsiteY2" fmla="*/ 660609 h 660609"/>
              <a:gd name="connsiteX3" fmla="*/ 471753 w 2840645"/>
              <a:gd name="connsiteY3" fmla="*/ 656680 h 660609"/>
              <a:gd name="connsiteX4" fmla="*/ 621981 w 2840645"/>
              <a:gd name="connsiteY4" fmla="*/ 638214 h 660609"/>
              <a:gd name="connsiteX5" fmla="*/ 831844 w 2840645"/>
              <a:gd name="connsiteY5" fmla="*/ 595191 h 660609"/>
              <a:gd name="connsiteX6" fmla="*/ 1122101 w 2840645"/>
              <a:gd name="connsiteY6" fmla="*/ 529980 h 660609"/>
              <a:gd name="connsiteX7" fmla="*/ 1664219 w 2840645"/>
              <a:gd name="connsiteY7" fmla="*/ 435687 h 660609"/>
              <a:gd name="connsiteX8" fmla="*/ 2056684 w 2840645"/>
              <a:gd name="connsiteY8" fmla="*/ 367638 h 660609"/>
              <a:gd name="connsiteX9" fmla="*/ 2279177 w 2840645"/>
              <a:gd name="connsiteY9" fmla="*/ 325538 h 660609"/>
              <a:gd name="connsiteX10" fmla="*/ 2467957 w 2840645"/>
              <a:gd name="connsiteY10" fmla="*/ 267782 h 660609"/>
              <a:gd name="connsiteX11" fmla="*/ 2663405 w 2840645"/>
              <a:gd name="connsiteY11" fmla="*/ 177283 h 660609"/>
              <a:gd name="connsiteX12" fmla="*/ 2773222 w 2840645"/>
              <a:gd name="connsiteY12" fmla="*/ 79699 h 660609"/>
              <a:gd name="connsiteX13" fmla="*/ 2840645 w 2840645"/>
              <a:gd name="connsiteY13" fmla="*/ 0 h 660609"/>
              <a:gd name="connsiteX0" fmla="*/ 0 w 2840645"/>
              <a:gd name="connsiteY0" fmla="*/ 573593 h 660609"/>
              <a:gd name="connsiteX1" fmla="*/ 110662 w 2840645"/>
              <a:gd name="connsiteY1" fmla="*/ 645678 h 660609"/>
              <a:gd name="connsiteX2" fmla="*/ 293543 w 2840645"/>
              <a:gd name="connsiteY2" fmla="*/ 660609 h 660609"/>
              <a:gd name="connsiteX3" fmla="*/ 471753 w 2840645"/>
              <a:gd name="connsiteY3" fmla="*/ 656680 h 660609"/>
              <a:gd name="connsiteX4" fmla="*/ 621981 w 2840645"/>
              <a:gd name="connsiteY4" fmla="*/ 638214 h 660609"/>
              <a:gd name="connsiteX5" fmla="*/ 831844 w 2840645"/>
              <a:gd name="connsiteY5" fmla="*/ 595191 h 660609"/>
              <a:gd name="connsiteX6" fmla="*/ 1122101 w 2840645"/>
              <a:gd name="connsiteY6" fmla="*/ 529980 h 660609"/>
              <a:gd name="connsiteX7" fmla="*/ 1664219 w 2840645"/>
              <a:gd name="connsiteY7" fmla="*/ 435687 h 660609"/>
              <a:gd name="connsiteX8" fmla="*/ 2062268 w 2840645"/>
              <a:gd name="connsiteY8" fmla="*/ 376968 h 660609"/>
              <a:gd name="connsiteX9" fmla="*/ 2279177 w 2840645"/>
              <a:gd name="connsiteY9" fmla="*/ 325538 h 660609"/>
              <a:gd name="connsiteX10" fmla="*/ 2467957 w 2840645"/>
              <a:gd name="connsiteY10" fmla="*/ 267782 h 660609"/>
              <a:gd name="connsiteX11" fmla="*/ 2663405 w 2840645"/>
              <a:gd name="connsiteY11" fmla="*/ 177283 h 660609"/>
              <a:gd name="connsiteX12" fmla="*/ 2773222 w 2840645"/>
              <a:gd name="connsiteY12" fmla="*/ 79699 h 660609"/>
              <a:gd name="connsiteX13" fmla="*/ 2840645 w 2840645"/>
              <a:gd name="connsiteY13" fmla="*/ 0 h 660609"/>
              <a:gd name="connsiteX0" fmla="*/ 0 w 2840645"/>
              <a:gd name="connsiteY0" fmla="*/ 582924 h 669940"/>
              <a:gd name="connsiteX1" fmla="*/ 110662 w 2840645"/>
              <a:gd name="connsiteY1" fmla="*/ 655009 h 669940"/>
              <a:gd name="connsiteX2" fmla="*/ 293543 w 2840645"/>
              <a:gd name="connsiteY2" fmla="*/ 669940 h 669940"/>
              <a:gd name="connsiteX3" fmla="*/ 471753 w 2840645"/>
              <a:gd name="connsiteY3" fmla="*/ 666011 h 669940"/>
              <a:gd name="connsiteX4" fmla="*/ 621981 w 2840645"/>
              <a:gd name="connsiteY4" fmla="*/ 647545 h 669940"/>
              <a:gd name="connsiteX5" fmla="*/ 831844 w 2840645"/>
              <a:gd name="connsiteY5" fmla="*/ 604522 h 669940"/>
              <a:gd name="connsiteX6" fmla="*/ 1122101 w 2840645"/>
              <a:gd name="connsiteY6" fmla="*/ 539311 h 669940"/>
              <a:gd name="connsiteX7" fmla="*/ 1664219 w 2840645"/>
              <a:gd name="connsiteY7" fmla="*/ 445018 h 669940"/>
              <a:gd name="connsiteX8" fmla="*/ 2062268 w 2840645"/>
              <a:gd name="connsiteY8" fmla="*/ 386299 h 669940"/>
              <a:gd name="connsiteX9" fmla="*/ 2279177 w 2840645"/>
              <a:gd name="connsiteY9" fmla="*/ 334869 h 669940"/>
              <a:gd name="connsiteX10" fmla="*/ 2467957 w 2840645"/>
              <a:gd name="connsiteY10" fmla="*/ 277113 h 669940"/>
              <a:gd name="connsiteX11" fmla="*/ 2663405 w 2840645"/>
              <a:gd name="connsiteY11" fmla="*/ 186614 h 669940"/>
              <a:gd name="connsiteX12" fmla="*/ 2773222 w 2840645"/>
              <a:gd name="connsiteY12" fmla="*/ 89030 h 669940"/>
              <a:gd name="connsiteX13" fmla="*/ 2840645 w 2840645"/>
              <a:gd name="connsiteY13" fmla="*/ 0 h 669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840645" h="669940">
                <a:moveTo>
                  <a:pt x="0" y="582924"/>
                </a:moveTo>
                <a:cubicBezTo>
                  <a:pt x="36887" y="606952"/>
                  <a:pt x="61738" y="640506"/>
                  <a:pt x="110662" y="655009"/>
                </a:cubicBezTo>
                <a:cubicBezTo>
                  <a:pt x="157937" y="666206"/>
                  <a:pt x="233361" y="668106"/>
                  <a:pt x="293543" y="669940"/>
                </a:cubicBezTo>
                <a:cubicBezTo>
                  <a:pt x="354925" y="665986"/>
                  <a:pt x="410371" y="669965"/>
                  <a:pt x="471753" y="666011"/>
                </a:cubicBezTo>
                <a:cubicBezTo>
                  <a:pt x="526493" y="662279"/>
                  <a:pt x="561966" y="657793"/>
                  <a:pt x="621981" y="647545"/>
                </a:cubicBezTo>
                <a:cubicBezTo>
                  <a:pt x="697211" y="630559"/>
                  <a:pt x="756614" y="621508"/>
                  <a:pt x="831844" y="604522"/>
                </a:cubicBezTo>
                <a:lnTo>
                  <a:pt x="1122101" y="539311"/>
                </a:lnTo>
                <a:lnTo>
                  <a:pt x="1664219" y="445018"/>
                </a:lnTo>
                <a:lnTo>
                  <a:pt x="2062268" y="386299"/>
                </a:lnTo>
                <a:cubicBezTo>
                  <a:pt x="2117545" y="370943"/>
                  <a:pt x="2223900" y="350225"/>
                  <a:pt x="2279177" y="334869"/>
                </a:cubicBezTo>
                <a:cubicBezTo>
                  <a:pt x="2347723" y="318226"/>
                  <a:pt x="2403919" y="301822"/>
                  <a:pt x="2467957" y="277113"/>
                </a:cubicBezTo>
                <a:cubicBezTo>
                  <a:pt x="2532305" y="250226"/>
                  <a:pt x="2616250" y="217028"/>
                  <a:pt x="2663405" y="186614"/>
                </a:cubicBezTo>
                <a:cubicBezTo>
                  <a:pt x="2687055" y="161047"/>
                  <a:pt x="2749572" y="114597"/>
                  <a:pt x="2773222" y="89030"/>
                </a:cubicBezTo>
                <a:lnTo>
                  <a:pt x="2840645" y="0"/>
                </a:lnTo>
              </a:path>
            </a:pathLst>
          </a:cu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234" name="任意多边形 233"/>
          <p:cNvSpPr/>
          <p:nvPr/>
        </p:nvSpPr>
        <p:spPr bwMode="auto">
          <a:xfrm rot="21398914">
            <a:off x="7440183" y="4010224"/>
            <a:ext cx="306685" cy="518106"/>
          </a:xfrm>
          <a:custGeom>
            <a:avLst/>
            <a:gdLst>
              <a:gd name="connsiteX0" fmla="*/ 0 w 294848"/>
              <a:gd name="connsiteY0" fmla="*/ 0 h 481460"/>
              <a:gd name="connsiteX1" fmla="*/ 138093 w 294848"/>
              <a:gd name="connsiteY1" fmla="*/ 186612 h 481460"/>
              <a:gd name="connsiteX2" fmla="*/ 294848 w 294848"/>
              <a:gd name="connsiteY2" fmla="*/ 481460 h 481460"/>
              <a:gd name="connsiteX0" fmla="*/ 0 w 294848"/>
              <a:gd name="connsiteY0" fmla="*/ 0 h 481460"/>
              <a:gd name="connsiteX1" fmla="*/ 186321 w 294848"/>
              <a:gd name="connsiteY1" fmla="*/ 211291 h 481460"/>
              <a:gd name="connsiteX2" fmla="*/ 294848 w 294848"/>
              <a:gd name="connsiteY2" fmla="*/ 481460 h 481460"/>
              <a:gd name="connsiteX0" fmla="*/ 0 w 322454"/>
              <a:gd name="connsiteY0" fmla="*/ 0 h 485063"/>
              <a:gd name="connsiteX1" fmla="*/ 186321 w 322454"/>
              <a:gd name="connsiteY1" fmla="*/ 211291 h 485063"/>
              <a:gd name="connsiteX2" fmla="*/ 322454 w 322454"/>
              <a:gd name="connsiteY2" fmla="*/ 485063 h 485063"/>
              <a:gd name="connsiteX0" fmla="*/ 0 w 322454"/>
              <a:gd name="connsiteY0" fmla="*/ 0 h 485063"/>
              <a:gd name="connsiteX1" fmla="*/ 156735 w 322454"/>
              <a:gd name="connsiteY1" fmla="*/ 207571 h 485063"/>
              <a:gd name="connsiteX2" fmla="*/ 322454 w 322454"/>
              <a:gd name="connsiteY2" fmla="*/ 485063 h 485063"/>
              <a:gd name="connsiteX0" fmla="*/ 0 w 298924"/>
              <a:gd name="connsiteY0" fmla="*/ 0 h 479711"/>
              <a:gd name="connsiteX1" fmla="*/ 133205 w 298924"/>
              <a:gd name="connsiteY1" fmla="*/ 202219 h 479711"/>
              <a:gd name="connsiteX2" fmla="*/ 298924 w 298924"/>
              <a:gd name="connsiteY2" fmla="*/ 479711 h 479711"/>
              <a:gd name="connsiteX0" fmla="*/ 0 w 274931"/>
              <a:gd name="connsiteY0" fmla="*/ 0 h 482280"/>
              <a:gd name="connsiteX1" fmla="*/ 109212 w 274931"/>
              <a:gd name="connsiteY1" fmla="*/ 204788 h 482280"/>
              <a:gd name="connsiteX2" fmla="*/ 274931 w 274931"/>
              <a:gd name="connsiteY2" fmla="*/ 482280 h 482280"/>
              <a:gd name="connsiteX0" fmla="*/ 0 w 284715"/>
              <a:gd name="connsiteY0" fmla="*/ 0 h 484839"/>
              <a:gd name="connsiteX1" fmla="*/ 118996 w 284715"/>
              <a:gd name="connsiteY1" fmla="*/ 207347 h 484839"/>
              <a:gd name="connsiteX2" fmla="*/ 284715 w 284715"/>
              <a:gd name="connsiteY2" fmla="*/ 484839 h 484839"/>
              <a:gd name="connsiteX0" fmla="*/ 0 w 284715"/>
              <a:gd name="connsiteY0" fmla="*/ 0 h 484839"/>
              <a:gd name="connsiteX1" fmla="*/ 106767 w 284715"/>
              <a:gd name="connsiteY1" fmla="*/ 212592 h 484839"/>
              <a:gd name="connsiteX2" fmla="*/ 284715 w 284715"/>
              <a:gd name="connsiteY2" fmla="*/ 484839 h 484839"/>
              <a:gd name="connsiteX0" fmla="*/ 0 w 274930"/>
              <a:gd name="connsiteY0" fmla="*/ 0 h 482278"/>
              <a:gd name="connsiteX1" fmla="*/ 106767 w 274930"/>
              <a:gd name="connsiteY1" fmla="*/ 212592 h 482278"/>
              <a:gd name="connsiteX2" fmla="*/ 274930 w 274930"/>
              <a:gd name="connsiteY2" fmla="*/ 482278 h 482278"/>
              <a:gd name="connsiteX0" fmla="*/ 0 w 280406"/>
              <a:gd name="connsiteY0" fmla="*/ 0 h 490547"/>
              <a:gd name="connsiteX1" fmla="*/ 112243 w 280406"/>
              <a:gd name="connsiteY1" fmla="*/ 220861 h 490547"/>
              <a:gd name="connsiteX2" fmla="*/ 280406 w 280406"/>
              <a:gd name="connsiteY2" fmla="*/ 490547 h 490547"/>
              <a:gd name="connsiteX0" fmla="*/ 0 w 299153"/>
              <a:gd name="connsiteY0" fmla="*/ 0 h 521554"/>
              <a:gd name="connsiteX1" fmla="*/ 112243 w 299153"/>
              <a:gd name="connsiteY1" fmla="*/ 220861 h 521554"/>
              <a:gd name="connsiteX2" fmla="*/ 299153 w 299153"/>
              <a:gd name="connsiteY2" fmla="*/ 521554 h 521554"/>
              <a:gd name="connsiteX0" fmla="*/ 7775 w 306928"/>
              <a:gd name="connsiteY0" fmla="*/ 0 h 521554"/>
              <a:gd name="connsiteX1" fmla="*/ 25 w 306928"/>
              <a:gd name="connsiteY1" fmla="*/ 7171 h 521554"/>
              <a:gd name="connsiteX2" fmla="*/ 120018 w 306928"/>
              <a:gd name="connsiteY2" fmla="*/ 220861 h 521554"/>
              <a:gd name="connsiteX3" fmla="*/ 306928 w 306928"/>
              <a:gd name="connsiteY3" fmla="*/ 521554 h 521554"/>
              <a:gd name="connsiteX0" fmla="*/ 7775 w 306928"/>
              <a:gd name="connsiteY0" fmla="*/ 0 h 521554"/>
              <a:gd name="connsiteX1" fmla="*/ 25 w 306928"/>
              <a:gd name="connsiteY1" fmla="*/ 7171 h 521554"/>
              <a:gd name="connsiteX2" fmla="*/ 145117 w 306928"/>
              <a:gd name="connsiteY2" fmla="*/ 239156 h 521554"/>
              <a:gd name="connsiteX3" fmla="*/ 306928 w 306928"/>
              <a:gd name="connsiteY3" fmla="*/ 521554 h 521554"/>
              <a:gd name="connsiteX0" fmla="*/ 7775 w 301231"/>
              <a:gd name="connsiteY0" fmla="*/ 0 h 523090"/>
              <a:gd name="connsiteX1" fmla="*/ 25 w 301231"/>
              <a:gd name="connsiteY1" fmla="*/ 7171 h 523090"/>
              <a:gd name="connsiteX2" fmla="*/ 145117 w 301231"/>
              <a:gd name="connsiteY2" fmla="*/ 239156 h 523090"/>
              <a:gd name="connsiteX3" fmla="*/ 301231 w 301231"/>
              <a:gd name="connsiteY3" fmla="*/ 523090 h 523090"/>
              <a:gd name="connsiteX0" fmla="*/ 0 w 301206"/>
              <a:gd name="connsiteY0" fmla="*/ 0 h 515919"/>
              <a:gd name="connsiteX1" fmla="*/ 145092 w 301206"/>
              <a:gd name="connsiteY1" fmla="*/ 231985 h 515919"/>
              <a:gd name="connsiteX2" fmla="*/ 301206 w 301206"/>
              <a:gd name="connsiteY2" fmla="*/ 515919 h 515919"/>
              <a:gd name="connsiteX0" fmla="*/ 0 w 306685"/>
              <a:gd name="connsiteY0" fmla="*/ 0 h 518106"/>
              <a:gd name="connsiteX1" fmla="*/ 150571 w 306685"/>
              <a:gd name="connsiteY1" fmla="*/ 234172 h 518106"/>
              <a:gd name="connsiteX2" fmla="*/ 306685 w 306685"/>
              <a:gd name="connsiteY2" fmla="*/ 518106 h 518106"/>
            </a:gdLst>
            <a:ahLst/>
            <a:cxnLst>
              <a:cxn ang="0">
                <a:pos x="connsiteX0" y="connsiteY0"/>
              </a:cxn>
              <a:cxn ang="0">
                <a:pos x="connsiteX1" y="connsiteY1"/>
              </a:cxn>
              <a:cxn ang="0">
                <a:pos x="connsiteX2" y="connsiteY2"/>
              </a:cxn>
            </a:cxnLst>
            <a:rect l="l" t="t" r="r" b="b"/>
            <a:pathLst>
              <a:path w="306685" h="518106">
                <a:moveTo>
                  <a:pt x="0" y="0"/>
                </a:moveTo>
                <a:lnTo>
                  <a:pt x="150571" y="234172"/>
                </a:lnTo>
                <a:lnTo>
                  <a:pt x="306685" y="518106"/>
                </a:lnTo>
              </a:path>
            </a:pathLst>
          </a:cu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237" name="任意多边形 236"/>
          <p:cNvSpPr/>
          <p:nvPr/>
        </p:nvSpPr>
        <p:spPr bwMode="auto">
          <a:xfrm rot="227954">
            <a:off x="7178265" y="4097041"/>
            <a:ext cx="222518" cy="524078"/>
          </a:xfrm>
          <a:custGeom>
            <a:avLst/>
            <a:gdLst>
              <a:gd name="connsiteX0" fmla="*/ 0 w 238863"/>
              <a:gd name="connsiteY0" fmla="*/ 0 h 526247"/>
              <a:gd name="connsiteX1" fmla="*/ 85841 w 238863"/>
              <a:gd name="connsiteY1" fmla="*/ 164219 h 526247"/>
              <a:gd name="connsiteX2" fmla="*/ 179147 w 238863"/>
              <a:gd name="connsiteY2" fmla="*/ 350831 h 526247"/>
              <a:gd name="connsiteX3" fmla="*/ 238863 w 238863"/>
              <a:gd name="connsiteY3" fmla="*/ 526247 h 526247"/>
              <a:gd name="connsiteX0" fmla="*/ 0 w 222995"/>
              <a:gd name="connsiteY0" fmla="*/ 0 h 532198"/>
              <a:gd name="connsiteX1" fmla="*/ 69973 w 222995"/>
              <a:gd name="connsiteY1" fmla="*/ 170170 h 532198"/>
              <a:gd name="connsiteX2" fmla="*/ 163279 w 222995"/>
              <a:gd name="connsiteY2" fmla="*/ 356782 h 532198"/>
              <a:gd name="connsiteX3" fmla="*/ 222995 w 222995"/>
              <a:gd name="connsiteY3" fmla="*/ 532198 h 532198"/>
              <a:gd name="connsiteX0" fmla="*/ 0 w 222995"/>
              <a:gd name="connsiteY0" fmla="*/ 0 h 532198"/>
              <a:gd name="connsiteX1" fmla="*/ 97742 w 222995"/>
              <a:gd name="connsiteY1" fmla="*/ 178104 h 532198"/>
              <a:gd name="connsiteX2" fmla="*/ 163279 w 222995"/>
              <a:gd name="connsiteY2" fmla="*/ 356782 h 532198"/>
              <a:gd name="connsiteX3" fmla="*/ 222995 w 222995"/>
              <a:gd name="connsiteY3" fmla="*/ 532198 h 532198"/>
              <a:gd name="connsiteX0" fmla="*/ 0 w 199193"/>
              <a:gd name="connsiteY0" fmla="*/ 0 h 450874"/>
              <a:gd name="connsiteX1" fmla="*/ 97742 w 199193"/>
              <a:gd name="connsiteY1" fmla="*/ 178104 h 450874"/>
              <a:gd name="connsiteX2" fmla="*/ 163279 w 199193"/>
              <a:gd name="connsiteY2" fmla="*/ 356782 h 450874"/>
              <a:gd name="connsiteX3" fmla="*/ 199193 w 199193"/>
              <a:gd name="connsiteY3" fmla="*/ 450874 h 450874"/>
              <a:gd name="connsiteX0" fmla="*/ 0 w 207127"/>
              <a:gd name="connsiteY0" fmla="*/ 0 h 492528"/>
              <a:gd name="connsiteX1" fmla="*/ 97742 w 207127"/>
              <a:gd name="connsiteY1" fmla="*/ 178104 h 492528"/>
              <a:gd name="connsiteX2" fmla="*/ 163279 w 207127"/>
              <a:gd name="connsiteY2" fmla="*/ 356782 h 492528"/>
              <a:gd name="connsiteX3" fmla="*/ 207127 w 207127"/>
              <a:gd name="connsiteY3" fmla="*/ 492528 h 492528"/>
              <a:gd name="connsiteX0" fmla="*/ 0 w 207127"/>
              <a:gd name="connsiteY0" fmla="*/ 0 h 492528"/>
              <a:gd name="connsiteX1" fmla="*/ 105676 w 207127"/>
              <a:gd name="connsiteY1" fmla="*/ 209841 h 492528"/>
              <a:gd name="connsiteX2" fmla="*/ 163279 w 207127"/>
              <a:gd name="connsiteY2" fmla="*/ 356782 h 492528"/>
              <a:gd name="connsiteX3" fmla="*/ 207127 w 207127"/>
              <a:gd name="connsiteY3" fmla="*/ 492528 h 492528"/>
              <a:gd name="connsiteX0" fmla="*/ 0 w 199192"/>
              <a:gd name="connsiteY0" fmla="*/ 0 h 482610"/>
              <a:gd name="connsiteX1" fmla="*/ 105676 w 199192"/>
              <a:gd name="connsiteY1" fmla="*/ 209841 h 482610"/>
              <a:gd name="connsiteX2" fmla="*/ 163279 w 199192"/>
              <a:gd name="connsiteY2" fmla="*/ 356782 h 482610"/>
              <a:gd name="connsiteX3" fmla="*/ 199192 w 199192"/>
              <a:gd name="connsiteY3" fmla="*/ 482610 h 482610"/>
              <a:gd name="connsiteX0" fmla="*/ 0 w 218424"/>
              <a:gd name="connsiteY0" fmla="*/ 0 h 518738"/>
              <a:gd name="connsiteX1" fmla="*/ 105676 w 218424"/>
              <a:gd name="connsiteY1" fmla="*/ 209841 h 518738"/>
              <a:gd name="connsiteX2" fmla="*/ 163279 w 218424"/>
              <a:gd name="connsiteY2" fmla="*/ 356782 h 518738"/>
              <a:gd name="connsiteX3" fmla="*/ 218424 w 218424"/>
              <a:gd name="connsiteY3" fmla="*/ 518738 h 518738"/>
              <a:gd name="connsiteX0" fmla="*/ 0 w 218424"/>
              <a:gd name="connsiteY0" fmla="*/ 0 h 518738"/>
              <a:gd name="connsiteX1" fmla="*/ 105676 w 218424"/>
              <a:gd name="connsiteY1" fmla="*/ 209841 h 518738"/>
              <a:gd name="connsiteX2" fmla="*/ 115180 w 218424"/>
              <a:gd name="connsiteY2" fmla="*/ 215205 h 518738"/>
              <a:gd name="connsiteX3" fmla="*/ 163279 w 218424"/>
              <a:gd name="connsiteY3" fmla="*/ 356782 h 518738"/>
              <a:gd name="connsiteX4" fmla="*/ 218424 w 218424"/>
              <a:gd name="connsiteY4" fmla="*/ 518738 h 518738"/>
              <a:gd name="connsiteX0" fmla="*/ 0 w 218424"/>
              <a:gd name="connsiteY0" fmla="*/ 0 h 518738"/>
              <a:gd name="connsiteX1" fmla="*/ 115180 w 218424"/>
              <a:gd name="connsiteY1" fmla="*/ 215205 h 518738"/>
              <a:gd name="connsiteX2" fmla="*/ 163279 w 218424"/>
              <a:gd name="connsiteY2" fmla="*/ 356782 h 518738"/>
              <a:gd name="connsiteX3" fmla="*/ 218424 w 218424"/>
              <a:gd name="connsiteY3" fmla="*/ 518738 h 518738"/>
              <a:gd name="connsiteX0" fmla="*/ 0 w 218424"/>
              <a:gd name="connsiteY0" fmla="*/ 0 h 518738"/>
              <a:gd name="connsiteX1" fmla="*/ 115180 w 218424"/>
              <a:gd name="connsiteY1" fmla="*/ 215205 h 518738"/>
              <a:gd name="connsiteX2" fmla="*/ 163279 w 218424"/>
              <a:gd name="connsiteY2" fmla="*/ 356782 h 518738"/>
              <a:gd name="connsiteX3" fmla="*/ 175593 w 218424"/>
              <a:gd name="connsiteY3" fmla="*/ 364552 h 518738"/>
              <a:gd name="connsiteX4" fmla="*/ 218424 w 218424"/>
              <a:gd name="connsiteY4" fmla="*/ 518738 h 518738"/>
              <a:gd name="connsiteX0" fmla="*/ 0 w 218424"/>
              <a:gd name="connsiteY0" fmla="*/ 0 h 518738"/>
              <a:gd name="connsiteX1" fmla="*/ 115180 w 218424"/>
              <a:gd name="connsiteY1" fmla="*/ 215205 h 518738"/>
              <a:gd name="connsiteX2" fmla="*/ 175593 w 218424"/>
              <a:gd name="connsiteY2" fmla="*/ 364552 h 518738"/>
              <a:gd name="connsiteX3" fmla="*/ 218424 w 218424"/>
              <a:gd name="connsiteY3" fmla="*/ 518738 h 518738"/>
              <a:gd name="connsiteX0" fmla="*/ 0 w 231458"/>
              <a:gd name="connsiteY0" fmla="*/ 0 h 517873"/>
              <a:gd name="connsiteX1" fmla="*/ 115180 w 231458"/>
              <a:gd name="connsiteY1" fmla="*/ 215205 h 517873"/>
              <a:gd name="connsiteX2" fmla="*/ 175593 w 231458"/>
              <a:gd name="connsiteY2" fmla="*/ 364552 h 517873"/>
              <a:gd name="connsiteX3" fmla="*/ 231458 w 231458"/>
              <a:gd name="connsiteY3" fmla="*/ 517873 h 517873"/>
              <a:gd name="connsiteX0" fmla="*/ 0 w 231458"/>
              <a:gd name="connsiteY0" fmla="*/ 0 h 517873"/>
              <a:gd name="connsiteX1" fmla="*/ 116541 w 231458"/>
              <a:gd name="connsiteY1" fmla="*/ 235687 h 517873"/>
              <a:gd name="connsiteX2" fmla="*/ 175593 w 231458"/>
              <a:gd name="connsiteY2" fmla="*/ 364552 h 517873"/>
              <a:gd name="connsiteX3" fmla="*/ 231458 w 231458"/>
              <a:gd name="connsiteY3" fmla="*/ 517873 h 517873"/>
              <a:gd name="connsiteX0" fmla="*/ 0 w 222271"/>
              <a:gd name="connsiteY0" fmla="*/ 0 h 520354"/>
              <a:gd name="connsiteX1" fmla="*/ 107354 w 222271"/>
              <a:gd name="connsiteY1" fmla="*/ 238168 h 520354"/>
              <a:gd name="connsiteX2" fmla="*/ 166406 w 222271"/>
              <a:gd name="connsiteY2" fmla="*/ 367033 h 520354"/>
              <a:gd name="connsiteX3" fmla="*/ 222271 w 222271"/>
              <a:gd name="connsiteY3" fmla="*/ 520354 h 520354"/>
              <a:gd name="connsiteX0" fmla="*/ 0 w 221653"/>
              <a:gd name="connsiteY0" fmla="*/ 0 h 511043"/>
              <a:gd name="connsiteX1" fmla="*/ 107354 w 221653"/>
              <a:gd name="connsiteY1" fmla="*/ 238168 h 511043"/>
              <a:gd name="connsiteX2" fmla="*/ 166406 w 221653"/>
              <a:gd name="connsiteY2" fmla="*/ 367033 h 511043"/>
              <a:gd name="connsiteX3" fmla="*/ 221653 w 221653"/>
              <a:gd name="connsiteY3" fmla="*/ 511043 h 511043"/>
              <a:gd name="connsiteX0" fmla="*/ 0 w 222518"/>
              <a:gd name="connsiteY0" fmla="*/ 0 h 524078"/>
              <a:gd name="connsiteX1" fmla="*/ 107354 w 222518"/>
              <a:gd name="connsiteY1" fmla="*/ 238168 h 524078"/>
              <a:gd name="connsiteX2" fmla="*/ 166406 w 222518"/>
              <a:gd name="connsiteY2" fmla="*/ 367033 h 524078"/>
              <a:gd name="connsiteX3" fmla="*/ 222518 w 222518"/>
              <a:gd name="connsiteY3" fmla="*/ 524078 h 524078"/>
            </a:gdLst>
            <a:ahLst/>
            <a:cxnLst>
              <a:cxn ang="0">
                <a:pos x="connsiteX0" y="connsiteY0"/>
              </a:cxn>
              <a:cxn ang="0">
                <a:pos x="connsiteX1" y="connsiteY1"/>
              </a:cxn>
              <a:cxn ang="0">
                <a:pos x="connsiteX2" y="connsiteY2"/>
              </a:cxn>
              <a:cxn ang="0">
                <a:pos x="connsiteX3" y="connsiteY3"/>
              </a:cxn>
            </a:cxnLst>
            <a:rect l="l" t="t" r="r" b="b"/>
            <a:pathLst>
              <a:path w="222518" h="524078">
                <a:moveTo>
                  <a:pt x="0" y="0"/>
                </a:moveTo>
                <a:lnTo>
                  <a:pt x="107354" y="238168"/>
                </a:lnTo>
                <a:lnTo>
                  <a:pt x="166406" y="367033"/>
                </a:lnTo>
                <a:lnTo>
                  <a:pt x="222518" y="524078"/>
                </a:lnTo>
              </a:path>
            </a:pathLst>
          </a:cu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238" name="任意多边形 237"/>
          <p:cNvSpPr/>
          <p:nvPr/>
        </p:nvSpPr>
        <p:spPr bwMode="auto">
          <a:xfrm rot="167757">
            <a:off x="6646428" y="4270027"/>
            <a:ext cx="167011" cy="440850"/>
          </a:xfrm>
          <a:custGeom>
            <a:avLst/>
            <a:gdLst>
              <a:gd name="connsiteX0" fmla="*/ 0 w 182880"/>
              <a:gd name="connsiteY0" fmla="*/ 0 h 496388"/>
              <a:gd name="connsiteX1" fmla="*/ 63448 w 182880"/>
              <a:gd name="connsiteY1" fmla="*/ 153022 h 496388"/>
              <a:gd name="connsiteX2" fmla="*/ 130628 w 182880"/>
              <a:gd name="connsiteY2" fmla="*/ 328437 h 496388"/>
              <a:gd name="connsiteX3" fmla="*/ 182880 w 182880"/>
              <a:gd name="connsiteY3" fmla="*/ 496388 h 496388"/>
              <a:gd name="connsiteX0" fmla="*/ 0 w 167011"/>
              <a:gd name="connsiteY0" fmla="*/ 0 h 440850"/>
              <a:gd name="connsiteX1" fmla="*/ 63448 w 167011"/>
              <a:gd name="connsiteY1" fmla="*/ 153022 h 440850"/>
              <a:gd name="connsiteX2" fmla="*/ 130628 w 167011"/>
              <a:gd name="connsiteY2" fmla="*/ 328437 h 440850"/>
              <a:gd name="connsiteX3" fmla="*/ 167011 w 167011"/>
              <a:gd name="connsiteY3" fmla="*/ 440850 h 440850"/>
              <a:gd name="connsiteX0" fmla="*/ 0 w 167011"/>
              <a:gd name="connsiteY0" fmla="*/ 0 h 440850"/>
              <a:gd name="connsiteX1" fmla="*/ 63448 w 167011"/>
              <a:gd name="connsiteY1" fmla="*/ 153022 h 440850"/>
              <a:gd name="connsiteX2" fmla="*/ 130628 w 167011"/>
              <a:gd name="connsiteY2" fmla="*/ 328437 h 440850"/>
              <a:gd name="connsiteX3" fmla="*/ 167011 w 167011"/>
              <a:gd name="connsiteY3" fmla="*/ 440850 h 440850"/>
            </a:gdLst>
            <a:ahLst/>
            <a:cxnLst>
              <a:cxn ang="0">
                <a:pos x="connsiteX0" y="connsiteY0"/>
              </a:cxn>
              <a:cxn ang="0">
                <a:pos x="connsiteX1" y="connsiteY1"/>
              </a:cxn>
              <a:cxn ang="0">
                <a:pos x="connsiteX2" y="connsiteY2"/>
              </a:cxn>
              <a:cxn ang="0">
                <a:pos x="connsiteX3" y="connsiteY3"/>
              </a:cxn>
            </a:cxnLst>
            <a:rect l="l" t="t" r="r" b="b"/>
            <a:pathLst>
              <a:path w="167011" h="440850">
                <a:moveTo>
                  <a:pt x="0" y="0"/>
                </a:moveTo>
                <a:lnTo>
                  <a:pt x="63448" y="153022"/>
                </a:lnTo>
                <a:lnTo>
                  <a:pt x="130628" y="328437"/>
                </a:lnTo>
                <a:lnTo>
                  <a:pt x="167011" y="440850"/>
                </a:lnTo>
              </a:path>
            </a:pathLst>
          </a:cu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239" name="任意多边形 238"/>
          <p:cNvSpPr/>
          <p:nvPr/>
        </p:nvSpPr>
        <p:spPr bwMode="auto">
          <a:xfrm rot="282901">
            <a:off x="6159756" y="4432858"/>
            <a:ext cx="167937" cy="373825"/>
          </a:xfrm>
          <a:custGeom>
            <a:avLst/>
            <a:gdLst>
              <a:gd name="connsiteX0" fmla="*/ 0 w 205273"/>
              <a:gd name="connsiteY0" fmla="*/ 0 h 440404"/>
              <a:gd name="connsiteX1" fmla="*/ 82109 w 205273"/>
              <a:gd name="connsiteY1" fmla="*/ 134360 h 440404"/>
              <a:gd name="connsiteX2" fmla="*/ 145557 w 205273"/>
              <a:gd name="connsiteY2" fmla="*/ 302311 h 440404"/>
              <a:gd name="connsiteX3" fmla="*/ 205273 w 205273"/>
              <a:gd name="connsiteY3" fmla="*/ 440404 h 440404"/>
              <a:gd name="connsiteX0" fmla="*/ 0 w 205273"/>
              <a:gd name="connsiteY0" fmla="*/ 0 h 440404"/>
              <a:gd name="connsiteX1" fmla="*/ 73026 w 205273"/>
              <a:gd name="connsiteY1" fmla="*/ 152527 h 440404"/>
              <a:gd name="connsiteX2" fmla="*/ 145557 w 205273"/>
              <a:gd name="connsiteY2" fmla="*/ 302311 h 440404"/>
              <a:gd name="connsiteX3" fmla="*/ 205273 w 205273"/>
              <a:gd name="connsiteY3" fmla="*/ 440404 h 440404"/>
              <a:gd name="connsiteX0" fmla="*/ 0 w 167937"/>
              <a:gd name="connsiteY0" fmla="*/ 0 h 373825"/>
              <a:gd name="connsiteX1" fmla="*/ 73026 w 167937"/>
              <a:gd name="connsiteY1" fmla="*/ 152527 h 373825"/>
              <a:gd name="connsiteX2" fmla="*/ 145557 w 167937"/>
              <a:gd name="connsiteY2" fmla="*/ 302311 h 373825"/>
              <a:gd name="connsiteX3" fmla="*/ 167937 w 167937"/>
              <a:gd name="connsiteY3" fmla="*/ 373825 h 373825"/>
              <a:gd name="connsiteX0" fmla="*/ 0 w 167937"/>
              <a:gd name="connsiteY0" fmla="*/ 0 h 373825"/>
              <a:gd name="connsiteX1" fmla="*/ 73026 w 167937"/>
              <a:gd name="connsiteY1" fmla="*/ 152527 h 373825"/>
              <a:gd name="connsiteX2" fmla="*/ 130578 w 167937"/>
              <a:gd name="connsiteY2" fmla="*/ 289616 h 373825"/>
              <a:gd name="connsiteX3" fmla="*/ 167937 w 167937"/>
              <a:gd name="connsiteY3" fmla="*/ 373825 h 373825"/>
            </a:gdLst>
            <a:ahLst/>
            <a:cxnLst>
              <a:cxn ang="0">
                <a:pos x="connsiteX0" y="connsiteY0"/>
              </a:cxn>
              <a:cxn ang="0">
                <a:pos x="connsiteX1" y="connsiteY1"/>
              </a:cxn>
              <a:cxn ang="0">
                <a:pos x="connsiteX2" y="connsiteY2"/>
              </a:cxn>
              <a:cxn ang="0">
                <a:pos x="connsiteX3" y="connsiteY3"/>
              </a:cxn>
            </a:cxnLst>
            <a:rect l="l" t="t" r="r" b="b"/>
            <a:pathLst>
              <a:path w="167937" h="373825">
                <a:moveTo>
                  <a:pt x="0" y="0"/>
                </a:moveTo>
                <a:lnTo>
                  <a:pt x="73026" y="152527"/>
                </a:lnTo>
                <a:lnTo>
                  <a:pt x="130578" y="289616"/>
                </a:lnTo>
                <a:lnTo>
                  <a:pt x="167937" y="373825"/>
                </a:lnTo>
              </a:path>
            </a:pathLst>
          </a:cu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240" name="任意多边形 239"/>
          <p:cNvSpPr/>
          <p:nvPr/>
        </p:nvSpPr>
        <p:spPr bwMode="auto">
          <a:xfrm>
            <a:off x="5972757" y="4497813"/>
            <a:ext cx="89812" cy="363072"/>
          </a:xfrm>
          <a:custGeom>
            <a:avLst/>
            <a:gdLst>
              <a:gd name="connsiteX0" fmla="*/ 0 w 153022"/>
              <a:gd name="connsiteY0" fmla="*/ 0 h 522514"/>
              <a:gd name="connsiteX1" fmla="*/ 63448 w 153022"/>
              <a:gd name="connsiteY1" fmla="*/ 160486 h 522514"/>
              <a:gd name="connsiteX2" fmla="*/ 104503 w 153022"/>
              <a:gd name="connsiteY2" fmla="*/ 339634 h 522514"/>
              <a:gd name="connsiteX3" fmla="*/ 153022 w 153022"/>
              <a:gd name="connsiteY3" fmla="*/ 522514 h 522514"/>
              <a:gd name="connsiteX0" fmla="*/ 0 w 104503"/>
              <a:gd name="connsiteY0" fmla="*/ 0 h 339634"/>
              <a:gd name="connsiteX1" fmla="*/ 63448 w 104503"/>
              <a:gd name="connsiteY1" fmla="*/ 160486 h 339634"/>
              <a:gd name="connsiteX2" fmla="*/ 104503 w 104503"/>
              <a:gd name="connsiteY2" fmla="*/ 339634 h 339634"/>
              <a:gd name="connsiteX0" fmla="*/ 0 w 124338"/>
              <a:gd name="connsiteY0" fmla="*/ 0 h 357485"/>
              <a:gd name="connsiteX1" fmla="*/ 63448 w 124338"/>
              <a:gd name="connsiteY1" fmla="*/ 160486 h 357485"/>
              <a:gd name="connsiteX2" fmla="*/ 124338 w 124338"/>
              <a:gd name="connsiteY2" fmla="*/ 357485 h 357485"/>
              <a:gd name="connsiteX0" fmla="*/ 0 w 124338"/>
              <a:gd name="connsiteY0" fmla="*/ 0 h 357485"/>
              <a:gd name="connsiteX1" fmla="*/ 77333 w 124338"/>
              <a:gd name="connsiteY1" fmla="*/ 154536 h 357485"/>
              <a:gd name="connsiteX2" fmla="*/ 124338 w 124338"/>
              <a:gd name="connsiteY2" fmla="*/ 357485 h 357485"/>
              <a:gd name="connsiteX0" fmla="*/ 0 w 124338"/>
              <a:gd name="connsiteY0" fmla="*/ 0 h 357485"/>
              <a:gd name="connsiteX1" fmla="*/ 28583 w 124338"/>
              <a:gd name="connsiteY1" fmla="*/ 6314 h 357485"/>
              <a:gd name="connsiteX2" fmla="*/ 77333 w 124338"/>
              <a:gd name="connsiteY2" fmla="*/ 154536 h 357485"/>
              <a:gd name="connsiteX3" fmla="*/ 124338 w 124338"/>
              <a:gd name="connsiteY3" fmla="*/ 357485 h 357485"/>
              <a:gd name="connsiteX0" fmla="*/ 0 w 126321"/>
              <a:gd name="connsiteY0" fmla="*/ 0 h 363435"/>
              <a:gd name="connsiteX1" fmla="*/ 30566 w 126321"/>
              <a:gd name="connsiteY1" fmla="*/ 12264 h 363435"/>
              <a:gd name="connsiteX2" fmla="*/ 79316 w 126321"/>
              <a:gd name="connsiteY2" fmla="*/ 160486 h 363435"/>
              <a:gd name="connsiteX3" fmla="*/ 126321 w 126321"/>
              <a:gd name="connsiteY3" fmla="*/ 363435 h 363435"/>
              <a:gd name="connsiteX0" fmla="*/ 0 w 126321"/>
              <a:gd name="connsiteY0" fmla="*/ 0 h 363435"/>
              <a:gd name="connsiteX1" fmla="*/ 79316 w 126321"/>
              <a:gd name="connsiteY1" fmla="*/ 160486 h 363435"/>
              <a:gd name="connsiteX2" fmla="*/ 126321 w 126321"/>
              <a:gd name="connsiteY2" fmla="*/ 363435 h 363435"/>
              <a:gd name="connsiteX0" fmla="*/ 0 w 126321"/>
              <a:gd name="connsiteY0" fmla="*/ 11386 h 374821"/>
              <a:gd name="connsiteX1" fmla="*/ 36509 w 126321"/>
              <a:gd name="connsiteY1" fmla="*/ 11749 h 374821"/>
              <a:gd name="connsiteX2" fmla="*/ 79316 w 126321"/>
              <a:gd name="connsiteY2" fmla="*/ 171872 h 374821"/>
              <a:gd name="connsiteX3" fmla="*/ 126321 w 126321"/>
              <a:gd name="connsiteY3" fmla="*/ 374821 h 374821"/>
              <a:gd name="connsiteX0" fmla="*/ 0 w 89812"/>
              <a:gd name="connsiteY0" fmla="*/ 0 h 363072"/>
              <a:gd name="connsiteX1" fmla="*/ 42807 w 89812"/>
              <a:gd name="connsiteY1" fmla="*/ 160123 h 363072"/>
              <a:gd name="connsiteX2" fmla="*/ 89812 w 89812"/>
              <a:gd name="connsiteY2" fmla="*/ 363072 h 363072"/>
            </a:gdLst>
            <a:ahLst/>
            <a:cxnLst>
              <a:cxn ang="0">
                <a:pos x="connsiteX0" y="connsiteY0"/>
              </a:cxn>
              <a:cxn ang="0">
                <a:pos x="connsiteX1" y="connsiteY1"/>
              </a:cxn>
              <a:cxn ang="0">
                <a:pos x="connsiteX2" y="connsiteY2"/>
              </a:cxn>
            </a:cxnLst>
            <a:rect l="l" t="t" r="r" b="b"/>
            <a:pathLst>
              <a:path w="89812" h="363072">
                <a:moveTo>
                  <a:pt x="0" y="0"/>
                </a:moveTo>
                <a:cubicBezTo>
                  <a:pt x="13219" y="26748"/>
                  <a:pt x="21888" y="100603"/>
                  <a:pt x="42807" y="160123"/>
                </a:cubicBezTo>
                <a:lnTo>
                  <a:pt x="89812" y="363072"/>
                </a:lnTo>
              </a:path>
            </a:pathLst>
          </a:cu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241" name="任意多边形 240"/>
          <p:cNvSpPr/>
          <p:nvPr/>
        </p:nvSpPr>
        <p:spPr bwMode="auto">
          <a:xfrm>
            <a:off x="5783674" y="4566146"/>
            <a:ext cx="72533" cy="327183"/>
          </a:xfrm>
          <a:custGeom>
            <a:avLst/>
            <a:gdLst>
              <a:gd name="connsiteX0" fmla="*/ 0 w 119432"/>
              <a:gd name="connsiteY0" fmla="*/ 0 h 406815"/>
              <a:gd name="connsiteX1" fmla="*/ 41054 w 119432"/>
              <a:gd name="connsiteY1" fmla="*/ 100771 h 406815"/>
              <a:gd name="connsiteX2" fmla="*/ 89574 w 119432"/>
              <a:gd name="connsiteY2" fmla="*/ 272454 h 406815"/>
              <a:gd name="connsiteX3" fmla="*/ 119432 w 119432"/>
              <a:gd name="connsiteY3" fmla="*/ 406815 h 406815"/>
              <a:gd name="connsiteX0" fmla="*/ 0 w 119432"/>
              <a:gd name="connsiteY0" fmla="*/ 0 h 406815"/>
              <a:gd name="connsiteX1" fmla="*/ 41054 w 119432"/>
              <a:gd name="connsiteY1" fmla="*/ 144408 h 406815"/>
              <a:gd name="connsiteX2" fmla="*/ 89574 w 119432"/>
              <a:gd name="connsiteY2" fmla="*/ 272454 h 406815"/>
              <a:gd name="connsiteX3" fmla="*/ 119432 w 119432"/>
              <a:gd name="connsiteY3" fmla="*/ 406815 h 406815"/>
              <a:gd name="connsiteX0" fmla="*/ 0 w 119432"/>
              <a:gd name="connsiteY0" fmla="*/ 0 h 406815"/>
              <a:gd name="connsiteX1" fmla="*/ 41054 w 119432"/>
              <a:gd name="connsiteY1" fmla="*/ 144408 h 406815"/>
              <a:gd name="connsiteX2" fmla="*/ 89574 w 119432"/>
              <a:gd name="connsiteY2" fmla="*/ 272454 h 406815"/>
              <a:gd name="connsiteX3" fmla="*/ 72533 w 119432"/>
              <a:gd name="connsiteY3" fmla="*/ 307348 h 406815"/>
              <a:gd name="connsiteX4" fmla="*/ 119432 w 119432"/>
              <a:gd name="connsiteY4" fmla="*/ 406815 h 406815"/>
              <a:gd name="connsiteX0" fmla="*/ 0 w 119432"/>
              <a:gd name="connsiteY0" fmla="*/ 0 h 406815"/>
              <a:gd name="connsiteX1" fmla="*/ 41054 w 119432"/>
              <a:gd name="connsiteY1" fmla="*/ 144408 h 406815"/>
              <a:gd name="connsiteX2" fmla="*/ 77672 w 119432"/>
              <a:gd name="connsiteY2" fmla="*/ 282372 h 406815"/>
              <a:gd name="connsiteX3" fmla="*/ 72533 w 119432"/>
              <a:gd name="connsiteY3" fmla="*/ 307348 h 406815"/>
              <a:gd name="connsiteX4" fmla="*/ 119432 w 119432"/>
              <a:gd name="connsiteY4" fmla="*/ 406815 h 406815"/>
              <a:gd name="connsiteX0" fmla="*/ 0 w 119432"/>
              <a:gd name="connsiteY0" fmla="*/ 0 h 406815"/>
              <a:gd name="connsiteX1" fmla="*/ 41054 w 119432"/>
              <a:gd name="connsiteY1" fmla="*/ 144408 h 406815"/>
              <a:gd name="connsiteX2" fmla="*/ 72533 w 119432"/>
              <a:gd name="connsiteY2" fmla="*/ 307348 h 406815"/>
              <a:gd name="connsiteX3" fmla="*/ 119432 w 119432"/>
              <a:gd name="connsiteY3" fmla="*/ 406815 h 406815"/>
              <a:gd name="connsiteX0" fmla="*/ 0 w 119432"/>
              <a:gd name="connsiteY0" fmla="*/ 0 h 406815"/>
              <a:gd name="connsiteX1" fmla="*/ 41054 w 119432"/>
              <a:gd name="connsiteY1" fmla="*/ 144408 h 406815"/>
              <a:gd name="connsiteX2" fmla="*/ 72533 w 119432"/>
              <a:gd name="connsiteY2" fmla="*/ 327183 h 406815"/>
              <a:gd name="connsiteX3" fmla="*/ 119432 w 119432"/>
              <a:gd name="connsiteY3" fmla="*/ 406815 h 406815"/>
              <a:gd name="connsiteX0" fmla="*/ 0 w 72533"/>
              <a:gd name="connsiteY0" fmla="*/ 0 h 327183"/>
              <a:gd name="connsiteX1" fmla="*/ 41054 w 72533"/>
              <a:gd name="connsiteY1" fmla="*/ 144408 h 327183"/>
              <a:gd name="connsiteX2" fmla="*/ 72533 w 72533"/>
              <a:gd name="connsiteY2" fmla="*/ 327183 h 327183"/>
            </a:gdLst>
            <a:ahLst/>
            <a:cxnLst>
              <a:cxn ang="0">
                <a:pos x="connsiteX0" y="connsiteY0"/>
              </a:cxn>
              <a:cxn ang="0">
                <a:pos x="connsiteX1" y="connsiteY1"/>
              </a:cxn>
              <a:cxn ang="0">
                <a:pos x="connsiteX2" y="connsiteY2"/>
              </a:cxn>
            </a:cxnLst>
            <a:rect l="l" t="t" r="r" b="b"/>
            <a:pathLst>
              <a:path w="72533" h="327183">
                <a:moveTo>
                  <a:pt x="0" y="0"/>
                </a:moveTo>
                <a:lnTo>
                  <a:pt x="41054" y="144408"/>
                </a:lnTo>
                <a:lnTo>
                  <a:pt x="72533" y="327183"/>
                </a:lnTo>
              </a:path>
            </a:pathLst>
          </a:cu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242" name="任意多边形 241"/>
          <p:cNvSpPr/>
          <p:nvPr/>
        </p:nvSpPr>
        <p:spPr bwMode="auto">
          <a:xfrm>
            <a:off x="5625119" y="4645971"/>
            <a:ext cx="14929" cy="264989"/>
          </a:xfrm>
          <a:custGeom>
            <a:avLst/>
            <a:gdLst>
              <a:gd name="connsiteX0" fmla="*/ 0 w 18661"/>
              <a:gd name="connsiteY0" fmla="*/ 0 h 264989"/>
              <a:gd name="connsiteX1" fmla="*/ 18661 w 18661"/>
              <a:gd name="connsiteY1" fmla="*/ 111967 h 264989"/>
              <a:gd name="connsiteX2" fmla="*/ 14929 w 18661"/>
              <a:gd name="connsiteY2" fmla="*/ 164219 h 264989"/>
              <a:gd name="connsiteX3" fmla="*/ 7464 w 18661"/>
              <a:gd name="connsiteY3" fmla="*/ 264989 h 264989"/>
              <a:gd name="connsiteX0" fmla="*/ 0 w 14929"/>
              <a:gd name="connsiteY0" fmla="*/ 0 h 264989"/>
              <a:gd name="connsiteX1" fmla="*/ 14694 w 14929"/>
              <a:gd name="connsiteY1" fmla="*/ 92132 h 264989"/>
              <a:gd name="connsiteX2" fmla="*/ 14929 w 14929"/>
              <a:gd name="connsiteY2" fmla="*/ 164219 h 264989"/>
              <a:gd name="connsiteX3" fmla="*/ 7464 w 14929"/>
              <a:gd name="connsiteY3" fmla="*/ 264989 h 264989"/>
            </a:gdLst>
            <a:ahLst/>
            <a:cxnLst>
              <a:cxn ang="0">
                <a:pos x="connsiteX0" y="connsiteY0"/>
              </a:cxn>
              <a:cxn ang="0">
                <a:pos x="connsiteX1" y="connsiteY1"/>
              </a:cxn>
              <a:cxn ang="0">
                <a:pos x="connsiteX2" y="connsiteY2"/>
              </a:cxn>
              <a:cxn ang="0">
                <a:pos x="connsiteX3" y="connsiteY3"/>
              </a:cxn>
            </a:cxnLst>
            <a:rect l="l" t="t" r="r" b="b"/>
            <a:pathLst>
              <a:path w="14929" h="264989">
                <a:moveTo>
                  <a:pt x="0" y="0"/>
                </a:moveTo>
                <a:lnTo>
                  <a:pt x="14694" y="92132"/>
                </a:lnTo>
                <a:cubicBezTo>
                  <a:pt x="14772" y="116161"/>
                  <a:pt x="14851" y="140190"/>
                  <a:pt x="14929" y="164219"/>
                </a:cubicBezTo>
                <a:lnTo>
                  <a:pt x="7464" y="264989"/>
                </a:lnTo>
              </a:path>
            </a:pathLst>
          </a:cu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243" name="任意多边形 242"/>
          <p:cNvSpPr/>
          <p:nvPr/>
        </p:nvSpPr>
        <p:spPr bwMode="auto">
          <a:xfrm>
            <a:off x="6927325" y="4170769"/>
            <a:ext cx="154993" cy="504310"/>
          </a:xfrm>
          <a:custGeom>
            <a:avLst/>
            <a:gdLst>
              <a:gd name="connsiteX0" fmla="*/ 0 w 182880"/>
              <a:gd name="connsiteY0" fmla="*/ 0 h 496388"/>
              <a:gd name="connsiteX1" fmla="*/ 63448 w 182880"/>
              <a:gd name="connsiteY1" fmla="*/ 153022 h 496388"/>
              <a:gd name="connsiteX2" fmla="*/ 130628 w 182880"/>
              <a:gd name="connsiteY2" fmla="*/ 328437 h 496388"/>
              <a:gd name="connsiteX3" fmla="*/ 182880 w 182880"/>
              <a:gd name="connsiteY3" fmla="*/ 496388 h 496388"/>
              <a:gd name="connsiteX0" fmla="*/ 0 w 165028"/>
              <a:gd name="connsiteY0" fmla="*/ 0 h 492421"/>
              <a:gd name="connsiteX1" fmla="*/ 45596 w 165028"/>
              <a:gd name="connsiteY1" fmla="*/ 149055 h 492421"/>
              <a:gd name="connsiteX2" fmla="*/ 112776 w 165028"/>
              <a:gd name="connsiteY2" fmla="*/ 324470 h 492421"/>
              <a:gd name="connsiteX3" fmla="*/ 165028 w 165028"/>
              <a:gd name="connsiteY3" fmla="*/ 492421 h 492421"/>
              <a:gd name="connsiteX0" fmla="*/ 0 w 165028"/>
              <a:gd name="connsiteY0" fmla="*/ 0 h 492421"/>
              <a:gd name="connsiteX1" fmla="*/ 53530 w 165028"/>
              <a:gd name="connsiteY1" fmla="*/ 155006 h 492421"/>
              <a:gd name="connsiteX2" fmla="*/ 112776 w 165028"/>
              <a:gd name="connsiteY2" fmla="*/ 324470 h 492421"/>
              <a:gd name="connsiteX3" fmla="*/ 165028 w 165028"/>
              <a:gd name="connsiteY3" fmla="*/ 492421 h 492421"/>
              <a:gd name="connsiteX0" fmla="*/ 0 w 153127"/>
              <a:gd name="connsiteY0" fmla="*/ 0 h 472586"/>
              <a:gd name="connsiteX1" fmla="*/ 53530 w 153127"/>
              <a:gd name="connsiteY1" fmla="*/ 155006 h 472586"/>
              <a:gd name="connsiteX2" fmla="*/ 112776 w 153127"/>
              <a:gd name="connsiteY2" fmla="*/ 324470 h 472586"/>
              <a:gd name="connsiteX3" fmla="*/ 153127 w 153127"/>
              <a:gd name="connsiteY3" fmla="*/ 472586 h 472586"/>
              <a:gd name="connsiteX0" fmla="*/ 0 w 158725"/>
              <a:gd name="connsiteY0" fmla="*/ 0 h 491247"/>
              <a:gd name="connsiteX1" fmla="*/ 53530 w 158725"/>
              <a:gd name="connsiteY1" fmla="*/ 155006 h 491247"/>
              <a:gd name="connsiteX2" fmla="*/ 112776 w 158725"/>
              <a:gd name="connsiteY2" fmla="*/ 324470 h 491247"/>
              <a:gd name="connsiteX3" fmla="*/ 158725 w 158725"/>
              <a:gd name="connsiteY3" fmla="*/ 491247 h 491247"/>
              <a:gd name="connsiteX0" fmla="*/ 0 w 154993"/>
              <a:gd name="connsiteY0" fmla="*/ 0 h 504310"/>
              <a:gd name="connsiteX1" fmla="*/ 53530 w 154993"/>
              <a:gd name="connsiteY1" fmla="*/ 155006 h 504310"/>
              <a:gd name="connsiteX2" fmla="*/ 112776 w 154993"/>
              <a:gd name="connsiteY2" fmla="*/ 324470 h 504310"/>
              <a:gd name="connsiteX3" fmla="*/ 154993 w 154993"/>
              <a:gd name="connsiteY3" fmla="*/ 504310 h 504310"/>
            </a:gdLst>
            <a:ahLst/>
            <a:cxnLst>
              <a:cxn ang="0">
                <a:pos x="connsiteX0" y="connsiteY0"/>
              </a:cxn>
              <a:cxn ang="0">
                <a:pos x="connsiteX1" y="connsiteY1"/>
              </a:cxn>
              <a:cxn ang="0">
                <a:pos x="connsiteX2" y="connsiteY2"/>
              </a:cxn>
              <a:cxn ang="0">
                <a:pos x="connsiteX3" y="connsiteY3"/>
              </a:cxn>
            </a:cxnLst>
            <a:rect l="l" t="t" r="r" b="b"/>
            <a:pathLst>
              <a:path w="154993" h="504310">
                <a:moveTo>
                  <a:pt x="0" y="0"/>
                </a:moveTo>
                <a:lnTo>
                  <a:pt x="53530" y="155006"/>
                </a:lnTo>
                <a:lnTo>
                  <a:pt x="112776" y="324470"/>
                </a:lnTo>
                <a:lnTo>
                  <a:pt x="154993" y="504310"/>
                </a:lnTo>
              </a:path>
            </a:pathLst>
          </a:cu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244" name="任意多边形 243"/>
          <p:cNvSpPr/>
          <p:nvPr/>
        </p:nvSpPr>
        <p:spPr bwMode="auto">
          <a:xfrm rot="438297">
            <a:off x="6387767" y="4362353"/>
            <a:ext cx="182435" cy="385899"/>
          </a:xfrm>
          <a:custGeom>
            <a:avLst/>
            <a:gdLst>
              <a:gd name="connsiteX0" fmla="*/ 0 w 205273"/>
              <a:gd name="connsiteY0" fmla="*/ 0 h 440404"/>
              <a:gd name="connsiteX1" fmla="*/ 82109 w 205273"/>
              <a:gd name="connsiteY1" fmla="*/ 134360 h 440404"/>
              <a:gd name="connsiteX2" fmla="*/ 145557 w 205273"/>
              <a:gd name="connsiteY2" fmla="*/ 302311 h 440404"/>
              <a:gd name="connsiteX3" fmla="*/ 205273 w 205273"/>
              <a:gd name="connsiteY3" fmla="*/ 440404 h 440404"/>
              <a:gd name="connsiteX0" fmla="*/ 0 w 205273"/>
              <a:gd name="connsiteY0" fmla="*/ 0 h 440404"/>
              <a:gd name="connsiteX1" fmla="*/ 73026 w 205273"/>
              <a:gd name="connsiteY1" fmla="*/ 152527 h 440404"/>
              <a:gd name="connsiteX2" fmla="*/ 145557 w 205273"/>
              <a:gd name="connsiteY2" fmla="*/ 302311 h 440404"/>
              <a:gd name="connsiteX3" fmla="*/ 205273 w 205273"/>
              <a:gd name="connsiteY3" fmla="*/ 440404 h 440404"/>
              <a:gd name="connsiteX0" fmla="*/ 0 w 172705"/>
              <a:gd name="connsiteY0" fmla="*/ 0 h 383383"/>
              <a:gd name="connsiteX1" fmla="*/ 73026 w 172705"/>
              <a:gd name="connsiteY1" fmla="*/ 152527 h 383383"/>
              <a:gd name="connsiteX2" fmla="*/ 145557 w 172705"/>
              <a:gd name="connsiteY2" fmla="*/ 302311 h 383383"/>
              <a:gd name="connsiteX3" fmla="*/ 172705 w 172705"/>
              <a:gd name="connsiteY3" fmla="*/ 383383 h 383383"/>
              <a:gd name="connsiteX0" fmla="*/ 0 w 172705"/>
              <a:gd name="connsiteY0" fmla="*/ 0 h 383383"/>
              <a:gd name="connsiteX1" fmla="*/ 93481 w 172705"/>
              <a:gd name="connsiteY1" fmla="*/ 180008 h 383383"/>
              <a:gd name="connsiteX2" fmla="*/ 145557 w 172705"/>
              <a:gd name="connsiteY2" fmla="*/ 302311 h 383383"/>
              <a:gd name="connsiteX3" fmla="*/ 172705 w 172705"/>
              <a:gd name="connsiteY3" fmla="*/ 383383 h 383383"/>
              <a:gd name="connsiteX0" fmla="*/ 0 w 172705"/>
              <a:gd name="connsiteY0" fmla="*/ 0 h 383383"/>
              <a:gd name="connsiteX1" fmla="*/ 93481 w 172705"/>
              <a:gd name="connsiteY1" fmla="*/ 180008 h 383383"/>
              <a:gd name="connsiteX2" fmla="*/ 172705 w 172705"/>
              <a:gd name="connsiteY2" fmla="*/ 383383 h 383383"/>
              <a:gd name="connsiteX0" fmla="*/ 0 w 182435"/>
              <a:gd name="connsiteY0" fmla="*/ 0 h 385899"/>
              <a:gd name="connsiteX1" fmla="*/ 93481 w 182435"/>
              <a:gd name="connsiteY1" fmla="*/ 180008 h 385899"/>
              <a:gd name="connsiteX2" fmla="*/ 182435 w 182435"/>
              <a:gd name="connsiteY2" fmla="*/ 385899 h 385899"/>
            </a:gdLst>
            <a:ahLst/>
            <a:cxnLst>
              <a:cxn ang="0">
                <a:pos x="connsiteX0" y="connsiteY0"/>
              </a:cxn>
              <a:cxn ang="0">
                <a:pos x="connsiteX1" y="connsiteY1"/>
              </a:cxn>
              <a:cxn ang="0">
                <a:pos x="connsiteX2" y="connsiteY2"/>
              </a:cxn>
            </a:cxnLst>
            <a:rect l="l" t="t" r="r" b="b"/>
            <a:pathLst>
              <a:path w="182435" h="385899">
                <a:moveTo>
                  <a:pt x="0" y="0"/>
                </a:moveTo>
                <a:lnTo>
                  <a:pt x="93481" y="180008"/>
                </a:lnTo>
                <a:lnTo>
                  <a:pt x="182435" y="385899"/>
                </a:lnTo>
              </a:path>
            </a:pathLst>
          </a:cu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245" name="任意多边形 244"/>
          <p:cNvSpPr/>
          <p:nvPr/>
        </p:nvSpPr>
        <p:spPr bwMode="auto">
          <a:xfrm>
            <a:off x="5443069" y="4738054"/>
            <a:ext cx="3967" cy="152730"/>
          </a:xfrm>
          <a:custGeom>
            <a:avLst/>
            <a:gdLst>
              <a:gd name="connsiteX0" fmla="*/ 3967 w 3967"/>
              <a:gd name="connsiteY0" fmla="*/ 0 h 152730"/>
              <a:gd name="connsiteX1" fmla="*/ 0 w 3967"/>
              <a:gd name="connsiteY1" fmla="*/ 144796 h 152730"/>
              <a:gd name="connsiteX2" fmla="*/ 0 w 3967"/>
              <a:gd name="connsiteY2" fmla="*/ 152730 h 152730"/>
            </a:gdLst>
            <a:ahLst/>
            <a:cxnLst>
              <a:cxn ang="0">
                <a:pos x="connsiteX0" y="connsiteY0"/>
              </a:cxn>
              <a:cxn ang="0">
                <a:pos x="connsiteX1" y="connsiteY1"/>
              </a:cxn>
              <a:cxn ang="0">
                <a:pos x="connsiteX2" y="connsiteY2"/>
              </a:cxn>
            </a:cxnLst>
            <a:rect l="l" t="t" r="r" b="b"/>
            <a:pathLst>
              <a:path w="3967" h="152730">
                <a:moveTo>
                  <a:pt x="3967" y="0"/>
                </a:moveTo>
                <a:lnTo>
                  <a:pt x="0" y="144796"/>
                </a:lnTo>
                <a:lnTo>
                  <a:pt x="0" y="152730"/>
                </a:lnTo>
              </a:path>
            </a:pathLst>
          </a:cu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cxnSp>
        <p:nvCxnSpPr>
          <p:cNvPr id="246" name="直接连接符 245"/>
          <p:cNvCxnSpPr>
            <a:stCxn id="209" idx="3"/>
          </p:cNvCxnSpPr>
          <p:nvPr/>
        </p:nvCxnSpPr>
        <p:spPr bwMode="auto">
          <a:xfrm>
            <a:off x="5445202" y="3195638"/>
            <a:ext cx="1315164" cy="1402034"/>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7" name="直接连接符 246"/>
          <p:cNvCxnSpPr/>
          <p:nvPr/>
        </p:nvCxnSpPr>
        <p:spPr bwMode="auto">
          <a:xfrm>
            <a:off x="6615140" y="4089829"/>
            <a:ext cx="0" cy="645318"/>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8" name="直接连接符 247"/>
          <p:cNvCxnSpPr>
            <a:endCxn id="132" idx="4"/>
          </p:cNvCxnSpPr>
          <p:nvPr/>
        </p:nvCxnSpPr>
        <p:spPr bwMode="auto">
          <a:xfrm>
            <a:off x="6846121" y="3961241"/>
            <a:ext cx="4141" cy="557585"/>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49" name="Text Box 136"/>
          <p:cNvSpPr txBox="1">
            <a:spLocks noChangeArrowheads="1"/>
          </p:cNvSpPr>
          <p:nvPr/>
        </p:nvSpPr>
        <p:spPr bwMode="auto">
          <a:xfrm>
            <a:off x="5430878" y="3422861"/>
            <a:ext cx="478166" cy="3845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1800" b="1" dirty="0">
                <a:solidFill>
                  <a:srgbClr val="000066"/>
                </a:solidFill>
                <a:latin typeface="Times New Roman" panose="02020603050405020304" pitchFamily="18" charset="0"/>
                <a:sym typeface="Symbol" panose="05050102010706020507" pitchFamily="18" charset="2"/>
              </a:rPr>
              <a:t> </a:t>
            </a:r>
            <a:r>
              <a:rPr kumimoji="1" lang="en-US" altLang="zh-CN" sz="1800" b="1" i="1" dirty="0">
                <a:solidFill>
                  <a:srgbClr val="000066"/>
                </a:solidFill>
                <a:latin typeface="Times New Roman" panose="02020603050405020304" pitchFamily="18" charset="0"/>
                <a:sym typeface="Symbol" panose="05050102010706020507" pitchFamily="18" charset="2"/>
              </a:rPr>
              <a:t></a:t>
            </a:r>
            <a:r>
              <a:rPr kumimoji="1" lang="en-US" altLang="zh-CN" sz="1800" b="1" baseline="-25000" dirty="0" err="1">
                <a:solidFill>
                  <a:srgbClr val="000066"/>
                </a:solidFill>
                <a:latin typeface="Times New Roman" panose="02020603050405020304" pitchFamily="18" charset="0"/>
                <a:sym typeface="Symbol" panose="05050102010706020507" pitchFamily="18" charset="2"/>
              </a:rPr>
              <a:t>i</a:t>
            </a:r>
            <a:endParaRPr kumimoji="1" lang="en-US" altLang="zh-CN" sz="1800" b="1" baseline="-25000" dirty="0">
              <a:solidFill>
                <a:srgbClr val="000066"/>
              </a:solidFill>
              <a:latin typeface="Times New Roman" panose="02020603050405020304" pitchFamily="18" charset="0"/>
            </a:endParaRPr>
          </a:p>
        </p:txBody>
      </p:sp>
      <p:sp>
        <p:nvSpPr>
          <p:cNvPr id="250" name="Arc 52"/>
          <p:cNvSpPr>
            <a:spLocks/>
          </p:cNvSpPr>
          <p:nvPr/>
        </p:nvSpPr>
        <p:spPr bwMode="auto">
          <a:xfrm rot="6458630">
            <a:off x="5487618" y="3361097"/>
            <a:ext cx="132426" cy="17244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9525">
            <a:solidFill>
              <a:schemeClr val="tx1"/>
            </a:solidFill>
            <a:round/>
            <a:headEnd type="triangle" w="med" len="me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cxnSp>
        <p:nvCxnSpPr>
          <p:cNvPr id="251" name="直接连接符 250"/>
          <p:cNvCxnSpPr/>
          <p:nvPr/>
        </p:nvCxnSpPr>
        <p:spPr bwMode="auto">
          <a:xfrm>
            <a:off x="2206904" y="2965234"/>
            <a:ext cx="0" cy="2030962"/>
          </a:xfrm>
          <a:prstGeom prst="line">
            <a:avLst/>
          </a:prstGeom>
          <a:noFill/>
          <a:ln w="9525" cap="flat" cmpd="sng" algn="ctr">
            <a:solidFill>
              <a:schemeClr val="tx1"/>
            </a:solidFill>
            <a:prstDash val="dashDot"/>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52" name="任意多边形 251"/>
          <p:cNvSpPr/>
          <p:nvPr/>
        </p:nvSpPr>
        <p:spPr bwMode="auto">
          <a:xfrm>
            <a:off x="1383809" y="3524643"/>
            <a:ext cx="1291321" cy="470776"/>
          </a:xfrm>
          <a:custGeom>
            <a:avLst/>
            <a:gdLst>
              <a:gd name="connsiteX0" fmla="*/ 0 w 559594"/>
              <a:gd name="connsiteY0" fmla="*/ 185737 h 185737"/>
              <a:gd name="connsiteX1" fmla="*/ 221456 w 559594"/>
              <a:gd name="connsiteY1" fmla="*/ 116681 h 185737"/>
              <a:gd name="connsiteX2" fmla="*/ 404812 w 559594"/>
              <a:gd name="connsiteY2" fmla="*/ 47625 h 185737"/>
              <a:gd name="connsiteX3" fmla="*/ 559594 w 559594"/>
              <a:gd name="connsiteY3" fmla="*/ 0 h 185737"/>
              <a:gd name="connsiteX0" fmla="*/ 0 w 552450"/>
              <a:gd name="connsiteY0" fmla="*/ 195262 h 195262"/>
              <a:gd name="connsiteX1" fmla="*/ 214312 w 552450"/>
              <a:gd name="connsiteY1" fmla="*/ 116681 h 195262"/>
              <a:gd name="connsiteX2" fmla="*/ 397668 w 552450"/>
              <a:gd name="connsiteY2" fmla="*/ 47625 h 195262"/>
              <a:gd name="connsiteX3" fmla="*/ 552450 w 552450"/>
              <a:gd name="connsiteY3" fmla="*/ 0 h 195262"/>
              <a:gd name="connsiteX0" fmla="*/ 0 w 528637"/>
              <a:gd name="connsiteY0" fmla="*/ 188118 h 188118"/>
              <a:gd name="connsiteX1" fmla="*/ 190499 w 528637"/>
              <a:gd name="connsiteY1" fmla="*/ 116681 h 188118"/>
              <a:gd name="connsiteX2" fmla="*/ 373855 w 528637"/>
              <a:gd name="connsiteY2" fmla="*/ 47625 h 188118"/>
              <a:gd name="connsiteX3" fmla="*/ 528637 w 528637"/>
              <a:gd name="connsiteY3" fmla="*/ 0 h 188118"/>
              <a:gd name="connsiteX0" fmla="*/ 0 w 528637"/>
              <a:gd name="connsiteY0" fmla="*/ 188118 h 188118"/>
              <a:gd name="connsiteX1" fmla="*/ 180974 w 528637"/>
              <a:gd name="connsiteY1" fmla="*/ 116681 h 188118"/>
              <a:gd name="connsiteX2" fmla="*/ 373855 w 528637"/>
              <a:gd name="connsiteY2" fmla="*/ 47625 h 188118"/>
              <a:gd name="connsiteX3" fmla="*/ 528637 w 528637"/>
              <a:gd name="connsiteY3" fmla="*/ 0 h 188118"/>
              <a:gd name="connsiteX0" fmla="*/ 0 w 528637"/>
              <a:gd name="connsiteY0" fmla="*/ 188118 h 188118"/>
              <a:gd name="connsiteX1" fmla="*/ 63488 w 528637"/>
              <a:gd name="connsiteY1" fmla="*/ 161683 h 188118"/>
              <a:gd name="connsiteX2" fmla="*/ 180974 w 528637"/>
              <a:gd name="connsiteY2" fmla="*/ 116681 h 188118"/>
              <a:gd name="connsiteX3" fmla="*/ 373855 w 528637"/>
              <a:gd name="connsiteY3" fmla="*/ 47625 h 188118"/>
              <a:gd name="connsiteX4" fmla="*/ 528637 w 528637"/>
              <a:gd name="connsiteY4" fmla="*/ 0 h 188118"/>
              <a:gd name="connsiteX0" fmla="*/ 0 w 528637"/>
              <a:gd name="connsiteY0" fmla="*/ 188118 h 188118"/>
              <a:gd name="connsiteX1" fmla="*/ 60897 w 528637"/>
              <a:gd name="connsiteY1" fmla="*/ 165570 h 188118"/>
              <a:gd name="connsiteX2" fmla="*/ 180974 w 528637"/>
              <a:gd name="connsiteY2" fmla="*/ 116681 h 188118"/>
              <a:gd name="connsiteX3" fmla="*/ 373855 w 528637"/>
              <a:gd name="connsiteY3" fmla="*/ 47625 h 188118"/>
              <a:gd name="connsiteX4" fmla="*/ 528637 w 528637"/>
              <a:gd name="connsiteY4" fmla="*/ 0 h 188118"/>
              <a:gd name="connsiteX0" fmla="*/ 0 w 532524"/>
              <a:gd name="connsiteY0" fmla="*/ 195892 h 195892"/>
              <a:gd name="connsiteX1" fmla="*/ 64784 w 532524"/>
              <a:gd name="connsiteY1" fmla="*/ 165570 h 195892"/>
              <a:gd name="connsiteX2" fmla="*/ 184861 w 532524"/>
              <a:gd name="connsiteY2" fmla="*/ 116681 h 195892"/>
              <a:gd name="connsiteX3" fmla="*/ 377742 w 532524"/>
              <a:gd name="connsiteY3" fmla="*/ 47625 h 195892"/>
              <a:gd name="connsiteX4" fmla="*/ 532524 w 532524"/>
              <a:gd name="connsiteY4" fmla="*/ 0 h 195892"/>
              <a:gd name="connsiteX0" fmla="*/ 0 w 467740"/>
              <a:gd name="connsiteY0" fmla="*/ 165570 h 165570"/>
              <a:gd name="connsiteX1" fmla="*/ 120077 w 467740"/>
              <a:gd name="connsiteY1" fmla="*/ 116681 h 165570"/>
              <a:gd name="connsiteX2" fmla="*/ 312958 w 467740"/>
              <a:gd name="connsiteY2" fmla="*/ 47625 h 165570"/>
              <a:gd name="connsiteX3" fmla="*/ 467740 w 467740"/>
              <a:gd name="connsiteY3" fmla="*/ 0 h 165570"/>
              <a:gd name="connsiteX0" fmla="*/ 0 w 431461"/>
              <a:gd name="connsiteY0" fmla="*/ 157796 h 157796"/>
              <a:gd name="connsiteX1" fmla="*/ 120077 w 431461"/>
              <a:gd name="connsiteY1" fmla="*/ 108907 h 157796"/>
              <a:gd name="connsiteX2" fmla="*/ 312958 w 431461"/>
              <a:gd name="connsiteY2" fmla="*/ 39851 h 157796"/>
              <a:gd name="connsiteX3" fmla="*/ 431461 w 431461"/>
              <a:gd name="connsiteY3" fmla="*/ 0 h 157796"/>
              <a:gd name="connsiteX0" fmla="*/ 0 w 427574"/>
              <a:gd name="connsiteY0" fmla="*/ 153909 h 153909"/>
              <a:gd name="connsiteX1" fmla="*/ 120077 w 427574"/>
              <a:gd name="connsiteY1" fmla="*/ 105020 h 153909"/>
              <a:gd name="connsiteX2" fmla="*/ 312958 w 427574"/>
              <a:gd name="connsiteY2" fmla="*/ 35964 h 153909"/>
              <a:gd name="connsiteX3" fmla="*/ 427574 w 427574"/>
              <a:gd name="connsiteY3" fmla="*/ 0 h 153909"/>
              <a:gd name="connsiteX0" fmla="*/ 0 w 461262"/>
              <a:gd name="connsiteY0" fmla="*/ 168162 h 168162"/>
              <a:gd name="connsiteX1" fmla="*/ 153765 w 461262"/>
              <a:gd name="connsiteY1" fmla="*/ 105020 h 168162"/>
              <a:gd name="connsiteX2" fmla="*/ 346646 w 461262"/>
              <a:gd name="connsiteY2" fmla="*/ 35964 h 168162"/>
              <a:gd name="connsiteX3" fmla="*/ 461262 w 461262"/>
              <a:gd name="connsiteY3" fmla="*/ 0 h 168162"/>
            </a:gdLst>
            <a:ahLst/>
            <a:cxnLst>
              <a:cxn ang="0">
                <a:pos x="connsiteX0" y="connsiteY0"/>
              </a:cxn>
              <a:cxn ang="0">
                <a:pos x="connsiteX1" y="connsiteY1"/>
              </a:cxn>
              <a:cxn ang="0">
                <a:pos x="connsiteX2" y="connsiteY2"/>
              </a:cxn>
              <a:cxn ang="0">
                <a:pos x="connsiteX3" y="connsiteY3"/>
              </a:cxn>
            </a:cxnLst>
            <a:rect l="l" t="t" r="r" b="b"/>
            <a:pathLst>
              <a:path w="461262" h="168162">
                <a:moveTo>
                  <a:pt x="0" y="168162"/>
                </a:moveTo>
                <a:cubicBezTo>
                  <a:pt x="30162" y="156256"/>
                  <a:pt x="95991" y="127053"/>
                  <a:pt x="153765" y="105020"/>
                </a:cubicBezTo>
                <a:cubicBezTo>
                  <a:pt x="211539" y="82987"/>
                  <a:pt x="295397" y="53467"/>
                  <a:pt x="346646" y="35964"/>
                </a:cubicBezTo>
                <a:cubicBezTo>
                  <a:pt x="397895" y="18461"/>
                  <a:pt x="412049" y="14089"/>
                  <a:pt x="461262" y="0"/>
                </a:cubicBezTo>
              </a:path>
            </a:pathLst>
          </a:custGeom>
          <a:noFill/>
          <a:ln w="19050" cap="flat" cmpd="sng" algn="ctr">
            <a:solidFill>
              <a:srgbClr val="0000F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grpSp>
        <p:nvGrpSpPr>
          <p:cNvPr id="253" name="Group 2438"/>
          <p:cNvGrpSpPr>
            <a:grpSpLocks/>
          </p:cNvGrpSpPr>
          <p:nvPr/>
        </p:nvGrpSpPr>
        <p:grpSpPr bwMode="auto">
          <a:xfrm rot="20169434" flipH="1">
            <a:off x="1398333" y="3850410"/>
            <a:ext cx="254826" cy="199155"/>
            <a:chOff x="355" y="513"/>
            <a:chExt cx="204" cy="175"/>
          </a:xfrm>
        </p:grpSpPr>
        <p:sp>
          <p:nvSpPr>
            <p:cNvPr id="254" name="AutoShape 2439"/>
            <p:cNvSpPr>
              <a:spLocks noChangeArrowheads="1"/>
            </p:cNvSpPr>
            <p:nvPr/>
          </p:nvSpPr>
          <p:spPr bwMode="auto">
            <a:xfrm flipV="1">
              <a:off x="420" y="513"/>
              <a:ext cx="94" cy="78"/>
            </a:xfrm>
            <a:prstGeom prst="triangle">
              <a:avLst>
                <a:gd name="adj" fmla="val 50000"/>
              </a:avLst>
            </a:prstGeom>
            <a:noFill/>
            <a:ln w="63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5" name="Line 2440"/>
            <p:cNvSpPr>
              <a:spLocks noChangeShapeType="1"/>
            </p:cNvSpPr>
            <p:nvPr/>
          </p:nvSpPr>
          <p:spPr bwMode="auto">
            <a:xfrm>
              <a:off x="355" y="626"/>
              <a:ext cx="90" cy="0"/>
            </a:xfrm>
            <a:prstGeom prst="line">
              <a:avLst/>
            </a:prstGeom>
            <a:noFill/>
            <a:ln w="63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56" name="Line 2441"/>
            <p:cNvSpPr>
              <a:spLocks noChangeShapeType="1"/>
            </p:cNvSpPr>
            <p:nvPr/>
          </p:nvSpPr>
          <p:spPr bwMode="auto">
            <a:xfrm>
              <a:off x="469" y="626"/>
              <a:ext cx="90" cy="0"/>
            </a:xfrm>
            <a:prstGeom prst="line">
              <a:avLst/>
            </a:prstGeom>
            <a:noFill/>
            <a:ln w="63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57" name="Line 2442"/>
            <p:cNvSpPr>
              <a:spLocks noChangeShapeType="1"/>
            </p:cNvSpPr>
            <p:nvPr/>
          </p:nvSpPr>
          <p:spPr bwMode="auto">
            <a:xfrm>
              <a:off x="409" y="657"/>
              <a:ext cx="116" cy="0"/>
            </a:xfrm>
            <a:prstGeom prst="line">
              <a:avLst/>
            </a:prstGeom>
            <a:noFill/>
            <a:ln w="63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58" name="Line 2443"/>
            <p:cNvSpPr>
              <a:spLocks noChangeShapeType="1"/>
            </p:cNvSpPr>
            <p:nvPr/>
          </p:nvSpPr>
          <p:spPr bwMode="auto">
            <a:xfrm>
              <a:off x="453" y="688"/>
              <a:ext cx="40" cy="0"/>
            </a:xfrm>
            <a:prstGeom prst="line">
              <a:avLst/>
            </a:prstGeom>
            <a:noFill/>
            <a:ln w="63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259" name="矩形 258"/>
          <p:cNvSpPr/>
          <p:nvPr/>
        </p:nvSpPr>
        <p:spPr>
          <a:xfrm>
            <a:off x="603761" y="3778480"/>
            <a:ext cx="805029" cy="375487"/>
          </a:xfrm>
          <a:prstGeom prst="rect">
            <a:avLst/>
          </a:prstGeom>
        </p:spPr>
        <p:txBody>
          <a:bodyPr wrap="none">
            <a:spAutoFit/>
          </a:bodyPr>
          <a:lstStyle/>
          <a:p>
            <a:pPr algn="ctr" eaLnBrk="1" hangingPunct="1">
              <a:spcBef>
                <a:spcPct val="20000"/>
              </a:spcBef>
            </a:pPr>
            <a:r>
              <a:rPr kumimoji="1" lang="zh-CN" altLang="en-US" sz="1600" b="1" dirty="0">
                <a:solidFill>
                  <a:srgbClr val="0000FF"/>
                </a:solidFill>
                <a:latin typeface="幼圆" panose="02010509060101010101" pitchFamily="49" charset="-122"/>
                <a:ea typeface="幼圆" panose="02010509060101010101" pitchFamily="49" charset="-122"/>
              </a:rPr>
              <a:t>浸润线</a:t>
            </a:r>
          </a:p>
        </p:txBody>
      </p:sp>
      <p:cxnSp>
        <p:nvCxnSpPr>
          <p:cNvPr id="260" name="直接连接符 259"/>
          <p:cNvCxnSpPr/>
          <p:nvPr/>
        </p:nvCxnSpPr>
        <p:spPr bwMode="auto">
          <a:xfrm>
            <a:off x="1790645" y="3676810"/>
            <a:ext cx="1492033" cy="0"/>
          </a:xfrm>
          <a:prstGeom prst="line">
            <a:avLst/>
          </a:prstGeom>
          <a:noFill/>
          <a:ln w="6350" cap="flat" cmpd="sng" algn="ctr">
            <a:solidFill>
              <a:schemeClr val="tx1"/>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1" name="直接箭头连接符 260"/>
          <p:cNvCxnSpPr/>
          <p:nvPr/>
        </p:nvCxnSpPr>
        <p:spPr bwMode="auto">
          <a:xfrm flipV="1">
            <a:off x="2872203" y="3096691"/>
            <a:ext cx="0" cy="580762"/>
          </a:xfrm>
          <a:prstGeom prst="straightConnector1">
            <a:avLst/>
          </a:prstGeom>
          <a:noFill/>
          <a:ln w="12700" cap="flat" cmpd="sng" algn="ctr">
            <a:solidFill>
              <a:schemeClr val="tx1"/>
            </a:solidFill>
            <a:prstDash val="solid"/>
            <a:round/>
            <a:headEnd type="triangl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62" name="Text Box 51"/>
          <p:cNvSpPr txBox="1">
            <a:spLocks noChangeArrowheads="1"/>
          </p:cNvSpPr>
          <p:nvPr/>
        </p:nvSpPr>
        <p:spPr bwMode="auto">
          <a:xfrm>
            <a:off x="2883392" y="4016230"/>
            <a:ext cx="520181" cy="4409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lnSpc>
                <a:spcPct val="125000"/>
              </a:lnSpc>
            </a:pPr>
            <a:r>
              <a:rPr kumimoji="1" lang="en-US" altLang="zh-CN" sz="2000" b="1" i="1" dirty="0">
                <a:solidFill>
                  <a:srgbClr val="C00000"/>
                </a:solidFill>
                <a:latin typeface="Times New Roman" panose="02020603050405020304" pitchFamily="18" charset="0"/>
              </a:rPr>
              <a:t>h</a:t>
            </a:r>
            <a:r>
              <a:rPr kumimoji="1" lang="en-US" altLang="zh-CN" sz="2000" b="1" baseline="-25000" dirty="0">
                <a:solidFill>
                  <a:srgbClr val="C00000"/>
                </a:solidFill>
                <a:latin typeface="Times New Roman" panose="02020603050405020304" pitchFamily="18" charset="0"/>
              </a:rPr>
              <a:t>2i</a:t>
            </a:r>
          </a:p>
        </p:txBody>
      </p:sp>
      <p:sp>
        <p:nvSpPr>
          <p:cNvPr id="263" name="Text Box 51"/>
          <p:cNvSpPr txBox="1">
            <a:spLocks noChangeArrowheads="1"/>
          </p:cNvSpPr>
          <p:nvPr/>
        </p:nvSpPr>
        <p:spPr bwMode="auto">
          <a:xfrm>
            <a:off x="2891299" y="3146871"/>
            <a:ext cx="609600" cy="4409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lnSpc>
                <a:spcPct val="125000"/>
              </a:lnSpc>
            </a:pPr>
            <a:r>
              <a:rPr kumimoji="1" lang="en-US" altLang="zh-CN" sz="2000" b="1" i="1" dirty="0" smtClean="0">
                <a:solidFill>
                  <a:srgbClr val="C00000"/>
                </a:solidFill>
                <a:latin typeface="Times New Roman" panose="02020603050405020304" pitchFamily="18" charset="0"/>
              </a:rPr>
              <a:t>h</a:t>
            </a:r>
            <a:r>
              <a:rPr kumimoji="1" lang="en-US" altLang="zh-CN" sz="2000" b="1" baseline="-25000" dirty="0">
                <a:solidFill>
                  <a:srgbClr val="C00000"/>
                </a:solidFill>
                <a:latin typeface="Times New Roman" panose="02020603050405020304" pitchFamily="18" charset="0"/>
              </a:rPr>
              <a:t>1</a:t>
            </a:r>
            <a:r>
              <a:rPr kumimoji="1" lang="en-US" altLang="zh-CN" sz="2000" b="1" baseline="-25000" dirty="0" smtClean="0">
                <a:solidFill>
                  <a:srgbClr val="C00000"/>
                </a:solidFill>
                <a:latin typeface="Times New Roman" panose="02020603050405020304" pitchFamily="18" charset="0"/>
              </a:rPr>
              <a:t>i</a:t>
            </a:r>
            <a:endParaRPr kumimoji="1" lang="en-US" altLang="zh-CN" sz="2000" b="1" baseline="-25000" dirty="0">
              <a:solidFill>
                <a:srgbClr val="C00000"/>
              </a:solidFill>
              <a:latin typeface="Times New Roman" panose="02020603050405020304" pitchFamily="18" charset="0"/>
            </a:endParaRPr>
          </a:p>
        </p:txBody>
      </p:sp>
      <p:cxnSp>
        <p:nvCxnSpPr>
          <p:cNvPr id="264" name="直接箭头连接符 263"/>
          <p:cNvCxnSpPr/>
          <p:nvPr/>
        </p:nvCxnSpPr>
        <p:spPr bwMode="auto">
          <a:xfrm flipV="1">
            <a:off x="2869509" y="3673162"/>
            <a:ext cx="0" cy="1137272"/>
          </a:xfrm>
          <a:prstGeom prst="straightConnector1">
            <a:avLst/>
          </a:prstGeom>
          <a:noFill/>
          <a:ln w="12700" cap="flat" cmpd="sng" algn="ctr">
            <a:solidFill>
              <a:schemeClr val="tx1"/>
            </a:solidFill>
            <a:prstDash val="solid"/>
            <a:round/>
            <a:headEnd type="triangl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65" name="任意多边形 264"/>
          <p:cNvSpPr/>
          <p:nvPr/>
        </p:nvSpPr>
        <p:spPr bwMode="auto">
          <a:xfrm>
            <a:off x="1583679" y="4290828"/>
            <a:ext cx="1122114" cy="284888"/>
          </a:xfrm>
          <a:custGeom>
            <a:avLst/>
            <a:gdLst>
              <a:gd name="connsiteX0" fmla="*/ 0 w 422199"/>
              <a:gd name="connsiteY0" fmla="*/ 107190 h 107190"/>
              <a:gd name="connsiteX1" fmla="*/ 107190 w 422199"/>
              <a:gd name="connsiteY1" fmla="*/ 72189 h 107190"/>
              <a:gd name="connsiteX2" fmla="*/ 210005 w 422199"/>
              <a:gd name="connsiteY2" fmla="*/ 43751 h 107190"/>
              <a:gd name="connsiteX3" fmla="*/ 297508 w 422199"/>
              <a:gd name="connsiteY3" fmla="*/ 24063 h 107190"/>
              <a:gd name="connsiteX4" fmla="*/ 422199 w 422199"/>
              <a:gd name="connsiteY4" fmla="*/ 0 h 107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199" h="107190">
                <a:moveTo>
                  <a:pt x="0" y="107190"/>
                </a:moveTo>
                <a:lnTo>
                  <a:pt x="107190" y="72189"/>
                </a:lnTo>
                <a:lnTo>
                  <a:pt x="210005" y="43751"/>
                </a:lnTo>
                <a:lnTo>
                  <a:pt x="297508" y="24063"/>
                </a:lnTo>
                <a:lnTo>
                  <a:pt x="422199" y="0"/>
                </a:lnTo>
              </a:path>
            </a:pathLst>
          </a:cu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266" name="矩形 265"/>
          <p:cNvSpPr/>
          <p:nvPr/>
        </p:nvSpPr>
        <p:spPr>
          <a:xfrm>
            <a:off x="1018269" y="4490030"/>
            <a:ext cx="598242" cy="339324"/>
          </a:xfrm>
          <a:prstGeom prst="rect">
            <a:avLst/>
          </a:prstGeom>
        </p:spPr>
        <p:txBody>
          <a:bodyPr wrap="none">
            <a:spAutoFit/>
          </a:bodyPr>
          <a:lstStyle/>
          <a:p>
            <a:pPr algn="ctr" eaLnBrk="1" hangingPunct="1">
              <a:spcBef>
                <a:spcPct val="20000"/>
              </a:spcBef>
            </a:pPr>
            <a:r>
              <a:rPr kumimoji="1" lang="zh-CN" altLang="en-US" sz="1600" b="1" dirty="0" smtClean="0">
                <a:solidFill>
                  <a:srgbClr val="0000FF"/>
                </a:solidFill>
                <a:latin typeface="幼圆" panose="02010509060101010101" pitchFamily="49" charset="-122"/>
                <a:ea typeface="幼圆" panose="02010509060101010101" pitchFamily="49" charset="-122"/>
              </a:rPr>
              <a:t>流线</a:t>
            </a:r>
            <a:endParaRPr kumimoji="1" lang="zh-CN" altLang="en-US" sz="1600" b="1" dirty="0">
              <a:solidFill>
                <a:srgbClr val="0000FF"/>
              </a:solidFill>
              <a:latin typeface="幼圆" panose="02010509060101010101" pitchFamily="49" charset="-122"/>
              <a:ea typeface="幼圆" panose="02010509060101010101" pitchFamily="49" charset="-122"/>
            </a:endParaRPr>
          </a:p>
        </p:txBody>
      </p:sp>
      <p:sp>
        <p:nvSpPr>
          <p:cNvPr id="267" name="Line 9"/>
          <p:cNvSpPr>
            <a:spLocks noChangeShapeType="1"/>
          </p:cNvSpPr>
          <p:nvPr/>
        </p:nvSpPr>
        <p:spPr bwMode="auto">
          <a:xfrm>
            <a:off x="2215962" y="4968352"/>
            <a:ext cx="0" cy="679240"/>
          </a:xfrm>
          <a:prstGeom prst="line">
            <a:avLst/>
          </a:prstGeom>
          <a:noFill/>
          <a:ln w="28575">
            <a:solidFill>
              <a:srgbClr val="000066"/>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00">
              <a:solidFill>
                <a:srgbClr val="000066"/>
              </a:solidFill>
              <a:cs typeface="Times New Roman" panose="02020603050405020304" pitchFamily="18" charset="0"/>
            </a:endParaRPr>
          </a:p>
        </p:txBody>
      </p:sp>
      <p:sp>
        <p:nvSpPr>
          <p:cNvPr id="268" name="Text Box 10"/>
          <p:cNvSpPr txBox="1">
            <a:spLocks noChangeArrowheads="1"/>
          </p:cNvSpPr>
          <p:nvPr/>
        </p:nvSpPr>
        <p:spPr bwMode="auto">
          <a:xfrm>
            <a:off x="2028284" y="5574187"/>
            <a:ext cx="511715" cy="410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800">
                <a:solidFill>
                  <a:schemeClr val="tx1"/>
                </a:solidFill>
                <a:latin typeface="Times New Roman" pitchFamily="18" charset="0"/>
                <a:ea typeface="宋体" charset="-122"/>
              </a:defRPr>
            </a:lvl1pPr>
            <a:lvl2pPr marL="742950" indent="-285750" eaLnBrk="0" hangingPunct="0">
              <a:defRPr kumimoji="1" sz="2800">
                <a:solidFill>
                  <a:schemeClr val="tx1"/>
                </a:solidFill>
                <a:latin typeface="Times New Roman" pitchFamily="18" charset="0"/>
                <a:ea typeface="宋体" charset="-122"/>
              </a:defRPr>
            </a:lvl2pPr>
            <a:lvl3pPr marL="1143000" indent="-228600" eaLnBrk="0" hangingPunct="0">
              <a:defRPr kumimoji="1" sz="2800">
                <a:solidFill>
                  <a:schemeClr val="tx1"/>
                </a:solidFill>
                <a:latin typeface="Times New Roman" pitchFamily="18" charset="0"/>
                <a:ea typeface="宋体" charset="-122"/>
              </a:defRPr>
            </a:lvl3pPr>
            <a:lvl4pPr marL="1600200" indent="-228600" eaLnBrk="0" hangingPunct="0">
              <a:defRPr kumimoji="1" sz="2800">
                <a:solidFill>
                  <a:schemeClr val="tx1"/>
                </a:solidFill>
                <a:latin typeface="Times New Roman" pitchFamily="18" charset="0"/>
                <a:ea typeface="宋体" charset="-122"/>
              </a:defRPr>
            </a:lvl4pPr>
            <a:lvl5pPr marL="2057400" indent="-228600" eaLnBrk="0" hangingPunct="0">
              <a:defRPr kumimoji="1" sz="2800">
                <a:solidFill>
                  <a:schemeClr val="tx1"/>
                </a:solidFill>
                <a:latin typeface="Times New Roman" pitchFamily="18" charset="0"/>
                <a:ea typeface="宋体" charset="-122"/>
              </a:defRPr>
            </a:lvl5pPr>
            <a:lvl6pPr marL="2514600" indent="-228600" eaLnBrk="0" fontAlgn="base" hangingPunct="0">
              <a:spcBef>
                <a:spcPct val="50000"/>
              </a:spcBef>
              <a:spcAft>
                <a:spcPct val="0"/>
              </a:spcAft>
              <a:defRPr kumimoji="1" sz="2800">
                <a:solidFill>
                  <a:schemeClr val="tx1"/>
                </a:solidFill>
                <a:latin typeface="Times New Roman" pitchFamily="18" charset="0"/>
                <a:ea typeface="宋体" charset="-122"/>
              </a:defRPr>
            </a:lvl6pPr>
            <a:lvl7pPr marL="2971800" indent="-228600" eaLnBrk="0" fontAlgn="base" hangingPunct="0">
              <a:spcBef>
                <a:spcPct val="50000"/>
              </a:spcBef>
              <a:spcAft>
                <a:spcPct val="0"/>
              </a:spcAft>
              <a:defRPr kumimoji="1" sz="2800">
                <a:solidFill>
                  <a:schemeClr val="tx1"/>
                </a:solidFill>
                <a:latin typeface="Times New Roman" pitchFamily="18" charset="0"/>
                <a:ea typeface="宋体" charset="-122"/>
              </a:defRPr>
            </a:lvl7pPr>
            <a:lvl8pPr marL="3429000" indent="-228600" eaLnBrk="0" fontAlgn="base" hangingPunct="0">
              <a:spcBef>
                <a:spcPct val="50000"/>
              </a:spcBef>
              <a:spcAft>
                <a:spcPct val="0"/>
              </a:spcAft>
              <a:defRPr kumimoji="1" sz="2800">
                <a:solidFill>
                  <a:schemeClr val="tx1"/>
                </a:solidFill>
                <a:latin typeface="Times New Roman" pitchFamily="18" charset="0"/>
                <a:ea typeface="宋体" charset="-122"/>
              </a:defRPr>
            </a:lvl8pPr>
            <a:lvl9pPr marL="3886200" indent="-228600" eaLnBrk="0" fontAlgn="base" hangingPunct="0">
              <a:spcBef>
                <a:spcPct val="50000"/>
              </a:spcBef>
              <a:spcAft>
                <a:spcPct val="0"/>
              </a:spcAft>
              <a:defRPr kumimoji="1" sz="2800">
                <a:solidFill>
                  <a:schemeClr val="tx1"/>
                </a:solidFill>
                <a:latin typeface="Times New Roman" pitchFamily="18" charset="0"/>
                <a:ea typeface="宋体" charset="-122"/>
              </a:defRPr>
            </a:lvl9pPr>
          </a:lstStyle>
          <a:p>
            <a:pPr eaLnBrk="1" hangingPunct="1"/>
            <a:r>
              <a:rPr lang="en-US" altLang="zh-CN" sz="1800" b="1" i="1" dirty="0">
                <a:solidFill>
                  <a:srgbClr val="000066"/>
                </a:solidFill>
                <a:cs typeface="Times New Roman" panose="02020603050405020304" pitchFamily="18" charset="0"/>
              </a:rPr>
              <a:t>W</a:t>
            </a:r>
            <a:r>
              <a:rPr lang="en-US" altLang="zh-CN" sz="1800" b="1" baseline="-25000" dirty="0">
                <a:solidFill>
                  <a:srgbClr val="000066"/>
                </a:solidFill>
                <a:cs typeface="Times New Roman" panose="02020603050405020304" pitchFamily="18" charset="0"/>
              </a:rPr>
              <a:t>i</a:t>
            </a:r>
          </a:p>
        </p:txBody>
      </p:sp>
      <p:sp>
        <p:nvSpPr>
          <p:cNvPr id="269" name="Line 22"/>
          <p:cNvSpPr>
            <a:spLocks noChangeShapeType="1"/>
          </p:cNvSpPr>
          <p:nvPr/>
        </p:nvSpPr>
        <p:spPr bwMode="auto">
          <a:xfrm rot="10800000" flipV="1">
            <a:off x="1867051" y="4980120"/>
            <a:ext cx="341788" cy="300148"/>
          </a:xfrm>
          <a:prstGeom prst="line">
            <a:avLst/>
          </a:prstGeom>
          <a:noFill/>
          <a:ln w="28575">
            <a:solidFill>
              <a:srgbClr val="000066"/>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00">
              <a:solidFill>
                <a:srgbClr val="000066"/>
              </a:solidFill>
              <a:cs typeface="Times New Roman" panose="02020603050405020304" pitchFamily="18" charset="0"/>
            </a:endParaRPr>
          </a:p>
        </p:txBody>
      </p:sp>
      <p:sp>
        <p:nvSpPr>
          <p:cNvPr id="270" name="Line 23"/>
          <p:cNvSpPr>
            <a:spLocks noChangeShapeType="1"/>
          </p:cNvSpPr>
          <p:nvPr/>
        </p:nvSpPr>
        <p:spPr bwMode="auto">
          <a:xfrm rot="10800000" flipH="1" flipV="1">
            <a:off x="2223761" y="4986737"/>
            <a:ext cx="309410" cy="359621"/>
          </a:xfrm>
          <a:prstGeom prst="line">
            <a:avLst/>
          </a:prstGeom>
          <a:noFill/>
          <a:ln w="28575">
            <a:solidFill>
              <a:srgbClr val="000066"/>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00">
              <a:solidFill>
                <a:srgbClr val="000066"/>
              </a:solidFill>
              <a:cs typeface="Times New Roman" panose="02020603050405020304" pitchFamily="18" charset="0"/>
            </a:endParaRPr>
          </a:p>
        </p:txBody>
      </p:sp>
      <p:sp>
        <p:nvSpPr>
          <p:cNvPr id="271" name="Line 23"/>
          <p:cNvSpPr>
            <a:spLocks noChangeShapeType="1"/>
          </p:cNvSpPr>
          <p:nvPr/>
        </p:nvSpPr>
        <p:spPr bwMode="auto">
          <a:xfrm flipH="1" flipV="1">
            <a:off x="1873108" y="5267634"/>
            <a:ext cx="320948" cy="345171"/>
          </a:xfrm>
          <a:prstGeom prst="line">
            <a:avLst/>
          </a:prstGeom>
          <a:noFill/>
          <a:ln w="12700">
            <a:solidFill>
              <a:srgbClr val="000066"/>
            </a:solidFill>
            <a:prstDash val="dash"/>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00">
              <a:solidFill>
                <a:srgbClr val="000066"/>
              </a:solidFill>
              <a:cs typeface="Times New Roman" panose="02020603050405020304" pitchFamily="18" charset="0"/>
            </a:endParaRPr>
          </a:p>
        </p:txBody>
      </p:sp>
      <p:sp>
        <p:nvSpPr>
          <p:cNvPr id="272" name="Line 22"/>
          <p:cNvSpPr>
            <a:spLocks noChangeShapeType="1"/>
          </p:cNvSpPr>
          <p:nvPr/>
        </p:nvSpPr>
        <p:spPr bwMode="auto">
          <a:xfrm rot="10800000" flipV="1">
            <a:off x="2199187" y="5337275"/>
            <a:ext cx="333983" cy="310522"/>
          </a:xfrm>
          <a:prstGeom prst="line">
            <a:avLst/>
          </a:prstGeom>
          <a:noFill/>
          <a:ln w="12700">
            <a:solidFill>
              <a:srgbClr val="000066"/>
            </a:solidFill>
            <a:prstDash val="dash"/>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00">
              <a:solidFill>
                <a:srgbClr val="000066"/>
              </a:solidFill>
              <a:cs typeface="Times New Roman" panose="02020603050405020304" pitchFamily="18" charset="0"/>
            </a:endParaRPr>
          </a:p>
        </p:txBody>
      </p:sp>
      <p:sp>
        <p:nvSpPr>
          <p:cNvPr id="273" name="Text Box 10"/>
          <p:cNvSpPr txBox="1">
            <a:spLocks noChangeArrowheads="1"/>
          </p:cNvSpPr>
          <p:nvPr/>
        </p:nvSpPr>
        <p:spPr bwMode="auto">
          <a:xfrm>
            <a:off x="2512163" y="5104646"/>
            <a:ext cx="1031094" cy="3845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800">
                <a:solidFill>
                  <a:schemeClr val="tx1"/>
                </a:solidFill>
                <a:latin typeface="Times New Roman" pitchFamily="18" charset="0"/>
                <a:ea typeface="宋体" charset="-122"/>
              </a:defRPr>
            </a:lvl1pPr>
            <a:lvl2pPr marL="742950" indent="-285750" eaLnBrk="0" hangingPunct="0">
              <a:defRPr kumimoji="1" sz="2800">
                <a:solidFill>
                  <a:schemeClr val="tx1"/>
                </a:solidFill>
                <a:latin typeface="Times New Roman" pitchFamily="18" charset="0"/>
                <a:ea typeface="宋体" charset="-122"/>
              </a:defRPr>
            </a:lvl2pPr>
            <a:lvl3pPr marL="1143000" indent="-228600" eaLnBrk="0" hangingPunct="0">
              <a:defRPr kumimoji="1" sz="2800">
                <a:solidFill>
                  <a:schemeClr val="tx1"/>
                </a:solidFill>
                <a:latin typeface="Times New Roman" pitchFamily="18" charset="0"/>
                <a:ea typeface="宋体" charset="-122"/>
              </a:defRPr>
            </a:lvl3pPr>
            <a:lvl4pPr marL="1600200" indent="-228600" eaLnBrk="0" hangingPunct="0">
              <a:defRPr kumimoji="1" sz="2800">
                <a:solidFill>
                  <a:schemeClr val="tx1"/>
                </a:solidFill>
                <a:latin typeface="Times New Roman" pitchFamily="18" charset="0"/>
                <a:ea typeface="宋体" charset="-122"/>
              </a:defRPr>
            </a:lvl4pPr>
            <a:lvl5pPr marL="2057400" indent="-228600" eaLnBrk="0" hangingPunct="0">
              <a:defRPr kumimoji="1" sz="2800">
                <a:solidFill>
                  <a:schemeClr val="tx1"/>
                </a:solidFill>
                <a:latin typeface="Times New Roman" pitchFamily="18" charset="0"/>
                <a:ea typeface="宋体" charset="-122"/>
              </a:defRPr>
            </a:lvl5pPr>
            <a:lvl6pPr marL="2514600" indent="-228600" eaLnBrk="0" fontAlgn="base" hangingPunct="0">
              <a:spcBef>
                <a:spcPct val="50000"/>
              </a:spcBef>
              <a:spcAft>
                <a:spcPct val="0"/>
              </a:spcAft>
              <a:defRPr kumimoji="1" sz="2800">
                <a:solidFill>
                  <a:schemeClr val="tx1"/>
                </a:solidFill>
                <a:latin typeface="Times New Roman" pitchFamily="18" charset="0"/>
                <a:ea typeface="宋体" charset="-122"/>
              </a:defRPr>
            </a:lvl6pPr>
            <a:lvl7pPr marL="2971800" indent="-228600" eaLnBrk="0" fontAlgn="base" hangingPunct="0">
              <a:spcBef>
                <a:spcPct val="50000"/>
              </a:spcBef>
              <a:spcAft>
                <a:spcPct val="0"/>
              </a:spcAft>
              <a:defRPr kumimoji="1" sz="2800">
                <a:solidFill>
                  <a:schemeClr val="tx1"/>
                </a:solidFill>
                <a:latin typeface="Times New Roman" pitchFamily="18" charset="0"/>
                <a:ea typeface="宋体" charset="-122"/>
              </a:defRPr>
            </a:lvl7pPr>
            <a:lvl8pPr marL="3429000" indent="-228600" eaLnBrk="0" fontAlgn="base" hangingPunct="0">
              <a:spcBef>
                <a:spcPct val="50000"/>
              </a:spcBef>
              <a:spcAft>
                <a:spcPct val="0"/>
              </a:spcAft>
              <a:defRPr kumimoji="1" sz="2800">
                <a:solidFill>
                  <a:schemeClr val="tx1"/>
                </a:solidFill>
                <a:latin typeface="Times New Roman" pitchFamily="18" charset="0"/>
                <a:ea typeface="宋体" charset="-122"/>
              </a:defRPr>
            </a:lvl8pPr>
            <a:lvl9pPr marL="3886200" indent="-228600" eaLnBrk="0" fontAlgn="base" hangingPunct="0">
              <a:spcBef>
                <a:spcPct val="50000"/>
              </a:spcBef>
              <a:spcAft>
                <a:spcPct val="0"/>
              </a:spcAft>
              <a:defRPr kumimoji="1" sz="2800">
                <a:solidFill>
                  <a:schemeClr val="tx1"/>
                </a:solidFill>
                <a:latin typeface="Times New Roman" pitchFamily="18" charset="0"/>
                <a:ea typeface="宋体" charset="-122"/>
              </a:defRPr>
            </a:lvl9pPr>
          </a:lstStyle>
          <a:p>
            <a:pPr eaLnBrk="1" hangingPunct="1"/>
            <a:r>
              <a:rPr lang="en-US" altLang="zh-CN" sz="1800" b="1" i="1" dirty="0" err="1" smtClean="0">
                <a:solidFill>
                  <a:srgbClr val="000066"/>
                </a:solidFill>
                <a:cs typeface="Times New Roman" panose="02020603050405020304" pitchFamily="18" charset="0"/>
              </a:rPr>
              <a:t>W</a:t>
            </a:r>
            <a:r>
              <a:rPr lang="en-US" altLang="zh-CN" sz="1800" b="1" baseline="-25000" dirty="0" err="1" smtClean="0">
                <a:solidFill>
                  <a:srgbClr val="000066"/>
                </a:solidFill>
                <a:cs typeface="Times New Roman" panose="02020603050405020304" pitchFamily="18" charset="0"/>
              </a:rPr>
              <a:t>i</a:t>
            </a:r>
            <a:r>
              <a:rPr lang="en-US" altLang="zh-CN" sz="1800" b="1" dirty="0" err="1" smtClean="0">
                <a:solidFill>
                  <a:srgbClr val="000066"/>
                </a:solidFill>
                <a:cs typeface="Times New Roman" panose="02020603050405020304" pitchFamily="18" charset="0"/>
              </a:rPr>
              <a:t>cos</a:t>
            </a:r>
            <a:r>
              <a:rPr lang="en-US" altLang="zh-CN" sz="1800" b="1" i="1" dirty="0" err="1" smtClean="0">
                <a:solidFill>
                  <a:srgbClr val="000066"/>
                </a:solidFill>
                <a:cs typeface="Times New Roman" panose="02020603050405020304" pitchFamily="18" charset="0"/>
                <a:sym typeface="Symbol"/>
              </a:rPr>
              <a:t></a:t>
            </a:r>
            <a:r>
              <a:rPr lang="en-US" altLang="zh-CN" sz="1800" b="1" baseline="-25000" dirty="0" err="1">
                <a:solidFill>
                  <a:srgbClr val="000066"/>
                </a:solidFill>
                <a:cs typeface="Times New Roman" panose="02020603050405020304" pitchFamily="18" charset="0"/>
              </a:rPr>
              <a:t>i</a:t>
            </a:r>
            <a:endParaRPr lang="en-US" altLang="zh-CN" sz="1800" b="1" baseline="-25000" dirty="0">
              <a:solidFill>
                <a:srgbClr val="000066"/>
              </a:solidFill>
              <a:cs typeface="Times New Roman" panose="02020603050405020304" pitchFamily="18" charset="0"/>
            </a:endParaRPr>
          </a:p>
        </p:txBody>
      </p:sp>
      <p:sp>
        <p:nvSpPr>
          <p:cNvPr id="274" name="Text Box 10"/>
          <p:cNvSpPr txBox="1">
            <a:spLocks noChangeArrowheads="1"/>
          </p:cNvSpPr>
          <p:nvPr/>
        </p:nvSpPr>
        <p:spPr bwMode="auto">
          <a:xfrm>
            <a:off x="1066759" y="5127551"/>
            <a:ext cx="1031094" cy="3845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800">
                <a:solidFill>
                  <a:schemeClr val="tx1"/>
                </a:solidFill>
                <a:latin typeface="Times New Roman" pitchFamily="18" charset="0"/>
                <a:ea typeface="宋体" charset="-122"/>
              </a:defRPr>
            </a:lvl1pPr>
            <a:lvl2pPr marL="742950" indent="-285750" eaLnBrk="0" hangingPunct="0">
              <a:defRPr kumimoji="1" sz="2800">
                <a:solidFill>
                  <a:schemeClr val="tx1"/>
                </a:solidFill>
                <a:latin typeface="Times New Roman" pitchFamily="18" charset="0"/>
                <a:ea typeface="宋体" charset="-122"/>
              </a:defRPr>
            </a:lvl2pPr>
            <a:lvl3pPr marL="1143000" indent="-228600" eaLnBrk="0" hangingPunct="0">
              <a:defRPr kumimoji="1" sz="2800">
                <a:solidFill>
                  <a:schemeClr val="tx1"/>
                </a:solidFill>
                <a:latin typeface="Times New Roman" pitchFamily="18" charset="0"/>
                <a:ea typeface="宋体" charset="-122"/>
              </a:defRPr>
            </a:lvl3pPr>
            <a:lvl4pPr marL="1600200" indent="-228600" eaLnBrk="0" hangingPunct="0">
              <a:defRPr kumimoji="1" sz="2800">
                <a:solidFill>
                  <a:schemeClr val="tx1"/>
                </a:solidFill>
                <a:latin typeface="Times New Roman" pitchFamily="18" charset="0"/>
                <a:ea typeface="宋体" charset="-122"/>
              </a:defRPr>
            </a:lvl4pPr>
            <a:lvl5pPr marL="2057400" indent="-228600" eaLnBrk="0" hangingPunct="0">
              <a:defRPr kumimoji="1" sz="2800">
                <a:solidFill>
                  <a:schemeClr val="tx1"/>
                </a:solidFill>
                <a:latin typeface="Times New Roman" pitchFamily="18" charset="0"/>
                <a:ea typeface="宋体" charset="-122"/>
              </a:defRPr>
            </a:lvl5pPr>
            <a:lvl6pPr marL="2514600" indent="-228600" eaLnBrk="0" fontAlgn="base" hangingPunct="0">
              <a:spcBef>
                <a:spcPct val="50000"/>
              </a:spcBef>
              <a:spcAft>
                <a:spcPct val="0"/>
              </a:spcAft>
              <a:defRPr kumimoji="1" sz="2800">
                <a:solidFill>
                  <a:schemeClr val="tx1"/>
                </a:solidFill>
                <a:latin typeface="Times New Roman" pitchFamily="18" charset="0"/>
                <a:ea typeface="宋体" charset="-122"/>
              </a:defRPr>
            </a:lvl6pPr>
            <a:lvl7pPr marL="2971800" indent="-228600" eaLnBrk="0" fontAlgn="base" hangingPunct="0">
              <a:spcBef>
                <a:spcPct val="50000"/>
              </a:spcBef>
              <a:spcAft>
                <a:spcPct val="0"/>
              </a:spcAft>
              <a:defRPr kumimoji="1" sz="2800">
                <a:solidFill>
                  <a:schemeClr val="tx1"/>
                </a:solidFill>
                <a:latin typeface="Times New Roman" pitchFamily="18" charset="0"/>
                <a:ea typeface="宋体" charset="-122"/>
              </a:defRPr>
            </a:lvl7pPr>
            <a:lvl8pPr marL="3429000" indent="-228600" eaLnBrk="0" fontAlgn="base" hangingPunct="0">
              <a:spcBef>
                <a:spcPct val="50000"/>
              </a:spcBef>
              <a:spcAft>
                <a:spcPct val="0"/>
              </a:spcAft>
              <a:defRPr kumimoji="1" sz="2800">
                <a:solidFill>
                  <a:schemeClr val="tx1"/>
                </a:solidFill>
                <a:latin typeface="Times New Roman" pitchFamily="18" charset="0"/>
                <a:ea typeface="宋体" charset="-122"/>
              </a:defRPr>
            </a:lvl8pPr>
            <a:lvl9pPr marL="3886200" indent="-228600" eaLnBrk="0" fontAlgn="base" hangingPunct="0">
              <a:spcBef>
                <a:spcPct val="50000"/>
              </a:spcBef>
              <a:spcAft>
                <a:spcPct val="0"/>
              </a:spcAft>
              <a:defRPr kumimoji="1" sz="2800">
                <a:solidFill>
                  <a:schemeClr val="tx1"/>
                </a:solidFill>
                <a:latin typeface="Times New Roman" pitchFamily="18" charset="0"/>
                <a:ea typeface="宋体" charset="-122"/>
              </a:defRPr>
            </a:lvl9pPr>
          </a:lstStyle>
          <a:p>
            <a:pPr eaLnBrk="1" hangingPunct="1"/>
            <a:r>
              <a:rPr lang="en-US" altLang="zh-CN" sz="1800" b="1" i="1" dirty="0" err="1" smtClean="0">
                <a:solidFill>
                  <a:srgbClr val="000066"/>
                </a:solidFill>
                <a:cs typeface="Times New Roman" panose="02020603050405020304" pitchFamily="18" charset="0"/>
              </a:rPr>
              <a:t>W</a:t>
            </a:r>
            <a:r>
              <a:rPr lang="en-US" altLang="zh-CN" sz="1800" b="1" baseline="-25000" dirty="0" err="1" smtClean="0">
                <a:solidFill>
                  <a:srgbClr val="000066"/>
                </a:solidFill>
                <a:cs typeface="Times New Roman" panose="02020603050405020304" pitchFamily="18" charset="0"/>
              </a:rPr>
              <a:t>i</a:t>
            </a:r>
            <a:r>
              <a:rPr lang="en-US" altLang="zh-CN" sz="1800" b="1" dirty="0" err="1" smtClean="0">
                <a:solidFill>
                  <a:srgbClr val="000066"/>
                </a:solidFill>
                <a:cs typeface="Times New Roman" panose="02020603050405020304" pitchFamily="18" charset="0"/>
              </a:rPr>
              <a:t>sin</a:t>
            </a:r>
            <a:r>
              <a:rPr lang="en-US" altLang="zh-CN" sz="1800" b="1" i="1" dirty="0" err="1" smtClean="0">
                <a:solidFill>
                  <a:srgbClr val="000066"/>
                </a:solidFill>
                <a:cs typeface="Times New Roman" panose="02020603050405020304" pitchFamily="18" charset="0"/>
                <a:sym typeface="Symbol"/>
              </a:rPr>
              <a:t></a:t>
            </a:r>
            <a:r>
              <a:rPr lang="en-US" altLang="zh-CN" sz="1800" b="1" baseline="-25000" dirty="0" err="1">
                <a:solidFill>
                  <a:srgbClr val="000066"/>
                </a:solidFill>
                <a:cs typeface="Times New Roman" panose="02020603050405020304" pitchFamily="18" charset="0"/>
              </a:rPr>
              <a:t>i</a:t>
            </a:r>
            <a:endParaRPr lang="en-US" altLang="zh-CN" sz="1800" b="1" baseline="-25000" dirty="0">
              <a:solidFill>
                <a:srgbClr val="000066"/>
              </a:solidFill>
              <a:cs typeface="Times New Roman" panose="02020603050405020304" pitchFamily="18" charset="0"/>
            </a:endParaRPr>
          </a:p>
        </p:txBody>
      </p:sp>
      <p:cxnSp>
        <p:nvCxnSpPr>
          <p:cNvPr id="275" name="直接连接符 274"/>
          <p:cNvCxnSpPr/>
          <p:nvPr/>
        </p:nvCxnSpPr>
        <p:spPr bwMode="auto">
          <a:xfrm>
            <a:off x="2739093" y="4807407"/>
            <a:ext cx="227086" cy="0"/>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6" name="直接连接符 275"/>
          <p:cNvCxnSpPr/>
          <p:nvPr/>
        </p:nvCxnSpPr>
        <p:spPr bwMode="auto">
          <a:xfrm>
            <a:off x="2245826" y="4810222"/>
            <a:ext cx="432681" cy="0"/>
          </a:xfrm>
          <a:prstGeom prst="line">
            <a:avLst/>
          </a:prstGeom>
          <a:noFill/>
          <a:ln w="6350" cap="flat" cmpd="sng" algn="ctr">
            <a:solidFill>
              <a:schemeClr val="tx1"/>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7" name="直接连接符 276"/>
          <p:cNvCxnSpPr/>
          <p:nvPr/>
        </p:nvCxnSpPr>
        <p:spPr bwMode="auto">
          <a:xfrm>
            <a:off x="2737074" y="3682069"/>
            <a:ext cx="227086" cy="0"/>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8" name="直接连接符 277"/>
          <p:cNvCxnSpPr/>
          <p:nvPr/>
        </p:nvCxnSpPr>
        <p:spPr bwMode="auto">
          <a:xfrm>
            <a:off x="2744141" y="3095683"/>
            <a:ext cx="227086" cy="0"/>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79" name="任意多边形 278"/>
          <p:cNvSpPr/>
          <p:nvPr/>
        </p:nvSpPr>
        <p:spPr bwMode="auto">
          <a:xfrm>
            <a:off x="1849361" y="2942794"/>
            <a:ext cx="667800" cy="2166640"/>
          </a:xfrm>
          <a:custGeom>
            <a:avLst/>
            <a:gdLst>
              <a:gd name="connsiteX0" fmla="*/ 0 w 238539"/>
              <a:gd name="connsiteY0" fmla="*/ 127221 h 773927"/>
              <a:gd name="connsiteX1" fmla="*/ 0 w 238539"/>
              <a:gd name="connsiteY1" fmla="*/ 773927 h 773927"/>
              <a:gd name="connsiteX2" fmla="*/ 111318 w 238539"/>
              <a:gd name="connsiteY2" fmla="*/ 675861 h 773927"/>
              <a:gd name="connsiteX3" fmla="*/ 204084 w 238539"/>
              <a:gd name="connsiteY3" fmla="*/ 593698 h 773927"/>
              <a:gd name="connsiteX4" fmla="*/ 238539 w 238539"/>
              <a:gd name="connsiteY4" fmla="*/ 559242 h 773927"/>
              <a:gd name="connsiteX5" fmla="*/ 238539 w 238539"/>
              <a:gd name="connsiteY5" fmla="*/ 0 h 773927"/>
              <a:gd name="connsiteX6" fmla="*/ 0 w 238539"/>
              <a:gd name="connsiteY6" fmla="*/ 127221 h 773927"/>
              <a:gd name="connsiteX0" fmla="*/ 0 w 238539"/>
              <a:gd name="connsiteY0" fmla="*/ 127221 h 773927"/>
              <a:gd name="connsiteX1" fmla="*/ 0 w 238539"/>
              <a:gd name="connsiteY1" fmla="*/ 773927 h 773927"/>
              <a:gd name="connsiteX2" fmla="*/ 111318 w 238539"/>
              <a:gd name="connsiteY2" fmla="*/ 675861 h 773927"/>
              <a:gd name="connsiteX3" fmla="*/ 182653 w 238539"/>
              <a:gd name="connsiteY3" fmla="*/ 619892 h 773927"/>
              <a:gd name="connsiteX4" fmla="*/ 238539 w 238539"/>
              <a:gd name="connsiteY4" fmla="*/ 559242 h 773927"/>
              <a:gd name="connsiteX5" fmla="*/ 238539 w 238539"/>
              <a:gd name="connsiteY5" fmla="*/ 0 h 773927"/>
              <a:gd name="connsiteX6" fmla="*/ 0 w 238539"/>
              <a:gd name="connsiteY6" fmla="*/ 127221 h 773927"/>
              <a:gd name="connsiteX0" fmla="*/ 0 w 238539"/>
              <a:gd name="connsiteY0" fmla="*/ 127221 h 773927"/>
              <a:gd name="connsiteX1" fmla="*/ 0 w 238539"/>
              <a:gd name="connsiteY1" fmla="*/ 773927 h 773927"/>
              <a:gd name="connsiteX2" fmla="*/ 97031 w 238539"/>
              <a:gd name="connsiteY2" fmla="*/ 692530 h 773927"/>
              <a:gd name="connsiteX3" fmla="*/ 182653 w 238539"/>
              <a:gd name="connsiteY3" fmla="*/ 619892 h 773927"/>
              <a:gd name="connsiteX4" fmla="*/ 238539 w 238539"/>
              <a:gd name="connsiteY4" fmla="*/ 559242 h 773927"/>
              <a:gd name="connsiteX5" fmla="*/ 238539 w 238539"/>
              <a:gd name="connsiteY5" fmla="*/ 0 h 773927"/>
              <a:gd name="connsiteX6" fmla="*/ 0 w 238539"/>
              <a:gd name="connsiteY6" fmla="*/ 127221 h 773927"/>
              <a:gd name="connsiteX0" fmla="*/ 0 w 238539"/>
              <a:gd name="connsiteY0" fmla="*/ 127221 h 773927"/>
              <a:gd name="connsiteX1" fmla="*/ 0 w 238539"/>
              <a:gd name="connsiteY1" fmla="*/ 773927 h 773927"/>
              <a:gd name="connsiteX2" fmla="*/ 97031 w 238539"/>
              <a:gd name="connsiteY2" fmla="*/ 692530 h 773927"/>
              <a:gd name="connsiteX3" fmla="*/ 170747 w 238539"/>
              <a:gd name="connsiteY3" fmla="*/ 627036 h 773927"/>
              <a:gd name="connsiteX4" fmla="*/ 238539 w 238539"/>
              <a:gd name="connsiteY4" fmla="*/ 559242 h 773927"/>
              <a:gd name="connsiteX5" fmla="*/ 238539 w 238539"/>
              <a:gd name="connsiteY5" fmla="*/ 0 h 773927"/>
              <a:gd name="connsiteX6" fmla="*/ 0 w 238539"/>
              <a:gd name="connsiteY6" fmla="*/ 127221 h 773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8539" h="773927">
                <a:moveTo>
                  <a:pt x="0" y="127221"/>
                </a:moveTo>
                <a:lnTo>
                  <a:pt x="0" y="773927"/>
                </a:lnTo>
                <a:cubicBezTo>
                  <a:pt x="37106" y="741238"/>
                  <a:pt x="68573" y="717012"/>
                  <a:pt x="97031" y="692530"/>
                </a:cubicBezTo>
                <a:cubicBezTo>
                  <a:pt x="125489" y="668048"/>
                  <a:pt x="146969" y="645692"/>
                  <a:pt x="170747" y="627036"/>
                </a:cubicBezTo>
                <a:lnTo>
                  <a:pt x="238539" y="559242"/>
                </a:lnTo>
                <a:lnTo>
                  <a:pt x="238539" y="0"/>
                </a:lnTo>
                <a:lnTo>
                  <a:pt x="0" y="127221"/>
                </a:lnTo>
                <a:close/>
              </a:path>
            </a:pathLst>
          </a:custGeom>
          <a:noFill/>
          <a:ln w="28575"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grpSp>
        <p:nvGrpSpPr>
          <p:cNvPr id="280" name="组合 279"/>
          <p:cNvGrpSpPr/>
          <p:nvPr/>
        </p:nvGrpSpPr>
        <p:grpSpPr>
          <a:xfrm>
            <a:off x="552204" y="3105049"/>
            <a:ext cx="1508629" cy="869709"/>
            <a:chOff x="552204" y="3105049"/>
            <a:chExt cx="1508629" cy="869709"/>
          </a:xfrm>
        </p:grpSpPr>
        <p:cxnSp>
          <p:nvCxnSpPr>
            <p:cNvPr id="281" name="直接连接符 280"/>
            <p:cNvCxnSpPr/>
            <p:nvPr/>
          </p:nvCxnSpPr>
          <p:spPr bwMode="auto">
            <a:xfrm flipH="1" flipV="1">
              <a:off x="1143405" y="3444890"/>
              <a:ext cx="917428" cy="529868"/>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82" name="矩形 281"/>
            <p:cNvSpPr/>
            <p:nvPr/>
          </p:nvSpPr>
          <p:spPr>
            <a:xfrm>
              <a:off x="552204" y="3105049"/>
              <a:ext cx="803426" cy="382541"/>
            </a:xfrm>
            <a:prstGeom prst="rect">
              <a:avLst/>
            </a:prstGeom>
          </p:spPr>
          <p:txBody>
            <a:bodyPr wrap="none">
              <a:spAutoFit/>
            </a:bodyPr>
            <a:lstStyle/>
            <a:p>
              <a:pPr algn="ctr" eaLnBrk="1" hangingPunct="1">
                <a:spcBef>
                  <a:spcPct val="20000"/>
                </a:spcBef>
              </a:pPr>
              <a:r>
                <a:rPr kumimoji="1" lang="zh-CN" altLang="en-US" sz="1800" b="1" dirty="0" smtClean="0">
                  <a:solidFill>
                    <a:srgbClr val="C00000"/>
                  </a:solidFill>
                  <a:latin typeface="幼圆" panose="02010509060101010101" pitchFamily="49" charset="-122"/>
                  <a:ea typeface="幼圆" panose="02010509060101010101" pitchFamily="49" charset="-122"/>
                </a:rPr>
                <a:t>面积</a:t>
              </a:r>
              <a:r>
                <a:rPr kumimoji="1" lang="en-US" altLang="zh-CN" sz="1800" b="1" i="1" dirty="0" smtClean="0">
                  <a:solidFill>
                    <a:srgbClr val="C00000"/>
                  </a:solidFill>
                  <a:ea typeface="幼圆" panose="02010509060101010101" pitchFamily="49" charset="-122"/>
                  <a:cs typeface="Times New Roman" panose="02020603050405020304" pitchFamily="18" charset="0"/>
                </a:rPr>
                <a:t>A</a:t>
              </a:r>
              <a:endParaRPr kumimoji="1" lang="zh-CN" altLang="en-US" sz="1800" b="1" i="1" dirty="0">
                <a:solidFill>
                  <a:srgbClr val="C00000"/>
                </a:solidFill>
                <a:ea typeface="幼圆" panose="02010509060101010101" pitchFamily="49" charset="-122"/>
                <a:cs typeface="Times New Roman" panose="02020603050405020304" pitchFamily="18" charset="0"/>
              </a:endParaRPr>
            </a:p>
          </p:txBody>
        </p:sp>
      </p:grpSp>
      <p:cxnSp>
        <p:nvCxnSpPr>
          <p:cNvPr id="283" name="直接连接符 282"/>
          <p:cNvCxnSpPr/>
          <p:nvPr/>
        </p:nvCxnSpPr>
        <p:spPr bwMode="auto">
          <a:xfrm flipH="1">
            <a:off x="5725818" y="4469640"/>
            <a:ext cx="703827" cy="166113"/>
          </a:xfrm>
          <a:prstGeom prst="line">
            <a:avLst/>
          </a:prstGeom>
          <a:noFill/>
          <a:ln w="12700" cap="flat" cmpd="sng" algn="ctr">
            <a:solidFill>
              <a:schemeClr val="tx1"/>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284" name="组合 283"/>
          <p:cNvGrpSpPr/>
          <p:nvPr/>
        </p:nvGrpSpPr>
        <p:grpSpPr>
          <a:xfrm>
            <a:off x="5445202" y="3195638"/>
            <a:ext cx="703974" cy="1423460"/>
            <a:chOff x="5445202" y="3195638"/>
            <a:chExt cx="703974" cy="1423460"/>
          </a:xfrm>
        </p:grpSpPr>
        <p:cxnSp>
          <p:nvCxnSpPr>
            <p:cNvPr id="285" name="直接连接符 284"/>
            <p:cNvCxnSpPr>
              <a:endCxn id="209" idx="3"/>
            </p:cNvCxnSpPr>
            <p:nvPr/>
          </p:nvCxnSpPr>
          <p:spPr bwMode="auto">
            <a:xfrm flipH="1" flipV="1">
              <a:off x="5445202" y="3195638"/>
              <a:ext cx="382540" cy="1423460"/>
            </a:xfrm>
            <a:prstGeom prst="line">
              <a:avLst/>
            </a:prstGeom>
            <a:noFill/>
            <a:ln w="12700" cap="flat" cmpd="sng" algn="ctr">
              <a:solidFill>
                <a:srgbClr val="C00000"/>
              </a:solidFill>
              <a:prstDash val="solid"/>
              <a:round/>
              <a:headEnd type="triangl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86" name="Text Box 51"/>
            <p:cNvSpPr txBox="1">
              <a:spLocks noChangeArrowheads="1"/>
            </p:cNvSpPr>
            <p:nvPr/>
          </p:nvSpPr>
          <p:spPr bwMode="auto">
            <a:xfrm>
              <a:off x="5628995" y="3828254"/>
              <a:ext cx="520181" cy="4409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lnSpc>
                  <a:spcPct val="125000"/>
                </a:lnSpc>
              </a:pPr>
              <a:r>
                <a:rPr kumimoji="1" lang="en-US" altLang="zh-CN" sz="2000" b="1" i="1" dirty="0" smtClean="0">
                  <a:solidFill>
                    <a:srgbClr val="C00000"/>
                  </a:solidFill>
                  <a:latin typeface="Times New Roman" panose="02020603050405020304" pitchFamily="18" charset="0"/>
                </a:rPr>
                <a:t>d</a:t>
              </a:r>
              <a:r>
                <a:rPr kumimoji="1" lang="en-US" altLang="zh-CN" sz="2000" b="1" baseline="-25000" dirty="0" smtClean="0">
                  <a:solidFill>
                    <a:srgbClr val="C00000"/>
                  </a:solidFill>
                  <a:latin typeface="Times New Roman" panose="02020603050405020304" pitchFamily="18" charset="0"/>
                </a:rPr>
                <a:t>i</a:t>
              </a:r>
              <a:endParaRPr kumimoji="1" lang="en-US" altLang="zh-CN" sz="2000" b="1" baseline="-25000" dirty="0">
                <a:solidFill>
                  <a:srgbClr val="C00000"/>
                </a:solidFill>
                <a:latin typeface="Times New Roman" panose="02020603050405020304" pitchFamily="18" charset="0"/>
              </a:endParaRPr>
            </a:p>
          </p:txBody>
        </p:sp>
      </p:grpSp>
      <p:grpSp>
        <p:nvGrpSpPr>
          <p:cNvPr id="287" name="Group 61"/>
          <p:cNvGrpSpPr>
            <a:grpSpLocks/>
          </p:cNvGrpSpPr>
          <p:nvPr/>
        </p:nvGrpSpPr>
        <p:grpSpPr bwMode="auto">
          <a:xfrm>
            <a:off x="6020652" y="4243934"/>
            <a:ext cx="706438" cy="482600"/>
            <a:chOff x="1617" y="2786"/>
            <a:chExt cx="445" cy="304"/>
          </a:xfrm>
        </p:grpSpPr>
        <p:sp>
          <p:nvSpPr>
            <p:cNvPr id="288" name="Line 47"/>
            <p:cNvSpPr>
              <a:spLocks noChangeShapeType="1"/>
            </p:cNvSpPr>
            <p:nvPr/>
          </p:nvSpPr>
          <p:spPr bwMode="auto">
            <a:xfrm flipH="1">
              <a:off x="1804" y="2882"/>
              <a:ext cx="258" cy="66"/>
            </a:xfrm>
            <a:prstGeom prst="line">
              <a:avLst/>
            </a:prstGeom>
            <a:noFill/>
            <a:ln w="38100">
              <a:solidFill>
                <a:srgbClr val="C00000"/>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9" name="Text Box 48"/>
            <p:cNvSpPr txBox="1">
              <a:spLocks noChangeArrowheads="1"/>
            </p:cNvSpPr>
            <p:nvPr/>
          </p:nvSpPr>
          <p:spPr bwMode="auto">
            <a:xfrm>
              <a:off x="1617" y="2786"/>
              <a:ext cx="260"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2400" b="1" i="1" dirty="0" err="1" smtClean="0">
                  <a:solidFill>
                    <a:srgbClr val="C00000"/>
                  </a:solidFill>
                  <a:latin typeface="Times New Roman" panose="02020603050405020304" pitchFamily="18" charset="0"/>
                </a:rPr>
                <a:t>J</a:t>
              </a:r>
              <a:r>
                <a:rPr kumimoji="1" lang="en-US" altLang="zh-CN" sz="2400" b="1" baseline="-25000" dirty="0" err="1" smtClean="0">
                  <a:solidFill>
                    <a:srgbClr val="C00000"/>
                  </a:solidFill>
                  <a:latin typeface="Times New Roman" panose="02020603050405020304" pitchFamily="18" charset="0"/>
                </a:rPr>
                <a:t>i</a:t>
              </a:r>
              <a:endParaRPr kumimoji="1" lang="en-US" altLang="zh-CN" sz="2400" b="1" baseline="-25000" dirty="0">
                <a:solidFill>
                  <a:srgbClr val="C00000"/>
                </a:solidFill>
                <a:latin typeface="Times New Roman" panose="02020603050405020304" pitchFamily="18" charset="0"/>
              </a:endParaRPr>
            </a:p>
          </p:txBody>
        </p:sp>
      </p:grpSp>
      <p:grpSp>
        <p:nvGrpSpPr>
          <p:cNvPr id="290" name="组合 289"/>
          <p:cNvGrpSpPr/>
          <p:nvPr/>
        </p:nvGrpSpPr>
        <p:grpSpPr>
          <a:xfrm>
            <a:off x="1199335" y="4091110"/>
            <a:ext cx="998644" cy="483017"/>
            <a:chOff x="1199335" y="4091110"/>
            <a:chExt cx="998644" cy="483017"/>
          </a:xfrm>
        </p:grpSpPr>
        <p:sp>
          <p:nvSpPr>
            <p:cNvPr id="291" name="Line 47"/>
            <p:cNvSpPr>
              <a:spLocks noChangeShapeType="1"/>
            </p:cNvSpPr>
            <p:nvPr/>
          </p:nvSpPr>
          <p:spPr bwMode="auto">
            <a:xfrm flipH="1">
              <a:off x="1492396" y="4196585"/>
              <a:ext cx="705583" cy="180498"/>
            </a:xfrm>
            <a:prstGeom prst="line">
              <a:avLst/>
            </a:prstGeom>
            <a:noFill/>
            <a:ln w="38100">
              <a:solidFill>
                <a:srgbClr val="C00000"/>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solidFill>
                  <a:srgbClr val="C00000"/>
                </a:solidFill>
              </a:endParaRPr>
            </a:p>
          </p:txBody>
        </p:sp>
        <p:sp>
          <p:nvSpPr>
            <p:cNvPr id="292" name="Text Box 48"/>
            <p:cNvSpPr txBox="1">
              <a:spLocks noChangeArrowheads="1"/>
            </p:cNvSpPr>
            <p:nvPr/>
          </p:nvSpPr>
          <p:spPr bwMode="auto">
            <a:xfrm>
              <a:off x="1199335" y="4091110"/>
              <a:ext cx="438633" cy="4830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2400" b="1" i="1" dirty="0" err="1" smtClean="0">
                  <a:solidFill>
                    <a:srgbClr val="C00000"/>
                  </a:solidFill>
                  <a:latin typeface="Times New Roman" panose="02020603050405020304" pitchFamily="18" charset="0"/>
                </a:rPr>
                <a:t>J</a:t>
              </a:r>
              <a:r>
                <a:rPr kumimoji="1" lang="en-US" altLang="zh-CN" sz="2400" b="1" baseline="-25000" dirty="0" err="1" smtClean="0">
                  <a:solidFill>
                    <a:srgbClr val="C00000"/>
                  </a:solidFill>
                  <a:latin typeface="Times New Roman" panose="02020603050405020304" pitchFamily="18" charset="0"/>
                </a:rPr>
                <a:t>i</a:t>
              </a:r>
              <a:endParaRPr kumimoji="1" lang="en-US" altLang="zh-CN" sz="2400" b="1" baseline="-25000" dirty="0">
                <a:solidFill>
                  <a:srgbClr val="C00000"/>
                </a:solidFill>
                <a:latin typeface="Times New Roman" panose="02020603050405020304" pitchFamily="18" charset="0"/>
              </a:endParaRPr>
            </a:p>
          </p:txBody>
        </p:sp>
      </p:grpSp>
      <p:sp>
        <p:nvSpPr>
          <p:cNvPr id="293" name="Rectangle 69"/>
          <p:cNvSpPr>
            <a:spLocks noChangeArrowheads="1"/>
          </p:cNvSpPr>
          <p:nvPr/>
        </p:nvSpPr>
        <p:spPr bwMode="auto">
          <a:xfrm>
            <a:off x="5162241" y="741914"/>
            <a:ext cx="2312029" cy="446276"/>
          </a:xfrm>
          <a:prstGeom prst="rect">
            <a:avLst/>
          </a:prstGeom>
          <a:solidFill>
            <a:srgbClr val="FFFF00"/>
          </a:solidFill>
          <a:ln w="9525">
            <a:solidFill>
              <a:srgbClr val="0000FF"/>
            </a:solidFill>
            <a:miter lim="800000"/>
            <a:headEnd/>
            <a:tailEnd/>
          </a:ln>
        </p:spPr>
        <p:txBody>
          <a:bodyPr wrap="square" anchor="ctr">
            <a:spAutoFit/>
          </a:bodyPr>
          <a:lstStyle>
            <a:lvl1pPr>
              <a:defRPr sz="4400">
                <a:solidFill>
                  <a:srgbClr val="1C1C1C"/>
                </a:solidFill>
                <a:latin typeface="Arial" panose="020B0604020202020204" pitchFamily="34" charset="0"/>
                <a:ea typeface="宋体" panose="02010600030101010101" pitchFamily="2" charset="-122"/>
              </a:defRPr>
            </a:lvl1pPr>
            <a:lvl2pPr marL="742950" indent="-285750">
              <a:defRPr sz="4400">
                <a:solidFill>
                  <a:srgbClr val="1C1C1C"/>
                </a:solidFill>
                <a:latin typeface="Arial" panose="020B0604020202020204" pitchFamily="34" charset="0"/>
                <a:ea typeface="宋体" panose="02010600030101010101" pitchFamily="2" charset="-122"/>
              </a:defRPr>
            </a:lvl2pPr>
            <a:lvl3pPr marL="1143000" indent="-228600">
              <a:defRPr sz="4400">
                <a:solidFill>
                  <a:srgbClr val="1C1C1C"/>
                </a:solidFill>
                <a:latin typeface="Arial" panose="020B0604020202020204" pitchFamily="34" charset="0"/>
                <a:ea typeface="宋体" panose="02010600030101010101" pitchFamily="2" charset="-122"/>
              </a:defRPr>
            </a:lvl3pPr>
            <a:lvl4pPr marL="1600200" indent="-228600">
              <a:defRPr sz="4400">
                <a:solidFill>
                  <a:srgbClr val="1C1C1C"/>
                </a:solidFill>
                <a:latin typeface="Arial" panose="020B0604020202020204" pitchFamily="34" charset="0"/>
                <a:ea typeface="宋体" panose="02010600030101010101" pitchFamily="2" charset="-122"/>
              </a:defRPr>
            </a:lvl4pPr>
            <a:lvl5pPr marL="2057400" indent="-228600">
              <a:defRPr sz="44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宋体" panose="02010600030101010101" pitchFamily="2" charset="-122"/>
              </a:defRPr>
            </a:lvl9pPr>
          </a:lstStyle>
          <a:p>
            <a:pPr eaLnBrk="1" hangingPunct="1">
              <a:spcBef>
                <a:spcPts val="0"/>
              </a:spcBef>
              <a:spcAft>
                <a:spcPts val="0"/>
              </a:spcAft>
              <a:buSzPct val="130000"/>
            </a:pPr>
            <a:r>
              <a:rPr kumimoji="1" lang="zh-CN" altLang="en-US" sz="2000" b="1" dirty="0" smtClean="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以瑞典</a:t>
            </a:r>
            <a:r>
              <a:rPr kumimoji="1" lang="zh-CN" altLang="en-US" sz="2000" b="1"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条分</a:t>
            </a:r>
            <a:r>
              <a:rPr kumimoji="1" lang="zh-CN" altLang="en-US" sz="2000" b="1" dirty="0" smtClean="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法为例</a:t>
            </a:r>
            <a:endParaRPr kumimoji="1" lang="zh-CN" altLang="en-US" sz="2000" b="1"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39" name="Text Box 7"/>
          <p:cNvSpPr txBox="1">
            <a:spLocks noChangeArrowheads="1"/>
          </p:cNvSpPr>
          <p:nvPr/>
        </p:nvSpPr>
        <p:spPr bwMode="auto">
          <a:xfrm>
            <a:off x="0" y="0"/>
            <a:ext cx="6492240"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1800" b="1" kern="900" spc="130" dirty="0" smtClean="0">
                <a:solidFill>
                  <a:srgbClr val="000066"/>
                </a:solidFill>
                <a:ea typeface="黑体" panose="02010609060101010101" pitchFamily="49" charset="-122"/>
                <a:cs typeface="Times New Roman" panose="02020603050405020304" pitchFamily="18" charset="0"/>
              </a:rPr>
              <a:t>§7.4  </a:t>
            </a:r>
            <a:r>
              <a:rPr lang="zh-CN" altLang="en-US" sz="1800" b="1" kern="900" spc="130" dirty="0" smtClean="0">
                <a:solidFill>
                  <a:srgbClr val="000066"/>
                </a:solidFill>
                <a:ea typeface="黑体" panose="02010609060101010101" pitchFamily="49" charset="-122"/>
                <a:cs typeface="Times New Roman" panose="02020603050405020304" pitchFamily="18" charset="0"/>
              </a:rPr>
              <a:t>总</a:t>
            </a:r>
            <a:r>
              <a:rPr lang="zh-CN" altLang="en-US" sz="1800" b="1" kern="900" spc="130" dirty="0">
                <a:solidFill>
                  <a:srgbClr val="000066"/>
                </a:solidFill>
                <a:ea typeface="黑体" panose="02010609060101010101" pitchFamily="49" charset="-122"/>
                <a:cs typeface="Times New Roman" panose="02020603050405020304" pitchFamily="18" charset="0"/>
              </a:rPr>
              <a:t>应力法与有效应力</a:t>
            </a:r>
            <a:r>
              <a:rPr lang="zh-CN" altLang="en-US" sz="1800" b="1" kern="900" spc="130" dirty="0" smtClean="0">
                <a:solidFill>
                  <a:srgbClr val="000066"/>
                </a:solidFill>
                <a:ea typeface="黑体" panose="02010609060101010101" pitchFamily="49" charset="-122"/>
                <a:cs typeface="Times New Roman" panose="02020603050405020304" pitchFamily="18" charset="0"/>
              </a:rPr>
              <a:t>法 </a:t>
            </a:r>
            <a:r>
              <a:rPr lang="en-US" altLang="zh-CN" sz="1800" b="1" kern="900" spc="130" dirty="0" smtClean="0">
                <a:solidFill>
                  <a:srgbClr val="000066"/>
                </a:solidFill>
                <a:ea typeface="黑体" panose="02010609060101010101" pitchFamily="49" charset="-122"/>
                <a:cs typeface="Times New Roman" panose="02020603050405020304" pitchFamily="18" charset="0"/>
              </a:rPr>
              <a:t>- </a:t>
            </a:r>
            <a:r>
              <a:rPr lang="zh-CN" altLang="en-US" sz="1800" b="1" kern="900" spc="130" dirty="0" smtClean="0">
                <a:solidFill>
                  <a:srgbClr val="000066"/>
                </a:solidFill>
                <a:ea typeface="黑体" panose="02010609060101010101" pitchFamily="49" charset="-122"/>
                <a:cs typeface="Times New Roman" panose="02020603050405020304" pitchFamily="18" charset="0"/>
              </a:rPr>
              <a:t>稳定渗流</a:t>
            </a:r>
            <a:r>
              <a:rPr lang="zh-CN" altLang="en-US" sz="1800" b="1" kern="900" spc="130" dirty="0">
                <a:solidFill>
                  <a:srgbClr val="000066"/>
                </a:solidFill>
                <a:ea typeface="黑体" panose="02010609060101010101" pitchFamily="49" charset="-122"/>
                <a:cs typeface="Times New Roman" panose="02020603050405020304" pitchFamily="18" charset="0"/>
              </a:rPr>
              <a:t>期土坡稳定分析</a:t>
            </a:r>
          </a:p>
          <a:p>
            <a:pPr eaLnBrk="1" fontAlgn="ctr" hangingPunct="1">
              <a:lnSpc>
                <a:spcPct val="100000"/>
              </a:lnSpc>
              <a:spcBef>
                <a:spcPct val="0"/>
              </a:spcBef>
              <a:spcAft>
                <a:spcPct val="0"/>
              </a:spcAft>
            </a:pPr>
            <a:endParaRPr lang="zh-CN" altLang="en-US" sz="1800" b="1" kern="900" spc="130" dirty="0">
              <a:solidFill>
                <a:srgbClr val="000066"/>
              </a:solidFill>
              <a:ea typeface="黑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132227558"/>
      </p:ext>
    </p:extLst>
  </p:cSld>
  <p:clrMapOvr>
    <a:masterClrMapping/>
  </p:clrMapOvr>
  <p:transition spd="med">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repeatCount="3000" fill="hold" grpId="0" nodeType="afterEffect">
                                  <p:stCondLst>
                                    <p:cond delay="0"/>
                                  </p:stCondLst>
                                  <p:childTnLst>
                                    <p:set>
                                      <p:cBhvr>
                                        <p:cTn id="6" dur="1" fill="hold">
                                          <p:stCondLst>
                                            <p:cond delay="0"/>
                                          </p:stCondLst>
                                        </p:cTn>
                                        <p:tgtEl>
                                          <p:spTgt spid="293"/>
                                        </p:tgtEl>
                                        <p:attrNameLst>
                                          <p:attrName>style.visibility</p:attrName>
                                        </p:attrNameLst>
                                      </p:cBhvr>
                                      <p:to>
                                        <p:strVal val="visible"/>
                                      </p:to>
                                    </p:set>
                                    <p:animEffect transition="in" filter="wipe(up)">
                                      <p:cBhvr>
                                        <p:cTn id="7" dur="500"/>
                                        <p:tgtEl>
                                          <p:spTgt spid="293"/>
                                        </p:tgtEl>
                                      </p:cBhvr>
                                    </p:animEffect>
                                  </p:childTnLst>
                                </p:cTn>
                              </p:par>
                            </p:childTnLst>
                          </p:cTn>
                        </p:par>
                        <p:par>
                          <p:cTn id="8" fill="hold">
                            <p:stCondLst>
                              <p:cond delay="1500"/>
                            </p:stCondLst>
                            <p:childTnLst>
                              <p:par>
                                <p:cTn id="9" presetID="9" presetClass="entr" presetSubtype="0" fill="hold" grpId="0" nodeType="afterEffect">
                                  <p:stCondLst>
                                    <p:cond delay="0"/>
                                  </p:stCondLst>
                                  <p:childTnLst>
                                    <p:set>
                                      <p:cBhvr>
                                        <p:cTn id="10" dur="1" fill="hold">
                                          <p:stCondLst>
                                            <p:cond delay="0"/>
                                          </p:stCondLst>
                                        </p:cTn>
                                        <p:tgtEl>
                                          <p:spTgt spid="127"/>
                                        </p:tgtEl>
                                        <p:attrNameLst>
                                          <p:attrName>style.visibility</p:attrName>
                                        </p:attrNameLst>
                                      </p:cBhvr>
                                      <p:to>
                                        <p:strVal val="visible"/>
                                      </p:to>
                                    </p:set>
                                    <p:animEffect transition="in" filter="dissolve">
                                      <p:cBhvr>
                                        <p:cTn id="11" dur="500"/>
                                        <p:tgtEl>
                                          <p:spTgt spid="127"/>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nodeType="clickEffect">
                                  <p:stCondLst>
                                    <p:cond delay="0"/>
                                  </p:stCondLst>
                                  <p:childTnLst>
                                    <p:set>
                                      <p:cBhvr>
                                        <p:cTn id="15" dur="1" fill="hold">
                                          <p:stCondLst>
                                            <p:cond delay="0"/>
                                          </p:stCondLst>
                                        </p:cTn>
                                        <p:tgtEl>
                                          <p:spTgt spid="124"/>
                                        </p:tgtEl>
                                        <p:attrNameLst>
                                          <p:attrName>style.visibility</p:attrName>
                                        </p:attrNameLst>
                                      </p:cBhvr>
                                      <p:to>
                                        <p:strVal val="visible"/>
                                      </p:to>
                                    </p:set>
                                    <p:animEffect transition="in" filter="dissolve">
                                      <p:cBhvr>
                                        <p:cTn id="16" dur="500"/>
                                        <p:tgtEl>
                                          <p:spTgt spid="124"/>
                                        </p:tgtEl>
                                      </p:cBhvr>
                                    </p:animEffect>
                                  </p:childTnLst>
                                </p:cTn>
                              </p:par>
                            </p:childTnLst>
                          </p:cTn>
                        </p:par>
                        <p:par>
                          <p:cTn id="17" fill="hold">
                            <p:stCondLst>
                              <p:cond delay="500"/>
                            </p:stCondLst>
                            <p:childTnLst>
                              <p:par>
                                <p:cTn id="18" presetID="9" presetClass="entr" presetSubtype="0" fill="hold" nodeType="afterEffect">
                                  <p:stCondLst>
                                    <p:cond delay="0"/>
                                  </p:stCondLst>
                                  <p:childTnLst>
                                    <p:set>
                                      <p:cBhvr>
                                        <p:cTn id="19" dur="1" fill="hold">
                                          <p:stCondLst>
                                            <p:cond delay="0"/>
                                          </p:stCondLst>
                                        </p:cTn>
                                        <p:tgtEl>
                                          <p:spTgt spid="125"/>
                                        </p:tgtEl>
                                        <p:attrNameLst>
                                          <p:attrName>style.visibility</p:attrName>
                                        </p:attrNameLst>
                                      </p:cBhvr>
                                      <p:to>
                                        <p:strVal val="visible"/>
                                      </p:to>
                                    </p:set>
                                    <p:animEffect transition="in" filter="dissolve">
                                      <p:cBhvr>
                                        <p:cTn id="20" dur="500"/>
                                        <p:tgtEl>
                                          <p:spTgt spid="1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7" grpId="0" autoUpdateAnimBg="0"/>
      <p:bldP spid="293" grpId="0" animBg="1"/>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81</a:t>
            </a:fld>
            <a:endParaRPr lang="zh-CN" altLang="en-US" dirty="0">
              <a:solidFill>
                <a:srgbClr val="C00000"/>
              </a:solidFill>
            </a:endParaRPr>
          </a:p>
        </p:txBody>
      </p:sp>
      <p:sp>
        <p:nvSpPr>
          <p:cNvPr id="4" name="Text Box 2"/>
          <p:cNvSpPr txBox="1">
            <a:spLocks noChangeArrowheads="1"/>
          </p:cNvSpPr>
          <p:nvPr/>
        </p:nvSpPr>
        <p:spPr bwMode="auto">
          <a:xfrm>
            <a:off x="2482890" y="5738072"/>
            <a:ext cx="5280025"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gn="ctr" eaLnBrk="1" hangingPunct="1">
              <a:lnSpc>
                <a:spcPct val="100000"/>
              </a:lnSpc>
              <a:spcBef>
                <a:spcPct val="0"/>
              </a:spcBef>
              <a:spcAft>
                <a:spcPct val="0"/>
              </a:spcAft>
            </a:pPr>
            <a:r>
              <a:rPr kumimoji="1" lang="zh-CN" altLang="en-US" sz="4000" b="1" dirty="0">
                <a:solidFill>
                  <a:srgbClr val="000066"/>
                </a:solidFill>
                <a:ea typeface="黑体" pitchFamily="2" charset="-122"/>
              </a:rPr>
              <a:t>小   结</a:t>
            </a:r>
          </a:p>
        </p:txBody>
      </p:sp>
      <p:sp>
        <p:nvSpPr>
          <p:cNvPr id="5" name="Text Box 3"/>
          <p:cNvSpPr txBox="1">
            <a:spLocks noChangeArrowheads="1"/>
          </p:cNvSpPr>
          <p:nvPr/>
        </p:nvSpPr>
        <p:spPr bwMode="auto">
          <a:xfrm>
            <a:off x="1899705" y="1850311"/>
            <a:ext cx="5779547" cy="203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625475" indent="-625475"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444500" indent="-444500" eaLnBrk="1" hangingPunct="1">
              <a:lnSpc>
                <a:spcPct val="150000"/>
              </a:lnSpc>
              <a:spcBef>
                <a:spcPts val="0"/>
              </a:spcBef>
              <a:spcAft>
                <a:spcPts val="0"/>
              </a:spcAft>
              <a:buClr>
                <a:srgbClr val="A50021"/>
              </a:buClr>
              <a:buSzPct val="130000"/>
              <a:buFont typeface="Wingdings" pitchFamily="2" charset="2"/>
              <a:buChar char="F"/>
            </a:pPr>
            <a:r>
              <a:rPr lang="zh-CN" altLang="en-US" sz="2800" b="1" dirty="0">
                <a:solidFill>
                  <a:srgbClr val="000066"/>
                </a:solidFill>
                <a:ea typeface="幼圆" pitchFamily="49" charset="-122"/>
              </a:rPr>
              <a:t>基本概念</a:t>
            </a:r>
          </a:p>
          <a:p>
            <a:pPr marL="444500" indent="-444500" eaLnBrk="1" hangingPunct="1">
              <a:lnSpc>
                <a:spcPct val="150000"/>
              </a:lnSpc>
              <a:spcBef>
                <a:spcPts val="0"/>
              </a:spcBef>
              <a:spcAft>
                <a:spcPts val="0"/>
              </a:spcAft>
              <a:buClr>
                <a:srgbClr val="A50021"/>
              </a:buClr>
              <a:buSzPct val="130000"/>
              <a:buFont typeface="Wingdings" pitchFamily="2" charset="2"/>
              <a:buChar char="F"/>
            </a:pPr>
            <a:r>
              <a:rPr lang="zh-CN" altLang="en-US" sz="2800" b="1" dirty="0">
                <a:solidFill>
                  <a:srgbClr val="000066"/>
                </a:solidFill>
                <a:ea typeface="幼圆" pitchFamily="49" charset="-122"/>
              </a:rPr>
              <a:t>施工期土坡稳定分析</a:t>
            </a:r>
          </a:p>
          <a:p>
            <a:pPr marL="444500" indent="-444500" eaLnBrk="1" hangingPunct="1">
              <a:lnSpc>
                <a:spcPct val="150000"/>
              </a:lnSpc>
              <a:spcBef>
                <a:spcPts val="0"/>
              </a:spcBef>
              <a:spcAft>
                <a:spcPts val="0"/>
              </a:spcAft>
              <a:buClr>
                <a:srgbClr val="A50021"/>
              </a:buClr>
              <a:buSzPct val="130000"/>
              <a:buFont typeface="Wingdings" pitchFamily="2" charset="2"/>
              <a:buChar char="F"/>
            </a:pPr>
            <a:r>
              <a:rPr lang="zh-CN" altLang="en-US" sz="2800" b="1" dirty="0">
                <a:solidFill>
                  <a:srgbClr val="000066"/>
                </a:solidFill>
                <a:ea typeface="幼圆" pitchFamily="49" charset="-122"/>
              </a:rPr>
              <a:t>稳定渗流期土坡稳定</a:t>
            </a:r>
            <a:r>
              <a:rPr lang="zh-CN" altLang="en-US" sz="2800" b="1" dirty="0" smtClean="0">
                <a:solidFill>
                  <a:srgbClr val="000066"/>
                </a:solidFill>
                <a:ea typeface="幼圆" pitchFamily="49" charset="-122"/>
              </a:rPr>
              <a:t>分析</a:t>
            </a:r>
            <a:endParaRPr lang="zh-CN" altLang="en-US" sz="2800" b="1" dirty="0">
              <a:solidFill>
                <a:srgbClr val="000066"/>
              </a:solidFill>
              <a:ea typeface="幼圆" pitchFamily="49" charset="-122"/>
            </a:endParaRPr>
          </a:p>
        </p:txBody>
      </p:sp>
      <p:sp>
        <p:nvSpPr>
          <p:cNvPr id="10" name="Text Box 7"/>
          <p:cNvSpPr txBox="1">
            <a:spLocks noChangeArrowheads="1"/>
          </p:cNvSpPr>
          <p:nvPr/>
        </p:nvSpPr>
        <p:spPr bwMode="auto">
          <a:xfrm>
            <a:off x="0" y="0"/>
            <a:ext cx="3727269"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1800" b="1" kern="900" spc="130" dirty="0" smtClean="0">
                <a:solidFill>
                  <a:srgbClr val="000066"/>
                </a:solidFill>
                <a:ea typeface="黑体" panose="02010609060101010101" pitchFamily="49" charset="-122"/>
                <a:cs typeface="Times New Roman" panose="02020603050405020304" pitchFamily="18" charset="0"/>
              </a:rPr>
              <a:t>§7.4  </a:t>
            </a:r>
            <a:r>
              <a:rPr lang="zh-CN" altLang="en-US" sz="1800" b="1" kern="900" spc="130" dirty="0" smtClean="0">
                <a:solidFill>
                  <a:srgbClr val="000066"/>
                </a:solidFill>
                <a:ea typeface="黑体" panose="02010609060101010101" pitchFamily="49" charset="-122"/>
                <a:cs typeface="Times New Roman" panose="02020603050405020304" pitchFamily="18" charset="0"/>
              </a:rPr>
              <a:t>总</a:t>
            </a:r>
            <a:r>
              <a:rPr lang="zh-CN" altLang="en-US" sz="1800" b="1" kern="900" spc="130" dirty="0">
                <a:solidFill>
                  <a:srgbClr val="000066"/>
                </a:solidFill>
                <a:ea typeface="黑体" panose="02010609060101010101" pitchFamily="49" charset="-122"/>
                <a:cs typeface="Times New Roman" panose="02020603050405020304" pitchFamily="18" charset="0"/>
              </a:rPr>
              <a:t>应力法与有效应力</a:t>
            </a:r>
            <a:r>
              <a:rPr lang="zh-CN" altLang="en-US" sz="1800" b="1" kern="900" spc="130" dirty="0" smtClean="0">
                <a:solidFill>
                  <a:srgbClr val="000066"/>
                </a:solidFill>
                <a:ea typeface="黑体" panose="02010609060101010101" pitchFamily="49" charset="-122"/>
                <a:cs typeface="Times New Roman" panose="02020603050405020304" pitchFamily="18" charset="0"/>
              </a:rPr>
              <a:t>法</a:t>
            </a:r>
            <a:endParaRPr lang="zh-CN" altLang="en-US" sz="1800" b="1" kern="900" spc="130" dirty="0">
              <a:solidFill>
                <a:srgbClr val="000066"/>
              </a:solidFill>
              <a:ea typeface="黑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2048777232"/>
      </p:ext>
    </p:extLst>
  </p:cSld>
  <p:clrMapOvr>
    <a:masterClrMapping/>
  </p:clrMapOvr>
  <p:transition spd="med">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up)">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28"/>
          <p:cNvSpPr txBox="1">
            <a:spLocks noChangeArrowheads="1"/>
          </p:cNvSpPr>
          <p:nvPr/>
        </p:nvSpPr>
        <p:spPr bwMode="auto">
          <a:xfrm>
            <a:off x="1987550" y="1922463"/>
            <a:ext cx="5266690" cy="24991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spAutoFit/>
          </a:bodyPr>
          <a:lstStyle>
            <a:lvl1pPr marL="609600" indent="-609600"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30000"/>
              </a:lnSpc>
              <a:spcBef>
                <a:spcPct val="10000"/>
              </a:spcBef>
              <a:spcAft>
                <a:spcPct val="10000"/>
              </a:spcAft>
            </a:pPr>
            <a:r>
              <a:rPr kumimoji="1" lang="en-US" altLang="zh-CN" sz="2800" b="1" dirty="0" smtClean="0">
                <a:solidFill>
                  <a:srgbClr val="000066"/>
                </a:solidFill>
                <a:ea typeface="幼圆" pitchFamily="49" charset="-122"/>
                <a:cs typeface="Times New Roman" panose="02020603050405020304" pitchFamily="18" charset="0"/>
              </a:rPr>
              <a:t>§7.1 </a:t>
            </a:r>
            <a:r>
              <a:rPr kumimoji="1" lang="zh-CN" altLang="en-US" sz="2800" b="1" dirty="0" smtClean="0">
                <a:solidFill>
                  <a:srgbClr val="000066"/>
                </a:solidFill>
                <a:ea typeface="幼圆" pitchFamily="49" charset="-122"/>
                <a:cs typeface="Times New Roman" panose="02020603050405020304" pitchFamily="18" charset="0"/>
              </a:rPr>
              <a:t>概述 </a:t>
            </a:r>
            <a:r>
              <a:rPr kumimoji="1" lang="en-US" altLang="zh-CN" sz="2800" b="1" dirty="0" smtClean="0">
                <a:solidFill>
                  <a:srgbClr val="000066"/>
                </a:solidFill>
                <a:ea typeface="幼圆" pitchFamily="49" charset="-122"/>
                <a:cs typeface="Times New Roman" panose="02020603050405020304" pitchFamily="18" charset="0"/>
              </a:rPr>
              <a:t>– </a:t>
            </a:r>
            <a:r>
              <a:rPr kumimoji="1" lang="zh-CN" altLang="en-US" sz="2800" b="1" dirty="0">
                <a:solidFill>
                  <a:srgbClr val="000066"/>
                </a:solidFill>
                <a:ea typeface="幼圆" pitchFamily="49" charset="-122"/>
                <a:cs typeface="Times New Roman" panose="02020603050405020304" pitchFamily="18" charset="0"/>
              </a:rPr>
              <a:t>土</a:t>
            </a:r>
            <a:r>
              <a:rPr kumimoji="1" lang="zh-CN" altLang="en-US" sz="2800" b="1" dirty="0" smtClean="0">
                <a:solidFill>
                  <a:srgbClr val="000066"/>
                </a:solidFill>
                <a:ea typeface="幼圆" pitchFamily="49" charset="-122"/>
                <a:cs typeface="Times New Roman" panose="02020603050405020304" pitchFamily="18" charset="0"/>
              </a:rPr>
              <a:t>坡与滑坡 </a:t>
            </a:r>
            <a:r>
              <a:rPr kumimoji="1" lang="zh-CN" altLang="en-US" sz="2800" b="1" dirty="0" smtClean="0">
                <a:solidFill>
                  <a:srgbClr val="A50021"/>
                </a:solidFill>
                <a:latin typeface="幼圆" pitchFamily="49" charset="-122"/>
                <a:ea typeface="幼圆" pitchFamily="49" charset="-122"/>
                <a:sym typeface="Symbol" pitchFamily="18" charset="2"/>
              </a:rPr>
              <a:t></a:t>
            </a:r>
            <a:endParaRPr kumimoji="1" lang="zh-CN" altLang="en-US" sz="2800" b="1" dirty="0">
              <a:solidFill>
                <a:srgbClr val="000066"/>
              </a:solidFill>
              <a:ea typeface="幼圆" pitchFamily="49" charset="-122"/>
              <a:cs typeface="Times New Roman" panose="02020603050405020304" pitchFamily="18" charset="0"/>
            </a:endParaRPr>
          </a:p>
          <a:p>
            <a:pPr eaLnBrk="1" hangingPunct="1">
              <a:lnSpc>
                <a:spcPct val="130000"/>
              </a:lnSpc>
              <a:spcBef>
                <a:spcPct val="10000"/>
              </a:spcBef>
              <a:spcAft>
                <a:spcPct val="10000"/>
              </a:spcAft>
            </a:pPr>
            <a:r>
              <a:rPr kumimoji="1" lang="en-US" altLang="zh-CN" sz="2800" b="1" dirty="0" smtClean="0">
                <a:solidFill>
                  <a:srgbClr val="000066"/>
                </a:solidFill>
                <a:ea typeface="幼圆" pitchFamily="49" charset="-122"/>
                <a:cs typeface="Times New Roman" panose="02020603050405020304" pitchFamily="18" charset="0"/>
              </a:rPr>
              <a:t>§7.2 </a:t>
            </a:r>
            <a:r>
              <a:rPr kumimoji="1" lang="zh-CN" altLang="en-US" sz="2800" b="1" dirty="0" smtClean="0">
                <a:solidFill>
                  <a:srgbClr val="000066"/>
                </a:solidFill>
                <a:ea typeface="幼圆" pitchFamily="49" charset="-122"/>
                <a:cs typeface="Times New Roman" panose="02020603050405020304" pitchFamily="18" charset="0"/>
              </a:rPr>
              <a:t>无</a:t>
            </a:r>
            <a:r>
              <a:rPr kumimoji="1" lang="zh-CN" altLang="en-US" sz="2800" b="1" dirty="0">
                <a:solidFill>
                  <a:srgbClr val="000066"/>
                </a:solidFill>
                <a:ea typeface="幼圆" pitchFamily="49" charset="-122"/>
                <a:cs typeface="Times New Roman" panose="02020603050405020304" pitchFamily="18" charset="0"/>
              </a:rPr>
              <a:t>黏性土坡的稳定</a:t>
            </a:r>
            <a:r>
              <a:rPr kumimoji="1" lang="zh-CN" altLang="en-US" sz="2800" b="1" dirty="0" smtClean="0">
                <a:solidFill>
                  <a:srgbClr val="000066"/>
                </a:solidFill>
                <a:ea typeface="幼圆" pitchFamily="49" charset="-122"/>
                <a:cs typeface="Times New Roman" panose="02020603050405020304" pitchFamily="18" charset="0"/>
              </a:rPr>
              <a:t>分析 </a:t>
            </a:r>
            <a:r>
              <a:rPr kumimoji="1" lang="zh-CN" altLang="en-US" sz="2800" b="1" dirty="0">
                <a:solidFill>
                  <a:srgbClr val="A50021"/>
                </a:solidFill>
                <a:latin typeface="幼圆" pitchFamily="49" charset="-122"/>
                <a:ea typeface="幼圆" pitchFamily="49" charset="-122"/>
                <a:sym typeface="Symbol" pitchFamily="18" charset="2"/>
              </a:rPr>
              <a:t></a:t>
            </a:r>
            <a:endParaRPr kumimoji="1" lang="en-US" altLang="zh-CN" sz="2800" b="1" dirty="0" smtClean="0">
              <a:solidFill>
                <a:srgbClr val="000066"/>
              </a:solidFill>
              <a:ea typeface="幼圆" pitchFamily="49" charset="-122"/>
              <a:cs typeface="Times New Roman" panose="02020603050405020304" pitchFamily="18" charset="0"/>
            </a:endParaRPr>
          </a:p>
          <a:p>
            <a:pPr eaLnBrk="1" hangingPunct="1">
              <a:lnSpc>
                <a:spcPct val="130000"/>
              </a:lnSpc>
              <a:spcBef>
                <a:spcPct val="10000"/>
              </a:spcBef>
              <a:spcAft>
                <a:spcPct val="10000"/>
              </a:spcAft>
            </a:pPr>
            <a:r>
              <a:rPr kumimoji="1" lang="en-US" altLang="zh-CN" sz="2800" b="1" dirty="0" smtClean="0">
                <a:solidFill>
                  <a:srgbClr val="000066"/>
                </a:solidFill>
                <a:ea typeface="幼圆" pitchFamily="49" charset="-122"/>
                <a:cs typeface="Times New Roman" panose="02020603050405020304" pitchFamily="18" charset="0"/>
              </a:rPr>
              <a:t>§7.3 </a:t>
            </a:r>
            <a:r>
              <a:rPr kumimoji="1" lang="zh-CN" altLang="en-US" sz="2800" b="1" dirty="0">
                <a:solidFill>
                  <a:srgbClr val="000066"/>
                </a:solidFill>
                <a:ea typeface="幼圆" pitchFamily="49" charset="-122"/>
                <a:cs typeface="Times New Roman" panose="02020603050405020304" pitchFamily="18" charset="0"/>
              </a:rPr>
              <a:t>黏性土坡的稳定</a:t>
            </a:r>
            <a:r>
              <a:rPr kumimoji="1" lang="zh-CN" altLang="en-US" sz="2800" b="1" dirty="0" smtClean="0">
                <a:solidFill>
                  <a:srgbClr val="000066"/>
                </a:solidFill>
                <a:ea typeface="幼圆" pitchFamily="49" charset="-122"/>
                <a:cs typeface="Times New Roman" panose="02020603050405020304" pitchFamily="18" charset="0"/>
              </a:rPr>
              <a:t>分析 </a:t>
            </a:r>
            <a:r>
              <a:rPr kumimoji="1" lang="zh-CN" altLang="en-US" sz="2800" b="1" dirty="0">
                <a:solidFill>
                  <a:srgbClr val="A50021"/>
                </a:solidFill>
                <a:latin typeface="幼圆" pitchFamily="49" charset="-122"/>
                <a:ea typeface="幼圆" pitchFamily="49" charset="-122"/>
                <a:sym typeface="Symbol" pitchFamily="18" charset="2"/>
              </a:rPr>
              <a:t></a:t>
            </a:r>
            <a:endParaRPr kumimoji="1" lang="zh-CN" altLang="en-US" sz="2800" b="1" dirty="0">
              <a:solidFill>
                <a:srgbClr val="000066"/>
              </a:solidFill>
              <a:ea typeface="幼圆" pitchFamily="49" charset="-122"/>
              <a:cs typeface="Times New Roman" panose="02020603050405020304" pitchFamily="18" charset="0"/>
            </a:endParaRPr>
          </a:p>
          <a:p>
            <a:pPr eaLnBrk="1" hangingPunct="1">
              <a:lnSpc>
                <a:spcPct val="130000"/>
              </a:lnSpc>
              <a:spcBef>
                <a:spcPct val="10000"/>
              </a:spcBef>
              <a:spcAft>
                <a:spcPct val="10000"/>
              </a:spcAft>
            </a:pPr>
            <a:r>
              <a:rPr kumimoji="1" lang="en-US" altLang="zh-CN" sz="2800" b="1" dirty="0" smtClean="0">
                <a:solidFill>
                  <a:srgbClr val="000066"/>
                </a:solidFill>
                <a:ea typeface="幼圆" pitchFamily="49" charset="-122"/>
                <a:cs typeface="Times New Roman" panose="02020603050405020304" pitchFamily="18" charset="0"/>
              </a:rPr>
              <a:t>§7.4 </a:t>
            </a:r>
            <a:r>
              <a:rPr kumimoji="1" lang="zh-CN" altLang="en-US" sz="2800" b="1" dirty="0">
                <a:solidFill>
                  <a:srgbClr val="000066"/>
                </a:solidFill>
                <a:ea typeface="幼圆" pitchFamily="49" charset="-122"/>
                <a:cs typeface="Times New Roman" panose="02020603050405020304" pitchFamily="18" charset="0"/>
              </a:rPr>
              <a:t>总应力法与有效应力</a:t>
            </a:r>
            <a:r>
              <a:rPr kumimoji="1" lang="zh-CN" altLang="en-US" sz="2800" b="1" dirty="0" smtClean="0">
                <a:solidFill>
                  <a:srgbClr val="000066"/>
                </a:solidFill>
                <a:ea typeface="幼圆" pitchFamily="49" charset="-122"/>
                <a:cs typeface="Times New Roman" panose="02020603050405020304" pitchFamily="18" charset="0"/>
              </a:rPr>
              <a:t>法 </a:t>
            </a:r>
            <a:r>
              <a:rPr kumimoji="1" lang="zh-CN" altLang="en-US" sz="2800" b="1" dirty="0">
                <a:solidFill>
                  <a:srgbClr val="A50021"/>
                </a:solidFill>
                <a:latin typeface="幼圆" pitchFamily="49" charset="-122"/>
                <a:ea typeface="幼圆" pitchFamily="49" charset="-122"/>
                <a:sym typeface="Symbol" pitchFamily="18" charset="2"/>
              </a:rPr>
              <a:t></a:t>
            </a:r>
            <a:endParaRPr kumimoji="1" lang="zh-CN" altLang="en-US" sz="2800" b="1" dirty="0">
              <a:solidFill>
                <a:srgbClr val="000066"/>
              </a:solidFill>
              <a:ea typeface="幼圆" pitchFamily="49" charset="-122"/>
              <a:cs typeface="Times New Roman" panose="02020603050405020304" pitchFamily="18" charset="0"/>
            </a:endParaRPr>
          </a:p>
        </p:txBody>
      </p:sp>
      <p:sp>
        <p:nvSpPr>
          <p:cNvPr id="5" name="Text Box 29"/>
          <p:cNvSpPr txBox="1">
            <a:spLocks noChangeArrowheads="1"/>
          </p:cNvSpPr>
          <p:nvPr/>
        </p:nvSpPr>
        <p:spPr bwMode="auto">
          <a:xfrm>
            <a:off x="1675722" y="863600"/>
            <a:ext cx="5136973"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1252538" indent="-1252538"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zh-CN" altLang="en-US" sz="3600" b="1" dirty="0">
                <a:solidFill>
                  <a:srgbClr val="000066"/>
                </a:solidFill>
                <a:latin typeface="黑体" pitchFamily="2" charset="-122"/>
                <a:ea typeface="黑体" pitchFamily="2" charset="-122"/>
              </a:rPr>
              <a:t>第七章：土坡稳定分析</a:t>
            </a:r>
            <a:endParaRPr lang="en-US" altLang="zh-CN" sz="3600" b="1" dirty="0">
              <a:solidFill>
                <a:srgbClr val="000066"/>
              </a:solidFill>
              <a:latin typeface="黑体" pitchFamily="2" charset="-122"/>
              <a:ea typeface="黑体" pitchFamily="2" charset="-122"/>
            </a:endParaRPr>
          </a:p>
        </p:txBody>
      </p:sp>
      <p:sp>
        <p:nvSpPr>
          <p:cNvPr id="6"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82</a:t>
            </a:fld>
            <a:endParaRPr lang="zh-CN" altLang="en-US" dirty="0">
              <a:solidFill>
                <a:srgbClr val="C00000"/>
              </a:solidFill>
            </a:endParaRPr>
          </a:p>
        </p:txBody>
      </p:sp>
    </p:spTree>
    <p:extLst>
      <p:ext uri="{BB962C8B-B14F-4D97-AF65-F5344CB8AC3E}">
        <p14:creationId xmlns:p14="http://schemas.microsoft.com/office/powerpoint/2010/main" val="78098495"/>
      </p:ext>
    </p:extLst>
  </p:cSld>
  <p:clrMapOvr>
    <a:masterClrMapping/>
  </p:clrMapOvr>
  <p:transition spd="med">
    <p:wipe dir="d"/>
  </p:transition>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83</a:t>
            </a:fld>
            <a:endParaRPr lang="zh-CN" altLang="en-US" dirty="0">
              <a:solidFill>
                <a:srgbClr val="C00000"/>
              </a:solidFill>
            </a:endParaRPr>
          </a:p>
        </p:txBody>
      </p:sp>
      <p:sp>
        <p:nvSpPr>
          <p:cNvPr id="53" name="Text Box 7"/>
          <p:cNvSpPr txBox="1">
            <a:spLocks noChangeArrowheads="1"/>
          </p:cNvSpPr>
          <p:nvPr/>
        </p:nvSpPr>
        <p:spPr bwMode="auto">
          <a:xfrm>
            <a:off x="0" y="0"/>
            <a:ext cx="4294598"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zh-CN" altLang="en-US" sz="1800" b="1" kern="900" spc="130" dirty="0">
                <a:solidFill>
                  <a:srgbClr val="000066"/>
                </a:solidFill>
                <a:ea typeface="黑体" panose="02010609060101010101" pitchFamily="49" charset="-122"/>
                <a:cs typeface="Times New Roman" panose="02020603050405020304" pitchFamily="18" charset="0"/>
              </a:rPr>
              <a:t>第七章：土坡稳定分析</a:t>
            </a:r>
          </a:p>
        </p:txBody>
      </p:sp>
      <p:sp>
        <p:nvSpPr>
          <p:cNvPr id="63" name="Text Box 2"/>
          <p:cNvSpPr txBox="1">
            <a:spLocks noChangeArrowheads="1"/>
          </p:cNvSpPr>
          <p:nvPr/>
        </p:nvSpPr>
        <p:spPr bwMode="auto">
          <a:xfrm>
            <a:off x="1729626" y="5691563"/>
            <a:ext cx="6461125"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gn="ctr" eaLnBrk="1" hangingPunct="1">
              <a:lnSpc>
                <a:spcPct val="100000"/>
              </a:lnSpc>
              <a:spcBef>
                <a:spcPct val="0"/>
              </a:spcBef>
              <a:spcAft>
                <a:spcPct val="0"/>
              </a:spcAft>
            </a:pPr>
            <a:r>
              <a:rPr kumimoji="1" lang="zh-CN" altLang="en-US" sz="4000" b="1" dirty="0" smtClean="0">
                <a:solidFill>
                  <a:srgbClr val="000066"/>
                </a:solidFill>
                <a:latin typeface="黑体" pitchFamily="2" charset="-122"/>
                <a:ea typeface="黑体" pitchFamily="2" charset="-122"/>
              </a:rPr>
              <a:t>本章重点内容</a:t>
            </a:r>
            <a:endParaRPr kumimoji="1" lang="zh-CN" altLang="en-US" sz="4000" b="1" dirty="0">
              <a:solidFill>
                <a:srgbClr val="000066"/>
              </a:solidFill>
              <a:latin typeface="黑体" pitchFamily="2" charset="-122"/>
              <a:ea typeface="黑体" pitchFamily="2" charset="-122"/>
            </a:endParaRPr>
          </a:p>
        </p:txBody>
      </p:sp>
      <p:sp>
        <p:nvSpPr>
          <p:cNvPr id="51" name="Text Box 3"/>
          <p:cNvSpPr txBox="1">
            <a:spLocks noChangeArrowheads="1"/>
          </p:cNvSpPr>
          <p:nvPr/>
        </p:nvSpPr>
        <p:spPr bwMode="auto">
          <a:xfrm>
            <a:off x="1004892" y="1456951"/>
            <a:ext cx="7219407" cy="28084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444500" indent="-444500" eaLnBrk="1" hangingPunct="1">
              <a:lnSpc>
                <a:spcPct val="125000"/>
              </a:lnSpc>
              <a:spcBef>
                <a:spcPts val="600"/>
              </a:spcBef>
              <a:spcAft>
                <a:spcPct val="0"/>
              </a:spcAft>
              <a:buClr>
                <a:srgbClr val="A50021"/>
              </a:buClr>
              <a:buSzPct val="100000"/>
              <a:buFont typeface="+mj-lt"/>
              <a:buAutoNum type="arabicPeriod"/>
            </a:pPr>
            <a:r>
              <a:rPr lang="zh-CN" altLang="en-US" sz="2600" b="1" dirty="0" smtClean="0">
                <a:solidFill>
                  <a:srgbClr val="000066"/>
                </a:solidFill>
                <a:ea typeface="幼圆" pitchFamily="49" charset="-122"/>
                <a:cs typeface="Times New Roman" panose="02020603050405020304" pitchFamily="18" charset="0"/>
              </a:rPr>
              <a:t>能</a:t>
            </a:r>
            <a:r>
              <a:rPr lang="zh-CN" altLang="en-US" sz="2600" b="1" dirty="0">
                <a:solidFill>
                  <a:srgbClr val="000066"/>
                </a:solidFill>
                <a:ea typeface="幼圆" pitchFamily="49" charset="-122"/>
                <a:cs typeface="Times New Roman" panose="02020603050405020304" pitchFamily="18" charset="0"/>
              </a:rPr>
              <a:t>推导无水和渗流情况无黏性土坡安全系数</a:t>
            </a:r>
          </a:p>
          <a:p>
            <a:pPr marL="444500" indent="-444500" eaLnBrk="1" hangingPunct="1">
              <a:lnSpc>
                <a:spcPct val="125000"/>
              </a:lnSpc>
              <a:spcBef>
                <a:spcPts val="600"/>
              </a:spcBef>
              <a:spcAft>
                <a:spcPct val="0"/>
              </a:spcAft>
              <a:buClr>
                <a:srgbClr val="A50021"/>
              </a:buClr>
              <a:buSzPct val="100000"/>
              <a:buFont typeface="+mj-lt"/>
              <a:buAutoNum type="arabicPeriod"/>
            </a:pPr>
            <a:r>
              <a:rPr lang="zh-CN" altLang="en-US" sz="2600" b="1" dirty="0" smtClean="0">
                <a:solidFill>
                  <a:srgbClr val="000066"/>
                </a:solidFill>
                <a:ea typeface="幼圆" pitchFamily="49" charset="-122"/>
                <a:cs typeface="Times New Roman" panose="02020603050405020304" pitchFamily="18" charset="0"/>
              </a:rPr>
              <a:t>掌握</a:t>
            </a:r>
            <a:r>
              <a:rPr lang="zh-CN" altLang="en-US" sz="2600" b="1" dirty="0">
                <a:solidFill>
                  <a:srgbClr val="000066"/>
                </a:solidFill>
                <a:ea typeface="幼圆" pitchFamily="49" charset="-122"/>
                <a:cs typeface="Times New Roman" panose="02020603050405020304" pitchFamily="18" charset="0"/>
              </a:rPr>
              <a:t>条分法基本原理，瑞典条分法和毕肖普法</a:t>
            </a:r>
          </a:p>
          <a:p>
            <a:pPr marL="444500" indent="-444500" eaLnBrk="1" hangingPunct="1">
              <a:lnSpc>
                <a:spcPct val="125000"/>
              </a:lnSpc>
              <a:spcBef>
                <a:spcPts val="600"/>
              </a:spcBef>
              <a:spcAft>
                <a:spcPct val="0"/>
              </a:spcAft>
              <a:buClr>
                <a:srgbClr val="A50021"/>
              </a:buClr>
              <a:buSzPct val="100000"/>
              <a:buFont typeface="+mj-lt"/>
              <a:buAutoNum type="arabicPeriod"/>
            </a:pPr>
            <a:r>
              <a:rPr lang="zh-CN" altLang="en-US" sz="2600" b="1" dirty="0" smtClean="0">
                <a:solidFill>
                  <a:srgbClr val="000066"/>
                </a:solidFill>
                <a:ea typeface="幼圆" pitchFamily="49" charset="-122"/>
                <a:cs typeface="Times New Roman" panose="02020603050405020304" pitchFamily="18" charset="0"/>
              </a:rPr>
              <a:t>了解</a:t>
            </a:r>
            <a:r>
              <a:rPr lang="zh-CN" altLang="en-US" sz="2600" b="1" dirty="0">
                <a:solidFill>
                  <a:srgbClr val="000066"/>
                </a:solidFill>
                <a:ea typeface="幼圆" pitchFamily="49" charset="-122"/>
                <a:cs typeface="Times New Roman" panose="02020603050405020304" pitchFamily="18" charset="0"/>
              </a:rPr>
              <a:t>简布法的基本假设和适用情况</a:t>
            </a:r>
          </a:p>
          <a:p>
            <a:pPr marL="444500" indent="-444500" eaLnBrk="1" hangingPunct="1">
              <a:lnSpc>
                <a:spcPct val="125000"/>
              </a:lnSpc>
              <a:spcBef>
                <a:spcPts val="600"/>
              </a:spcBef>
              <a:spcAft>
                <a:spcPct val="0"/>
              </a:spcAft>
              <a:buClr>
                <a:srgbClr val="A50021"/>
              </a:buClr>
              <a:buSzPct val="100000"/>
              <a:buFont typeface="+mj-lt"/>
              <a:buAutoNum type="arabicPeriod"/>
            </a:pPr>
            <a:r>
              <a:rPr lang="zh-CN" altLang="en-US" sz="2600" b="1" dirty="0" smtClean="0">
                <a:solidFill>
                  <a:srgbClr val="000066"/>
                </a:solidFill>
                <a:ea typeface="幼圆" pitchFamily="49" charset="-122"/>
                <a:cs typeface="Times New Roman" panose="02020603050405020304" pitchFamily="18" charset="0"/>
              </a:rPr>
              <a:t>理解</a:t>
            </a:r>
            <a:r>
              <a:rPr lang="zh-CN" altLang="en-US" sz="2600" b="1" dirty="0">
                <a:solidFill>
                  <a:srgbClr val="000066"/>
                </a:solidFill>
                <a:ea typeface="幼圆" pitchFamily="49" charset="-122"/>
                <a:cs typeface="Times New Roman" panose="02020603050405020304" pitchFamily="18" charset="0"/>
              </a:rPr>
              <a:t>安全系数的定义，最小安全系数的意义</a:t>
            </a:r>
          </a:p>
          <a:p>
            <a:pPr marL="444500" indent="-444500" eaLnBrk="1" hangingPunct="1">
              <a:lnSpc>
                <a:spcPct val="125000"/>
              </a:lnSpc>
              <a:spcBef>
                <a:spcPts val="600"/>
              </a:spcBef>
              <a:spcAft>
                <a:spcPct val="0"/>
              </a:spcAft>
              <a:buClr>
                <a:srgbClr val="A50021"/>
              </a:buClr>
              <a:buSzPct val="100000"/>
              <a:buFont typeface="+mj-lt"/>
              <a:buAutoNum type="arabicPeriod"/>
            </a:pPr>
            <a:r>
              <a:rPr lang="zh-CN" altLang="en-US" sz="2600" b="1" dirty="0" smtClean="0">
                <a:solidFill>
                  <a:srgbClr val="000066"/>
                </a:solidFill>
                <a:ea typeface="幼圆" pitchFamily="49" charset="-122"/>
                <a:cs typeface="Times New Roman" panose="02020603050405020304" pitchFamily="18" charset="0"/>
              </a:rPr>
              <a:t>掌握</a:t>
            </a:r>
            <a:r>
              <a:rPr lang="zh-CN" altLang="en-US" sz="2600" b="1" dirty="0">
                <a:solidFill>
                  <a:srgbClr val="000066"/>
                </a:solidFill>
                <a:ea typeface="幼圆" pitchFamily="49" charset="-122"/>
                <a:cs typeface="Times New Roman" panose="02020603050405020304" pitchFamily="18" charset="0"/>
              </a:rPr>
              <a:t>不同情况下稳定分析应采用的强度指标</a:t>
            </a:r>
          </a:p>
        </p:txBody>
      </p:sp>
    </p:spTree>
    <p:extLst>
      <p:ext uri="{BB962C8B-B14F-4D97-AF65-F5344CB8AC3E}">
        <p14:creationId xmlns:p14="http://schemas.microsoft.com/office/powerpoint/2010/main" val="1790504998"/>
      </p:ext>
    </p:extLst>
  </p:cSld>
  <p:clrMapOvr>
    <a:masterClrMapping/>
  </p:clrMapOvr>
  <p:transition spd="med">
    <p:wipe dir="d"/>
  </p:transition>
  <p:timing>
    <p:tnLst>
      <p:par>
        <p:cTn id="1" dur="indefinite" restart="never" nodeType="tmRoot"/>
      </p:par>
    </p:tnLst>
  </p:timing>
</p:sld>
</file>

<file path=ppt/theme/theme1.xml><?xml version="1.0" encoding="utf-8"?>
<a:theme xmlns:a="http://schemas.openxmlformats.org/drawingml/2006/main" name="吉祥如意">
  <a:themeElements>
    <a:clrScheme name="吉祥如意 1">
      <a:dk1>
        <a:srgbClr val="000000"/>
      </a:dk1>
      <a:lt1>
        <a:srgbClr val="FFFFFF"/>
      </a:lt1>
      <a:dk2>
        <a:srgbClr val="E40000"/>
      </a:dk2>
      <a:lt2>
        <a:srgbClr val="DDDDDD"/>
      </a:lt2>
      <a:accent1>
        <a:srgbClr val="E1F4FF"/>
      </a:accent1>
      <a:accent2>
        <a:srgbClr val="FFE2C5"/>
      </a:accent2>
      <a:accent3>
        <a:srgbClr val="FFFFFF"/>
      </a:accent3>
      <a:accent4>
        <a:srgbClr val="000000"/>
      </a:accent4>
      <a:accent5>
        <a:srgbClr val="EEF8FF"/>
      </a:accent5>
      <a:accent6>
        <a:srgbClr val="E7CDB2"/>
      </a:accent6>
      <a:hlink>
        <a:srgbClr val="0066CC"/>
      </a:hlink>
      <a:folHlink>
        <a:srgbClr val="9F9FBF"/>
      </a:folHlink>
    </a:clrScheme>
    <a:fontScheme name="吉祥如意">
      <a:majorFont>
        <a:latin typeface="Arial"/>
        <a:ea typeface="华文新魏"/>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0000" tIns="46800" rIns="90000" bIns="46800" numCol="1" anchor="t" anchorCtr="0" compatLnSpc="1">
        <a:prstTxWarp prst="textNoShape">
          <a:avLst/>
        </a:prstTxWarp>
        <a:spAutoFit/>
      </a:bodyPr>
      <a:lstStyle>
        <a:defPPr marL="0" marR="0" indent="358775" algn="l" defTabSz="914400" rtl="0" eaLnBrk="1" fontAlgn="base" latinLnBrk="0" hangingPunct="1">
          <a:lnSpc>
            <a:spcPct val="115000"/>
          </a:lnSpc>
          <a:spcBef>
            <a:spcPct val="15000"/>
          </a:spcBef>
          <a:spcAft>
            <a:spcPct val="15000"/>
          </a:spcAft>
          <a:buClrTx/>
          <a:buSzTx/>
          <a:buFontTx/>
          <a:buNone/>
          <a:tabLst/>
          <a:defRPr kumimoji="0" lang="en-US" sz="1400" b="0" i="0" u="none" strike="noStrike" cap="none" normalizeH="0" baseline="0" smtClean="0">
            <a:ln>
              <a:noFill/>
            </a:ln>
            <a:solidFill>
              <a:schemeClr val="tx1"/>
            </a:solidFill>
            <a:effectLst/>
            <a:latin typeface="Times New Roman" pitchFamily="18" charset="0"/>
            <a:ea typeface="宋体" charset="-122"/>
          </a:defRPr>
        </a:defPPr>
      </a:lstStyle>
    </a:spDef>
    <a:lnDef>
      <a:spPr bwMode="auto">
        <a:xfrm>
          <a:off x="0" y="0"/>
          <a:ext cx="1" cy="1"/>
        </a:xfrm>
        <a:custGeom>
          <a:avLst/>
          <a:gdLst/>
          <a:ahLst/>
          <a:cxnLst/>
          <a:rect l="0" t="0" r="0" b="0"/>
          <a:pathLst/>
        </a:cu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0000" tIns="46800" rIns="90000" bIns="46800" numCol="1" anchor="t" anchorCtr="0" compatLnSpc="1">
        <a:prstTxWarp prst="textNoShape">
          <a:avLst/>
        </a:prstTxWarp>
        <a:spAutoFit/>
      </a:bodyPr>
      <a:lstStyle>
        <a:defPPr marL="0" marR="0" indent="358775" algn="l" defTabSz="914400" rtl="0" eaLnBrk="1" fontAlgn="base" latinLnBrk="0" hangingPunct="1">
          <a:lnSpc>
            <a:spcPct val="115000"/>
          </a:lnSpc>
          <a:spcBef>
            <a:spcPct val="15000"/>
          </a:spcBef>
          <a:spcAft>
            <a:spcPct val="15000"/>
          </a:spcAft>
          <a:buClrTx/>
          <a:buSzTx/>
          <a:buFontTx/>
          <a:buNone/>
          <a:tabLst/>
          <a:defRPr kumimoji="0" lang="en-US" sz="1400" b="0" i="0" u="none" strike="noStrike" cap="none" normalizeH="0" baseline="0" smtClean="0">
            <a:ln>
              <a:noFill/>
            </a:ln>
            <a:solidFill>
              <a:schemeClr val="tx1"/>
            </a:solidFill>
            <a:effectLst/>
            <a:latin typeface="Times New Roman" pitchFamily="18" charset="0"/>
            <a:ea typeface="宋体" charset="-122"/>
          </a:defRPr>
        </a:defPPr>
      </a:lstStyle>
    </a:lnDef>
  </a:objectDefaults>
  <a:extraClrSchemeLst>
    <a:extraClrScheme>
      <a:clrScheme name="吉祥如意 1">
        <a:dk1>
          <a:srgbClr val="000000"/>
        </a:dk1>
        <a:lt1>
          <a:srgbClr val="FFFFFF"/>
        </a:lt1>
        <a:dk2>
          <a:srgbClr val="E40000"/>
        </a:dk2>
        <a:lt2>
          <a:srgbClr val="DDDDDD"/>
        </a:lt2>
        <a:accent1>
          <a:srgbClr val="E1F4FF"/>
        </a:accent1>
        <a:accent2>
          <a:srgbClr val="FFE2C5"/>
        </a:accent2>
        <a:accent3>
          <a:srgbClr val="FFFFFF"/>
        </a:accent3>
        <a:accent4>
          <a:srgbClr val="000000"/>
        </a:accent4>
        <a:accent5>
          <a:srgbClr val="EEF8FF"/>
        </a:accent5>
        <a:accent6>
          <a:srgbClr val="E7CDB2"/>
        </a:accent6>
        <a:hlink>
          <a:srgbClr val="0066CC"/>
        </a:hlink>
        <a:folHlink>
          <a:srgbClr val="9F9FBF"/>
        </a:folHlink>
      </a:clrScheme>
      <a:clrMap bg1="lt1" tx1="dk1" bg2="lt2" tx2="dk2" accent1="accent1" accent2="accent2" accent3="accent3" accent4="accent4" accent5="accent5" accent6="accent6" hlink="hlink" folHlink="folHlink"/>
    </a:extraClrScheme>
    <a:extraClrScheme>
      <a:clrScheme name="吉祥如意 2">
        <a:dk1>
          <a:srgbClr val="59582D"/>
        </a:dk1>
        <a:lt1>
          <a:srgbClr val="EAEAEA"/>
        </a:lt1>
        <a:dk2>
          <a:srgbClr val="666699"/>
        </a:dk2>
        <a:lt2>
          <a:srgbClr val="D9D9D9"/>
        </a:lt2>
        <a:accent1>
          <a:srgbClr val="CCECFF"/>
        </a:accent1>
        <a:accent2>
          <a:srgbClr val="B2D2C7"/>
        </a:accent2>
        <a:accent3>
          <a:srgbClr val="F3F3F3"/>
        </a:accent3>
        <a:accent4>
          <a:srgbClr val="4B4A25"/>
        </a:accent4>
        <a:accent5>
          <a:srgbClr val="E2F4FF"/>
        </a:accent5>
        <a:accent6>
          <a:srgbClr val="A1BEB4"/>
        </a:accent6>
        <a:hlink>
          <a:srgbClr val="993366"/>
        </a:hlink>
        <a:folHlink>
          <a:srgbClr val="92B9E0"/>
        </a:folHlink>
      </a:clrScheme>
      <a:clrMap bg1="lt1" tx1="dk1" bg2="lt2" tx2="dk2" accent1="accent1" accent2="accent2" accent3="accent3" accent4="accent4" accent5="accent5" accent6="accent6" hlink="hlink" folHlink="folHlink"/>
    </a:extraClrScheme>
    <a:extraClrScheme>
      <a:clrScheme name="吉祥如意 3">
        <a:dk1>
          <a:srgbClr val="000099"/>
        </a:dk1>
        <a:lt1>
          <a:srgbClr val="FFFFCC"/>
        </a:lt1>
        <a:dk2>
          <a:srgbClr val="004000"/>
        </a:dk2>
        <a:lt2>
          <a:srgbClr val="FFD9B3"/>
        </a:lt2>
        <a:accent1>
          <a:srgbClr val="FFD9D9"/>
        </a:accent1>
        <a:accent2>
          <a:srgbClr val="DDDDDD"/>
        </a:accent2>
        <a:accent3>
          <a:srgbClr val="FFFFE2"/>
        </a:accent3>
        <a:accent4>
          <a:srgbClr val="000082"/>
        </a:accent4>
        <a:accent5>
          <a:srgbClr val="FFE9E9"/>
        </a:accent5>
        <a:accent6>
          <a:srgbClr val="C8C8C8"/>
        </a:accent6>
        <a:hlink>
          <a:srgbClr val="FF0000"/>
        </a:hlink>
        <a:folHlink>
          <a:srgbClr val="FFAB57"/>
        </a:folHlink>
      </a:clrScheme>
      <a:clrMap bg1="lt1" tx1="dk1" bg2="lt2" tx2="dk2" accent1="accent1" accent2="accent2" accent3="accent3" accent4="accent4" accent5="accent5" accent6="accent6" hlink="hlink" folHlink="folHlink"/>
    </a:extraClrScheme>
    <a:extraClrScheme>
      <a:clrScheme name="吉祥如意 4">
        <a:dk1>
          <a:srgbClr val="000000"/>
        </a:dk1>
        <a:lt1>
          <a:srgbClr val="DCE8E2"/>
        </a:lt1>
        <a:dk2>
          <a:srgbClr val="0033CC"/>
        </a:dk2>
        <a:lt2>
          <a:srgbClr val="C4C4D8"/>
        </a:lt2>
        <a:accent1>
          <a:srgbClr val="FFFFFF"/>
        </a:accent1>
        <a:accent2>
          <a:srgbClr val="A9CFB1"/>
        </a:accent2>
        <a:accent3>
          <a:srgbClr val="EBF2EE"/>
        </a:accent3>
        <a:accent4>
          <a:srgbClr val="000000"/>
        </a:accent4>
        <a:accent5>
          <a:srgbClr val="FFFFFF"/>
        </a:accent5>
        <a:accent6>
          <a:srgbClr val="99BBA0"/>
        </a:accent6>
        <a:hlink>
          <a:srgbClr val="CC3300"/>
        </a:hlink>
        <a:folHlink>
          <a:srgbClr val="666699"/>
        </a:folHlink>
      </a:clrScheme>
      <a:clrMap bg1="lt1" tx1="dk1" bg2="lt2" tx2="dk2" accent1="accent1" accent2="accent2" accent3="accent3" accent4="accent4" accent5="accent5" accent6="accent6" hlink="hlink" folHlink="folHlink"/>
    </a:extraClrScheme>
    <a:extraClrScheme>
      <a:clrScheme name="吉祥如意 5">
        <a:dk1>
          <a:srgbClr val="606090"/>
        </a:dk1>
        <a:lt1>
          <a:srgbClr val="E5FFFF"/>
        </a:lt1>
        <a:dk2>
          <a:srgbClr val="0000CC"/>
        </a:dk2>
        <a:lt2>
          <a:srgbClr val="91DAFF"/>
        </a:lt2>
        <a:accent1>
          <a:srgbClr val="EAEAEA"/>
        </a:accent1>
        <a:accent2>
          <a:srgbClr val="FFE2C5"/>
        </a:accent2>
        <a:accent3>
          <a:srgbClr val="F0FFFF"/>
        </a:accent3>
        <a:accent4>
          <a:srgbClr val="51517A"/>
        </a:accent4>
        <a:accent5>
          <a:srgbClr val="F3F3F3"/>
        </a:accent5>
        <a:accent6>
          <a:srgbClr val="E7CDB2"/>
        </a:accent6>
        <a:hlink>
          <a:srgbClr val="000000"/>
        </a:hlink>
        <a:folHlink>
          <a:srgbClr val="3DB77A"/>
        </a:folHlink>
      </a:clrScheme>
      <a:clrMap bg1="lt1" tx1="dk1" bg2="lt2" tx2="dk2" accent1="accent1" accent2="accent2" accent3="accent3" accent4="accent4" accent5="accent5" accent6="accent6" hlink="hlink" folHlink="folHlink"/>
    </a:extraClrScheme>
    <a:extraClrScheme>
      <a:clrScheme name="吉祥如意 6">
        <a:dk1>
          <a:srgbClr val="CC0066"/>
        </a:dk1>
        <a:lt1>
          <a:srgbClr val="FFDDBB"/>
        </a:lt1>
        <a:dk2>
          <a:srgbClr val="000000"/>
        </a:dk2>
        <a:lt2>
          <a:srgbClr val="C0C0C0"/>
        </a:lt2>
        <a:accent1>
          <a:srgbClr val="FFFFCC"/>
        </a:accent1>
        <a:accent2>
          <a:srgbClr val="FFFFFF"/>
        </a:accent2>
        <a:accent3>
          <a:srgbClr val="FFEBDA"/>
        </a:accent3>
        <a:accent4>
          <a:srgbClr val="AE0056"/>
        </a:accent4>
        <a:accent5>
          <a:srgbClr val="FFFFE2"/>
        </a:accent5>
        <a:accent6>
          <a:srgbClr val="E7E7E7"/>
        </a:accent6>
        <a:hlink>
          <a:srgbClr val="0066CC"/>
        </a:hlink>
        <a:folHlink>
          <a:srgbClr val="8EB37D"/>
        </a:folHlink>
      </a:clrScheme>
      <a:clrMap bg1="lt1" tx1="dk1" bg2="lt2" tx2="dk2" accent1="accent1" accent2="accent2" accent3="accent3" accent4="accent4" accent5="accent5" accent6="accent6" hlink="hlink" folHlink="folHlink"/>
    </a:extraClrScheme>
    <a:extraClrScheme>
      <a:clrScheme name="吉祥如意 7">
        <a:dk1>
          <a:srgbClr val="B60000"/>
        </a:dk1>
        <a:lt1>
          <a:srgbClr val="FFFF99"/>
        </a:lt1>
        <a:dk2>
          <a:srgbClr val="800000"/>
        </a:dk2>
        <a:lt2>
          <a:srgbClr val="FFFFFF"/>
        </a:lt2>
        <a:accent1>
          <a:srgbClr val="9888A4"/>
        </a:accent1>
        <a:accent2>
          <a:srgbClr val="A9335D"/>
        </a:accent2>
        <a:accent3>
          <a:srgbClr val="C0AAAA"/>
        </a:accent3>
        <a:accent4>
          <a:srgbClr val="DADA82"/>
        </a:accent4>
        <a:accent5>
          <a:srgbClr val="CAC3CF"/>
        </a:accent5>
        <a:accent6>
          <a:srgbClr val="992D53"/>
        </a:accent6>
        <a:hlink>
          <a:srgbClr val="CCECFF"/>
        </a:hlink>
        <a:folHlink>
          <a:srgbClr val="FF6600"/>
        </a:folHlink>
      </a:clrScheme>
      <a:clrMap bg1="dk2" tx1="lt1" bg2="dk1" tx2="lt2" accent1="accent1" accent2="accent2" accent3="accent3" accent4="accent4" accent5="accent5" accent6="accent6" hlink="hlink" folHlink="folHlink"/>
    </a:extraClrScheme>
    <a:extraClrScheme>
      <a:clrScheme name="吉祥如意 8">
        <a:dk1>
          <a:srgbClr val="808080"/>
        </a:dk1>
        <a:lt1>
          <a:srgbClr val="FFFFFF"/>
        </a:lt1>
        <a:dk2>
          <a:srgbClr val="1C1C1C"/>
        </a:dk2>
        <a:lt2>
          <a:srgbClr val="FFFF66"/>
        </a:lt2>
        <a:accent1>
          <a:srgbClr val="9898BA"/>
        </a:accent1>
        <a:accent2>
          <a:srgbClr val="777777"/>
        </a:accent2>
        <a:accent3>
          <a:srgbClr val="ABABAB"/>
        </a:accent3>
        <a:accent4>
          <a:srgbClr val="DADADA"/>
        </a:accent4>
        <a:accent5>
          <a:srgbClr val="CACAD9"/>
        </a:accent5>
        <a:accent6>
          <a:srgbClr val="6B6B6B"/>
        </a:accent6>
        <a:hlink>
          <a:srgbClr val="CCFF99"/>
        </a:hlink>
        <a:folHlink>
          <a:srgbClr val="E43600"/>
        </a:folHlink>
      </a:clrScheme>
      <a:clrMap bg1="dk2" tx1="lt1" bg2="dk1" tx2="lt2" accent1="accent1" accent2="accent2" accent3="accent3" accent4="accent4" accent5="accent5" accent6="accent6" hlink="hlink" folHlink="folHlink"/>
    </a:extraClrScheme>
    <a:extraClrScheme>
      <a:clrScheme name="吉祥如意 9">
        <a:dk1>
          <a:srgbClr val="000000"/>
        </a:dk1>
        <a:lt1>
          <a:srgbClr val="FFFFFF"/>
        </a:lt1>
        <a:dk2>
          <a:srgbClr val="006666"/>
        </a:dk2>
        <a:lt2>
          <a:srgbClr val="5F5F5F"/>
        </a:lt2>
        <a:accent1>
          <a:srgbClr val="33CCCC"/>
        </a:accent1>
        <a:accent2>
          <a:srgbClr val="99CCCC"/>
        </a:accent2>
        <a:accent3>
          <a:srgbClr val="FFFFFF"/>
        </a:accent3>
        <a:accent4>
          <a:srgbClr val="000000"/>
        </a:accent4>
        <a:accent5>
          <a:srgbClr val="ADE2E2"/>
        </a:accent5>
        <a:accent6>
          <a:srgbClr val="8AB9B9"/>
        </a:accent6>
        <a:hlink>
          <a:srgbClr val="000066"/>
        </a:hlink>
        <a:folHlink>
          <a:srgbClr val="B2B2B2"/>
        </a:folHlink>
      </a:clrScheme>
      <a:clrMap bg1="lt1" tx1="dk1" bg2="lt2" tx2="dk2" accent1="accent1" accent2="accent2" accent3="accent3" accent4="accent4" accent5="accent5" accent6="accent6" hlink="hlink" folHlink="folHlink"/>
    </a:extraClrScheme>
    <a:extraClrScheme>
      <a:clrScheme name="吉祥如意 10">
        <a:dk1>
          <a:srgbClr val="000000"/>
        </a:dk1>
        <a:lt1>
          <a:srgbClr val="FFFFFF"/>
        </a:lt1>
        <a:dk2>
          <a:srgbClr val="006666"/>
        </a:dk2>
        <a:lt2>
          <a:srgbClr val="5F5F5F"/>
        </a:lt2>
        <a:accent1>
          <a:srgbClr val="FFFF66"/>
        </a:accent1>
        <a:accent2>
          <a:srgbClr val="99CCCC"/>
        </a:accent2>
        <a:accent3>
          <a:srgbClr val="FFFFFF"/>
        </a:accent3>
        <a:accent4>
          <a:srgbClr val="000000"/>
        </a:accent4>
        <a:accent5>
          <a:srgbClr val="FFFFB8"/>
        </a:accent5>
        <a:accent6>
          <a:srgbClr val="8AB9B9"/>
        </a:accent6>
        <a:hlink>
          <a:srgbClr val="FF0000"/>
        </a:hlink>
        <a:folHlink>
          <a:srgbClr val="B2B2B2"/>
        </a:folHlink>
      </a:clrScheme>
      <a:clrMap bg1="lt1" tx1="dk1" bg2="lt2" tx2="dk2" accent1="accent1" accent2="accent2" accent3="accent3" accent4="accent4" accent5="accent5" accent6="accent6" hlink="hlink" folHlink="folHlink"/>
    </a:extraClrScheme>
    <a:extraClrScheme>
      <a:clrScheme name="吉祥如意 11">
        <a:dk1>
          <a:srgbClr val="000000"/>
        </a:dk1>
        <a:lt1>
          <a:srgbClr val="FFFFFF"/>
        </a:lt1>
        <a:dk2>
          <a:srgbClr val="006666"/>
        </a:dk2>
        <a:lt2>
          <a:srgbClr val="5F5F5F"/>
        </a:lt2>
        <a:accent1>
          <a:srgbClr val="FFFF66"/>
        </a:accent1>
        <a:accent2>
          <a:srgbClr val="FF9933"/>
        </a:accent2>
        <a:accent3>
          <a:srgbClr val="FFFFFF"/>
        </a:accent3>
        <a:accent4>
          <a:srgbClr val="000000"/>
        </a:accent4>
        <a:accent5>
          <a:srgbClr val="FFFFB8"/>
        </a:accent5>
        <a:accent6>
          <a:srgbClr val="E78A2D"/>
        </a:accent6>
        <a:hlink>
          <a:srgbClr val="0000FF"/>
        </a:hlink>
        <a:folHlink>
          <a:srgbClr val="FF0000"/>
        </a:folHlink>
      </a:clrScheme>
      <a:clrMap bg1="lt1" tx1="dk1" bg2="lt2" tx2="dk2" accent1="accent1" accent2="accent2" accent3="accent3" accent4="accent4" accent5="accent5" accent6="accent6" hlink="hlink" folHlink="folHlink"/>
    </a:extraClrScheme>
    <a:extraClrScheme>
      <a:clrScheme name="吉祥如意 12">
        <a:dk1>
          <a:srgbClr val="000000"/>
        </a:dk1>
        <a:lt1>
          <a:srgbClr val="FFFFFF"/>
        </a:lt1>
        <a:dk2>
          <a:srgbClr val="006666"/>
        </a:dk2>
        <a:lt2>
          <a:srgbClr val="5F5F5F"/>
        </a:lt2>
        <a:accent1>
          <a:srgbClr val="FFFF99"/>
        </a:accent1>
        <a:accent2>
          <a:srgbClr val="FF9933"/>
        </a:accent2>
        <a:accent3>
          <a:srgbClr val="FFFFFF"/>
        </a:accent3>
        <a:accent4>
          <a:srgbClr val="000000"/>
        </a:accent4>
        <a:accent5>
          <a:srgbClr val="FFFFCA"/>
        </a:accent5>
        <a:accent6>
          <a:srgbClr val="E78A2D"/>
        </a:accent6>
        <a:hlink>
          <a:srgbClr val="0000FF"/>
        </a:hlink>
        <a:folHlink>
          <a:srgbClr val="FF00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Eclipse">
  <a:themeElements>
    <a:clrScheme name="Eclipse 14">
      <a:dk1>
        <a:srgbClr val="000000"/>
      </a:dk1>
      <a:lt1>
        <a:srgbClr val="FFFFFF"/>
      </a:lt1>
      <a:dk2>
        <a:srgbClr val="006666"/>
      </a:dk2>
      <a:lt2>
        <a:srgbClr val="5F5F5F"/>
      </a:lt2>
      <a:accent1>
        <a:srgbClr val="FFFF99"/>
      </a:accent1>
      <a:accent2>
        <a:srgbClr val="FF9933"/>
      </a:accent2>
      <a:accent3>
        <a:srgbClr val="FFFFFF"/>
      </a:accent3>
      <a:accent4>
        <a:srgbClr val="000000"/>
      </a:accent4>
      <a:accent5>
        <a:srgbClr val="FFFFCA"/>
      </a:accent5>
      <a:accent6>
        <a:srgbClr val="E78A2D"/>
      </a:accent6>
      <a:hlink>
        <a:srgbClr val="0000FF"/>
      </a:hlink>
      <a:folHlink>
        <a:srgbClr val="FF0000"/>
      </a:folHlink>
    </a:clrScheme>
    <a:fontScheme name="Eclipse">
      <a:majorFont>
        <a:latin typeface="Arial"/>
        <a:ea typeface="华文新魏"/>
        <a:cs typeface=""/>
      </a:majorFont>
      <a:minorFont>
        <a:latin typeface="Verdan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0000" tIns="46800" rIns="90000" bIns="46800" numCol="1" rtlCol="0" anchor="t" anchorCtr="0" compatLnSpc="1">
        <a:prstTxWarp prst="textNoShape">
          <a:avLst/>
        </a:prstTxWarp>
        <a:noAutofit/>
      </a:bodyPr>
      <a:lstStyle>
        <a:defPPr marL="0" marR="0" indent="358775" algn="l" defTabSz="914400" rtl="0" eaLnBrk="1" fontAlgn="base" latinLnBrk="0" hangingPunct="1">
          <a:lnSpc>
            <a:spcPct val="115000"/>
          </a:lnSpc>
          <a:spcBef>
            <a:spcPct val="15000"/>
          </a:spcBef>
          <a:spcAft>
            <a:spcPct val="15000"/>
          </a:spcAft>
          <a:buClrTx/>
          <a:buSzTx/>
          <a:buFontTx/>
          <a:buNone/>
          <a:tabLst/>
          <a:defRPr kumimoji="0" sz="1400" b="0" i="0" u="none" strike="noStrike" cap="none" normalizeH="0" baseline="0" smtClean="0">
            <a:ln>
              <a:noFill/>
            </a:ln>
            <a:solidFill>
              <a:schemeClr val="tx1"/>
            </a:solidFill>
            <a:effectLst/>
            <a:latin typeface="Times New Roman" pitchFamily="18" charset="0"/>
            <a:ea typeface="宋体" charset="-122"/>
          </a:defRPr>
        </a:defPPr>
      </a:lstStyle>
    </a:spDef>
    <a:lnDef>
      <a:spPr bwMode="auto">
        <a:xfrm>
          <a:off x="0" y="0"/>
          <a:ext cx="1" cy="1"/>
        </a:xfrm>
        <a:custGeom>
          <a:avLst/>
          <a:gdLst/>
          <a:ahLst/>
          <a:cxnLst/>
          <a:rect l="0" t="0" r="0" b="0"/>
          <a:pathLst/>
        </a:cu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0000" tIns="46800" rIns="90000" bIns="46800" numCol="1" anchor="t" anchorCtr="0" compatLnSpc="1">
        <a:prstTxWarp prst="textNoShape">
          <a:avLst/>
        </a:prstTxWarp>
        <a:spAutoFit/>
      </a:bodyPr>
      <a:lstStyle>
        <a:defPPr marL="0" marR="0" indent="358775" algn="l" defTabSz="914400" rtl="0" eaLnBrk="1" fontAlgn="base" latinLnBrk="0" hangingPunct="1">
          <a:lnSpc>
            <a:spcPct val="115000"/>
          </a:lnSpc>
          <a:spcBef>
            <a:spcPct val="15000"/>
          </a:spcBef>
          <a:spcAft>
            <a:spcPct val="15000"/>
          </a:spcAft>
          <a:buClrTx/>
          <a:buSzTx/>
          <a:buFontTx/>
          <a:buNone/>
          <a:tabLst/>
          <a:defRPr kumimoji="0" lang="en-US" sz="1400" b="0" i="0" u="none" strike="noStrike" cap="none" normalizeH="0" baseline="0" smtClean="0">
            <a:ln>
              <a:noFill/>
            </a:ln>
            <a:solidFill>
              <a:schemeClr val="tx1"/>
            </a:solidFill>
            <a:effectLst/>
            <a:latin typeface="Times New Roman" pitchFamily="18" charset="0"/>
            <a:ea typeface="宋体" charset="-122"/>
          </a:defRPr>
        </a:defPPr>
      </a:lstStyle>
    </a:lnDef>
  </a:objectDefaults>
  <a:extraClrSchemeLst>
    <a:extraClrScheme>
      <a:clrScheme name="Eclipse 1">
        <a:dk1>
          <a:srgbClr val="000000"/>
        </a:dk1>
        <a:lt1>
          <a:srgbClr val="FFFFFF"/>
        </a:lt1>
        <a:dk2>
          <a:srgbClr val="006666"/>
        </a:dk2>
        <a:lt2>
          <a:srgbClr val="5F5F5F"/>
        </a:lt2>
        <a:accent1>
          <a:srgbClr val="33CCCC"/>
        </a:accent1>
        <a:accent2>
          <a:srgbClr val="99CCCC"/>
        </a:accent2>
        <a:accent3>
          <a:srgbClr val="FFFFFF"/>
        </a:accent3>
        <a:accent4>
          <a:srgbClr val="000000"/>
        </a:accent4>
        <a:accent5>
          <a:srgbClr val="ADE2E2"/>
        </a:accent5>
        <a:accent6>
          <a:srgbClr val="8AB9B9"/>
        </a:accent6>
        <a:hlink>
          <a:srgbClr val="006666"/>
        </a:hlink>
        <a:folHlink>
          <a:srgbClr val="B2B2B2"/>
        </a:folHlink>
      </a:clrScheme>
      <a:clrMap bg1="lt1" tx1="dk1" bg2="lt2" tx2="dk2" accent1="accent1" accent2="accent2" accent3="accent3" accent4="accent4" accent5="accent5" accent6="accent6" hlink="hlink" folHlink="folHlink"/>
    </a:extraClrScheme>
    <a:extraClrScheme>
      <a:clrScheme name="Eclipse 2">
        <a:dk1>
          <a:srgbClr val="000000"/>
        </a:dk1>
        <a:lt1>
          <a:srgbClr val="FFFFFF"/>
        </a:lt1>
        <a:dk2>
          <a:srgbClr val="333366"/>
        </a:dk2>
        <a:lt2>
          <a:srgbClr val="5F5F5F"/>
        </a:lt2>
        <a:accent1>
          <a:srgbClr val="CC99FF"/>
        </a:accent1>
        <a:accent2>
          <a:srgbClr val="99CCCC"/>
        </a:accent2>
        <a:accent3>
          <a:srgbClr val="FFFFFF"/>
        </a:accent3>
        <a:accent4>
          <a:srgbClr val="000000"/>
        </a:accent4>
        <a:accent5>
          <a:srgbClr val="E2CAFF"/>
        </a:accent5>
        <a:accent6>
          <a:srgbClr val="8AB9B9"/>
        </a:accent6>
        <a:hlink>
          <a:srgbClr val="666699"/>
        </a:hlink>
        <a:folHlink>
          <a:srgbClr val="660066"/>
        </a:folHlink>
      </a:clrScheme>
      <a:clrMap bg1="lt1" tx1="dk1" bg2="lt2" tx2="dk2" accent1="accent1" accent2="accent2" accent3="accent3" accent4="accent4" accent5="accent5" accent6="accent6" hlink="hlink" folHlink="folHlink"/>
    </a:extraClrScheme>
    <a:extraClrScheme>
      <a:clrScheme name="Eclipse 3">
        <a:dk1>
          <a:srgbClr val="000000"/>
        </a:dk1>
        <a:lt1>
          <a:srgbClr val="FFFFFF"/>
        </a:lt1>
        <a:dk2>
          <a:srgbClr val="0000CC"/>
        </a:dk2>
        <a:lt2>
          <a:srgbClr val="434343"/>
        </a:lt2>
        <a:accent1>
          <a:srgbClr val="99CC00"/>
        </a:accent1>
        <a:accent2>
          <a:srgbClr val="FFCC00"/>
        </a:accent2>
        <a:accent3>
          <a:srgbClr val="FFFFFF"/>
        </a:accent3>
        <a:accent4>
          <a:srgbClr val="000000"/>
        </a:accent4>
        <a:accent5>
          <a:srgbClr val="CAE2AA"/>
        </a:accent5>
        <a:accent6>
          <a:srgbClr val="E7B900"/>
        </a:accent6>
        <a:hlink>
          <a:srgbClr val="FF0000"/>
        </a:hlink>
        <a:folHlink>
          <a:srgbClr val="808080"/>
        </a:folHlink>
      </a:clrScheme>
      <a:clrMap bg1="lt1" tx1="dk1" bg2="lt2" tx2="dk2" accent1="accent1" accent2="accent2" accent3="accent3" accent4="accent4" accent5="accent5" accent6="accent6" hlink="hlink" folHlink="folHlink"/>
    </a:extraClrScheme>
    <a:extraClrScheme>
      <a:clrScheme name="Eclipse 4">
        <a:dk1>
          <a:srgbClr val="000000"/>
        </a:dk1>
        <a:lt1>
          <a:srgbClr val="64AAAE"/>
        </a:lt1>
        <a:dk2>
          <a:srgbClr val="FFFFCC"/>
        </a:dk2>
        <a:lt2>
          <a:srgbClr val="5F5F5F"/>
        </a:lt2>
        <a:accent1>
          <a:srgbClr val="B4B1DB"/>
        </a:accent1>
        <a:accent2>
          <a:srgbClr val="61C1D7"/>
        </a:accent2>
        <a:accent3>
          <a:srgbClr val="B8D2D3"/>
        </a:accent3>
        <a:accent4>
          <a:srgbClr val="000000"/>
        </a:accent4>
        <a:accent5>
          <a:srgbClr val="D6D5EA"/>
        </a:accent5>
        <a:accent6>
          <a:srgbClr val="57AFC3"/>
        </a:accent6>
        <a:hlink>
          <a:srgbClr val="257177"/>
        </a:hlink>
        <a:folHlink>
          <a:srgbClr val="CCCCCC"/>
        </a:folHlink>
      </a:clrScheme>
      <a:clrMap bg1="lt1" tx1="dk1" bg2="lt2" tx2="dk2" accent1="accent1" accent2="accent2" accent3="accent3" accent4="accent4" accent5="accent5" accent6="accent6" hlink="hlink" folHlink="folHlink"/>
    </a:extraClrScheme>
    <a:extraClrScheme>
      <a:clrScheme name="Eclipse 5">
        <a:dk1>
          <a:srgbClr val="5F5F5F"/>
        </a:dk1>
        <a:lt1>
          <a:srgbClr val="F8F8F8"/>
        </a:lt1>
        <a:dk2>
          <a:srgbClr val="2A285A"/>
        </a:dk2>
        <a:lt2>
          <a:srgbClr val="FFFFFF"/>
        </a:lt2>
        <a:accent1>
          <a:srgbClr val="999966"/>
        </a:accent1>
        <a:accent2>
          <a:srgbClr val="8C8B9D"/>
        </a:accent2>
        <a:accent3>
          <a:srgbClr val="ACACB5"/>
        </a:accent3>
        <a:accent4>
          <a:srgbClr val="D4D4D4"/>
        </a:accent4>
        <a:accent5>
          <a:srgbClr val="CACAB8"/>
        </a:accent5>
        <a:accent6>
          <a:srgbClr val="7E7D8E"/>
        </a:accent6>
        <a:hlink>
          <a:srgbClr val="465174"/>
        </a:hlink>
        <a:folHlink>
          <a:srgbClr val="C0C0C0"/>
        </a:folHlink>
      </a:clrScheme>
      <a:clrMap bg1="dk2" tx1="lt1" bg2="dk1" tx2="lt2" accent1="accent1" accent2="accent2" accent3="accent3" accent4="accent4" accent5="accent5" accent6="accent6" hlink="hlink" folHlink="folHlink"/>
    </a:extraClrScheme>
    <a:extraClrScheme>
      <a:clrScheme name="Eclipse 6">
        <a:dk1>
          <a:srgbClr val="434343"/>
        </a:dk1>
        <a:lt1>
          <a:srgbClr val="FFFFFF"/>
        </a:lt1>
        <a:dk2>
          <a:srgbClr val="360404"/>
        </a:dk2>
        <a:lt2>
          <a:srgbClr val="FFFFFF"/>
        </a:lt2>
        <a:accent1>
          <a:srgbClr val="669900"/>
        </a:accent1>
        <a:accent2>
          <a:srgbClr val="CC6600"/>
        </a:accent2>
        <a:accent3>
          <a:srgbClr val="AEAAAA"/>
        </a:accent3>
        <a:accent4>
          <a:srgbClr val="DADADA"/>
        </a:accent4>
        <a:accent5>
          <a:srgbClr val="B8CAAA"/>
        </a:accent5>
        <a:accent6>
          <a:srgbClr val="B95C00"/>
        </a:accent6>
        <a:hlink>
          <a:srgbClr val="CC3300"/>
        </a:hlink>
        <a:folHlink>
          <a:srgbClr val="808080"/>
        </a:folHlink>
      </a:clrScheme>
      <a:clrMap bg1="dk2" tx1="lt1" bg2="dk1" tx2="lt2" accent1="accent1" accent2="accent2" accent3="accent3" accent4="accent4" accent5="accent5" accent6="accent6" hlink="hlink" folHlink="folHlink"/>
    </a:extraClrScheme>
    <a:extraClrScheme>
      <a:clrScheme name="Eclipse 7">
        <a:dk1>
          <a:srgbClr val="434343"/>
        </a:dk1>
        <a:lt1>
          <a:srgbClr val="FFFFFF"/>
        </a:lt1>
        <a:dk2>
          <a:srgbClr val="000000"/>
        </a:dk2>
        <a:lt2>
          <a:srgbClr val="8285FE"/>
        </a:lt2>
        <a:accent1>
          <a:srgbClr val="669900"/>
        </a:accent1>
        <a:accent2>
          <a:srgbClr val="9900FF"/>
        </a:accent2>
        <a:accent3>
          <a:srgbClr val="AAAAAA"/>
        </a:accent3>
        <a:accent4>
          <a:srgbClr val="DADADA"/>
        </a:accent4>
        <a:accent5>
          <a:srgbClr val="B8CAAA"/>
        </a:accent5>
        <a:accent6>
          <a:srgbClr val="8A00E7"/>
        </a:accent6>
        <a:hlink>
          <a:srgbClr val="6600CC"/>
        </a:hlink>
        <a:folHlink>
          <a:srgbClr val="808080"/>
        </a:folHlink>
      </a:clrScheme>
      <a:clrMap bg1="dk2" tx1="lt1" bg2="dk1" tx2="lt2" accent1="accent1" accent2="accent2" accent3="accent3" accent4="accent4" accent5="accent5" accent6="accent6" hlink="hlink" folHlink="folHlink"/>
    </a:extraClrScheme>
    <a:extraClrScheme>
      <a:clrScheme name="Eclipse 8">
        <a:dk1>
          <a:srgbClr val="434343"/>
        </a:dk1>
        <a:lt1>
          <a:srgbClr val="FFFFFF"/>
        </a:lt1>
        <a:dk2>
          <a:srgbClr val="000000"/>
        </a:dk2>
        <a:lt2>
          <a:srgbClr val="0066FF"/>
        </a:lt2>
        <a:accent1>
          <a:srgbClr val="339966"/>
        </a:accent1>
        <a:accent2>
          <a:srgbClr val="FFCC00"/>
        </a:accent2>
        <a:accent3>
          <a:srgbClr val="AAAAAA"/>
        </a:accent3>
        <a:accent4>
          <a:srgbClr val="DADADA"/>
        </a:accent4>
        <a:accent5>
          <a:srgbClr val="ADCAB8"/>
        </a:accent5>
        <a:accent6>
          <a:srgbClr val="E7B900"/>
        </a:accent6>
        <a:hlink>
          <a:srgbClr val="CC0000"/>
        </a:hlink>
        <a:folHlink>
          <a:srgbClr val="808080"/>
        </a:folHlink>
      </a:clrScheme>
      <a:clrMap bg1="dk2" tx1="lt1" bg2="dk1" tx2="lt2" accent1="accent1" accent2="accent2" accent3="accent3" accent4="accent4" accent5="accent5" accent6="accent6" hlink="hlink" folHlink="folHlink"/>
    </a:extraClrScheme>
    <a:extraClrScheme>
      <a:clrScheme name="Eclipse 9">
        <a:dk1>
          <a:srgbClr val="333300"/>
        </a:dk1>
        <a:lt1>
          <a:srgbClr val="FFFFFF"/>
        </a:lt1>
        <a:dk2>
          <a:srgbClr val="669900"/>
        </a:dk2>
        <a:lt2>
          <a:srgbClr val="FFFFCC"/>
        </a:lt2>
        <a:accent1>
          <a:srgbClr val="CCCC00"/>
        </a:accent1>
        <a:accent2>
          <a:srgbClr val="99CC00"/>
        </a:accent2>
        <a:accent3>
          <a:srgbClr val="B8CAAA"/>
        </a:accent3>
        <a:accent4>
          <a:srgbClr val="DADADA"/>
        </a:accent4>
        <a:accent5>
          <a:srgbClr val="E2E2AA"/>
        </a:accent5>
        <a:accent6>
          <a:srgbClr val="8AB900"/>
        </a:accent6>
        <a:hlink>
          <a:srgbClr val="336600"/>
        </a:hlink>
        <a:folHlink>
          <a:srgbClr val="FFFF66"/>
        </a:folHlink>
      </a:clrScheme>
      <a:clrMap bg1="dk2" tx1="lt1" bg2="dk1" tx2="lt2" accent1="accent1" accent2="accent2" accent3="accent3" accent4="accent4" accent5="accent5" accent6="accent6" hlink="hlink" folHlink="folHlink"/>
    </a:extraClrScheme>
    <a:extraClrScheme>
      <a:clrScheme name="Eclipse 10">
        <a:dk1>
          <a:srgbClr val="333333"/>
        </a:dk1>
        <a:lt1>
          <a:srgbClr val="FFFFCC"/>
        </a:lt1>
        <a:dk2>
          <a:srgbClr val="660000"/>
        </a:dk2>
        <a:lt2>
          <a:srgbClr val="CCCCCC"/>
        </a:lt2>
        <a:accent1>
          <a:srgbClr val="FF6600"/>
        </a:accent1>
        <a:accent2>
          <a:srgbClr val="CC3300"/>
        </a:accent2>
        <a:accent3>
          <a:srgbClr val="B8AAAA"/>
        </a:accent3>
        <a:accent4>
          <a:srgbClr val="DADAAE"/>
        </a:accent4>
        <a:accent5>
          <a:srgbClr val="FFB8AA"/>
        </a:accent5>
        <a:accent6>
          <a:srgbClr val="B92D00"/>
        </a:accent6>
        <a:hlink>
          <a:srgbClr val="990000"/>
        </a:hlink>
        <a:folHlink>
          <a:srgbClr val="CC9900"/>
        </a:folHlink>
      </a:clrScheme>
      <a:clrMap bg1="dk2" tx1="lt1" bg2="dk1" tx2="lt2" accent1="accent1" accent2="accent2" accent3="accent3" accent4="accent4" accent5="accent5" accent6="accent6" hlink="hlink" folHlink="folHlink"/>
    </a:extraClrScheme>
    <a:extraClrScheme>
      <a:clrScheme name="Eclipse 11">
        <a:dk1>
          <a:srgbClr val="000000"/>
        </a:dk1>
        <a:lt1>
          <a:srgbClr val="FFFFFF"/>
        </a:lt1>
        <a:dk2>
          <a:srgbClr val="006666"/>
        </a:dk2>
        <a:lt2>
          <a:srgbClr val="5F5F5F"/>
        </a:lt2>
        <a:accent1>
          <a:srgbClr val="33CCCC"/>
        </a:accent1>
        <a:accent2>
          <a:srgbClr val="99CCCC"/>
        </a:accent2>
        <a:accent3>
          <a:srgbClr val="FFFFFF"/>
        </a:accent3>
        <a:accent4>
          <a:srgbClr val="000000"/>
        </a:accent4>
        <a:accent5>
          <a:srgbClr val="ADE2E2"/>
        </a:accent5>
        <a:accent6>
          <a:srgbClr val="8AB9B9"/>
        </a:accent6>
        <a:hlink>
          <a:srgbClr val="000066"/>
        </a:hlink>
        <a:folHlink>
          <a:srgbClr val="B2B2B2"/>
        </a:folHlink>
      </a:clrScheme>
      <a:clrMap bg1="lt1" tx1="dk1" bg2="lt2" tx2="dk2" accent1="accent1" accent2="accent2" accent3="accent3" accent4="accent4" accent5="accent5" accent6="accent6" hlink="hlink" folHlink="folHlink"/>
    </a:extraClrScheme>
    <a:extraClrScheme>
      <a:clrScheme name="Eclipse 12">
        <a:dk1>
          <a:srgbClr val="000000"/>
        </a:dk1>
        <a:lt1>
          <a:srgbClr val="FFFFFF"/>
        </a:lt1>
        <a:dk2>
          <a:srgbClr val="006666"/>
        </a:dk2>
        <a:lt2>
          <a:srgbClr val="5F5F5F"/>
        </a:lt2>
        <a:accent1>
          <a:srgbClr val="FFFF66"/>
        </a:accent1>
        <a:accent2>
          <a:srgbClr val="99CCCC"/>
        </a:accent2>
        <a:accent3>
          <a:srgbClr val="FFFFFF"/>
        </a:accent3>
        <a:accent4>
          <a:srgbClr val="000000"/>
        </a:accent4>
        <a:accent5>
          <a:srgbClr val="FFFFB8"/>
        </a:accent5>
        <a:accent6>
          <a:srgbClr val="8AB9B9"/>
        </a:accent6>
        <a:hlink>
          <a:srgbClr val="FF0000"/>
        </a:hlink>
        <a:folHlink>
          <a:srgbClr val="B2B2B2"/>
        </a:folHlink>
      </a:clrScheme>
      <a:clrMap bg1="lt1" tx1="dk1" bg2="lt2" tx2="dk2" accent1="accent1" accent2="accent2" accent3="accent3" accent4="accent4" accent5="accent5" accent6="accent6" hlink="hlink" folHlink="folHlink"/>
    </a:extraClrScheme>
    <a:extraClrScheme>
      <a:clrScheme name="Eclipse 13">
        <a:dk1>
          <a:srgbClr val="000000"/>
        </a:dk1>
        <a:lt1>
          <a:srgbClr val="FFFFFF"/>
        </a:lt1>
        <a:dk2>
          <a:srgbClr val="006666"/>
        </a:dk2>
        <a:lt2>
          <a:srgbClr val="5F5F5F"/>
        </a:lt2>
        <a:accent1>
          <a:srgbClr val="FFFF66"/>
        </a:accent1>
        <a:accent2>
          <a:srgbClr val="FF9933"/>
        </a:accent2>
        <a:accent3>
          <a:srgbClr val="FFFFFF"/>
        </a:accent3>
        <a:accent4>
          <a:srgbClr val="000000"/>
        </a:accent4>
        <a:accent5>
          <a:srgbClr val="FFFFB8"/>
        </a:accent5>
        <a:accent6>
          <a:srgbClr val="E78A2D"/>
        </a:accent6>
        <a:hlink>
          <a:srgbClr val="0000FF"/>
        </a:hlink>
        <a:folHlink>
          <a:srgbClr val="FF0000"/>
        </a:folHlink>
      </a:clrScheme>
      <a:clrMap bg1="lt1" tx1="dk1" bg2="lt2" tx2="dk2" accent1="accent1" accent2="accent2" accent3="accent3" accent4="accent4" accent5="accent5" accent6="accent6" hlink="hlink" folHlink="folHlink"/>
    </a:extraClrScheme>
    <a:extraClrScheme>
      <a:clrScheme name="Eclipse 14">
        <a:dk1>
          <a:srgbClr val="000000"/>
        </a:dk1>
        <a:lt1>
          <a:srgbClr val="FFFFFF"/>
        </a:lt1>
        <a:dk2>
          <a:srgbClr val="006666"/>
        </a:dk2>
        <a:lt2>
          <a:srgbClr val="5F5F5F"/>
        </a:lt2>
        <a:accent1>
          <a:srgbClr val="FFFF99"/>
        </a:accent1>
        <a:accent2>
          <a:srgbClr val="FF9933"/>
        </a:accent2>
        <a:accent3>
          <a:srgbClr val="FFFFFF"/>
        </a:accent3>
        <a:accent4>
          <a:srgbClr val="000000"/>
        </a:accent4>
        <a:accent5>
          <a:srgbClr val="FFFFCA"/>
        </a:accent5>
        <a:accent6>
          <a:srgbClr val="E78A2D"/>
        </a:accent6>
        <a:hlink>
          <a:srgbClr val="0000FF"/>
        </a:hlink>
        <a:folHlink>
          <a:srgbClr val="FF0000"/>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47643</TotalTime>
  <Words>5902</Words>
  <Application>Microsoft Office PowerPoint</Application>
  <PresentationFormat>全屏显示(4:3)</PresentationFormat>
  <Paragraphs>1402</Paragraphs>
  <Slides>83</Slides>
  <Notes>82</Notes>
  <HiddenSlides>0</HiddenSlides>
  <MMClips>0</MMClips>
  <ScaleCrop>false</ScaleCrop>
  <HeadingPairs>
    <vt:vector size="8" baseType="variant">
      <vt:variant>
        <vt:lpstr>已用的字体</vt:lpstr>
      </vt:variant>
      <vt:variant>
        <vt:i4>14</vt:i4>
      </vt:variant>
      <vt:variant>
        <vt:lpstr>主题</vt:lpstr>
      </vt:variant>
      <vt:variant>
        <vt:i4>2</vt:i4>
      </vt:variant>
      <vt:variant>
        <vt:lpstr>嵌入 OLE 服务器</vt:lpstr>
      </vt:variant>
      <vt:variant>
        <vt:i4>3</vt:i4>
      </vt:variant>
      <vt:variant>
        <vt:lpstr>幻灯片标题</vt:lpstr>
      </vt:variant>
      <vt:variant>
        <vt:i4>83</vt:i4>
      </vt:variant>
    </vt:vector>
  </HeadingPairs>
  <TitlesOfParts>
    <vt:vector size="102" baseType="lpstr">
      <vt:lpstr>黑体</vt:lpstr>
      <vt:lpstr>华文行楷</vt:lpstr>
      <vt:lpstr>华文新魏</vt:lpstr>
      <vt:lpstr>宋体</vt:lpstr>
      <vt:lpstr>宋体</vt:lpstr>
      <vt:lpstr>Microsoft YaHei</vt:lpstr>
      <vt:lpstr>Microsoft YaHei</vt:lpstr>
      <vt:lpstr>幼圆</vt:lpstr>
      <vt:lpstr>Arial</vt:lpstr>
      <vt:lpstr>Symbol</vt:lpstr>
      <vt:lpstr>Times New Roman</vt:lpstr>
      <vt:lpstr>Verdana</vt:lpstr>
      <vt:lpstr>Wingdings</vt:lpstr>
      <vt:lpstr>Wingdings 2</vt:lpstr>
      <vt:lpstr>吉祥如意</vt:lpstr>
      <vt:lpstr>Eclipse</vt:lpstr>
      <vt:lpstr>位图图像</vt:lpstr>
      <vt:lpstr>公式</vt:lpstr>
      <vt:lpstr>Equation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zhang0</dc:creator>
  <cp:lastModifiedBy>Administrator</cp:lastModifiedBy>
  <cp:revision>3683</cp:revision>
  <cp:lastPrinted>2018-12-21T04:43:36Z</cp:lastPrinted>
  <dcterms:created xsi:type="dcterms:W3CDTF">1601-01-01T00:00:00Z</dcterms:created>
  <dcterms:modified xsi:type="dcterms:W3CDTF">2020-11-29T08:53:30Z</dcterms:modified>
</cp:coreProperties>
</file>