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2"/>
  </p:notesMasterIdLst>
  <p:handoutMasterIdLst>
    <p:handoutMasterId r:id="rId33"/>
  </p:handoutMasterIdLst>
  <p:sldIdLst>
    <p:sldId id="256" r:id="rId2"/>
    <p:sldId id="347" r:id="rId3"/>
    <p:sldId id="420" r:id="rId4"/>
    <p:sldId id="422" r:id="rId5"/>
    <p:sldId id="423" r:id="rId6"/>
    <p:sldId id="424" r:id="rId7"/>
    <p:sldId id="368" r:id="rId8"/>
    <p:sldId id="426" r:id="rId9"/>
    <p:sldId id="427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437" r:id="rId20"/>
    <p:sldId id="439" r:id="rId21"/>
    <p:sldId id="440" r:id="rId22"/>
    <p:sldId id="441" r:id="rId23"/>
    <p:sldId id="442" r:id="rId24"/>
    <p:sldId id="443" r:id="rId25"/>
    <p:sldId id="445" r:id="rId26"/>
    <p:sldId id="446" r:id="rId27"/>
    <p:sldId id="456" r:id="rId28"/>
    <p:sldId id="385" r:id="rId29"/>
    <p:sldId id="457" r:id="rId30"/>
    <p:sldId id="419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DD3D3"/>
    <a:srgbClr val="FF6600"/>
    <a:srgbClr val="9900FF"/>
    <a:srgbClr val="000000"/>
    <a:srgbClr val="C7FFFF"/>
    <a:srgbClr val="F5E7E7"/>
    <a:srgbClr val="FF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25" autoAdjust="0"/>
  </p:normalViewPr>
  <p:slideViewPr>
    <p:cSldViewPr snapToGrid="0">
      <p:cViewPr varScale="1">
        <p:scale>
          <a:sx n="83" d="100"/>
          <a:sy n="83" d="100"/>
        </p:scale>
        <p:origin x="-1426" y="-58"/>
      </p:cViewPr>
      <p:guideLst>
        <p:guide orient="horz" pos="547"/>
        <p:guide orient="horz" pos="2268"/>
        <p:guide orient="horz" pos="1212"/>
        <p:guide pos="5088"/>
        <p:guide pos="195"/>
        <p:guide pos="39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/>
            </a:lvl1pPr>
          </a:lstStyle>
          <a:p>
            <a:pPr>
              <a:defRPr/>
            </a:pPr>
            <a:fld id="{52428971-BD79-42FB-A833-A2B96EEE93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3126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0488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90488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5786438"/>
            <a:ext cx="5029200" cy="122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 b="0"/>
            </a:lvl1pPr>
          </a:lstStyle>
          <a:p>
            <a:pPr>
              <a:defRPr/>
            </a:pPr>
            <a:fld id="{CE456F3C-A3A4-4877-A363-082CBACEA0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52333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F6731A3-6CE3-4881-A656-BBA7FBFB09C7}" type="slidenum">
              <a:rPr kumimoji="0" lang="en-US" altLang="zh-CN" smtClean="0"/>
              <a:pPr eaLnBrk="1" hangingPunct="1">
                <a:spcBef>
                  <a:spcPct val="0"/>
                </a:spcBef>
              </a:pPr>
              <a:t>11</a:t>
            </a:fld>
            <a:endParaRPr kumimoji="0" lang="en-US" altLang="zh-CN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5F57B39-63DB-431B-81F1-3FB415E18ED2}" type="slidenum">
              <a:rPr kumimoji="0" lang="en-US" altLang="zh-CN" smtClean="0"/>
              <a:pPr eaLnBrk="1" hangingPunct="1">
                <a:spcBef>
                  <a:spcPct val="0"/>
                </a:spcBef>
              </a:pPr>
              <a:t>12</a:t>
            </a:fld>
            <a:endParaRPr kumimoji="0" lang="en-US" altLang="zh-CN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560286192 w 4128"/>
              <a:gd name="T1" fmla="*/ 205697824 h 479"/>
              <a:gd name="T2" fmla="*/ 2147483647 w 4128"/>
              <a:gd name="T3" fmla="*/ 205697824 h 479"/>
              <a:gd name="T4" fmla="*/ 2147483647 w 4128"/>
              <a:gd name="T5" fmla="*/ 441221624 h 479"/>
              <a:gd name="T6" fmla="*/ 0 w 4128"/>
              <a:gd name="T7" fmla="*/ 453563757 h 479"/>
              <a:gd name="T8" fmla="*/ 560286192 w 4128"/>
              <a:gd name="T9" fmla="*/ 205697824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zh-CN" noProof="0" smtClean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8A450A19-F678-4B4B-9005-5659EFEF4A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7525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D74A0-9275-428C-9B7A-FAD0CFD978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7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DFB65-1C5D-405B-991E-ABDDFEC955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38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B569B0-72C2-4444-BE84-F24F9CDBE5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7896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DED9C-E002-47CF-9E0C-8BF28AD7AF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80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552C6-6171-4D0E-B39D-0F6AB31253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968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880744-C4CF-4EAE-93B6-9B74CB8311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880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F177DA-64B0-4942-90F8-3B901FFC1A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989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82348-255D-45AE-9130-43FA69A356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2277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38F63-E65F-4410-A10E-11CD43271C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9987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91DDB-D2E2-40F9-8864-AD7C910DC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558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1"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kumimoji="1"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1"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7AAF3E5-0D0C-4B9E-988D-F0E134C857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E:\&#25945;&#23398;&#24037;&#20316;\&#26426;&#26800;&#21046;&#22270;\2015.9-2016.1&#65288;litm&#65289;\&#25945;&#23398;&#35838;&#20214;\&#31532;8&#35762;\&#22278;&#31570;&#25130;&#20999;.avi" TargetMode="External"/><Relationship Id="rId1" Type="http://schemas.openxmlformats.org/officeDocument/2006/relationships/video" Target="file:///E:\&#25945;&#23398;&#24037;&#20316;\&#26426;&#26800;&#21046;&#22270;\2015.9-2016.1&#65288;litm&#65289;\&#25945;&#23398;&#35838;&#20214;\&#31532;8&#35762;\&#21472;&#21152;&#32452;&#21512;&#20307;3.avi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png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png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6.jpe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1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4.png"/><Relationship Id="rId4" Type="http://schemas.openxmlformats.org/officeDocument/2006/relationships/oleObject" Target="../embeddings/oleObject1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6.jpe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4.png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1.png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png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8.png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61FDCCD6-A517-487E-B58D-7B3E149F8170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7325"/>
            <a:ext cx="9144000" cy="854075"/>
          </a:xfrm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CN" sz="6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第八讲</a:t>
            </a:r>
            <a:r>
              <a:rPr lang="zh-CN" altLang="en-US" sz="6000" b="1" dirty="0" smtClean="0">
                <a:solidFill>
                  <a:srgbClr val="FF0000"/>
                </a:solidFill>
              </a:rPr>
              <a:t>          </a:t>
            </a:r>
            <a:endParaRPr lang="zh-CN" altLang="en-US" sz="6000" dirty="0" smtClean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2275" y="1155700"/>
            <a:ext cx="8721725" cy="14589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zh-CN" altLang="en-US" sz="36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本讲内容：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800" b="1" dirty="0" smtClean="0">
                <a:solidFill>
                  <a:srgbClr val="FF0000"/>
                </a:solidFill>
                <a:ea typeface="黑体" pitchFamily="2" charset="-122"/>
              </a:rPr>
              <a:t>组合体</a:t>
            </a:r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4659313" y="1106488"/>
            <a:ext cx="3289300" cy="1068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>
                    <a:alpha val="50195"/>
                  </a:srgbClr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复习：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P.182-197</a:t>
            </a: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4622800" y="3271838"/>
            <a:ext cx="4368800" cy="234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作业：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P.33</a:t>
            </a:r>
            <a:r>
              <a:rPr lang="zh-CN" altLang="en-US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3,4,5,6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P.34</a:t>
            </a:r>
            <a:r>
              <a:rPr lang="zh-CN" altLang="en-US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8,10,11,12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P.35</a:t>
            </a:r>
            <a:r>
              <a:rPr lang="zh-CN" altLang="en-US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14,15,16,17</a:t>
            </a:r>
            <a:endParaRPr lang="en-US" altLang="zh-CN" sz="28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P.36</a:t>
            </a:r>
            <a:r>
              <a:rPr lang="zh-CN" altLang="en-US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20,21,22,23</a:t>
            </a:r>
          </a:p>
        </p:txBody>
      </p:sp>
      <p:sp>
        <p:nvSpPr>
          <p:cNvPr id="3079" name="Text Box 6"/>
          <p:cNvSpPr txBox="1">
            <a:spLocks noChangeArrowheads="1"/>
          </p:cNvSpPr>
          <p:nvPr/>
        </p:nvSpPr>
        <p:spPr bwMode="auto">
          <a:xfrm>
            <a:off x="366713" y="3336925"/>
            <a:ext cx="8777287" cy="15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zh-CN" altLang="en-US" sz="3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下讲内容：</a:t>
            </a: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zh-CN" altLang="en-US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轴测图</a:t>
            </a:r>
            <a:r>
              <a:rPr lang="en-US" altLang="zh-CN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黑体" pitchFamily="2" charset="-122"/>
                <a:cs typeface="Times New Roman" pitchFamily="18" charset="0"/>
              </a:rPr>
              <a:t>P.198-208</a:t>
            </a:r>
            <a:r>
              <a:rPr lang="en-US" altLang="zh-CN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1AA13E73-0405-42EC-A85E-058C2B8789E4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169863" y="209550"/>
            <a:ext cx="8834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4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sz="4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章  </a:t>
            </a:r>
            <a:r>
              <a:rPr lang="zh-CN" altLang="en-US" sz="4000">
                <a:solidFill>
                  <a:srgbClr val="FF0000"/>
                </a:solidFill>
                <a:ea typeface="黑体" pitchFamily="2" charset="-122"/>
              </a:rPr>
              <a:t>组合体</a:t>
            </a:r>
            <a:endParaRPr lang="zh-CN" altLang="en-US" sz="400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5486" name="Text Box 14"/>
          <p:cNvSpPr txBox="1">
            <a:spLocks noChangeArrowheads="1"/>
          </p:cNvSpPr>
          <p:nvPr/>
        </p:nvSpPr>
        <p:spPr bwMode="auto">
          <a:xfrm>
            <a:off x="431800" y="1165225"/>
            <a:ext cx="8497888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组合体</a:t>
            </a:r>
            <a:r>
              <a:rPr lang="zh-CN" altLang="en-US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由一个或多个基本形体经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布尔运算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而成的复杂几何形体。</a:t>
            </a:r>
          </a:p>
        </p:txBody>
      </p:sp>
      <p:pic>
        <p:nvPicPr>
          <p:cNvPr id="3" name="叠加组合体3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2511425"/>
            <a:ext cx="4391025" cy="329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圆筒截切.avi">
            <a:hlinkClick r:id="" action="ppaction://media"/>
          </p:cNvPr>
          <p:cNvPicPr>
            <a:picLocks noRot="1" noChangeAspect="1"/>
          </p:cNvPicPr>
          <p:nvPr>
            <a:videoFile r:link="rId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2543175"/>
            <a:ext cx="4321175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5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6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105474" grpId="0" build="p" autoUpdateAnimBg="0"/>
      <p:bldP spid="105486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2ED1C61F-F82E-4523-92D4-29DC3742840D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94562" name="Text Box 2"/>
          <p:cNvSpPr txBox="1">
            <a:spLocks noChangeArrowheads="1"/>
          </p:cNvSpPr>
          <p:nvPr/>
        </p:nvSpPr>
        <p:spPr bwMode="auto">
          <a:xfrm>
            <a:off x="309563" y="206375"/>
            <a:ext cx="88344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10.1 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组合体的组成方式和表面关系</a:t>
            </a:r>
            <a:endParaRPr lang="zh-CN" altLang="en-US" b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94574" name="Text Box 14"/>
          <p:cNvSpPr txBox="1">
            <a:spLocks noChangeArrowheads="1"/>
          </p:cNvSpPr>
          <p:nvPr/>
        </p:nvSpPr>
        <p:spPr bwMode="auto">
          <a:xfrm>
            <a:off x="182563" y="1066800"/>
            <a:ext cx="812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组合体的构成的原则</a:t>
            </a:r>
          </a:p>
        </p:txBody>
      </p:sp>
      <p:sp>
        <p:nvSpPr>
          <p:cNvPr id="194575" name="Text Box 15"/>
          <p:cNvSpPr txBox="1">
            <a:spLocks noChangeArrowheads="1"/>
          </p:cNvSpPr>
          <p:nvPr/>
        </p:nvSpPr>
        <p:spPr bwMode="auto">
          <a:xfrm>
            <a:off x="249238" y="1657350"/>
            <a:ext cx="8497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两体之间不能以点或线连接。</a:t>
            </a:r>
          </a:p>
        </p:txBody>
      </p:sp>
      <p:pic>
        <p:nvPicPr>
          <p:cNvPr id="194576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5" t="26350" r="54974" b="39160"/>
          <a:stretch>
            <a:fillRect/>
          </a:stretch>
        </p:blipFill>
        <p:spPr bwMode="auto">
          <a:xfrm>
            <a:off x="812800" y="2109788"/>
            <a:ext cx="2001838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77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67" t="46550" r="48619" b="19417"/>
          <a:stretch>
            <a:fillRect/>
          </a:stretch>
        </p:blipFill>
        <p:spPr bwMode="auto">
          <a:xfrm>
            <a:off x="3252788" y="2184400"/>
            <a:ext cx="2165350" cy="2005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578" name="Text Box 18"/>
          <p:cNvSpPr txBox="1">
            <a:spLocks noChangeArrowheads="1"/>
          </p:cNvSpPr>
          <p:nvPr/>
        </p:nvSpPr>
        <p:spPr bwMode="auto">
          <a:xfrm>
            <a:off x="227013" y="4530725"/>
            <a:ext cx="4968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两形体表面贴合在一起时，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共有部分不再是组合体的表面。</a:t>
            </a:r>
          </a:p>
        </p:txBody>
      </p:sp>
      <p:grpSp>
        <p:nvGrpSpPr>
          <p:cNvPr id="194579" name="Group 19"/>
          <p:cNvGrpSpPr>
            <a:grpSpLocks/>
          </p:cNvGrpSpPr>
          <p:nvPr/>
        </p:nvGrpSpPr>
        <p:grpSpPr bwMode="auto">
          <a:xfrm>
            <a:off x="6134100" y="4783138"/>
            <a:ext cx="2773363" cy="1884362"/>
            <a:chOff x="3707" y="2636"/>
            <a:chExt cx="1747" cy="1187"/>
          </a:xfrm>
        </p:grpSpPr>
        <p:sp>
          <p:nvSpPr>
            <p:cNvPr id="5150" name="Freeform 20"/>
            <p:cNvSpPr>
              <a:spLocks/>
            </p:cNvSpPr>
            <p:nvPr/>
          </p:nvSpPr>
          <p:spPr bwMode="auto">
            <a:xfrm>
              <a:off x="5147" y="3250"/>
              <a:ext cx="150" cy="183"/>
            </a:xfrm>
            <a:custGeom>
              <a:avLst/>
              <a:gdLst>
                <a:gd name="T0" fmla="*/ 0 w 226"/>
                <a:gd name="T1" fmla="*/ 58 h 276"/>
                <a:gd name="T2" fmla="*/ 100 w 226"/>
                <a:gd name="T3" fmla="*/ 121 h 276"/>
                <a:gd name="T4" fmla="*/ 99 w 226"/>
                <a:gd name="T5" fmla="*/ 0 h 276"/>
                <a:gd name="T6" fmla="*/ 0 w 226"/>
                <a:gd name="T7" fmla="*/ 58 h 2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6" h="276">
                  <a:moveTo>
                    <a:pt x="0" y="131"/>
                  </a:moveTo>
                  <a:lnTo>
                    <a:pt x="226" y="276"/>
                  </a:lnTo>
                  <a:lnTo>
                    <a:pt x="225" y="0"/>
                  </a:lnTo>
                  <a:lnTo>
                    <a:pt x="0" y="131"/>
                  </a:lnTo>
                  <a:close/>
                </a:path>
              </a:pathLst>
            </a:custGeom>
            <a:gradFill rotWithShape="0">
              <a:gsLst>
                <a:gs pos="0">
                  <a:srgbClr val="3C1E00"/>
                </a:gs>
                <a:gs pos="100000">
                  <a:srgbClr val="CC66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1" name="Freeform 21"/>
            <p:cNvSpPr>
              <a:spLocks/>
            </p:cNvSpPr>
            <p:nvPr/>
          </p:nvSpPr>
          <p:spPr bwMode="auto">
            <a:xfrm>
              <a:off x="3707" y="3281"/>
              <a:ext cx="606" cy="542"/>
            </a:xfrm>
            <a:custGeom>
              <a:avLst/>
              <a:gdLst>
                <a:gd name="T0" fmla="*/ 0 w 912"/>
                <a:gd name="T1" fmla="*/ 0 h 816"/>
                <a:gd name="T2" fmla="*/ 403 w 912"/>
                <a:gd name="T3" fmla="*/ 232 h 816"/>
                <a:gd name="T4" fmla="*/ 403 w 912"/>
                <a:gd name="T5" fmla="*/ 360 h 816"/>
                <a:gd name="T6" fmla="*/ 0 w 912"/>
                <a:gd name="T7" fmla="*/ 127 h 816"/>
                <a:gd name="T8" fmla="*/ 0 w 912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2" h="816">
                  <a:moveTo>
                    <a:pt x="0" y="0"/>
                  </a:moveTo>
                  <a:lnTo>
                    <a:pt x="912" y="527"/>
                  </a:lnTo>
                  <a:lnTo>
                    <a:pt x="912" y="81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2F00"/>
                </a:gs>
                <a:gs pos="100000">
                  <a:srgbClr val="CC66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Freeform 22"/>
            <p:cNvSpPr>
              <a:spLocks/>
            </p:cNvSpPr>
            <p:nvPr/>
          </p:nvSpPr>
          <p:spPr bwMode="auto">
            <a:xfrm>
              <a:off x="4313" y="2978"/>
              <a:ext cx="1140" cy="845"/>
            </a:xfrm>
            <a:custGeom>
              <a:avLst/>
              <a:gdLst>
                <a:gd name="T0" fmla="*/ 0 w 1140"/>
                <a:gd name="T1" fmla="*/ 646 h 845"/>
                <a:gd name="T2" fmla="*/ 0 w 1140"/>
                <a:gd name="T3" fmla="*/ 845 h 845"/>
                <a:gd name="T4" fmla="*/ 979 w 1140"/>
                <a:gd name="T5" fmla="*/ 280 h 845"/>
                <a:gd name="T6" fmla="*/ 979 w 1140"/>
                <a:gd name="T7" fmla="*/ 455 h 845"/>
                <a:gd name="T8" fmla="*/ 1140 w 1140"/>
                <a:gd name="T9" fmla="*/ 359 h 845"/>
                <a:gd name="T10" fmla="*/ 1140 w 1140"/>
                <a:gd name="T11" fmla="*/ 0 h 845"/>
                <a:gd name="T12" fmla="*/ 0 w 1140"/>
                <a:gd name="T13" fmla="*/ 646 h 8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40" h="845">
                  <a:moveTo>
                    <a:pt x="0" y="646"/>
                  </a:moveTo>
                  <a:lnTo>
                    <a:pt x="0" y="845"/>
                  </a:lnTo>
                  <a:lnTo>
                    <a:pt x="979" y="280"/>
                  </a:lnTo>
                  <a:lnTo>
                    <a:pt x="979" y="455"/>
                  </a:lnTo>
                  <a:lnTo>
                    <a:pt x="1140" y="359"/>
                  </a:lnTo>
                  <a:lnTo>
                    <a:pt x="1140" y="0"/>
                  </a:lnTo>
                  <a:lnTo>
                    <a:pt x="0" y="646"/>
                  </a:lnTo>
                  <a:close/>
                </a:path>
              </a:pathLst>
            </a:custGeom>
            <a:solidFill>
              <a:srgbClr val="CC66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3" name="Freeform 23"/>
            <p:cNvSpPr>
              <a:spLocks/>
            </p:cNvSpPr>
            <p:nvPr/>
          </p:nvSpPr>
          <p:spPr bwMode="auto">
            <a:xfrm>
              <a:off x="3708" y="2636"/>
              <a:ext cx="1746" cy="995"/>
            </a:xfrm>
            <a:custGeom>
              <a:avLst/>
              <a:gdLst>
                <a:gd name="T0" fmla="*/ 0 w 1746"/>
                <a:gd name="T1" fmla="*/ 652 h 995"/>
                <a:gd name="T2" fmla="*/ 1130 w 1746"/>
                <a:gd name="T3" fmla="*/ 0 h 995"/>
                <a:gd name="T4" fmla="*/ 1746 w 1746"/>
                <a:gd name="T5" fmla="*/ 352 h 995"/>
                <a:gd name="T6" fmla="*/ 598 w 1746"/>
                <a:gd name="T7" fmla="*/ 995 h 995"/>
                <a:gd name="T8" fmla="*/ 0 w 1746"/>
                <a:gd name="T9" fmla="*/ 652 h 9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6" h="995">
                  <a:moveTo>
                    <a:pt x="0" y="652"/>
                  </a:moveTo>
                  <a:lnTo>
                    <a:pt x="1130" y="0"/>
                  </a:lnTo>
                  <a:lnTo>
                    <a:pt x="1746" y="352"/>
                  </a:lnTo>
                  <a:lnTo>
                    <a:pt x="598" y="995"/>
                  </a:lnTo>
                  <a:lnTo>
                    <a:pt x="0" y="65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584" name="Group 24"/>
          <p:cNvGrpSpPr>
            <a:grpSpLocks/>
          </p:cNvGrpSpPr>
          <p:nvPr/>
        </p:nvGrpSpPr>
        <p:grpSpPr bwMode="auto">
          <a:xfrm>
            <a:off x="7175500" y="2493963"/>
            <a:ext cx="1577975" cy="1971675"/>
            <a:chOff x="1701" y="2158"/>
            <a:chExt cx="894" cy="1117"/>
          </a:xfrm>
        </p:grpSpPr>
        <p:sp>
          <p:nvSpPr>
            <p:cNvPr id="5147" name="Freeform 25"/>
            <p:cNvSpPr>
              <a:spLocks/>
            </p:cNvSpPr>
            <p:nvPr/>
          </p:nvSpPr>
          <p:spPr bwMode="auto">
            <a:xfrm>
              <a:off x="1701" y="2158"/>
              <a:ext cx="819" cy="1107"/>
            </a:xfrm>
            <a:custGeom>
              <a:avLst/>
              <a:gdLst>
                <a:gd name="T0" fmla="*/ 197 w 1291"/>
                <a:gd name="T1" fmla="*/ 702 h 1745"/>
                <a:gd name="T2" fmla="*/ 0 w 1291"/>
                <a:gd name="T3" fmla="*/ 588 h 1745"/>
                <a:gd name="T4" fmla="*/ 0 w 1291"/>
                <a:gd name="T5" fmla="*/ 325 h 1745"/>
                <a:gd name="T6" fmla="*/ 2 w 1291"/>
                <a:gd name="T7" fmla="*/ 287 h 1745"/>
                <a:gd name="T8" fmla="*/ 10 w 1291"/>
                <a:gd name="T9" fmla="*/ 249 h 1745"/>
                <a:gd name="T10" fmla="*/ 22 w 1291"/>
                <a:gd name="T11" fmla="*/ 199 h 1745"/>
                <a:gd name="T12" fmla="*/ 40 w 1291"/>
                <a:gd name="T13" fmla="*/ 167 h 1745"/>
                <a:gd name="T14" fmla="*/ 63 w 1291"/>
                <a:gd name="T15" fmla="*/ 129 h 1745"/>
                <a:gd name="T16" fmla="*/ 89 w 1291"/>
                <a:gd name="T17" fmla="*/ 100 h 1745"/>
                <a:gd name="T18" fmla="*/ 110 w 1291"/>
                <a:gd name="T19" fmla="*/ 73 h 1745"/>
                <a:gd name="T20" fmla="*/ 142 w 1291"/>
                <a:gd name="T21" fmla="*/ 47 h 1745"/>
                <a:gd name="T22" fmla="*/ 177 w 1291"/>
                <a:gd name="T23" fmla="*/ 23 h 1745"/>
                <a:gd name="T24" fmla="*/ 209 w 1291"/>
                <a:gd name="T25" fmla="*/ 9 h 1745"/>
                <a:gd name="T26" fmla="*/ 259 w 1291"/>
                <a:gd name="T27" fmla="*/ 0 h 1745"/>
                <a:gd name="T28" fmla="*/ 309 w 1291"/>
                <a:gd name="T29" fmla="*/ 18 h 1745"/>
                <a:gd name="T30" fmla="*/ 520 w 1291"/>
                <a:gd name="T31" fmla="*/ 147 h 1745"/>
                <a:gd name="T32" fmla="*/ 490 w 1291"/>
                <a:gd name="T33" fmla="*/ 131 h 1745"/>
                <a:gd name="T34" fmla="*/ 450 w 1291"/>
                <a:gd name="T35" fmla="*/ 126 h 1745"/>
                <a:gd name="T36" fmla="*/ 420 w 1291"/>
                <a:gd name="T37" fmla="*/ 129 h 1745"/>
                <a:gd name="T38" fmla="*/ 397 w 1291"/>
                <a:gd name="T39" fmla="*/ 143 h 1745"/>
                <a:gd name="T40" fmla="*/ 365 w 1291"/>
                <a:gd name="T41" fmla="*/ 155 h 1745"/>
                <a:gd name="T42" fmla="*/ 338 w 1291"/>
                <a:gd name="T43" fmla="*/ 176 h 1745"/>
                <a:gd name="T44" fmla="*/ 318 w 1291"/>
                <a:gd name="T45" fmla="*/ 196 h 1745"/>
                <a:gd name="T46" fmla="*/ 294 w 1291"/>
                <a:gd name="T47" fmla="*/ 223 h 1745"/>
                <a:gd name="T48" fmla="*/ 268 w 1291"/>
                <a:gd name="T49" fmla="*/ 246 h 1745"/>
                <a:gd name="T50" fmla="*/ 251 w 1291"/>
                <a:gd name="T51" fmla="*/ 278 h 1745"/>
                <a:gd name="T52" fmla="*/ 230 w 1291"/>
                <a:gd name="T53" fmla="*/ 319 h 1745"/>
                <a:gd name="T54" fmla="*/ 213 w 1291"/>
                <a:gd name="T55" fmla="*/ 375 h 1745"/>
                <a:gd name="T56" fmla="*/ 206 w 1291"/>
                <a:gd name="T57" fmla="*/ 412 h 1745"/>
                <a:gd name="T58" fmla="*/ 201 w 1291"/>
                <a:gd name="T59" fmla="*/ 448 h 1745"/>
                <a:gd name="T60" fmla="*/ 197 w 1291"/>
                <a:gd name="T61" fmla="*/ 702 h 174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291" h="1745">
                  <a:moveTo>
                    <a:pt x="491" y="1745"/>
                  </a:moveTo>
                  <a:lnTo>
                    <a:pt x="0" y="1462"/>
                  </a:lnTo>
                  <a:lnTo>
                    <a:pt x="0" y="807"/>
                  </a:lnTo>
                  <a:lnTo>
                    <a:pt x="4" y="713"/>
                  </a:lnTo>
                  <a:lnTo>
                    <a:pt x="26" y="618"/>
                  </a:lnTo>
                  <a:lnTo>
                    <a:pt x="55" y="494"/>
                  </a:lnTo>
                  <a:lnTo>
                    <a:pt x="99" y="414"/>
                  </a:lnTo>
                  <a:lnTo>
                    <a:pt x="157" y="320"/>
                  </a:lnTo>
                  <a:lnTo>
                    <a:pt x="222" y="247"/>
                  </a:lnTo>
                  <a:lnTo>
                    <a:pt x="273" y="182"/>
                  </a:lnTo>
                  <a:lnTo>
                    <a:pt x="353" y="116"/>
                  </a:lnTo>
                  <a:lnTo>
                    <a:pt x="440" y="58"/>
                  </a:lnTo>
                  <a:lnTo>
                    <a:pt x="520" y="22"/>
                  </a:lnTo>
                  <a:lnTo>
                    <a:pt x="644" y="0"/>
                  </a:lnTo>
                  <a:lnTo>
                    <a:pt x="768" y="44"/>
                  </a:lnTo>
                  <a:lnTo>
                    <a:pt x="1291" y="364"/>
                  </a:lnTo>
                  <a:lnTo>
                    <a:pt x="1219" y="327"/>
                  </a:lnTo>
                  <a:lnTo>
                    <a:pt x="1117" y="313"/>
                  </a:lnTo>
                  <a:lnTo>
                    <a:pt x="1044" y="320"/>
                  </a:lnTo>
                  <a:lnTo>
                    <a:pt x="986" y="356"/>
                  </a:lnTo>
                  <a:lnTo>
                    <a:pt x="906" y="385"/>
                  </a:lnTo>
                  <a:lnTo>
                    <a:pt x="840" y="436"/>
                  </a:lnTo>
                  <a:lnTo>
                    <a:pt x="790" y="487"/>
                  </a:lnTo>
                  <a:lnTo>
                    <a:pt x="731" y="553"/>
                  </a:lnTo>
                  <a:lnTo>
                    <a:pt x="666" y="611"/>
                  </a:lnTo>
                  <a:lnTo>
                    <a:pt x="622" y="691"/>
                  </a:lnTo>
                  <a:lnTo>
                    <a:pt x="571" y="793"/>
                  </a:lnTo>
                  <a:lnTo>
                    <a:pt x="528" y="931"/>
                  </a:lnTo>
                  <a:lnTo>
                    <a:pt x="513" y="1025"/>
                  </a:lnTo>
                  <a:lnTo>
                    <a:pt x="499" y="1113"/>
                  </a:lnTo>
                  <a:lnTo>
                    <a:pt x="491" y="1745"/>
                  </a:lnTo>
                  <a:close/>
                </a:path>
              </a:pathLst>
            </a:custGeom>
            <a:gradFill rotWithShape="0">
              <a:gsLst>
                <a:gs pos="0">
                  <a:srgbClr val="004700"/>
                </a:gs>
                <a:gs pos="100000">
                  <a:srgbClr val="0099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8" name="Freeform 26"/>
            <p:cNvSpPr>
              <a:spLocks/>
            </p:cNvSpPr>
            <p:nvPr/>
          </p:nvSpPr>
          <p:spPr bwMode="auto">
            <a:xfrm>
              <a:off x="2013" y="2343"/>
              <a:ext cx="582" cy="932"/>
            </a:xfrm>
            <a:custGeom>
              <a:avLst/>
              <a:gdLst>
                <a:gd name="T0" fmla="*/ 0 w 918"/>
                <a:gd name="T1" fmla="*/ 591 h 1469"/>
                <a:gd name="T2" fmla="*/ 369 w 918"/>
                <a:gd name="T3" fmla="*/ 390 h 1469"/>
                <a:gd name="T4" fmla="*/ 368 w 918"/>
                <a:gd name="T5" fmla="*/ 126 h 1469"/>
                <a:gd name="T6" fmla="*/ 363 w 918"/>
                <a:gd name="T7" fmla="*/ 88 h 1469"/>
                <a:gd name="T8" fmla="*/ 351 w 918"/>
                <a:gd name="T9" fmla="*/ 62 h 1469"/>
                <a:gd name="T10" fmla="*/ 333 w 918"/>
                <a:gd name="T11" fmla="*/ 41 h 1469"/>
                <a:gd name="T12" fmla="*/ 319 w 918"/>
                <a:gd name="T13" fmla="*/ 26 h 1469"/>
                <a:gd name="T14" fmla="*/ 295 w 918"/>
                <a:gd name="T15" fmla="*/ 15 h 1469"/>
                <a:gd name="T16" fmla="*/ 261 w 918"/>
                <a:gd name="T17" fmla="*/ 0 h 1469"/>
                <a:gd name="T18" fmla="*/ 223 w 918"/>
                <a:gd name="T19" fmla="*/ 6 h 1469"/>
                <a:gd name="T20" fmla="*/ 184 w 918"/>
                <a:gd name="T21" fmla="*/ 20 h 1469"/>
                <a:gd name="T22" fmla="*/ 152 w 918"/>
                <a:gd name="T23" fmla="*/ 38 h 1469"/>
                <a:gd name="T24" fmla="*/ 123 w 918"/>
                <a:gd name="T25" fmla="*/ 62 h 1469"/>
                <a:gd name="T26" fmla="*/ 103 w 918"/>
                <a:gd name="T27" fmla="*/ 85 h 1469"/>
                <a:gd name="T28" fmla="*/ 73 w 918"/>
                <a:gd name="T29" fmla="*/ 120 h 1469"/>
                <a:gd name="T30" fmla="*/ 47 w 918"/>
                <a:gd name="T31" fmla="*/ 164 h 1469"/>
                <a:gd name="T32" fmla="*/ 23 w 918"/>
                <a:gd name="T33" fmla="*/ 207 h 1469"/>
                <a:gd name="T34" fmla="*/ 9 w 918"/>
                <a:gd name="T35" fmla="*/ 260 h 1469"/>
                <a:gd name="T36" fmla="*/ 6 w 918"/>
                <a:gd name="T37" fmla="*/ 290 h 1469"/>
                <a:gd name="T38" fmla="*/ 0 w 918"/>
                <a:gd name="T39" fmla="*/ 327 h 1469"/>
                <a:gd name="T40" fmla="*/ 0 w 918"/>
                <a:gd name="T41" fmla="*/ 591 h 146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18" h="1469">
                  <a:moveTo>
                    <a:pt x="0" y="1469"/>
                  </a:moveTo>
                  <a:lnTo>
                    <a:pt x="918" y="967"/>
                  </a:lnTo>
                  <a:lnTo>
                    <a:pt x="917" y="313"/>
                  </a:lnTo>
                  <a:lnTo>
                    <a:pt x="902" y="218"/>
                  </a:lnTo>
                  <a:lnTo>
                    <a:pt x="873" y="153"/>
                  </a:lnTo>
                  <a:lnTo>
                    <a:pt x="829" y="102"/>
                  </a:lnTo>
                  <a:lnTo>
                    <a:pt x="793" y="65"/>
                  </a:lnTo>
                  <a:lnTo>
                    <a:pt x="735" y="36"/>
                  </a:lnTo>
                  <a:lnTo>
                    <a:pt x="648" y="0"/>
                  </a:lnTo>
                  <a:lnTo>
                    <a:pt x="553" y="14"/>
                  </a:lnTo>
                  <a:lnTo>
                    <a:pt x="459" y="51"/>
                  </a:lnTo>
                  <a:lnTo>
                    <a:pt x="379" y="94"/>
                  </a:lnTo>
                  <a:lnTo>
                    <a:pt x="306" y="153"/>
                  </a:lnTo>
                  <a:lnTo>
                    <a:pt x="255" y="211"/>
                  </a:lnTo>
                  <a:lnTo>
                    <a:pt x="182" y="298"/>
                  </a:lnTo>
                  <a:lnTo>
                    <a:pt x="117" y="407"/>
                  </a:lnTo>
                  <a:lnTo>
                    <a:pt x="59" y="516"/>
                  </a:lnTo>
                  <a:lnTo>
                    <a:pt x="22" y="647"/>
                  </a:lnTo>
                  <a:lnTo>
                    <a:pt x="15" y="720"/>
                  </a:lnTo>
                  <a:lnTo>
                    <a:pt x="0" y="814"/>
                  </a:lnTo>
                  <a:lnTo>
                    <a:pt x="0" y="1469"/>
                  </a:lnTo>
                  <a:close/>
                </a:path>
              </a:pathLst>
            </a:custGeom>
            <a:solidFill>
              <a:srgbClr val="00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9" name="Oval 27"/>
            <p:cNvSpPr>
              <a:spLocks noChangeArrowheads="1"/>
            </p:cNvSpPr>
            <p:nvPr/>
          </p:nvSpPr>
          <p:spPr bwMode="auto">
            <a:xfrm rot="-3587714">
              <a:off x="2163" y="2604"/>
              <a:ext cx="292" cy="185"/>
            </a:xfrm>
            <a:prstGeom prst="ellipse">
              <a:avLst/>
            </a:prstGeom>
            <a:gradFill rotWithShape="0">
              <a:gsLst>
                <a:gs pos="0">
                  <a:srgbClr val="765E2F"/>
                </a:gs>
                <a:gs pos="50000">
                  <a:srgbClr val="FFCC66"/>
                </a:gs>
                <a:gs pos="100000">
                  <a:srgbClr val="765E2F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grpSp>
        <p:nvGrpSpPr>
          <p:cNvPr id="194588" name="Group 28"/>
          <p:cNvGrpSpPr>
            <a:grpSpLocks/>
          </p:cNvGrpSpPr>
          <p:nvPr/>
        </p:nvGrpSpPr>
        <p:grpSpPr bwMode="auto">
          <a:xfrm>
            <a:off x="5800725" y="3937000"/>
            <a:ext cx="1069975" cy="1152525"/>
            <a:chOff x="1877" y="1690"/>
            <a:chExt cx="766" cy="826"/>
          </a:xfrm>
        </p:grpSpPr>
        <p:sp>
          <p:nvSpPr>
            <p:cNvPr id="5144" name="Freeform 29"/>
            <p:cNvSpPr>
              <a:spLocks/>
            </p:cNvSpPr>
            <p:nvPr/>
          </p:nvSpPr>
          <p:spPr bwMode="auto">
            <a:xfrm>
              <a:off x="2051" y="1786"/>
              <a:ext cx="586" cy="725"/>
            </a:xfrm>
            <a:custGeom>
              <a:avLst/>
              <a:gdLst>
                <a:gd name="T0" fmla="*/ 586 w 586"/>
                <a:gd name="T1" fmla="*/ 0 h 725"/>
                <a:gd name="T2" fmla="*/ 586 w 586"/>
                <a:gd name="T3" fmla="*/ 371 h 725"/>
                <a:gd name="T4" fmla="*/ 0 w 586"/>
                <a:gd name="T5" fmla="*/ 725 h 725"/>
                <a:gd name="T6" fmla="*/ 0 w 586"/>
                <a:gd name="T7" fmla="*/ 525 h 725"/>
                <a:gd name="T8" fmla="*/ 586 w 586"/>
                <a:gd name="T9" fmla="*/ 0 h 7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6" h="725">
                  <a:moveTo>
                    <a:pt x="586" y="0"/>
                  </a:moveTo>
                  <a:lnTo>
                    <a:pt x="586" y="371"/>
                  </a:lnTo>
                  <a:lnTo>
                    <a:pt x="0" y="725"/>
                  </a:lnTo>
                  <a:lnTo>
                    <a:pt x="0" y="525"/>
                  </a:lnTo>
                  <a:lnTo>
                    <a:pt x="586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CC"/>
                </a:gs>
                <a:gs pos="100000">
                  <a:srgbClr val="CD29A4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5" name="Freeform 30"/>
            <p:cNvSpPr>
              <a:spLocks/>
            </p:cNvSpPr>
            <p:nvPr/>
          </p:nvSpPr>
          <p:spPr bwMode="auto">
            <a:xfrm>
              <a:off x="1877" y="2201"/>
              <a:ext cx="174" cy="315"/>
            </a:xfrm>
            <a:custGeom>
              <a:avLst/>
              <a:gdLst>
                <a:gd name="T0" fmla="*/ 0 w 241"/>
                <a:gd name="T1" fmla="*/ 0 h 437"/>
                <a:gd name="T2" fmla="*/ 126 w 241"/>
                <a:gd name="T3" fmla="*/ 84 h 437"/>
                <a:gd name="T4" fmla="*/ 126 w 241"/>
                <a:gd name="T5" fmla="*/ 227 h 437"/>
                <a:gd name="T6" fmla="*/ 0 w 241"/>
                <a:gd name="T7" fmla="*/ 151 h 437"/>
                <a:gd name="T8" fmla="*/ 0 w 241"/>
                <a:gd name="T9" fmla="*/ 0 h 4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1" h="437">
                  <a:moveTo>
                    <a:pt x="0" y="0"/>
                  </a:moveTo>
                  <a:lnTo>
                    <a:pt x="241" y="161"/>
                  </a:lnTo>
                  <a:lnTo>
                    <a:pt x="241" y="437"/>
                  </a:lnTo>
                  <a:lnTo>
                    <a:pt x="0" y="29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185E"/>
                </a:gs>
                <a:gs pos="100000">
                  <a:srgbClr val="FF33CC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6" name="Freeform 31"/>
            <p:cNvSpPr>
              <a:spLocks/>
            </p:cNvSpPr>
            <p:nvPr/>
          </p:nvSpPr>
          <p:spPr bwMode="auto">
            <a:xfrm>
              <a:off x="1877" y="1690"/>
              <a:ext cx="766" cy="627"/>
            </a:xfrm>
            <a:custGeom>
              <a:avLst/>
              <a:gdLst>
                <a:gd name="T0" fmla="*/ 0 w 766"/>
                <a:gd name="T1" fmla="*/ 517 h 627"/>
                <a:gd name="T2" fmla="*/ 174 w 766"/>
                <a:gd name="T3" fmla="*/ 627 h 627"/>
                <a:gd name="T4" fmla="*/ 766 w 766"/>
                <a:gd name="T5" fmla="*/ 96 h 627"/>
                <a:gd name="T6" fmla="*/ 600 w 766"/>
                <a:gd name="T7" fmla="*/ 0 h 627"/>
                <a:gd name="T8" fmla="*/ 0 w 766"/>
                <a:gd name="T9" fmla="*/ 517 h 6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6" h="627">
                  <a:moveTo>
                    <a:pt x="0" y="517"/>
                  </a:moveTo>
                  <a:lnTo>
                    <a:pt x="174" y="627"/>
                  </a:lnTo>
                  <a:lnTo>
                    <a:pt x="766" y="96"/>
                  </a:lnTo>
                  <a:lnTo>
                    <a:pt x="600" y="0"/>
                  </a:lnTo>
                  <a:lnTo>
                    <a:pt x="0" y="517"/>
                  </a:lnTo>
                  <a:close/>
                </a:path>
              </a:pathLst>
            </a:custGeom>
            <a:gradFill rotWithShape="0">
              <a:gsLst>
                <a:gs pos="0">
                  <a:srgbClr val="C3279C"/>
                </a:gs>
                <a:gs pos="100000">
                  <a:srgbClr val="FF33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592" name="Group 32"/>
          <p:cNvGrpSpPr>
            <a:grpSpLocks/>
          </p:cNvGrpSpPr>
          <p:nvPr/>
        </p:nvGrpSpPr>
        <p:grpSpPr bwMode="auto">
          <a:xfrm>
            <a:off x="7000875" y="2457450"/>
            <a:ext cx="1765300" cy="3175000"/>
            <a:chOff x="4253" y="1255"/>
            <a:chExt cx="1112" cy="2000"/>
          </a:xfrm>
        </p:grpSpPr>
        <p:sp>
          <p:nvSpPr>
            <p:cNvPr id="5139" name="Rectangle 33"/>
            <p:cNvSpPr>
              <a:spLocks noChangeArrowheads="1"/>
            </p:cNvSpPr>
            <p:nvPr/>
          </p:nvSpPr>
          <p:spPr bwMode="auto">
            <a:xfrm>
              <a:off x="4253" y="1255"/>
              <a:ext cx="1112" cy="1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grpSp>
          <p:nvGrpSpPr>
            <p:cNvPr id="5140" name="Group 34"/>
            <p:cNvGrpSpPr>
              <a:grpSpLocks/>
            </p:cNvGrpSpPr>
            <p:nvPr/>
          </p:nvGrpSpPr>
          <p:grpSpPr bwMode="auto">
            <a:xfrm>
              <a:off x="4263" y="2086"/>
              <a:ext cx="935" cy="1169"/>
              <a:chOff x="4199" y="1983"/>
              <a:chExt cx="935" cy="1169"/>
            </a:xfrm>
          </p:grpSpPr>
          <p:sp>
            <p:nvSpPr>
              <p:cNvPr id="5141" name="Freeform 35"/>
              <p:cNvSpPr>
                <a:spLocks/>
              </p:cNvSpPr>
              <p:nvPr/>
            </p:nvSpPr>
            <p:spPr bwMode="auto">
              <a:xfrm>
                <a:off x="4199" y="1983"/>
                <a:ext cx="857" cy="1159"/>
              </a:xfrm>
              <a:custGeom>
                <a:avLst/>
                <a:gdLst>
                  <a:gd name="T0" fmla="*/ 216 w 1291"/>
                  <a:gd name="T1" fmla="*/ 770 h 1745"/>
                  <a:gd name="T2" fmla="*/ 0 w 1291"/>
                  <a:gd name="T3" fmla="*/ 645 h 1745"/>
                  <a:gd name="T4" fmla="*/ 0 w 1291"/>
                  <a:gd name="T5" fmla="*/ 356 h 1745"/>
                  <a:gd name="T6" fmla="*/ 2 w 1291"/>
                  <a:gd name="T7" fmla="*/ 315 h 1745"/>
                  <a:gd name="T8" fmla="*/ 11 w 1291"/>
                  <a:gd name="T9" fmla="*/ 272 h 1745"/>
                  <a:gd name="T10" fmla="*/ 25 w 1291"/>
                  <a:gd name="T11" fmla="*/ 218 h 1745"/>
                  <a:gd name="T12" fmla="*/ 44 w 1291"/>
                  <a:gd name="T13" fmla="*/ 183 h 1745"/>
                  <a:gd name="T14" fmla="*/ 69 w 1291"/>
                  <a:gd name="T15" fmla="*/ 141 h 1745"/>
                  <a:gd name="T16" fmla="*/ 98 w 1291"/>
                  <a:gd name="T17" fmla="*/ 109 h 1745"/>
                  <a:gd name="T18" fmla="*/ 120 w 1291"/>
                  <a:gd name="T19" fmla="*/ 80 h 1745"/>
                  <a:gd name="T20" fmla="*/ 155 w 1291"/>
                  <a:gd name="T21" fmla="*/ 51 h 1745"/>
                  <a:gd name="T22" fmla="*/ 194 w 1291"/>
                  <a:gd name="T23" fmla="*/ 26 h 1745"/>
                  <a:gd name="T24" fmla="*/ 229 w 1291"/>
                  <a:gd name="T25" fmla="*/ 10 h 1745"/>
                  <a:gd name="T26" fmla="*/ 284 w 1291"/>
                  <a:gd name="T27" fmla="*/ 0 h 1745"/>
                  <a:gd name="T28" fmla="*/ 339 w 1291"/>
                  <a:gd name="T29" fmla="*/ 19 h 1745"/>
                  <a:gd name="T30" fmla="*/ 569 w 1291"/>
                  <a:gd name="T31" fmla="*/ 161 h 1745"/>
                  <a:gd name="T32" fmla="*/ 537 w 1291"/>
                  <a:gd name="T33" fmla="*/ 144 h 1745"/>
                  <a:gd name="T34" fmla="*/ 492 w 1291"/>
                  <a:gd name="T35" fmla="*/ 138 h 1745"/>
                  <a:gd name="T36" fmla="*/ 460 w 1291"/>
                  <a:gd name="T37" fmla="*/ 141 h 1745"/>
                  <a:gd name="T38" fmla="*/ 435 w 1291"/>
                  <a:gd name="T39" fmla="*/ 157 h 1745"/>
                  <a:gd name="T40" fmla="*/ 399 w 1291"/>
                  <a:gd name="T41" fmla="*/ 170 h 1745"/>
                  <a:gd name="T42" fmla="*/ 370 w 1291"/>
                  <a:gd name="T43" fmla="*/ 193 h 1745"/>
                  <a:gd name="T44" fmla="*/ 348 w 1291"/>
                  <a:gd name="T45" fmla="*/ 215 h 1745"/>
                  <a:gd name="T46" fmla="*/ 322 w 1291"/>
                  <a:gd name="T47" fmla="*/ 244 h 1745"/>
                  <a:gd name="T48" fmla="*/ 293 w 1291"/>
                  <a:gd name="T49" fmla="*/ 270 h 1745"/>
                  <a:gd name="T50" fmla="*/ 274 w 1291"/>
                  <a:gd name="T51" fmla="*/ 305 h 1745"/>
                  <a:gd name="T52" fmla="*/ 252 w 1291"/>
                  <a:gd name="T53" fmla="*/ 350 h 1745"/>
                  <a:gd name="T54" fmla="*/ 233 w 1291"/>
                  <a:gd name="T55" fmla="*/ 410 h 1745"/>
                  <a:gd name="T56" fmla="*/ 226 w 1291"/>
                  <a:gd name="T57" fmla="*/ 452 h 1745"/>
                  <a:gd name="T58" fmla="*/ 220 w 1291"/>
                  <a:gd name="T59" fmla="*/ 491 h 1745"/>
                  <a:gd name="T60" fmla="*/ 216 w 1291"/>
                  <a:gd name="T61" fmla="*/ 770 h 174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291" h="1745">
                    <a:moveTo>
                      <a:pt x="491" y="1745"/>
                    </a:moveTo>
                    <a:lnTo>
                      <a:pt x="0" y="1462"/>
                    </a:lnTo>
                    <a:lnTo>
                      <a:pt x="0" y="807"/>
                    </a:lnTo>
                    <a:lnTo>
                      <a:pt x="4" y="713"/>
                    </a:lnTo>
                    <a:lnTo>
                      <a:pt x="26" y="618"/>
                    </a:lnTo>
                    <a:lnTo>
                      <a:pt x="55" y="494"/>
                    </a:lnTo>
                    <a:lnTo>
                      <a:pt x="99" y="414"/>
                    </a:lnTo>
                    <a:lnTo>
                      <a:pt x="157" y="320"/>
                    </a:lnTo>
                    <a:lnTo>
                      <a:pt x="222" y="247"/>
                    </a:lnTo>
                    <a:lnTo>
                      <a:pt x="273" y="182"/>
                    </a:lnTo>
                    <a:lnTo>
                      <a:pt x="353" y="116"/>
                    </a:lnTo>
                    <a:lnTo>
                      <a:pt x="440" y="58"/>
                    </a:lnTo>
                    <a:lnTo>
                      <a:pt x="520" y="22"/>
                    </a:lnTo>
                    <a:lnTo>
                      <a:pt x="644" y="0"/>
                    </a:lnTo>
                    <a:lnTo>
                      <a:pt x="768" y="44"/>
                    </a:lnTo>
                    <a:lnTo>
                      <a:pt x="1291" y="364"/>
                    </a:lnTo>
                    <a:lnTo>
                      <a:pt x="1219" y="327"/>
                    </a:lnTo>
                    <a:lnTo>
                      <a:pt x="1117" y="313"/>
                    </a:lnTo>
                    <a:lnTo>
                      <a:pt x="1044" y="320"/>
                    </a:lnTo>
                    <a:lnTo>
                      <a:pt x="986" y="356"/>
                    </a:lnTo>
                    <a:lnTo>
                      <a:pt x="906" y="385"/>
                    </a:lnTo>
                    <a:lnTo>
                      <a:pt x="840" y="436"/>
                    </a:lnTo>
                    <a:lnTo>
                      <a:pt x="790" y="487"/>
                    </a:lnTo>
                    <a:lnTo>
                      <a:pt x="731" y="553"/>
                    </a:lnTo>
                    <a:lnTo>
                      <a:pt x="666" y="611"/>
                    </a:lnTo>
                    <a:lnTo>
                      <a:pt x="622" y="691"/>
                    </a:lnTo>
                    <a:lnTo>
                      <a:pt x="571" y="793"/>
                    </a:lnTo>
                    <a:lnTo>
                      <a:pt x="528" y="931"/>
                    </a:lnTo>
                    <a:lnTo>
                      <a:pt x="513" y="1025"/>
                    </a:lnTo>
                    <a:lnTo>
                      <a:pt x="499" y="1113"/>
                    </a:lnTo>
                    <a:lnTo>
                      <a:pt x="491" y="174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700"/>
                  </a:gs>
                  <a:gs pos="100000">
                    <a:srgbClr val="009900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2" name="Freeform 36"/>
              <p:cNvSpPr>
                <a:spLocks/>
              </p:cNvSpPr>
              <p:nvPr/>
            </p:nvSpPr>
            <p:spPr bwMode="auto">
              <a:xfrm>
                <a:off x="4525" y="2176"/>
                <a:ext cx="609" cy="976"/>
              </a:xfrm>
              <a:custGeom>
                <a:avLst/>
                <a:gdLst>
                  <a:gd name="T0" fmla="*/ 0 w 918"/>
                  <a:gd name="T1" fmla="*/ 648 h 1469"/>
                  <a:gd name="T2" fmla="*/ 404 w 918"/>
                  <a:gd name="T3" fmla="*/ 427 h 1469"/>
                  <a:gd name="T4" fmla="*/ 403 w 918"/>
                  <a:gd name="T5" fmla="*/ 138 h 1469"/>
                  <a:gd name="T6" fmla="*/ 397 w 918"/>
                  <a:gd name="T7" fmla="*/ 96 h 1469"/>
                  <a:gd name="T8" fmla="*/ 384 w 918"/>
                  <a:gd name="T9" fmla="*/ 68 h 1469"/>
                  <a:gd name="T10" fmla="*/ 365 w 918"/>
                  <a:gd name="T11" fmla="*/ 45 h 1469"/>
                  <a:gd name="T12" fmla="*/ 349 w 918"/>
                  <a:gd name="T13" fmla="*/ 29 h 1469"/>
                  <a:gd name="T14" fmla="*/ 324 w 918"/>
                  <a:gd name="T15" fmla="*/ 16 h 1469"/>
                  <a:gd name="T16" fmla="*/ 285 w 918"/>
                  <a:gd name="T17" fmla="*/ 0 h 1469"/>
                  <a:gd name="T18" fmla="*/ 243 w 918"/>
                  <a:gd name="T19" fmla="*/ 6 h 1469"/>
                  <a:gd name="T20" fmla="*/ 202 w 918"/>
                  <a:gd name="T21" fmla="*/ 23 h 1469"/>
                  <a:gd name="T22" fmla="*/ 167 w 918"/>
                  <a:gd name="T23" fmla="*/ 41 h 1469"/>
                  <a:gd name="T24" fmla="*/ 135 w 918"/>
                  <a:gd name="T25" fmla="*/ 68 h 1469"/>
                  <a:gd name="T26" fmla="*/ 112 w 918"/>
                  <a:gd name="T27" fmla="*/ 93 h 1469"/>
                  <a:gd name="T28" fmla="*/ 80 w 918"/>
                  <a:gd name="T29" fmla="*/ 132 h 1469"/>
                  <a:gd name="T30" fmla="*/ 52 w 918"/>
                  <a:gd name="T31" fmla="*/ 179 h 1469"/>
                  <a:gd name="T32" fmla="*/ 26 w 918"/>
                  <a:gd name="T33" fmla="*/ 228 h 1469"/>
                  <a:gd name="T34" fmla="*/ 10 w 918"/>
                  <a:gd name="T35" fmla="*/ 286 h 1469"/>
                  <a:gd name="T36" fmla="*/ 7 w 918"/>
                  <a:gd name="T37" fmla="*/ 318 h 1469"/>
                  <a:gd name="T38" fmla="*/ 0 w 918"/>
                  <a:gd name="T39" fmla="*/ 359 h 1469"/>
                  <a:gd name="T40" fmla="*/ 0 w 918"/>
                  <a:gd name="T41" fmla="*/ 648 h 146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18" h="1469">
                    <a:moveTo>
                      <a:pt x="0" y="1469"/>
                    </a:moveTo>
                    <a:lnTo>
                      <a:pt x="918" y="967"/>
                    </a:lnTo>
                    <a:lnTo>
                      <a:pt x="917" y="313"/>
                    </a:lnTo>
                    <a:lnTo>
                      <a:pt x="902" y="218"/>
                    </a:lnTo>
                    <a:lnTo>
                      <a:pt x="873" y="153"/>
                    </a:lnTo>
                    <a:lnTo>
                      <a:pt x="829" y="102"/>
                    </a:lnTo>
                    <a:lnTo>
                      <a:pt x="793" y="65"/>
                    </a:lnTo>
                    <a:lnTo>
                      <a:pt x="735" y="36"/>
                    </a:lnTo>
                    <a:lnTo>
                      <a:pt x="648" y="0"/>
                    </a:lnTo>
                    <a:lnTo>
                      <a:pt x="553" y="14"/>
                    </a:lnTo>
                    <a:lnTo>
                      <a:pt x="459" y="51"/>
                    </a:lnTo>
                    <a:lnTo>
                      <a:pt x="379" y="94"/>
                    </a:lnTo>
                    <a:lnTo>
                      <a:pt x="306" y="153"/>
                    </a:lnTo>
                    <a:lnTo>
                      <a:pt x="255" y="211"/>
                    </a:lnTo>
                    <a:lnTo>
                      <a:pt x="182" y="298"/>
                    </a:lnTo>
                    <a:lnTo>
                      <a:pt x="117" y="407"/>
                    </a:lnTo>
                    <a:lnTo>
                      <a:pt x="59" y="516"/>
                    </a:lnTo>
                    <a:lnTo>
                      <a:pt x="22" y="647"/>
                    </a:lnTo>
                    <a:lnTo>
                      <a:pt x="15" y="720"/>
                    </a:lnTo>
                    <a:lnTo>
                      <a:pt x="0" y="814"/>
                    </a:lnTo>
                    <a:lnTo>
                      <a:pt x="0" y="1469"/>
                    </a:lnTo>
                    <a:close/>
                  </a:path>
                </a:pathLst>
              </a:custGeom>
              <a:solidFill>
                <a:srgbClr val="00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3" name="Oval 37"/>
              <p:cNvSpPr>
                <a:spLocks noChangeArrowheads="1"/>
              </p:cNvSpPr>
              <p:nvPr/>
            </p:nvSpPr>
            <p:spPr bwMode="auto">
              <a:xfrm rot="-3587714">
                <a:off x="4682" y="2450"/>
                <a:ext cx="305" cy="195"/>
              </a:xfrm>
              <a:prstGeom prst="ellipse">
                <a:avLst/>
              </a:prstGeom>
              <a:gradFill rotWithShape="0">
                <a:gsLst>
                  <a:gs pos="0">
                    <a:srgbClr val="765E2F"/>
                  </a:gs>
                  <a:gs pos="50000">
                    <a:srgbClr val="FFCC66"/>
                  </a:gs>
                  <a:gs pos="100000">
                    <a:srgbClr val="765E2F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</p:grpSp>
      <p:grpSp>
        <p:nvGrpSpPr>
          <p:cNvPr id="194598" name="Group 38"/>
          <p:cNvGrpSpPr>
            <a:grpSpLocks/>
          </p:cNvGrpSpPr>
          <p:nvPr/>
        </p:nvGrpSpPr>
        <p:grpSpPr bwMode="auto">
          <a:xfrm>
            <a:off x="5749925" y="3902075"/>
            <a:ext cx="1503363" cy="2085975"/>
            <a:chOff x="3465" y="2165"/>
            <a:chExt cx="947" cy="1314"/>
          </a:xfrm>
        </p:grpSpPr>
        <p:sp>
          <p:nvSpPr>
            <p:cNvPr id="5134" name="Rectangle 39"/>
            <p:cNvSpPr>
              <a:spLocks noChangeArrowheads="1"/>
            </p:cNvSpPr>
            <p:nvPr/>
          </p:nvSpPr>
          <p:spPr bwMode="auto">
            <a:xfrm>
              <a:off x="3465" y="2165"/>
              <a:ext cx="759" cy="7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grpSp>
          <p:nvGrpSpPr>
            <p:cNvPr id="5135" name="Group 40"/>
            <p:cNvGrpSpPr>
              <a:grpSpLocks/>
            </p:cNvGrpSpPr>
            <p:nvPr/>
          </p:nvGrpSpPr>
          <p:grpSpPr bwMode="auto">
            <a:xfrm>
              <a:off x="3707" y="2735"/>
              <a:ext cx="705" cy="744"/>
              <a:chOff x="3707" y="2651"/>
              <a:chExt cx="705" cy="744"/>
            </a:xfrm>
          </p:grpSpPr>
          <p:sp>
            <p:nvSpPr>
              <p:cNvPr id="5136" name="Freeform 41"/>
              <p:cNvSpPr>
                <a:spLocks/>
              </p:cNvSpPr>
              <p:nvPr/>
            </p:nvSpPr>
            <p:spPr bwMode="auto">
              <a:xfrm>
                <a:off x="3871" y="2727"/>
                <a:ext cx="539" cy="668"/>
              </a:xfrm>
              <a:custGeom>
                <a:avLst/>
                <a:gdLst>
                  <a:gd name="T0" fmla="*/ 539 w 539"/>
                  <a:gd name="T1" fmla="*/ 0 h 668"/>
                  <a:gd name="T2" fmla="*/ 537 w 539"/>
                  <a:gd name="T3" fmla="*/ 337 h 668"/>
                  <a:gd name="T4" fmla="*/ 0 w 539"/>
                  <a:gd name="T5" fmla="*/ 668 h 668"/>
                  <a:gd name="T6" fmla="*/ 0 w 539"/>
                  <a:gd name="T7" fmla="*/ 484 h 668"/>
                  <a:gd name="T8" fmla="*/ 539 w 539"/>
                  <a:gd name="T9" fmla="*/ 0 h 6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39" h="668">
                    <a:moveTo>
                      <a:pt x="539" y="0"/>
                    </a:moveTo>
                    <a:lnTo>
                      <a:pt x="537" y="337"/>
                    </a:lnTo>
                    <a:lnTo>
                      <a:pt x="0" y="668"/>
                    </a:lnTo>
                    <a:lnTo>
                      <a:pt x="0" y="484"/>
                    </a:lnTo>
                    <a:lnTo>
                      <a:pt x="53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33CC"/>
                  </a:gs>
                  <a:gs pos="100000">
                    <a:srgbClr val="CD29A4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7" name="Freeform 42"/>
              <p:cNvSpPr>
                <a:spLocks/>
              </p:cNvSpPr>
              <p:nvPr/>
            </p:nvSpPr>
            <p:spPr bwMode="auto">
              <a:xfrm>
                <a:off x="3707" y="3122"/>
                <a:ext cx="165" cy="270"/>
              </a:xfrm>
              <a:custGeom>
                <a:avLst/>
                <a:gdLst>
                  <a:gd name="T0" fmla="*/ 0 w 165"/>
                  <a:gd name="T1" fmla="*/ 0 h 270"/>
                  <a:gd name="T2" fmla="*/ 165 w 165"/>
                  <a:gd name="T3" fmla="*/ 102 h 270"/>
                  <a:gd name="T4" fmla="*/ 165 w 165"/>
                  <a:gd name="T5" fmla="*/ 270 h 270"/>
                  <a:gd name="T6" fmla="*/ 1 w 165"/>
                  <a:gd name="T7" fmla="*/ 190 h 270"/>
                  <a:gd name="T8" fmla="*/ 0 w 165"/>
                  <a:gd name="T9" fmla="*/ 0 h 2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5" h="270">
                    <a:moveTo>
                      <a:pt x="0" y="0"/>
                    </a:moveTo>
                    <a:lnTo>
                      <a:pt x="165" y="102"/>
                    </a:lnTo>
                    <a:lnTo>
                      <a:pt x="165" y="270"/>
                    </a:lnTo>
                    <a:lnTo>
                      <a:pt x="1" y="19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5E"/>
                  </a:gs>
                  <a:gs pos="100000">
                    <a:srgbClr val="FF33CC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38" name="Freeform 43"/>
              <p:cNvSpPr>
                <a:spLocks/>
              </p:cNvSpPr>
              <p:nvPr/>
            </p:nvSpPr>
            <p:spPr bwMode="auto">
              <a:xfrm>
                <a:off x="3707" y="2651"/>
                <a:ext cx="705" cy="578"/>
              </a:xfrm>
              <a:custGeom>
                <a:avLst/>
                <a:gdLst>
                  <a:gd name="T0" fmla="*/ 0 w 766"/>
                  <a:gd name="T1" fmla="*/ 440 h 627"/>
                  <a:gd name="T2" fmla="*/ 147 w 766"/>
                  <a:gd name="T3" fmla="*/ 533 h 627"/>
                  <a:gd name="T4" fmla="*/ 649 w 766"/>
                  <a:gd name="T5" fmla="*/ 81 h 627"/>
                  <a:gd name="T6" fmla="*/ 508 w 766"/>
                  <a:gd name="T7" fmla="*/ 0 h 627"/>
                  <a:gd name="T8" fmla="*/ 0 w 766"/>
                  <a:gd name="T9" fmla="*/ 440 h 6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66" h="627">
                    <a:moveTo>
                      <a:pt x="0" y="517"/>
                    </a:moveTo>
                    <a:lnTo>
                      <a:pt x="174" y="627"/>
                    </a:lnTo>
                    <a:lnTo>
                      <a:pt x="766" y="96"/>
                    </a:lnTo>
                    <a:lnTo>
                      <a:pt x="600" y="0"/>
                    </a:lnTo>
                    <a:lnTo>
                      <a:pt x="0" y="51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3279C"/>
                  </a:gs>
                  <a:gs pos="100000">
                    <a:srgbClr val="FF33CC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4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94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9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9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9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 build="p" autoUpdateAnimBg="0"/>
      <p:bldP spid="194574" grpId="0" build="p" autoUpdateAnimBg="0"/>
      <p:bldP spid="194575" grpId="0" build="p" autoUpdateAnimBg="0"/>
      <p:bldP spid="19457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C3A50387-CF79-4E87-B5BA-3F138F848943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198658" name="Object 2"/>
          <p:cNvGraphicFramePr>
            <a:graphicFrameLocks noChangeAspect="1"/>
          </p:cNvGraphicFramePr>
          <p:nvPr/>
        </p:nvGraphicFramePr>
        <p:xfrm>
          <a:off x="1657350" y="1447800"/>
          <a:ext cx="5219700" cy="267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位图图像" r:id="rId3" imgW="5219048" imgH="2676899" progId="Paint.Picture">
                  <p:embed/>
                </p:oleObj>
              </mc:Choice>
              <mc:Fallback>
                <p:oleObj name="位图图像" r:id="rId3" imgW="5219048" imgH="267689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1447800"/>
                        <a:ext cx="5219700" cy="267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5683250" y="2886075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ISOCPEUR" pitchFamily="34" charset="0"/>
                <a:ea typeface="黑体" pitchFamily="2" charset="-122"/>
              </a:rPr>
              <a:t>A</a:t>
            </a:r>
          </a:p>
        </p:txBody>
      </p:sp>
      <p:sp>
        <p:nvSpPr>
          <p:cNvPr id="198663" name="Text Box 7"/>
          <p:cNvSpPr txBox="1">
            <a:spLocks noChangeArrowheads="1"/>
          </p:cNvSpPr>
          <p:nvPr/>
        </p:nvSpPr>
        <p:spPr bwMode="auto">
          <a:xfrm>
            <a:off x="6122988" y="3127375"/>
            <a:ext cx="347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ISOCPEUR" pitchFamily="34" charset="0"/>
                <a:ea typeface="黑体" pitchFamily="2" charset="-122"/>
              </a:rPr>
              <a:t>B</a:t>
            </a:r>
          </a:p>
        </p:txBody>
      </p:sp>
      <p:sp>
        <p:nvSpPr>
          <p:cNvPr id="198664" name="Text Box 8"/>
          <p:cNvSpPr txBox="1">
            <a:spLocks noChangeArrowheads="1"/>
          </p:cNvSpPr>
          <p:nvPr/>
        </p:nvSpPr>
        <p:spPr bwMode="auto">
          <a:xfrm>
            <a:off x="2714625" y="2606675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ISOCPEUR" pitchFamily="34" charset="0"/>
                <a:ea typeface="黑体" pitchFamily="2" charset="-122"/>
              </a:rPr>
              <a:t>A</a:t>
            </a:r>
          </a:p>
        </p:txBody>
      </p:sp>
      <p:sp>
        <p:nvSpPr>
          <p:cNvPr id="198665" name="Text Box 9"/>
          <p:cNvSpPr txBox="1">
            <a:spLocks noChangeArrowheads="1"/>
          </p:cNvSpPr>
          <p:nvPr/>
        </p:nvSpPr>
        <p:spPr bwMode="auto">
          <a:xfrm>
            <a:off x="3416300" y="2911475"/>
            <a:ext cx="347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ISOCPEUR" pitchFamily="34" charset="0"/>
                <a:ea typeface="黑体" pitchFamily="2" charset="-122"/>
              </a:rPr>
              <a:t>B</a:t>
            </a:r>
          </a:p>
        </p:txBody>
      </p:sp>
      <p:grpSp>
        <p:nvGrpSpPr>
          <p:cNvPr id="198666" name="Group 10"/>
          <p:cNvGrpSpPr>
            <a:grpSpLocks/>
          </p:cNvGrpSpPr>
          <p:nvPr/>
        </p:nvGrpSpPr>
        <p:grpSpPr bwMode="auto">
          <a:xfrm>
            <a:off x="5710238" y="3168650"/>
            <a:ext cx="1411287" cy="1346200"/>
            <a:chOff x="3753" y="2917"/>
            <a:chExt cx="889" cy="848"/>
          </a:xfrm>
        </p:grpSpPr>
        <p:sp>
          <p:nvSpPr>
            <p:cNvPr id="6160" name="Text Box 11" descr="紫色网格"/>
            <p:cNvSpPr txBox="1">
              <a:spLocks noChangeArrowheads="1"/>
            </p:cNvSpPr>
            <p:nvPr/>
          </p:nvSpPr>
          <p:spPr bwMode="auto">
            <a:xfrm>
              <a:off x="3753" y="3477"/>
              <a:ext cx="8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5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zh-CN" altLang="en-US" sz="2400">
                  <a:latin typeface="黑体" pitchFamily="2" charset="-122"/>
                  <a:ea typeface="黑体" pitchFamily="2" charset="-122"/>
                </a:rPr>
                <a:t>、</a:t>
              </a:r>
              <a:r>
                <a:rPr lang="en-US" altLang="zh-CN" sz="2400">
                  <a:latin typeface="黑体" pitchFamily="2" charset="-122"/>
                  <a:ea typeface="黑体" pitchFamily="2" charset="-122"/>
                </a:rPr>
                <a:t>B</a:t>
              </a:r>
              <a:r>
                <a:rPr lang="zh-CN" altLang="en-US" sz="2400">
                  <a:latin typeface="黑体" pitchFamily="2" charset="-122"/>
                  <a:ea typeface="黑体" pitchFamily="2" charset="-122"/>
                </a:rPr>
                <a:t>共面</a:t>
              </a:r>
            </a:p>
          </p:txBody>
        </p:sp>
        <p:grpSp>
          <p:nvGrpSpPr>
            <p:cNvPr id="6161" name="Group 12"/>
            <p:cNvGrpSpPr>
              <a:grpSpLocks/>
            </p:cNvGrpSpPr>
            <p:nvPr/>
          </p:nvGrpSpPr>
          <p:grpSpPr bwMode="auto">
            <a:xfrm>
              <a:off x="3879" y="2917"/>
              <a:ext cx="203" cy="638"/>
              <a:chOff x="3315" y="2245"/>
              <a:chExt cx="203" cy="578"/>
            </a:xfrm>
          </p:grpSpPr>
          <p:sp>
            <p:nvSpPr>
              <p:cNvPr id="6162" name="Line 13"/>
              <p:cNvSpPr>
                <a:spLocks noChangeShapeType="1"/>
              </p:cNvSpPr>
              <p:nvPr/>
            </p:nvSpPr>
            <p:spPr bwMode="auto">
              <a:xfrm flipH="1" flipV="1">
                <a:off x="3315" y="2468"/>
                <a:ext cx="203" cy="355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63" name="Line 14"/>
              <p:cNvSpPr>
                <a:spLocks noChangeShapeType="1"/>
              </p:cNvSpPr>
              <p:nvPr/>
            </p:nvSpPr>
            <p:spPr bwMode="auto">
              <a:xfrm flipH="1" flipV="1">
                <a:off x="3401" y="2245"/>
                <a:ext cx="111" cy="566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98671" name="Group 15"/>
          <p:cNvGrpSpPr>
            <a:grpSpLocks/>
          </p:cNvGrpSpPr>
          <p:nvPr/>
        </p:nvGrpSpPr>
        <p:grpSpPr bwMode="auto">
          <a:xfrm>
            <a:off x="2513013" y="2728913"/>
            <a:ext cx="1717675" cy="1782762"/>
            <a:chOff x="1739" y="2640"/>
            <a:chExt cx="1082" cy="1123"/>
          </a:xfrm>
        </p:grpSpPr>
        <p:sp>
          <p:nvSpPr>
            <p:cNvPr id="6156" name="Text Box 16" descr="紫色网格"/>
            <p:cNvSpPr txBox="1">
              <a:spLocks noChangeArrowheads="1"/>
            </p:cNvSpPr>
            <p:nvPr/>
          </p:nvSpPr>
          <p:spPr bwMode="auto">
            <a:xfrm>
              <a:off x="1739" y="3475"/>
              <a:ext cx="10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5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zh-CN" altLang="en-US" sz="2400">
                  <a:latin typeface="黑体" pitchFamily="2" charset="-122"/>
                  <a:ea typeface="黑体" pitchFamily="2" charset="-122"/>
                </a:rPr>
                <a:t>、</a:t>
              </a:r>
              <a:r>
                <a:rPr lang="en-US" altLang="zh-CN" sz="2400">
                  <a:latin typeface="黑体" pitchFamily="2" charset="-122"/>
                  <a:ea typeface="黑体" pitchFamily="2" charset="-122"/>
                </a:rPr>
                <a:t>B</a:t>
              </a:r>
              <a:r>
                <a:rPr lang="zh-CN" altLang="en-US" sz="2400">
                  <a:latin typeface="黑体" pitchFamily="2" charset="-122"/>
                  <a:ea typeface="黑体" pitchFamily="2" charset="-122"/>
                </a:rPr>
                <a:t>不共面</a:t>
              </a:r>
            </a:p>
          </p:txBody>
        </p:sp>
        <p:grpSp>
          <p:nvGrpSpPr>
            <p:cNvPr id="6157" name="Group 17"/>
            <p:cNvGrpSpPr>
              <a:grpSpLocks/>
            </p:cNvGrpSpPr>
            <p:nvPr/>
          </p:nvGrpSpPr>
          <p:grpSpPr bwMode="auto">
            <a:xfrm>
              <a:off x="1975" y="2640"/>
              <a:ext cx="296" cy="880"/>
              <a:chOff x="1975" y="2640"/>
              <a:chExt cx="296" cy="880"/>
            </a:xfrm>
          </p:grpSpPr>
          <p:sp>
            <p:nvSpPr>
              <p:cNvPr id="6158" name="Line 18"/>
              <p:cNvSpPr>
                <a:spLocks noChangeShapeType="1"/>
              </p:cNvSpPr>
              <p:nvPr/>
            </p:nvSpPr>
            <p:spPr bwMode="auto">
              <a:xfrm>
                <a:off x="1975" y="3115"/>
                <a:ext cx="296" cy="405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9" name="Line 19"/>
              <p:cNvSpPr>
                <a:spLocks noChangeShapeType="1"/>
              </p:cNvSpPr>
              <p:nvPr/>
            </p:nvSpPr>
            <p:spPr bwMode="auto">
              <a:xfrm flipH="1" flipV="1">
                <a:off x="2226" y="2640"/>
                <a:ext cx="44" cy="869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6154" name="Rectangle 20"/>
          <p:cNvSpPr>
            <a:spLocks noChangeArrowheads="1"/>
          </p:cNvSpPr>
          <p:nvPr/>
        </p:nvSpPr>
        <p:spPr bwMode="auto">
          <a:xfrm>
            <a:off x="166688" y="342900"/>
            <a:ext cx="2717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一 共面</a:t>
            </a:r>
          </a:p>
        </p:txBody>
      </p:sp>
      <p:sp>
        <p:nvSpPr>
          <p:cNvPr id="198677" name="Text Box 21"/>
          <p:cNvSpPr txBox="1">
            <a:spLocks noChangeArrowheads="1"/>
          </p:cNvSpPr>
          <p:nvPr/>
        </p:nvSpPr>
        <p:spPr bwMode="auto">
          <a:xfrm>
            <a:off x="1039813" y="5084763"/>
            <a:ext cx="73485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400">
                <a:latin typeface="黑体" pitchFamily="2" charset="-122"/>
                <a:ea typeface="黑体" pitchFamily="2" charset="-122"/>
              </a:rPr>
              <a:t>当两个形体接触表面处于共面状态时，表面边界不再是形体的轮廓线，不画。</a:t>
            </a: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2" grpId="0" autoUpdateAnimBg="0"/>
      <p:bldP spid="198663" grpId="0" autoUpdateAnimBg="0"/>
      <p:bldP spid="198664" grpId="0" autoUpdateAnimBg="0"/>
      <p:bldP spid="198665" grpId="0" autoUpdateAnimBg="0"/>
      <p:bldP spid="19867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E97ADA2C-BB58-445F-8EFD-4AB04177F921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7171" name="Group 2"/>
          <p:cNvGrpSpPr>
            <a:grpSpLocks/>
          </p:cNvGrpSpPr>
          <p:nvPr/>
        </p:nvGrpSpPr>
        <p:grpSpPr bwMode="auto">
          <a:xfrm>
            <a:off x="6078538" y="1303338"/>
            <a:ext cx="1779587" cy="3111500"/>
            <a:chOff x="3829" y="821"/>
            <a:chExt cx="1121" cy="1960"/>
          </a:xfrm>
        </p:grpSpPr>
        <p:grpSp>
          <p:nvGrpSpPr>
            <p:cNvPr id="7260" name="Group 3"/>
            <p:cNvGrpSpPr>
              <a:grpSpLocks/>
            </p:cNvGrpSpPr>
            <p:nvPr/>
          </p:nvGrpSpPr>
          <p:grpSpPr bwMode="auto">
            <a:xfrm>
              <a:off x="3829" y="871"/>
              <a:ext cx="1121" cy="1830"/>
              <a:chOff x="3829" y="871"/>
              <a:chExt cx="1121" cy="1830"/>
            </a:xfrm>
          </p:grpSpPr>
          <p:sp>
            <p:nvSpPr>
              <p:cNvPr id="7276" name="Rectangle 4"/>
              <p:cNvSpPr>
                <a:spLocks noChangeArrowheads="1"/>
              </p:cNvSpPr>
              <p:nvPr/>
            </p:nvSpPr>
            <p:spPr bwMode="auto">
              <a:xfrm>
                <a:off x="3829" y="2074"/>
                <a:ext cx="1120" cy="625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77" name="Oval 5"/>
              <p:cNvSpPr>
                <a:spLocks noChangeArrowheads="1"/>
              </p:cNvSpPr>
              <p:nvPr/>
            </p:nvSpPr>
            <p:spPr bwMode="auto">
              <a:xfrm>
                <a:off x="4036" y="871"/>
                <a:ext cx="696" cy="696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78" name="Rectangle 6"/>
              <p:cNvSpPr>
                <a:spLocks noChangeArrowheads="1"/>
              </p:cNvSpPr>
              <p:nvPr/>
            </p:nvSpPr>
            <p:spPr bwMode="auto">
              <a:xfrm>
                <a:off x="4037" y="1227"/>
                <a:ext cx="696" cy="338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79" name="Rectangle 7"/>
              <p:cNvSpPr>
                <a:spLocks noChangeArrowheads="1"/>
              </p:cNvSpPr>
              <p:nvPr/>
            </p:nvSpPr>
            <p:spPr bwMode="auto">
              <a:xfrm>
                <a:off x="3830" y="1565"/>
                <a:ext cx="1120" cy="24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80" name="Line 8"/>
              <p:cNvSpPr>
                <a:spLocks noChangeShapeType="1"/>
              </p:cNvSpPr>
              <p:nvPr/>
            </p:nvSpPr>
            <p:spPr bwMode="auto">
              <a:xfrm>
                <a:off x="4058" y="1232"/>
                <a:ext cx="656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1" name="Oval 9"/>
              <p:cNvSpPr>
                <a:spLocks noChangeArrowheads="1"/>
              </p:cNvSpPr>
              <p:nvPr/>
            </p:nvSpPr>
            <p:spPr bwMode="auto">
              <a:xfrm>
                <a:off x="4211" y="1054"/>
                <a:ext cx="354" cy="354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82" name="Rectangle 10"/>
              <p:cNvSpPr>
                <a:spLocks noChangeArrowheads="1"/>
              </p:cNvSpPr>
              <p:nvPr/>
            </p:nvSpPr>
            <p:spPr bwMode="auto">
              <a:xfrm>
                <a:off x="4040" y="2276"/>
                <a:ext cx="698" cy="423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83" name="Line 11"/>
              <p:cNvSpPr>
                <a:spLocks noChangeShapeType="1"/>
              </p:cNvSpPr>
              <p:nvPr/>
            </p:nvSpPr>
            <p:spPr bwMode="auto">
              <a:xfrm>
                <a:off x="4563" y="2270"/>
                <a:ext cx="0" cy="43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4" name="Line 12"/>
              <p:cNvSpPr>
                <a:spLocks noChangeShapeType="1"/>
              </p:cNvSpPr>
              <p:nvPr/>
            </p:nvSpPr>
            <p:spPr bwMode="auto">
              <a:xfrm>
                <a:off x="4208" y="2288"/>
                <a:ext cx="0" cy="4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85" name="Line 13"/>
              <p:cNvSpPr>
                <a:spLocks noChangeShapeType="1"/>
              </p:cNvSpPr>
              <p:nvPr/>
            </p:nvSpPr>
            <p:spPr bwMode="auto">
              <a:xfrm>
                <a:off x="4061" y="1566"/>
                <a:ext cx="656" cy="0"/>
              </a:xfrm>
              <a:prstGeom prst="line">
                <a:avLst/>
              </a:prstGeom>
              <a:noFill/>
              <a:ln w="76200">
                <a:solidFill>
                  <a:srgbClr val="E6F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261" name="Group 14"/>
            <p:cNvGrpSpPr>
              <a:grpSpLocks/>
            </p:cNvGrpSpPr>
            <p:nvPr/>
          </p:nvGrpSpPr>
          <p:grpSpPr bwMode="auto">
            <a:xfrm>
              <a:off x="3979" y="821"/>
              <a:ext cx="827" cy="1960"/>
              <a:chOff x="601" y="811"/>
              <a:chExt cx="827" cy="1960"/>
            </a:xfrm>
          </p:grpSpPr>
          <p:grpSp>
            <p:nvGrpSpPr>
              <p:cNvPr id="7262" name="Group 15"/>
              <p:cNvGrpSpPr>
                <a:grpSpLocks/>
              </p:cNvGrpSpPr>
              <p:nvPr/>
            </p:nvGrpSpPr>
            <p:grpSpPr bwMode="auto">
              <a:xfrm>
                <a:off x="601" y="1223"/>
                <a:ext cx="827" cy="0"/>
                <a:chOff x="601" y="1223"/>
                <a:chExt cx="827" cy="0"/>
              </a:xfrm>
            </p:grpSpPr>
            <p:sp>
              <p:nvSpPr>
                <p:cNvPr id="7273" name="Line 16"/>
                <p:cNvSpPr>
                  <a:spLocks noChangeShapeType="1"/>
                </p:cNvSpPr>
                <p:nvPr/>
              </p:nvSpPr>
              <p:spPr bwMode="auto">
                <a:xfrm>
                  <a:off x="601" y="1223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74" name="Line 17"/>
                <p:cNvSpPr>
                  <a:spLocks noChangeShapeType="1"/>
                </p:cNvSpPr>
                <p:nvPr/>
              </p:nvSpPr>
              <p:spPr bwMode="auto">
                <a:xfrm>
                  <a:off x="1114" y="1223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75" name="Line 18"/>
                <p:cNvSpPr>
                  <a:spLocks noChangeShapeType="1"/>
                </p:cNvSpPr>
                <p:nvPr/>
              </p:nvSpPr>
              <p:spPr bwMode="auto">
                <a:xfrm>
                  <a:off x="1168" y="1223"/>
                  <a:ext cx="2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63" name="Group 19"/>
              <p:cNvGrpSpPr>
                <a:grpSpLocks/>
              </p:cNvGrpSpPr>
              <p:nvPr/>
            </p:nvGrpSpPr>
            <p:grpSpPr bwMode="auto">
              <a:xfrm>
                <a:off x="1008" y="811"/>
                <a:ext cx="1" cy="1084"/>
                <a:chOff x="1008" y="811"/>
                <a:chExt cx="1" cy="1084"/>
              </a:xfrm>
            </p:grpSpPr>
            <p:sp>
              <p:nvSpPr>
                <p:cNvPr id="7268" name="Line 20"/>
                <p:cNvSpPr>
                  <a:spLocks noChangeShapeType="1"/>
                </p:cNvSpPr>
                <p:nvPr/>
              </p:nvSpPr>
              <p:spPr bwMode="auto">
                <a:xfrm rot="-5400000">
                  <a:off x="914" y="1802"/>
                  <a:ext cx="18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69" name="Line 21"/>
                <p:cNvSpPr>
                  <a:spLocks noChangeShapeType="1"/>
                </p:cNvSpPr>
                <p:nvPr/>
              </p:nvSpPr>
              <p:spPr bwMode="auto">
                <a:xfrm rot="-5400000">
                  <a:off x="994" y="1661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70" name="Line 22"/>
                <p:cNvSpPr>
                  <a:spLocks noChangeShapeType="1"/>
                </p:cNvSpPr>
                <p:nvPr/>
              </p:nvSpPr>
              <p:spPr bwMode="auto">
                <a:xfrm rot="-5400000">
                  <a:off x="785" y="1396"/>
                  <a:ext cx="4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71" name="Line 23"/>
                <p:cNvSpPr>
                  <a:spLocks noChangeShapeType="1"/>
                </p:cNvSpPr>
                <p:nvPr/>
              </p:nvSpPr>
              <p:spPr bwMode="auto">
                <a:xfrm rot="-5400000">
                  <a:off x="994" y="1124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72" name="Line 24"/>
                <p:cNvSpPr>
                  <a:spLocks noChangeShapeType="1"/>
                </p:cNvSpPr>
                <p:nvPr/>
              </p:nvSpPr>
              <p:spPr bwMode="auto">
                <a:xfrm rot="-5400000">
                  <a:off x="871" y="948"/>
                  <a:ext cx="27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64" name="Group 25"/>
              <p:cNvGrpSpPr>
                <a:grpSpLocks/>
              </p:cNvGrpSpPr>
              <p:nvPr/>
            </p:nvGrpSpPr>
            <p:grpSpPr bwMode="auto">
              <a:xfrm>
                <a:off x="1008" y="2006"/>
                <a:ext cx="1" cy="765"/>
                <a:chOff x="1008" y="2006"/>
                <a:chExt cx="1" cy="765"/>
              </a:xfrm>
            </p:grpSpPr>
            <p:sp>
              <p:nvSpPr>
                <p:cNvPr id="7265" name="Line 26"/>
                <p:cNvSpPr>
                  <a:spLocks noChangeShapeType="1"/>
                </p:cNvSpPr>
                <p:nvPr/>
              </p:nvSpPr>
              <p:spPr bwMode="auto">
                <a:xfrm rot="-5400000">
                  <a:off x="807" y="2569"/>
                  <a:ext cx="4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66" name="Line 27"/>
                <p:cNvSpPr>
                  <a:spLocks noChangeShapeType="1"/>
                </p:cNvSpPr>
                <p:nvPr/>
              </p:nvSpPr>
              <p:spPr bwMode="auto">
                <a:xfrm rot="-5400000">
                  <a:off x="994" y="2319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67" name="Line 28"/>
                <p:cNvSpPr>
                  <a:spLocks noChangeShapeType="1"/>
                </p:cNvSpPr>
                <p:nvPr/>
              </p:nvSpPr>
              <p:spPr bwMode="auto">
                <a:xfrm rot="-5400000">
                  <a:off x="871" y="2143"/>
                  <a:ext cx="27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7172" name="Group 29"/>
          <p:cNvGrpSpPr>
            <a:grpSpLocks/>
          </p:cNvGrpSpPr>
          <p:nvPr/>
        </p:nvGrpSpPr>
        <p:grpSpPr bwMode="auto">
          <a:xfrm>
            <a:off x="720725" y="1287463"/>
            <a:ext cx="1779588" cy="3111500"/>
            <a:chOff x="454" y="811"/>
            <a:chExt cx="1121" cy="1960"/>
          </a:xfrm>
        </p:grpSpPr>
        <p:grpSp>
          <p:nvGrpSpPr>
            <p:cNvPr id="7235" name="Group 30"/>
            <p:cNvGrpSpPr>
              <a:grpSpLocks/>
            </p:cNvGrpSpPr>
            <p:nvPr/>
          </p:nvGrpSpPr>
          <p:grpSpPr bwMode="auto">
            <a:xfrm>
              <a:off x="454" y="871"/>
              <a:ext cx="1121" cy="1828"/>
              <a:chOff x="454" y="871"/>
              <a:chExt cx="1121" cy="1828"/>
            </a:xfrm>
          </p:grpSpPr>
          <p:sp>
            <p:nvSpPr>
              <p:cNvPr id="7251" name="Rectangle 31"/>
              <p:cNvSpPr>
                <a:spLocks noChangeArrowheads="1"/>
              </p:cNvSpPr>
              <p:nvPr/>
            </p:nvSpPr>
            <p:spPr bwMode="auto">
              <a:xfrm>
                <a:off x="454" y="2074"/>
                <a:ext cx="1120" cy="625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52" name="Oval 32"/>
              <p:cNvSpPr>
                <a:spLocks noChangeArrowheads="1"/>
              </p:cNvSpPr>
              <p:nvPr/>
            </p:nvSpPr>
            <p:spPr bwMode="auto">
              <a:xfrm>
                <a:off x="661" y="871"/>
                <a:ext cx="696" cy="696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53" name="Rectangle 33"/>
              <p:cNvSpPr>
                <a:spLocks noChangeArrowheads="1"/>
              </p:cNvSpPr>
              <p:nvPr/>
            </p:nvSpPr>
            <p:spPr bwMode="auto">
              <a:xfrm>
                <a:off x="662" y="1233"/>
                <a:ext cx="697" cy="334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54" name="Rectangle 34"/>
              <p:cNvSpPr>
                <a:spLocks noChangeArrowheads="1"/>
              </p:cNvSpPr>
              <p:nvPr/>
            </p:nvSpPr>
            <p:spPr bwMode="auto">
              <a:xfrm>
                <a:off x="455" y="1567"/>
                <a:ext cx="1120" cy="24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55" name="Line 35"/>
              <p:cNvSpPr>
                <a:spLocks noChangeShapeType="1"/>
              </p:cNvSpPr>
              <p:nvPr/>
            </p:nvSpPr>
            <p:spPr bwMode="auto">
              <a:xfrm>
                <a:off x="681" y="1236"/>
                <a:ext cx="662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56" name="Oval 36"/>
              <p:cNvSpPr>
                <a:spLocks noChangeArrowheads="1"/>
              </p:cNvSpPr>
              <p:nvPr/>
            </p:nvSpPr>
            <p:spPr bwMode="auto">
              <a:xfrm>
                <a:off x="831" y="1049"/>
                <a:ext cx="354" cy="354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57" name="Rectangle 37"/>
              <p:cNvSpPr>
                <a:spLocks noChangeArrowheads="1"/>
              </p:cNvSpPr>
              <p:nvPr/>
            </p:nvSpPr>
            <p:spPr bwMode="auto">
              <a:xfrm>
                <a:off x="666" y="2226"/>
                <a:ext cx="698" cy="298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58" name="Line 38"/>
              <p:cNvSpPr>
                <a:spLocks noChangeShapeType="1"/>
              </p:cNvSpPr>
              <p:nvPr/>
            </p:nvSpPr>
            <p:spPr bwMode="auto">
              <a:xfrm>
                <a:off x="1198" y="2227"/>
                <a:ext cx="0" cy="30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59" name="Line 39"/>
              <p:cNvSpPr>
                <a:spLocks noChangeShapeType="1"/>
              </p:cNvSpPr>
              <p:nvPr/>
            </p:nvSpPr>
            <p:spPr bwMode="auto">
              <a:xfrm>
                <a:off x="826" y="2235"/>
                <a:ext cx="0" cy="2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236" name="Group 40"/>
            <p:cNvGrpSpPr>
              <a:grpSpLocks/>
            </p:cNvGrpSpPr>
            <p:nvPr/>
          </p:nvGrpSpPr>
          <p:grpSpPr bwMode="auto">
            <a:xfrm>
              <a:off x="601" y="811"/>
              <a:ext cx="827" cy="1960"/>
              <a:chOff x="601" y="811"/>
              <a:chExt cx="827" cy="1960"/>
            </a:xfrm>
          </p:grpSpPr>
          <p:grpSp>
            <p:nvGrpSpPr>
              <p:cNvPr id="7237" name="Group 41"/>
              <p:cNvGrpSpPr>
                <a:grpSpLocks/>
              </p:cNvGrpSpPr>
              <p:nvPr/>
            </p:nvGrpSpPr>
            <p:grpSpPr bwMode="auto">
              <a:xfrm>
                <a:off x="601" y="1229"/>
                <a:ext cx="827" cy="0"/>
                <a:chOff x="601" y="1223"/>
                <a:chExt cx="827" cy="0"/>
              </a:xfrm>
            </p:grpSpPr>
            <p:sp>
              <p:nvSpPr>
                <p:cNvPr id="7248" name="Line 42"/>
                <p:cNvSpPr>
                  <a:spLocks noChangeShapeType="1"/>
                </p:cNvSpPr>
                <p:nvPr/>
              </p:nvSpPr>
              <p:spPr bwMode="auto">
                <a:xfrm>
                  <a:off x="601" y="1223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49" name="Line 43"/>
                <p:cNvSpPr>
                  <a:spLocks noChangeShapeType="1"/>
                </p:cNvSpPr>
                <p:nvPr/>
              </p:nvSpPr>
              <p:spPr bwMode="auto">
                <a:xfrm>
                  <a:off x="1114" y="1223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50" name="Line 44"/>
                <p:cNvSpPr>
                  <a:spLocks noChangeShapeType="1"/>
                </p:cNvSpPr>
                <p:nvPr/>
              </p:nvSpPr>
              <p:spPr bwMode="auto">
                <a:xfrm>
                  <a:off x="1168" y="1223"/>
                  <a:ext cx="2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38" name="Group 45"/>
              <p:cNvGrpSpPr>
                <a:grpSpLocks/>
              </p:cNvGrpSpPr>
              <p:nvPr/>
            </p:nvGrpSpPr>
            <p:grpSpPr bwMode="auto">
              <a:xfrm>
                <a:off x="1008" y="811"/>
                <a:ext cx="1" cy="1084"/>
                <a:chOff x="1008" y="811"/>
                <a:chExt cx="1" cy="1084"/>
              </a:xfrm>
            </p:grpSpPr>
            <p:sp>
              <p:nvSpPr>
                <p:cNvPr id="7243" name="Line 46"/>
                <p:cNvSpPr>
                  <a:spLocks noChangeShapeType="1"/>
                </p:cNvSpPr>
                <p:nvPr/>
              </p:nvSpPr>
              <p:spPr bwMode="auto">
                <a:xfrm rot="-5400000">
                  <a:off x="914" y="1802"/>
                  <a:ext cx="18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44" name="Line 47"/>
                <p:cNvSpPr>
                  <a:spLocks noChangeShapeType="1"/>
                </p:cNvSpPr>
                <p:nvPr/>
              </p:nvSpPr>
              <p:spPr bwMode="auto">
                <a:xfrm rot="-5400000">
                  <a:off x="994" y="1661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45" name="Line 48"/>
                <p:cNvSpPr>
                  <a:spLocks noChangeShapeType="1"/>
                </p:cNvSpPr>
                <p:nvPr/>
              </p:nvSpPr>
              <p:spPr bwMode="auto">
                <a:xfrm rot="-5400000">
                  <a:off x="785" y="1396"/>
                  <a:ext cx="4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46" name="Line 49"/>
                <p:cNvSpPr>
                  <a:spLocks noChangeShapeType="1"/>
                </p:cNvSpPr>
                <p:nvPr/>
              </p:nvSpPr>
              <p:spPr bwMode="auto">
                <a:xfrm rot="-5400000">
                  <a:off x="994" y="1124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47" name="Line 50"/>
                <p:cNvSpPr>
                  <a:spLocks noChangeShapeType="1"/>
                </p:cNvSpPr>
                <p:nvPr/>
              </p:nvSpPr>
              <p:spPr bwMode="auto">
                <a:xfrm rot="-5400000">
                  <a:off x="871" y="948"/>
                  <a:ext cx="27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39" name="Group 51"/>
              <p:cNvGrpSpPr>
                <a:grpSpLocks/>
              </p:cNvGrpSpPr>
              <p:nvPr/>
            </p:nvGrpSpPr>
            <p:grpSpPr bwMode="auto">
              <a:xfrm>
                <a:off x="1008" y="2006"/>
                <a:ext cx="1" cy="765"/>
                <a:chOff x="1008" y="2006"/>
                <a:chExt cx="1" cy="765"/>
              </a:xfrm>
            </p:grpSpPr>
            <p:sp>
              <p:nvSpPr>
                <p:cNvPr id="7240" name="Line 52"/>
                <p:cNvSpPr>
                  <a:spLocks noChangeShapeType="1"/>
                </p:cNvSpPr>
                <p:nvPr/>
              </p:nvSpPr>
              <p:spPr bwMode="auto">
                <a:xfrm rot="-5400000">
                  <a:off x="807" y="2569"/>
                  <a:ext cx="4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41" name="Line 53"/>
                <p:cNvSpPr>
                  <a:spLocks noChangeShapeType="1"/>
                </p:cNvSpPr>
                <p:nvPr/>
              </p:nvSpPr>
              <p:spPr bwMode="auto">
                <a:xfrm rot="-5400000">
                  <a:off x="994" y="2319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42" name="Line 54"/>
                <p:cNvSpPr>
                  <a:spLocks noChangeShapeType="1"/>
                </p:cNvSpPr>
                <p:nvPr/>
              </p:nvSpPr>
              <p:spPr bwMode="auto">
                <a:xfrm rot="-5400000">
                  <a:off x="871" y="2143"/>
                  <a:ext cx="27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7173" name="Group 55"/>
          <p:cNvGrpSpPr>
            <a:grpSpLocks/>
          </p:cNvGrpSpPr>
          <p:nvPr/>
        </p:nvGrpSpPr>
        <p:grpSpPr bwMode="auto">
          <a:xfrm>
            <a:off x="3363913" y="1303338"/>
            <a:ext cx="1779587" cy="3111500"/>
            <a:chOff x="2119" y="821"/>
            <a:chExt cx="1121" cy="1960"/>
          </a:xfrm>
        </p:grpSpPr>
        <p:grpSp>
          <p:nvGrpSpPr>
            <p:cNvPr id="7208" name="Group 56"/>
            <p:cNvGrpSpPr>
              <a:grpSpLocks/>
            </p:cNvGrpSpPr>
            <p:nvPr/>
          </p:nvGrpSpPr>
          <p:grpSpPr bwMode="auto">
            <a:xfrm>
              <a:off x="2119" y="875"/>
              <a:ext cx="1121" cy="1839"/>
              <a:chOff x="2119" y="875"/>
              <a:chExt cx="1121" cy="1839"/>
            </a:xfrm>
          </p:grpSpPr>
          <p:sp>
            <p:nvSpPr>
              <p:cNvPr id="7224" name="Rectangle 57"/>
              <p:cNvSpPr>
                <a:spLocks noChangeArrowheads="1"/>
              </p:cNvSpPr>
              <p:nvPr/>
            </p:nvSpPr>
            <p:spPr bwMode="auto">
              <a:xfrm>
                <a:off x="2119" y="2078"/>
                <a:ext cx="1120" cy="625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25" name="Oval 58"/>
              <p:cNvSpPr>
                <a:spLocks noChangeArrowheads="1"/>
              </p:cNvSpPr>
              <p:nvPr/>
            </p:nvSpPr>
            <p:spPr bwMode="auto">
              <a:xfrm>
                <a:off x="2326" y="875"/>
                <a:ext cx="696" cy="696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26" name="Rectangle 59"/>
              <p:cNvSpPr>
                <a:spLocks noChangeArrowheads="1"/>
              </p:cNvSpPr>
              <p:nvPr/>
            </p:nvSpPr>
            <p:spPr bwMode="auto">
              <a:xfrm>
                <a:off x="2323" y="1229"/>
                <a:ext cx="704" cy="340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27" name="Rectangle 60"/>
              <p:cNvSpPr>
                <a:spLocks noChangeArrowheads="1"/>
              </p:cNvSpPr>
              <p:nvPr/>
            </p:nvSpPr>
            <p:spPr bwMode="auto">
              <a:xfrm>
                <a:off x="2120" y="1569"/>
                <a:ext cx="1120" cy="24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28" name="Line 61"/>
              <p:cNvSpPr>
                <a:spLocks noChangeShapeType="1"/>
              </p:cNvSpPr>
              <p:nvPr/>
            </p:nvSpPr>
            <p:spPr bwMode="auto">
              <a:xfrm>
                <a:off x="2346" y="1234"/>
                <a:ext cx="664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29" name="Oval 62"/>
              <p:cNvSpPr>
                <a:spLocks noChangeArrowheads="1"/>
              </p:cNvSpPr>
              <p:nvPr/>
            </p:nvSpPr>
            <p:spPr bwMode="auto">
              <a:xfrm>
                <a:off x="2496" y="1053"/>
                <a:ext cx="354" cy="354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7230" name="Line 63"/>
              <p:cNvSpPr>
                <a:spLocks noChangeShapeType="1"/>
              </p:cNvSpPr>
              <p:nvPr/>
            </p:nvSpPr>
            <p:spPr bwMode="auto">
              <a:xfrm>
                <a:off x="2855" y="2080"/>
                <a:ext cx="0" cy="6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31" name="Line 64"/>
              <p:cNvSpPr>
                <a:spLocks noChangeShapeType="1"/>
              </p:cNvSpPr>
              <p:nvPr/>
            </p:nvSpPr>
            <p:spPr bwMode="auto">
              <a:xfrm>
                <a:off x="2491" y="2079"/>
                <a:ext cx="0" cy="61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32" name="Line 65"/>
              <p:cNvSpPr>
                <a:spLocks noChangeShapeType="1"/>
              </p:cNvSpPr>
              <p:nvPr/>
            </p:nvSpPr>
            <p:spPr bwMode="auto">
              <a:xfrm flipV="1">
                <a:off x="2346" y="1571"/>
                <a:ext cx="665" cy="2"/>
              </a:xfrm>
              <a:prstGeom prst="line">
                <a:avLst/>
              </a:prstGeom>
              <a:noFill/>
              <a:ln w="76200">
                <a:solidFill>
                  <a:srgbClr val="E6F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33" name="Line 66"/>
              <p:cNvSpPr>
                <a:spLocks noChangeShapeType="1"/>
              </p:cNvSpPr>
              <p:nvPr/>
            </p:nvSpPr>
            <p:spPr bwMode="auto">
              <a:xfrm>
                <a:off x="2322" y="2082"/>
                <a:ext cx="0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34" name="Line 67"/>
              <p:cNvSpPr>
                <a:spLocks noChangeShapeType="1"/>
              </p:cNvSpPr>
              <p:nvPr/>
            </p:nvSpPr>
            <p:spPr bwMode="auto">
              <a:xfrm>
                <a:off x="3026" y="2074"/>
                <a:ext cx="0" cy="64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209" name="Group 68"/>
            <p:cNvGrpSpPr>
              <a:grpSpLocks/>
            </p:cNvGrpSpPr>
            <p:nvPr/>
          </p:nvGrpSpPr>
          <p:grpSpPr bwMode="auto">
            <a:xfrm>
              <a:off x="2266" y="821"/>
              <a:ext cx="827" cy="1960"/>
              <a:chOff x="2266" y="821"/>
              <a:chExt cx="827" cy="1960"/>
            </a:xfrm>
          </p:grpSpPr>
          <p:grpSp>
            <p:nvGrpSpPr>
              <p:cNvPr id="7210" name="Group 69"/>
              <p:cNvGrpSpPr>
                <a:grpSpLocks/>
              </p:cNvGrpSpPr>
              <p:nvPr/>
            </p:nvGrpSpPr>
            <p:grpSpPr bwMode="auto">
              <a:xfrm>
                <a:off x="2266" y="1233"/>
                <a:ext cx="827" cy="0"/>
                <a:chOff x="601" y="1223"/>
                <a:chExt cx="827" cy="0"/>
              </a:xfrm>
            </p:grpSpPr>
            <p:sp>
              <p:nvSpPr>
                <p:cNvPr id="7221" name="Line 70"/>
                <p:cNvSpPr>
                  <a:spLocks noChangeShapeType="1"/>
                </p:cNvSpPr>
                <p:nvPr/>
              </p:nvSpPr>
              <p:spPr bwMode="auto">
                <a:xfrm>
                  <a:off x="601" y="1223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22" name="Line 71"/>
                <p:cNvSpPr>
                  <a:spLocks noChangeShapeType="1"/>
                </p:cNvSpPr>
                <p:nvPr/>
              </p:nvSpPr>
              <p:spPr bwMode="auto">
                <a:xfrm>
                  <a:off x="1114" y="1223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23" name="Line 72"/>
                <p:cNvSpPr>
                  <a:spLocks noChangeShapeType="1"/>
                </p:cNvSpPr>
                <p:nvPr/>
              </p:nvSpPr>
              <p:spPr bwMode="auto">
                <a:xfrm>
                  <a:off x="1168" y="1223"/>
                  <a:ext cx="2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11" name="Group 73"/>
              <p:cNvGrpSpPr>
                <a:grpSpLocks/>
              </p:cNvGrpSpPr>
              <p:nvPr/>
            </p:nvGrpSpPr>
            <p:grpSpPr bwMode="auto">
              <a:xfrm>
                <a:off x="2673" y="821"/>
                <a:ext cx="1" cy="1084"/>
                <a:chOff x="1008" y="811"/>
                <a:chExt cx="1" cy="1084"/>
              </a:xfrm>
            </p:grpSpPr>
            <p:sp>
              <p:nvSpPr>
                <p:cNvPr id="7216" name="Line 74"/>
                <p:cNvSpPr>
                  <a:spLocks noChangeShapeType="1"/>
                </p:cNvSpPr>
                <p:nvPr/>
              </p:nvSpPr>
              <p:spPr bwMode="auto">
                <a:xfrm rot="-5400000">
                  <a:off x="914" y="1802"/>
                  <a:ext cx="18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17" name="Line 75"/>
                <p:cNvSpPr>
                  <a:spLocks noChangeShapeType="1"/>
                </p:cNvSpPr>
                <p:nvPr/>
              </p:nvSpPr>
              <p:spPr bwMode="auto">
                <a:xfrm rot="-5400000">
                  <a:off x="994" y="1661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18" name="Line 76"/>
                <p:cNvSpPr>
                  <a:spLocks noChangeShapeType="1"/>
                </p:cNvSpPr>
                <p:nvPr/>
              </p:nvSpPr>
              <p:spPr bwMode="auto">
                <a:xfrm rot="-5400000">
                  <a:off x="785" y="1396"/>
                  <a:ext cx="4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19" name="Line 77"/>
                <p:cNvSpPr>
                  <a:spLocks noChangeShapeType="1"/>
                </p:cNvSpPr>
                <p:nvPr/>
              </p:nvSpPr>
              <p:spPr bwMode="auto">
                <a:xfrm rot="-5400000">
                  <a:off x="994" y="1124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20" name="Line 78"/>
                <p:cNvSpPr>
                  <a:spLocks noChangeShapeType="1"/>
                </p:cNvSpPr>
                <p:nvPr/>
              </p:nvSpPr>
              <p:spPr bwMode="auto">
                <a:xfrm rot="-5400000">
                  <a:off x="871" y="948"/>
                  <a:ext cx="27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12" name="Group 79"/>
              <p:cNvGrpSpPr>
                <a:grpSpLocks/>
              </p:cNvGrpSpPr>
              <p:nvPr/>
            </p:nvGrpSpPr>
            <p:grpSpPr bwMode="auto">
              <a:xfrm>
                <a:off x="2673" y="2016"/>
                <a:ext cx="0" cy="765"/>
                <a:chOff x="2673" y="2016"/>
                <a:chExt cx="0" cy="765"/>
              </a:xfrm>
            </p:grpSpPr>
            <p:sp>
              <p:nvSpPr>
                <p:cNvPr id="7213" name="Line 80"/>
                <p:cNvSpPr>
                  <a:spLocks noChangeShapeType="1"/>
                </p:cNvSpPr>
                <p:nvPr/>
              </p:nvSpPr>
              <p:spPr bwMode="auto">
                <a:xfrm rot="-5400000">
                  <a:off x="2471" y="2579"/>
                  <a:ext cx="4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14" name="Line 81"/>
                <p:cNvSpPr>
                  <a:spLocks noChangeShapeType="1"/>
                </p:cNvSpPr>
                <p:nvPr/>
              </p:nvSpPr>
              <p:spPr bwMode="auto">
                <a:xfrm rot="-5400000">
                  <a:off x="2659" y="2331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15" name="Line 82"/>
                <p:cNvSpPr>
                  <a:spLocks noChangeShapeType="1"/>
                </p:cNvSpPr>
                <p:nvPr/>
              </p:nvSpPr>
              <p:spPr bwMode="auto">
                <a:xfrm rot="-5400000">
                  <a:off x="2536" y="2153"/>
                  <a:ext cx="27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99763" name="Group 83"/>
          <p:cNvGrpSpPr>
            <a:grpSpLocks/>
          </p:cNvGrpSpPr>
          <p:nvPr/>
        </p:nvGrpSpPr>
        <p:grpSpPr bwMode="auto">
          <a:xfrm>
            <a:off x="1120775" y="3989388"/>
            <a:ext cx="668338" cy="887412"/>
            <a:chOff x="706" y="2513"/>
            <a:chExt cx="421" cy="559"/>
          </a:xfrm>
        </p:grpSpPr>
        <p:sp>
          <p:nvSpPr>
            <p:cNvPr id="7206" name="Line 84"/>
            <p:cNvSpPr>
              <a:spLocks noChangeShapeType="1"/>
            </p:cNvSpPr>
            <p:nvPr/>
          </p:nvSpPr>
          <p:spPr bwMode="auto">
            <a:xfrm>
              <a:off x="896" y="2513"/>
              <a:ext cx="224" cy="559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7" name="Line 85"/>
            <p:cNvSpPr>
              <a:spLocks noChangeShapeType="1"/>
            </p:cNvSpPr>
            <p:nvPr/>
          </p:nvSpPr>
          <p:spPr bwMode="auto">
            <a:xfrm flipH="1" flipV="1">
              <a:off x="706" y="2704"/>
              <a:ext cx="421" cy="366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9766" name="Rectangle 86"/>
          <p:cNvSpPr>
            <a:spLocks noChangeArrowheads="1"/>
          </p:cNvSpPr>
          <p:nvPr/>
        </p:nvSpPr>
        <p:spPr bwMode="auto">
          <a:xfrm>
            <a:off x="985838" y="4856163"/>
            <a:ext cx="1250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不共面</a:t>
            </a:r>
          </a:p>
        </p:txBody>
      </p:sp>
      <p:grpSp>
        <p:nvGrpSpPr>
          <p:cNvPr id="199767" name="Group 87"/>
          <p:cNvGrpSpPr>
            <a:grpSpLocks/>
          </p:cNvGrpSpPr>
          <p:nvPr/>
        </p:nvGrpSpPr>
        <p:grpSpPr bwMode="auto">
          <a:xfrm>
            <a:off x="4371975" y="4264025"/>
            <a:ext cx="571500" cy="592138"/>
            <a:chOff x="2754" y="2686"/>
            <a:chExt cx="360" cy="373"/>
          </a:xfrm>
        </p:grpSpPr>
        <p:sp>
          <p:nvSpPr>
            <p:cNvPr id="7204" name="Line 88"/>
            <p:cNvSpPr>
              <a:spLocks noChangeShapeType="1"/>
            </p:cNvSpPr>
            <p:nvPr/>
          </p:nvSpPr>
          <p:spPr bwMode="auto">
            <a:xfrm flipH="1">
              <a:off x="2761" y="2686"/>
              <a:ext cx="19" cy="373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5" name="Line 89"/>
            <p:cNvSpPr>
              <a:spLocks noChangeShapeType="1"/>
            </p:cNvSpPr>
            <p:nvPr/>
          </p:nvSpPr>
          <p:spPr bwMode="auto">
            <a:xfrm flipV="1">
              <a:off x="2754" y="2693"/>
              <a:ext cx="360" cy="366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9770" name="Rectangle 90"/>
          <p:cNvSpPr>
            <a:spLocks noChangeArrowheads="1"/>
          </p:cNvSpPr>
          <p:nvPr/>
        </p:nvSpPr>
        <p:spPr bwMode="auto">
          <a:xfrm>
            <a:off x="3813175" y="485298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共面</a:t>
            </a:r>
          </a:p>
        </p:txBody>
      </p:sp>
      <p:grpSp>
        <p:nvGrpSpPr>
          <p:cNvPr id="199771" name="Group 91"/>
          <p:cNvGrpSpPr>
            <a:grpSpLocks/>
          </p:cNvGrpSpPr>
          <p:nvPr/>
        </p:nvGrpSpPr>
        <p:grpSpPr bwMode="auto">
          <a:xfrm>
            <a:off x="7010400" y="4294188"/>
            <a:ext cx="588963" cy="598487"/>
            <a:chOff x="4416" y="2705"/>
            <a:chExt cx="371" cy="377"/>
          </a:xfrm>
        </p:grpSpPr>
        <p:sp>
          <p:nvSpPr>
            <p:cNvPr id="7202" name="Line 92"/>
            <p:cNvSpPr>
              <a:spLocks noChangeShapeType="1"/>
            </p:cNvSpPr>
            <p:nvPr/>
          </p:nvSpPr>
          <p:spPr bwMode="auto">
            <a:xfrm flipV="1">
              <a:off x="4424" y="2708"/>
              <a:ext cx="363" cy="359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3" name="Line 93"/>
            <p:cNvSpPr>
              <a:spLocks noChangeShapeType="1"/>
            </p:cNvSpPr>
            <p:nvPr/>
          </p:nvSpPr>
          <p:spPr bwMode="auto">
            <a:xfrm flipH="1">
              <a:off x="4416" y="2705"/>
              <a:ext cx="72" cy="377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9774" name="Rectangle 94"/>
          <p:cNvSpPr>
            <a:spLocks noChangeArrowheads="1"/>
          </p:cNvSpPr>
          <p:nvPr/>
        </p:nvSpPr>
        <p:spPr bwMode="auto">
          <a:xfrm>
            <a:off x="6527800" y="48641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共面</a:t>
            </a:r>
          </a:p>
        </p:txBody>
      </p:sp>
      <p:sp>
        <p:nvSpPr>
          <p:cNvPr id="199775" name="Line 95"/>
          <p:cNvSpPr>
            <a:spLocks noChangeShapeType="1"/>
          </p:cNvSpPr>
          <p:nvPr/>
        </p:nvSpPr>
        <p:spPr bwMode="auto">
          <a:xfrm>
            <a:off x="6475413" y="2486025"/>
            <a:ext cx="9969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9776" name="Line 96"/>
          <p:cNvSpPr>
            <a:spLocks noChangeShapeType="1"/>
          </p:cNvSpPr>
          <p:nvPr/>
        </p:nvSpPr>
        <p:spPr bwMode="auto">
          <a:xfrm>
            <a:off x="6423025" y="2490788"/>
            <a:ext cx="1087438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9777" name="Line 97"/>
          <p:cNvSpPr>
            <a:spLocks noChangeShapeType="1"/>
          </p:cNvSpPr>
          <p:nvPr/>
        </p:nvSpPr>
        <p:spPr bwMode="auto">
          <a:xfrm flipV="1">
            <a:off x="1065213" y="2481263"/>
            <a:ext cx="1106487" cy="317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9778" name="Group 98"/>
          <p:cNvGrpSpPr>
            <a:grpSpLocks/>
          </p:cNvGrpSpPr>
          <p:nvPr/>
        </p:nvGrpSpPr>
        <p:grpSpPr bwMode="auto">
          <a:xfrm>
            <a:off x="1679575" y="611188"/>
            <a:ext cx="1255713" cy="1857375"/>
            <a:chOff x="1058" y="385"/>
            <a:chExt cx="791" cy="1170"/>
          </a:xfrm>
        </p:grpSpPr>
        <p:sp>
          <p:nvSpPr>
            <p:cNvPr id="7200" name="Line 99"/>
            <p:cNvSpPr>
              <a:spLocks noChangeShapeType="1"/>
            </p:cNvSpPr>
            <p:nvPr/>
          </p:nvSpPr>
          <p:spPr bwMode="auto">
            <a:xfrm flipV="1">
              <a:off x="1163" y="693"/>
              <a:ext cx="349" cy="862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1" name="Text Box 100"/>
            <p:cNvSpPr txBox="1">
              <a:spLocks noChangeArrowheads="1"/>
            </p:cNvSpPr>
            <p:nvPr/>
          </p:nvSpPr>
          <p:spPr bwMode="auto">
            <a:xfrm>
              <a:off x="1058" y="385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rgbClr val="A50021"/>
                  </a:solidFill>
                  <a:ea typeface="黑体" pitchFamily="2" charset="-122"/>
                </a:rPr>
                <a:t>有线！</a:t>
              </a:r>
            </a:p>
          </p:txBody>
        </p:sp>
      </p:grpSp>
      <p:grpSp>
        <p:nvGrpSpPr>
          <p:cNvPr id="199781" name="Group 101"/>
          <p:cNvGrpSpPr>
            <a:grpSpLocks/>
          </p:cNvGrpSpPr>
          <p:nvPr/>
        </p:nvGrpSpPr>
        <p:grpSpPr bwMode="auto">
          <a:xfrm>
            <a:off x="6165850" y="628650"/>
            <a:ext cx="2693988" cy="1851025"/>
            <a:chOff x="3884" y="396"/>
            <a:chExt cx="1697" cy="1166"/>
          </a:xfrm>
        </p:grpSpPr>
        <p:sp>
          <p:nvSpPr>
            <p:cNvPr id="7198" name="Line 102"/>
            <p:cNvSpPr>
              <a:spLocks noChangeShapeType="1"/>
            </p:cNvSpPr>
            <p:nvPr/>
          </p:nvSpPr>
          <p:spPr bwMode="auto">
            <a:xfrm flipV="1">
              <a:off x="4507" y="709"/>
              <a:ext cx="309" cy="853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9" name="Text Box 103"/>
            <p:cNvSpPr txBox="1">
              <a:spLocks noChangeArrowheads="1"/>
            </p:cNvSpPr>
            <p:nvPr/>
          </p:nvSpPr>
          <p:spPr bwMode="auto">
            <a:xfrm>
              <a:off x="3884" y="396"/>
              <a:ext cx="16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rgbClr val="A50021"/>
                  </a:solidFill>
                  <a:ea typeface="黑体" pitchFamily="2" charset="-122"/>
                </a:rPr>
                <a:t>不要漏虚线！</a:t>
              </a:r>
            </a:p>
          </p:txBody>
        </p:sp>
      </p:grpSp>
      <p:sp>
        <p:nvSpPr>
          <p:cNvPr id="199784" name="Line 104"/>
          <p:cNvSpPr>
            <a:spLocks noChangeShapeType="1"/>
          </p:cNvSpPr>
          <p:nvPr/>
        </p:nvSpPr>
        <p:spPr bwMode="auto">
          <a:xfrm flipV="1">
            <a:off x="1062038" y="2481263"/>
            <a:ext cx="1112837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9785" name="Line 105"/>
          <p:cNvSpPr>
            <a:spLocks noChangeShapeType="1"/>
          </p:cNvSpPr>
          <p:nvPr/>
        </p:nvSpPr>
        <p:spPr bwMode="auto">
          <a:xfrm>
            <a:off x="6424613" y="2479675"/>
            <a:ext cx="10858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9786" name="Group 106"/>
          <p:cNvGrpSpPr>
            <a:grpSpLocks/>
          </p:cNvGrpSpPr>
          <p:nvPr/>
        </p:nvGrpSpPr>
        <p:grpSpPr bwMode="auto">
          <a:xfrm>
            <a:off x="3703638" y="2328863"/>
            <a:ext cx="1103312" cy="346075"/>
            <a:chOff x="2305" y="2407"/>
            <a:chExt cx="677" cy="218"/>
          </a:xfrm>
        </p:grpSpPr>
        <p:sp>
          <p:nvSpPr>
            <p:cNvPr id="7195" name="Line 107"/>
            <p:cNvSpPr>
              <a:spLocks noChangeShapeType="1"/>
            </p:cNvSpPr>
            <p:nvPr/>
          </p:nvSpPr>
          <p:spPr bwMode="auto">
            <a:xfrm>
              <a:off x="2305" y="2509"/>
              <a:ext cx="67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6" name="Line 108"/>
            <p:cNvSpPr>
              <a:spLocks noChangeShapeType="1"/>
            </p:cNvSpPr>
            <p:nvPr/>
          </p:nvSpPr>
          <p:spPr bwMode="auto">
            <a:xfrm flipH="1">
              <a:off x="2669" y="2407"/>
              <a:ext cx="146" cy="218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7" name="Line 109"/>
            <p:cNvSpPr>
              <a:spLocks noChangeShapeType="1"/>
            </p:cNvSpPr>
            <p:nvPr/>
          </p:nvSpPr>
          <p:spPr bwMode="auto">
            <a:xfrm>
              <a:off x="2676" y="2407"/>
              <a:ext cx="146" cy="21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9790" name="Group 110"/>
          <p:cNvGrpSpPr>
            <a:grpSpLocks/>
          </p:cNvGrpSpPr>
          <p:nvPr/>
        </p:nvGrpSpPr>
        <p:grpSpPr bwMode="auto">
          <a:xfrm>
            <a:off x="3695700" y="2319338"/>
            <a:ext cx="1103313" cy="346075"/>
            <a:chOff x="2305" y="2407"/>
            <a:chExt cx="677" cy="218"/>
          </a:xfrm>
        </p:grpSpPr>
        <p:sp>
          <p:nvSpPr>
            <p:cNvPr id="7192" name="Line 111"/>
            <p:cNvSpPr>
              <a:spLocks noChangeShapeType="1"/>
            </p:cNvSpPr>
            <p:nvPr/>
          </p:nvSpPr>
          <p:spPr bwMode="auto">
            <a:xfrm>
              <a:off x="2305" y="2509"/>
              <a:ext cx="677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3" name="Line 112"/>
            <p:cNvSpPr>
              <a:spLocks noChangeShapeType="1"/>
            </p:cNvSpPr>
            <p:nvPr/>
          </p:nvSpPr>
          <p:spPr bwMode="auto">
            <a:xfrm flipH="1">
              <a:off x="2669" y="2407"/>
              <a:ext cx="146" cy="218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4" name="Line 113"/>
            <p:cNvSpPr>
              <a:spLocks noChangeShapeType="1"/>
            </p:cNvSpPr>
            <p:nvPr/>
          </p:nvSpPr>
          <p:spPr bwMode="auto">
            <a:xfrm>
              <a:off x="2676" y="2407"/>
              <a:ext cx="146" cy="21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9794" name="Group 114"/>
          <p:cNvGrpSpPr>
            <a:grpSpLocks/>
          </p:cNvGrpSpPr>
          <p:nvPr/>
        </p:nvGrpSpPr>
        <p:grpSpPr bwMode="auto">
          <a:xfrm>
            <a:off x="4111625" y="615950"/>
            <a:ext cx="1255713" cy="1889125"/>
            <a:chOff x="2590" y="388"/>
            <a:chExt cx="791" cy="1190"/>
          </a:xfrm>
        </p:grpSpPr>
        <p:sp>
          <p:nvSpPr>
            <p:cNvPr id="7190" name="Text Box 115"/>
            <p:cNvSpPr txBox="1">
              <a:spLocks noChangeArrowheads="1"/>
            </p:cNvSpPr>
            <p:nvPr/>
          </p:nvSpPr>
          <p:spPr bwMode="auto">
            <a:xfrm>
              <a:off x="2590" y="388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rgbClr val="A50021"/>
                  </a:solidFill>
                  <a:ea typeface="黑体" pitchFamily="2" charset="-122"/>
                </a:rPr>
                <a:t>无线！</a:t>
              </a:r>
            </a:p>
          </p:txBody>
        </p:sp>
        <p:sp>
          <p:nvSpPr>
            <p:cNvPr id="7191" name="Line 116"/>
            <p:cNvSpPr>
              <a:spLocks noChangeShapeType="1"/>
            </p:cNvSpPr>
            <p:nvPr/>
          </p:nvSpPr>
          <p:spPr bwMode="auto">
            <a:xfrm flipV="1">
              <a:off x="2867" y="701"/>
              <a:ext cx="166" cy="877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9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9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9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9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9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9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766" grpId="0" autoUpdateAnimBg="0"/>
      <p:bldP spid="199770" grpId="0" autoUpdateAnimBg="0"/>
      <p:bldP spid="199774" grpId="0" autoUpdateAnimBg="0"/>
      <p:bldP spid="199775" grpId="0" animBg="1"/>
      <p:bldP spid="199776" grpId="0" animBg="1"/>
      <p:bldP spid="199777" grpId="0" animBg="1"/>
      <p:bldP spid="199784" grpId="0" animBg="1"/>
      <p:bldP spid="19978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E320FF43-7ED1-41EB-BD0E-642B0FA2C1EC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8195" name="Object 2"/>
          <p:cNvGraphicFramePr>
            <a:graphicFrameLocks noChangeAspect="1"/>
          </p:cNvGraphicFramePr>
          <p:nvPr/>
        </p:nvGraphicFramePr>
        <p:xfrm>
          <a:off x="1354138" y="2413000"/>
          <a:ext cx="2378075" cy="235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4" name="位图图像" r:id="rId3" imgW="3381847" imgH="3343742" progId="Paint.Picture">
                  <p:embed/>
                </p:oleObj>
              </mc:Choice>
              <mc:Fallback>
                <p:oleObj name="位图图像" r:id="rId3" imgW="3381847" imgH="3343742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138" y="2413000"/>
                        <a:ext cx="2378075" cy="235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3"/>
          <p:cNvGraphicFramePr>
            <a:graphicFrameLocks noChangeAspect="1"/>
          </p:cNvGraphicFramePr>
          <p:nvPr/>
        </p:nvGraphicFramePr>
        <p:xfrm>
          <a:off x="4873625" y="2452688"/>
          <a:ext cx="2443163" cy="240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位图图像" r:id="rId5" imgW="3476190" imgH="3419952" progId="Paint.Picture">
                  <p:embed/>
                </p:oleObj>
              </mc:Choice>
              <mc:Fallback>
                <p:oleObj name="位图图像" r:id="rId5" imgW="3476190" imgH="341995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2452688"/>
                        <a:ext cx="2443163" cy="240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8" name="Text Box 4"/>
          <p:cNvSpPr txBox="1">
            <a:spLocks noChangeArrowheads="1"/>
          </p:cNvSpPr>
          <p:nvPr/>
        </p:nvSpPr>
        <p:spPr bwMode="auto">
          <a:xfrm>
            <a:off x="6092825" y="4086225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ISOCPEUR" pitchFamily="34" charset="0"/>
                <a:ea typeface="黑体" pitchFamily="2" charset="-122"/>
              </a:rPr>
              <a:t>A</a:t>
            </a:r>
          </a:p>
        </p:txBody>
      </p:sp>
      <p:sp>
        <p:nvSpPr>
          <p:cNvPr id="200709" name="Text Box 5"/>
          <p:cNvSpPr txBox="1">
            <a:spLocks noChangeArrowheads="1"/>
          </p:cNvSpPr>
          <p:nvPr/>
        </p:nvSpPr>
        <p:spPr bwMode="auto">
          <a:xfrm>
            <a:off x="6691313" y="3271838"/>
            <a:ext cx="347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ISOCPEUR" pitchFamily="34" charset="0"/>
                <a:ea typeface="黑体" pitchFamily="2" charset="-122"/>
              </a:rPr>
              <a:t>B</a:t>
            </a:r>
          </a:p>
        </p:txBody>
      </p:sp>
      <p:sp>
        <p:nvSpPr>
          <p:cNvPr id="200710" name="Text Box 6"/>
          <p:cNvSpPr txBox="1">
            <a:spLocks noChangeArrowheads="1"/>
          </p:cNvSpPr>
          <p:nvPr/>
        </p:nvSpPr>
        <p:spPr bwMode="auto">
          <a:xfrm>
            <a:off x="2173288" y="4103688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ISOCPEUR" pitchFamily="34" charset="0"/>
                <a:ea typeface="黑体" pitchFamily="2" charset="-122"/>
              </a:rPr>
              <a:t>A</a:t>
            </a:r>
          </a:p>
        </p:txBody>
      </p:sp>
      <p:sp>
        <p:nvSpPr>
          <p:cNvPr id="200711" name="Text Box 7"/>
          <p:cNvSpPr txBox="1">
            <a:spLocks noChangeArrowheads="1"/>
          </p:cNvSpPr>
          <p:nvPr/>
        </p:nvSpPr>
        <p:spPr bwMode="auto">
          <a:xfrm>
            <a:off x="2992438" y="3498850"/>
            <a:ext cx="347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FF00"/>
                </a:solidFill>
                <a:latin typeface="ISOCPEUR" pitchFamily="34" charset="0"/>
                <a:ea typeface="黑体" pitchFamily="2" charset="-122"/>
              </a:rPr>
              <a:t>B</a:t>
            </a:r>
          </a:p>
        </p:txBody>
      </p:sp>
      <p:sp>
        <p:nvSpPr>
          <p:cNvPr id="200712" name="Text Box 8" descr="紫色网格"/>
          <p:cNvSpPr txBox="1">
            <a:spLocks noChangeArrowheads="1"/>
          </p:cNvSpPr>
          <p:nvPr/>
        </p:nvSpPr>
        <p:spPr bwMode="auto">
          <a:xfrm>
            <a:off x="4838700" y="1425575"/>
            <a:ext cx="3997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7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平面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与圆柱面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B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相切</a:t>
            </a:r>
            <a:endParaRPr lang="zh-CN" altLang="en-US" sz="2800" b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0713" name="Text Box 9" descr="紫色网格"/>
          <p:cNvSpPr txBox="1">
            <a:spLocks noChangeArrowheads="1"/>
          </p:cNvSpPr>
          <p:nvPr/>
        </p:nvSpPr>
        <p:spPr bwMode="auto">
          <a:xfrm>
            <a:off x="500063" y="1420813"/>
            <a:ext cx="3986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7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平面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A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与圆柱面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B</a:t>
            </a:r>
            <a:r>
              <a:rPr lang="zh-CN" altLang="en-US" sz="2800">
                <a:latin typeface="黑体" pitchFamily="2" charset="-122"/>
                <a:ea typeface="黑体" pitchFamily="2" charset="-122"/>
                <a:sym typeface="Symbol" pitchFamily="18" charset="2"/>
              </a:rPr>
              <a:t>相交</a:t>
            </a:r>
          </a:p>
        </p:txBody>
      </p:sp>
      <p:sp>
        <p:nvSpPr>
          <p:cNvPr id="200714" name="Text Box 10" descr="紫色网格"/>
          <p:cNvSpPr txBox="1">
            <a:spLocks noChangeArrowheads="1"/>
          </p:cNvSpPr>
          <p:nvPr/>
        </p:nvSpPr>
        <p:spPr bwMode="auto">
          <a:xfrm>
            <a:off x="5407025" y="5241925"/>
            <a:ext cx="2682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7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ea typeface="黑体" pitchFamily="2" charset="-122"/>
              </a:rPr>
              <a:t>相切处无线</a:t>
            </a:r>
          </a:p>
        </p:txBody>
      </p:sp>
      <p:sp>
        <p:nvSpPr>
          <p:cNvPr id="200715" name="Line 11"/>
          <p:cNvSpPr>
            <a:spLocks noChangeShapeType="1"/>
          </p:cNvSpPr>
          <p:nvPr/>
        </p:nvSpPr>
        <p:spPr bwMode="auto">
          <a:xfrm flipH="1">
            <a:off x="2320925" y="4268788"/>
            <a:ext cx="360363" cy="9906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16" name="Text Box 12" descr="紫色网格"/>
          <p:cNvSpPr txBox="1">
            <a:spLocks noChangeArrowheads="1"/>
          </p:cNvSpPr>
          <p:nvPr/>
        </p:nvSpPr>
        <p:spPr bwMode="auto">
          <a:xfrm>
            <a:off x="1409700" y="5218113"/>
            <a:ext cx="2659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7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ea typeface="黑体" pitchFamily="2" charset="-122"/>
              </a:rPr>
              <a:t>相交处有线</a:t>
            </a:r>
          </a:p>
        </p:txBody>
      </p:sp>
      <p:sp>
        <p:nvSpPr>
          <p:cNvPr id="200717" name="Line 13"/>
          <p:cNvSpPr>
            <a:spLocks noChangeShapeType="1"/>
          </p:cNvSpPr>
          <p:nvPr/>
        </p:nvSpPr>
        <p:spPr bwMode="auto">
          <a:xfrm flipH="1">
            <a:off x="6375400" y="4087813"/>
            <a:ext cx="468313" cy="121761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7" name="Rectangle 14"/>
          <p:cNvSpPr>
            <a:spLocks noChangeArrowheads="1"/>
          </p:cNvSpPr>
          <p:nvPr/>
        </p:nvSpPr>
        <p:spPr bwMode="auto">
          <a:xfrm>
            <a:off x="169863" y="342900"/>
            <a:ext cx="36147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二 相交和相切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0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20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 autoUpdateAnimBg="0"/>
      <p:bldP spid="200709" grpId="0" autoUpdateAnimBg="0"/>
      <p:bldP spid="200710" grpId="0" autoUpdateAnimBg="0"/>
      <p:bldP spid="200711" grpId="0" autoUpdateAnimBg="0"/>
      <p:bldP spid="200712" grpId="0" autoUpdateAnimBg="0"/>
      <p:bldP spid="200713" grpId="0" autoUpdateAnimBg="0"/>
      <p:bldP spid="200714" grpId="0" autoUpdateAnimBg="0"/>
      <p:bldP spid="200715" grpId="0" animBg="1"/>
      <p:bldP spid="200716" grpId="0" autoUpdateAnimBg="0"/>
      <p:bldP spid="2007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914FB02E-E659-410C-A2D0-560C95354C0E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28157" name="Group 157"/>
          <p:cNvGrpSpPr>
            <a:grpSpLocks/>
          </p:cNvGrpSpPr>
          <p:nvPr/>
        </p:nvGrpSpPr>
        <p:grpSpPr bwMode="auto">
          <a:xfrm>
            <a:off x="4151313" y="1965325"/>
            <a:ext cx="1038225" cy="612775"/>
            <a:chOff x="2581" y="662"/>
            <a:chExt cx="654" cy="386"/>
          </a:xfrm>
        </p:grpSpPr>
        <p:sp>
          <p:nvSpPr>
            <p:cNvPr id="9286" name="Line 152"/>
            <p:cNvSpPr>
              <a:spLocks noChangeShapeType="1"/>
            </p:cNvSpPr>
            <p:nvPr/>
          </p:nvSpPr>
          <p:spPr bwMode="auto">
            <a:xfrm>
              <a:off x="2581" y="662"/>
              <a:ext cx="0" cy="3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87" name="Line 153"/>
            <p:cNvSpPr>
              <a:spLocks noChangeShapeType="1"/>
            </p:cNvSpPr>
            <p:nvPr/>
          </p:nvSpPr>
          <p:spPr bwMode="auto">
            <a:xfrm>
              <a:off x="3235" y="662"/>
              <a:ext cx="0" cy="3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8166" name="Rectangle 166"/>
          <p:cNvSpPr>
            <a:spLocks noChangeArrowheads="1"/>
          </p:cNvSpPr>
          <p:nvPr/>
        </p:nvSpPr>
        <p:spPr bwMode="auto">
          <a:xfrm>
            <a:off x="3997325" y="1866900"/>
            <a:ext cx="1435100" cy="82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28163" name="Line 163"/>
          <p:cNvSpPr>
            <a:spLocks noChangeShapeType="1"/>
          </p:cNvSpPr>
          <p:nvPr/>
        </p:nvSpPr>
        <p:spPr bwMode="auto">
          <a:xfrm>
            <a:off x="3073400" y="1974850"/>
            <a:ext cx="0" cy="59213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06" name="Line 106"/>
          <p:cNvSpPr>
            <a:spLocks noChangeShapeType="1"/>
          </p:cNvSpPr>
          <p:nvPr/>
        </p:nvSpPr>
        <p:spPr bwMode="auto">
          <a:xfrm>
            <a:off x="3074988" y="1978025"/>
            <a:ext cx="0" cy="5857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8165" name="Rectangle 165"/>
          <p:cNvSpPr>
            <a:spLocks noChangeArrowheads="1"/>
          </p:cNvSpPr>
          <p:nvPr/>
        </p:nvSpPr>
        <p:spPr bwMode="auto">
          <a:xfrm>
            <a:off x="2701925" y="1817688"/>
            <a:ext cx="67945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128158" name="Group 158"/>
          <p:cNvGrpSpPr>
            <a:grpSpLocks/>
          </p:cNvGrpSpPr>
          <p:nvPr/>
        </p:nvGrpSpPr>
        <p:grpSpPr bwMode="auto">
          <a:xfrm>
            <a:off x="2727325" y="1985963"/>
            <a:ext cx="361950" cy="590429"/>
            <a:chOff x="1684" y="671"/>
            <a:chExt cx="228" cy="376"/>
          </a:xfrm>
        </p:grpSpPr>
        <p:sp>
          <p:nvSpPr>
            <p:cNvPr id="9284" name="Line 104"/>
            <p:cNvSpPr>
              <a:spLocks noChangeShapeType="1"/>
            </p:cNvSpPr>
            <p:nvPr/>
          </p:nvSpPr>
          <p:spPr bwMode="auto">
            <a:xfrm>
              <a:off x="1687" y="671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85" name="Line 105"/>
            <p:cNvSpPr>
              <a:spLocks noChangeShapeType="1"/>
            </p:cNvSpPr>
            <p:nvPr/>
          </p:nvSpPr>
          <p:spPr bwMode="auto">
            <a:xfrm>
              <a:off x="1684" y="1047"/>
              <a:ext cx="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8006" name="Line 6"/>
          <p:cNvSpPr>
            <a:spLocks noChangeShapeType="1"/>
          </p:cNvSpPr>
          <p:nvPr/>
        </p:nvSpPr>
        <p:spPr bwMode="auto">
          <a:xfrm>
            <a:off x="719138" y="1947863"/>
            <a:ext cx="0" cy="26289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07" name="Line 7"/>
          <p:cNvSpPr>
            <a:spLocks noChangeShapeType="1"/>
          </p:cNvSpPr>
          <p:nvPr/>
        </p:nvSpPr>
        <p:spPr bwMode="auto">
          <a:xfrm>
            <a:off x="3073400" y="2560638"/>
            <a:ext cx="0" cy="2192337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52" name="Line 52"/>
          <p:cNvSpPr>
            <a:spLocks noChangeShapeType="1"/>
          </p:cNvSpPr>
          <p:nvPr/>
        </p:nvSpPr>
        <p:spPr bwMode="auto">
          <a:xfrm>
            <a:off x="719138" y="1938338"/>
            <a:ext cx="0" cy="619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8159" name="Group 159"/>
          <p:cNvGrpSpPr>
            <a:grpSpLocks/>
          </p:cNvGrpSpPr>
          <p:nvPr/>
        </p:nvGrpSpPr>
        <p:grpSpPr bwMode="auto">
          <a:xfrm>
            <a:off x="614363" y="1947863"/>
            <a:ext cx="114300" cy="598487"/>
            <a:chOff x="353" y="651"/>
            <a:chExt cx="72" cy="377"/>
          </a:xfrm>
        </p:grpSpPr>
        <p:sp>
          <p:nvSpPr>
            <p:cNvPr id="9282" name="Line 91"/>
            <p:cNvSpPr>
              <a:spLocks noChangeShapeType="1"/>
            </p:cNvSpPr>
            <p:nvPr/>
          </p:nvSpPr>
          <p:spPr bwMode="auto">
            <a:xfrm>
              <a:off x="353" y="651"/>
              <a:ext cx="63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83" name="Line 54"/>
            <p:cNvSpPr>
              <a:spLocks noChangeShapeType="1"/>
            </p:cNvSpPr>
            <p:nvPr/>
          </p:nvSpPr>
          <p:spPr bwMode="auto">
            <a:xfrm>
              <a:off x="362" y="1026"/>
              <a:ext cx="63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8081" name="Group 81"/>
          <p:cNvGrpSpPr>
            <a:grpSpLocks/>
          </p:cNvGrpSpPr>
          <p:nvPr/>
        </p:nvGrpSpPr>
        <p:grpSpPr bwMode="auto">
          <a:xfrm>
            <a:off x="261938" y="3571875"/>
            <a:ext cx="1604962" cy="1295400"/>
            <a:chOff x="516" y="1674"/>
            <a:chExt cx="1011" cy="816"/>
          </a:xfrm>
        </p:grpSpPr>
        <p:sp>
          <p:nvSpPr>
            <p:cNvPr id="9278" name="Line 50"/>
            <p:cNvSpPr>
              <a:spLocks noChangeShapeType="1"/>
            </p:cNvSpPr>
            <p:nvPr/>
          </p:nvSpPr>
          <p:spPr bwMode="auto">
            <a:xfrm>
              <a:off x="516" y="2085"/>
              <a:ext cx="10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9" name="Line 51"/>
            <p:cNvSpPr>
              <a:spLocks noChangeShapeType="1"/>
            </p:cNvSpPr>
            <p:nvPr/>
          </p:nvSpPr>
          <p:spPr bwMode="auto">
            <a:xfrm>
              <a:off x="1110" y="1674"/>
              <a:ext cx="0" cy="8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80" name="Oval 75"/>
            <p:cNvSpPr>
              <a:spLocks noChangeArrowheads="1"/>
            </p:cNvSpPr>
            <p:nvPr/>
          </p:nvSpPr>
          <p:spPr bwMode="auto">
            <a:xfrm>
              <a:off x="735" y="1710"/>
              <a:ext cx="741" cy="74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9281" name="Freeform 80"/>
            <p:cNvSpPr>
              <a:spLocks/>
            </p:cNvSpPr>
            <p:nvPr/>
          </p:nvSpPr>
          <p:spPr bwMode="auto">
            <a:xfrm>
              <a:off x="567" y="1854"/>
              <a:ext cx="249" cy="456"/>
            </a:xfrm>
            <a:custGeom>
              <a:avLst/>
              <a:gdLst>
                <a:gd name="T0" fmla="*/ 249 w 249"/>
                <a:gd name="T1" fmla="*/ 0 h 456"/>
                <a:gd name="T2" fmla="*/ 0 w 249"/>
                <a:gd name="T3" fmla="*/ 0 h 456"/>
                <a:gd name="T4" fmla="*/ 0 w 249"/>
                <a:gd name="T5" fmla="*/ 456 h 456"/>
                <a:gd name="T6" fmla="*/ 249 w 249"/>
                <a:gd name="T7" fmla="*/ 456 h 4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9" h="456">
                  <a:moveTo>
                    <a:pt x="249" y="0"/>
                  </a:moveTo>
                  <a:lnTo>
                    <a:pt x="0" y="0"/>
                  </a:lnTo>
                  <a:lnTo>
                    <a:pt x="0" y="456"/>
                  </a:lnTo>
                  <a:lnTo>
                    <a:pt x="249" y="456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8092" name="Group 92"/>
          <p:cNvGrpSpPr>
            <a:grpSpLocks/>
          </p:cNvGrpSpPr>
          <p:nvPr/>
        </p:nvGrpSpPr>
        <p:grpSpPr bwMode="auto">
          <a:xfrm>
            <a:off x="342900" y="1528763"/>
            <a:ext cx="1443038" cy="1485900"/>
            <a:chOff x="567" y="387"/>
            <a:chExt cx="909" cy="936"/>
          </a:xfrm>
        </p:grpSpPr>
        <p:sp>
          <p:nvSpPr>
            <p:cNvPr id="9276" name="Line 85"/>
            <p:cNvSpPr>
              <a:spLocks noChangeShapeType="1"/>
            </p:cNvSpPr>
            <p:nvPr/>
          </p:nvSpPr>
          <p:spPr bwMode="auto">
            <a:xfrm flipV="1">
              <a:off x="1107" y="387"/>
              <a:ext cx="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77" name="Freeform 90"/>
            <p:cNvSpPr>
              <a:spLocks/>
            </p:cNvSpPr>
            <p:nvPr/>
          </p:nvSpPr>
          <p:spPr bwMode="auto">
            <a:xfrm>
              <a:off x="567" y="417"/>
              <a:ext cx="909" cy="873"/>
            </a:xfrm>
            <a:custGeom>
              <a:avLst/>
              <a:gdLst>
                <a:gd name="T0" fmla="*/ 0 w 909"/>
                <a:gd name="T1" fmla="*/ 609 h 873"/>
                <a:gd name="T2" fmla="*/ 0 w 909"/>
                <a:gd name="T3" fmla="*/ 237 h 873"/>
                <a:gd name="T4" fmla="*/ 171 w 909"/>
                <a:gd name="T5" fmla="*/ 237 h 873"/>
                <a:gd name="T6" fmla="*/ 171 w 909"/>
                <a:gd name="T7" fmla="*/ 0 h 873"/>
                <a:gd name="T8" fmla="*/ 909 w 909"/>
                <a:gd name="T9" fmla="*/ 0 h 873"/>
                <a:gd name="T10" fmla="*/ 909 w 909"/>
                <a:gd name="T11" fmla="*/ 873 h 873"/>
                <a:gd name="T12" fmla="*/ 171 w 909"/>
                <a:gd name="T13" fmla="*/ 873 h 873"/>
                <a:gd name="T14" fmla="*/ 171 w 909"/>
                <a:gd name="T15" fmla="*/ 609 h 873"/>
                <a:gd name="T16" fmla="*/ 0 w 909"/>
                <a:gd name="T17" fmla="*/ 609 h 8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09" h="873">
                  <a:moveTo>
                    <a:pt x="0" y="609"/>
                  </a:moveTo>
                  <a:lnTo>
                    <a:pt x="0" y="237"/>
                  </a:lnTo>
                  <a:lnTo>
                    <a:pt x="171" y="237"/>
                  </a:lnTo>
                  <a:lnTo>
                    <a:pt x="171" y="0"/>
                  </a:lnTo>
                  <a:lnTo>
                    <a:pt x="909" y="0"/>
                  </a:lnTo>
                  <a:lnTo>
                    <a:pt x="909" y="873"/>
                  </a:lnTo>
                  <a:lnTo>
                    <a:pt x="171" y="873"/>
                  </a:lnTo>
                  <a:lnTo>
                    <a:pt x="171" y="609"/>
                  </a:lnTo>
                  <a:lnTo>
                    <a:pt x="0" y="609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8095" name="Group 95"/>
          <p:cNvGrpSpPr>
            <a:grpSpLocks/>
          </p:cNvGrpSpPr>
          <p:nvPr/>
        </p:nvGrpSpPr>
        <p:grpSpPr bwMode="auto">
          <a:xfrm>
            <a:off x="2122488" y="3613150"/>
            <a:ext cx="1876425" cy="1290638"/>
            <a:chOff x="1743" y="1689"/>
            <a:chExt cx="1182" cy="813"/>
          </a:xfrm>
        </p:grpSpPr>
        <p:sp>
          <p:nvSpPr>
            <p:cNvPr id="9269" name="Line 36"/>
            <p:cNvSpPr>
              <a:spLocks noChangeShapeType="1"/>
            </p:cNvSpPr>
            <p:nvPr/>
          </p:nvSpPr>
          <p:spPr bwMode="auto">
            <a:xfrm>
              <a:off x="1743" y="2085"/>
              <a:ext cx="11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0" name="Line 37"/>
            <p:cNvSpPr>
              <a:spLocks noChangeShapeType="1"/>
            </p:cNvSpPr>
            <p:nvPr/>
          </p:nvSpPr>
          <p:spPr bwMode="auto">
            <a:xfrm flipH="1">
              <a:off x="2499" y="1689"/>
              <a:ext cx="0" cy="8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1" name="Line 38"/>
            <p:cNvSpPr>
              <a:spLocks noChangeShapeType="1"/>
            </p:cNvSpPr>
            <p:nvPr/>
          </p:nvSpPr>
          <p:spPr bwMode="auto">
            <a:xfrm flipV="1">
              <a:off x="1878" y="1749"/>
              <a:ext cx="474" cy="23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2" name="Line 39"/>
            <p:cNvSpPr>
              <a:spLocks noChangeShapeType="1"/>
            </p:cNvSpPr>
            <p:nvPr/>
          </p:nvSpPr>
          <p:spPr bwMode="auto">
            <a:xfrm>
              <a:off x="1879" y="2194"/>
              <a:ext cx="474" cy="2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3" name="Line 61"/>
            <p:cNvSpPr>
              <a:spLocks noChangeShapeType="1"/>
            </p:cNvSpPr>
            <p:nvPr/>
          </p:nvSpPr>
          <p:spPr bwMode="auto">
            <a:xfrm flipH="1">
              <a:off x="1938" y="1912"/>
              <a:ext cx="1" cy="3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4" name="Arc 72"/>
            <p:cNvSpPr>
              <a:spLocks/>
            </p:cNvSpPr>
            <p:nvPr/>
          </p:nvSpPr>
          <p:spPr bwMode="auto">
            <a:xfrm>
              <a:off x="1815" y="1977"/>
              <a:ext cx="121" cy="218"/>
            </a:xfrm>
            <a:custGeom>
              <a:avLst/>
              <a:gdLst>
                <a:gd name="T0" fmla="*/ 0 w 21600"/>
                <a:gd name="T1" fmla="*/ 1 h 38854"/>
                <a:gd name="T2" fmla="*/ 0 w 21600"/>
                <a:gd name="T3" fmla="*/ 0 h 38854"/>
                <a:gd name="T4" fmla="*/ 1 w 21600"/>
                <a:gd name="T5" fmla="*/ 1 h 388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8854" fill="none" extrusionOk="0">
                  <a:moveTo>
                    <a:pt x="12178" y="38854"/>
                  </a:moveTo>
                  <a:cubicBezTo>
                    <a:pt x="4730" y="35243"/>
                    <a:pt x="0" y="27694"/>
                    <a:pt x="0" y="19417"/>
                  </a:cubicBezTo>
                  <a:cubicBezTo>
                    <a:pt x="-1" y="11156"/>
                    <a:pt x="4711" y="3619"/>
                    <a:pt x="12137" y="0"/>
                  </a:cubicBezTo>
                </a:path>
                <a:path w="21600" h="38854" stroke="0" extrusionOk="0">
                  <a:moveTo>
                    <a:pt x="12178" y="38854"/>
                  </a:moveTo>
                  <a:cubicBezTo>
                    <a:pt x="4730" y="35243"/>
                    <a:pt x="0" y="27694"/>
                    <a:pt x="0" y="19417"/>
                  </a:cubicBezTo>
                  <a:cubicBezTo>
                    <a:pt x="-1" y="11156"/>
                    <a:pt x="4711" y="3619"/>
                    <a:pt x="12137" y="0"/>
                  </a:cubicBezTo>
                  <a:lnTo>
                    <a:pt x="21600" y="19417"/>
                  </a:lnTo>
                  <a:lnTo>
                    <a:pt x="12178" y="3885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75" name="Oval 93"/>
            <p:cNvSpPr>
              <a:spLocks noChangeArrowheads="1"/>
            </p:cNvSpPr>
            <p:nvPr/>
          </p:nvSpPr>
          <p:spPr bwMode="auto">
            <a:xfrm>
              <a:off x="2133" y="1719"/>
              <a:ext cx="729" cy="72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grpSp>
        <p:nvGrpSpPr>
          <p:cNvPr id="128160" name="Group 160"/>
          <p:cNvGrpSpPr>
            <a:grpSpLocks/>
          </p:cNvGrpSpPr>
          <p:nvPr/>
        </p:nvGrpSpPr>
        <p:grpSpPr bwMode="auto">
          <a:xfrm>
            <a:off x="2236788" y="1522413"/>
            <a:ext cx="1662112" cy="1519237"/>
            <a:chOff x="1375" y="383"/>
            <a:chExt cx="1047" cy="957"/>
          </a:xfrm>
        </p:grpSpPr>
        <p:sp>
          <p:nvSpPr>
            <p:cNvPr id="9266" name="Line 40"/>
            <p:cNvSpPr>
              <a:spLocks noChangeShapeType="1"/>
            </p:cNvSpPr>
            <p:nvPr/>
          </p:nvSpPr>
          <p:spPr bwMode="auto">
            <a:xfrm flipV="1">
              <a:off x="2056" y="383"/>
              <a:ext cx="0" cy="9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7" name="Line 46"/>
            <p:cNvSpPr>
              <a:spLocks noChangeShapeType="1"/>
            </p:cNvSpPr>
            <p:nvPr/>
          </p:nvSpPr>
          <p:spPr bwMode="auto">
            <a:xfrm>
              <a:off x="1495" y="626"/>
              <a:ext cx="0" cy="45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8" name="Freeform 103"/>
            <p:cNvSpPr>
              <a:spLocks/>
            </p:cNvSpPr>
            <p:nvPr/>
          </p:nvSpPr>
          <p:spPr bwMode="auto">
            <a:xfrm>
              <a:off x="1375" y="428"/>
              <a:ext cx="1047" cy="870"/>
            </a:xfrm>
            <a:custGeom>
              <a:avLst/>
              <a:gdLst>
                <a:gd name="T0" fmla="*/ 315 w 1047"/>
                <a:gd name="T1" fmla="*/ 870 h 870"/>
                <a:gd name="T2" fmla="*/ 315 w 1047"/>
                <a:gd name="T3" fmla="*/ 612 h 870"/>
                <a:gd name="T4" fmla="*/ 0 w 1047"/>
                <a:gd name="T5" fmla="*/ 612 h 870"/>
                <a:gd name="T6" fmla="*/ 0 w 1047"/>
                <a:gd name="T7" fmla="*/ 246 h 870"/>
                <a:gd name="T8" fmla="*/ 315 w 1047"/>
                <a:gd name="T9" fmla="*/ 246 h 870"/>
                <a:gd name="T10" fmla="*/ 315 w 1047"/>
                <a:gd name="T11" fmla="*/ 0 h 870"/>
                <a:gd name="T12" fmla="*/ 1047 w 1047"/>
                <a:gd name="T13" fmla="*/ 0 h 870"/>
                <a:gd name="T14" fmla="*/ 1047 w 1047"/>
                <a:gd name="T15" fmla="*/ 870 h 870"/>
                <a:gd name="T16" fmla="*/ 315 w 1047"/>
                <a:gd name="T17" fmla="*/ 870 h 8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7" h="870">
                  <a:moveTo>
                    <a:pt x="315" y="870"/>
                  </a:moveTo>
                  <a:lnTo>
                    <a:pt x="315" y="612"/>
                  </a:lnTo>
                  <a:lnTo>
                    <a:pt x="0" y="612"/>
                  </a:lnTo>
                  <a:lnTo>
                    <a:pt x="0" y="246"/>
                  </a:lnTo>
                  <a:lnTo>
                    <a:pt x="315" y="246"/>
                  </a:lnTo>
                  <a:lnTo>
                    <a:pt x="315" y="0"/>
                  </a:lnTo>
                  <a:lnTo>
                    <a:pt x="1047" y="0"/>
                  </a:lnTo>
                  <a:lnTo>
                    <a:pt x="1047" y="870"/>
                  </a:lnTo>
                  <a:lnTo>
                    <a:pt x="315" y="87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8126" name="Group 126"/>
          <p:cNvGrpSpPr>
            <a:grpSpLocks/>
          </p:cNvGrpSpPr>
          <p:nvPr/>
        </p:nvGrpSpPr>
        <p:grpSpPr bwMode="auto">
          <a:xfrm>
            <a:off x="7632700" y="1524000"/>
            <a:ext cx="1328738" cy="1533525"/>
            <a:chOff x="4455" y="384"/>
            <a:chExt cx="837" cy="966"/>
          </a:xfrm>
        </p:grpSpPr>
        <p:sp>
          <p:nvSpPr>
            <p:cNvPr id="9262" name="Line 18"/>
            <p:cNvSpPr>
              <a:spLocks noChangeShapeType="1"/>
            </p:cNvSpPr>
            <p:nvPr/>
          </p:nvSpPr>
          <p:spPr bwMode="auto">
            <a:xfrm>
              <a:off x="4455" y="922"/>
              <a:ext cx="8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3" name="Line 19"/>
            <p:cNvSpPr>
              <a:spLocks noChangeShapeType="1"/>
            </p:cNvSpPr>
            <p:nvPr/>
          </p:nvSpPr>
          <p:spPr bwMode="auto">
            <a:xfrm>
              <a:off x="4869" y="384"/>
              <a:ext cx="0" cy="9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4" name="Oval 107"/>
            <p:cNvSpPr>
              <a:spLocks noChangeArrowheads="1"/>
            </p:cNvSpPr>
            <p:nvPr/>
          </p:nvSpPr>
          <p:spPr bwMode="auto">
            <a:xfrm>
              <a:off x="4500" y="552"/>
              <a:ext cx="738" cy="73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9265" name="Freeform 108"/>
            <p:cNvSpPr>
              <a:spLocks/>
            </p:cNvSpPr>
            <p:nvPr/>
          </p:nvSpPr>
          <p:spPr bwMode="auto">
            <a:xfrm>
              <a:off x="4500" y="420"/>
              <a:ext cx="738" cy="501"/>
            </a:xfrm>
            <a:custGeom>
              <a:avLst/>
              <a:gdLst>
                <a:gd name="T0" fmla="*/ 0 w 738"/>
                <a:gd name="T1" fmla="*/ 498 h 501"/>
                <a:gd name="T2" fmla="*/ 0 w 738"/>
                <a:gd name="T3" fmla="*/ 0 h 501"/>
                <a:gd name="T4" fmla="*/ 738 w 738"/>
                <a:gd name="T5" fmla="*/ 0 h 501"/>
                <a:gd name="T6" fmla="*/ 738 w 738"/>
                <a:gd name="T7" fmla="*/ 501 h 50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8" h="501">
                  <a:moveTo>
                    <a:pt x="0" y="498"/>
                  </a:moveTo>
                  <a:lnTo>
                    <a:pt x="0" y="0"/>
                  </a:lnTo>
                  <a:lnTo>
                    <a:pt x="738" y="0"/>
                  </a:lnTo>
                  <a:lnTo>
                    <a:pt x="738" y="501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8128" name="Group 128"/>
          <p:cNvGrpSpPr>
            <a:grpSpLocks/>
          </p:cNvGrpSpPr>
          <p:nvPr/>
        </p:nvGrpSpPr>
        <p:grpSpPr bwMode="auto">
          <a:xfrm>
            <a:off x="5648325" y="3586163"/>
            <a:ext cx="1933575" cy="1300162"/>
            <a:chOff x="3150" y="1683"/>
            <a:chExt cx="1218" cy="819"/>
          </a:xfrm>
        </p:grpSpPr>
        <p:sp>
          <p:nvSpPr>
            <p:cNvPr id="9257" name="Rectangle 14"/>
            <p:cNvSpPr>
              <a:spLocks noChangeArrowheads="1"/>
            </p:cNvSpPr>
            <p:nvPr/>
          </p:nvSpPr>
          <p:spPr bwMode="auto">
            <a:xfrm>
              <a:off x="3201" y="1716"/>
              <a:ext cx="1113" cy="73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9258" name="Line 15"/>
            <p:cNvSpPr>
              <a:spLocks noChangeShapeType="1"/>
            </p:cNvSpPr>
            <p:nvPr/>
          </p:nvSpPr>
          <p:spPr bwMode="auto">
            <a:xfrm>
              <a:off x="3498" y="1713"/>
              <a:ext cx="0" cy="7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9" name="Line 16"/>
            <p:cNvSpPr>
              <a:spLocks noChangeShapeType="1"/>
            </p:cNvSpPr>
            <p:nvPr/>
          </p:nvSpPr>
          <p:spPr bwMode="auto">
            <a:xfrm>
              <a:off x="3150" y="2088"/>
              <a:ext cx="12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0" name="Line 17"/>
            <p:cNvSpPr>
              <a:spLocks noChangeShapeType="1"/>
            </p:cNvSpPr>
            <p:nvPr/>
          </p:nvSpPr>
          <p:spPr bwMode="auto">
            <a:xfrm flipH="1">
              <a:off x="3792" y="1683"/>
              <a:ext cx="3" cy="8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1" name="Arc 110"/>
            <p:cNvSpPr>
              <a:spLocks/>
            </p:cNvSpPr>
            <p:nvPr/>
          </p:nvSpPr>
          <p:spPr bwMode="auto">
            <a:xfrm>
              <a:off x="3789" y="1716"/>
              <a:ext cx="376" cy="738"/>
            </a:xfrm>
            <a:custGeom>
              <a:avLst/>
              <a:gdLst>
                <a:gd name="T0" fmla="*/ 0 w 21978"/>
                <a:gd name="T1" fmla="*/ 0 h 43200"/>
                <a:gd name="T2" fmla="*/ 0 w 21978"/>
                <a:gd name="T3" fmla="*/ 13 h 43200"/>
                <a:gd name="T4" fmla="*/ 0 w 21978"/>
                <a:gd name="T5" fmla="*/ 6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78" h="43200" fill="none" extrusionOk="0">
                  <a:moveTo>
                    <a:pt x="0" y="3"/>
                  </a:moveTo>
                  <a:cubicBezTo>
                    <a:pt x="125" y="1"/>
                    <a:pt x="251" y="-1"/>
                    <a:pt x="378" y="0"/>
                  </a:cubicBezTo>
                  <a:cubicBezTo>
                    <a:pt x="12307" y="0"/>
                    <a:pt x="21978" y="9670"/>
                    <a:pt x="21978" y="21600"/>
                  </a:cubicBezTo>
                  <a:cubicBezTo>
                    <a:pt x="21978" y="33529"/>
                    <a:pt x="12307" y="43200"/>
                    <a:pt x="378" y="43200"/>
                  </a:cubicBezTo>
                  <a:cubicBezTo>
                    <a:pt x="310" y="43200"/>
                    <a:pt x="242" y="43199"/>
                    <a:pt x="174" y="43199"/>
                  </a:cubicBezTo>
                </a:path>
                <a:path w="21978" h="43200" stroke="0" extrusionOk="0">
                  <a:moveTo>
                    <a:pt x="0" y="3"/>
                  </a:moveTo>
                  <a:cubicBezTo>
                    <a:pt x="125" y="1"/>
                    <a:pt x="251" y="-1"/>
                    <a:pt x="378" y="0"/>
                  </a:cubicBezTo>
                  <a:cubicBezTo>
                    <a:pt x="12307" y="0"/>
                    <a:pt x="21978" y="9670"/>
                    <a:pt x="21978" y="21600"/>
                  </a:cubicBezTo>
                  <a:cubicBezTo>
                    <a:pt x="21978" y="33529"/>
                    <a:pt x="12307" y="43200"/>
                    <a:pt x="378" y="43200"/>
                  </a:cubicBezTo>
                  <a:cubicBezTo>
                    <a:pt x="310" y="43200"/>
                    <a:pt x="242" y="43199"/>
                    <a:pt x="174" y="43199"/>
                  </a:cubicBezTo>
                  <a:lnTo>
                    <a:pt x="378" y="21600"/>
                  </a:lnTo>
                  <a:lnTo>
                    <a:pt x="0" y="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8123" name="Line 123"/>
          <p:cNvSpPr>
            <a:spLocks noChangeShapeType="1"/>
          </p:cNvSpPr>
          <p:nvPr/>
        </p:nvSpPr>
        <p:spPr bwMode="auto">
          <a:xfrm>
            <a:off x="6212064" y="1795463"/>
            <a:ext cx="0" cy="581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8125" name="Line 125"/>
          <p:cNvSpPr>
            <a:spLocks noChangeShapeType="1"/>
          </p:cNvSpPr>
          <p:nvPr/>
        </p:nvSpPr>
        <p:spPr bwMode="auto">
          <a:xfrm flipH="1">
            <a:off x="6662738" y="1790700"/>
            <a:ext cx="590550" cy="590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28127" name="Group 127"/>
          <p:cNvGrpSpPr>
            <a:grpSpLocks/>
          </p:cNvGrpSpPr>
          <p:nvPr/>
        </p:nvGrpSpPr>
        <p:grpSpPr bwMode="auto">
          <a:xfrm>
            <a:off x="5654675" y="1528763"/>
            <a:ext cx="1905000" cy="1433512"/>
            <a:chOff x="3154" y="387"/>
            <a:chExt cx="1200" cy="903"/>
          </a:xfrm>
        </p:grpSpPr>
        <p:sp>
          <p:nvSpPr>
            <p:cNvPr id="9254" name="Line 20"/>
            <p:cNvSpPr>
              <a:spLocks noChangeShapeType="1"/>
            </p:cNvSpPr>
            <p:nvPr/>
          </p:nvSpPr>
          <p:spPr bwMode="auto">
            <a:xfrm>
              <a:off x="3154" y="922"/>
              <a:ext cx="1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5" name="Line 120"/>
            <p:cNvSpPr>
              <a:spLocks noChangeShapeType="1"/>
            </p:cNvSpPr>
            <p:nvPr/>
          </p:nvSpPr>
          <p:spPr bwMode="auto">
            <a:xfrm>
              <a:off x="3792" y="387"/>
              <a:ext cx="0" cy="7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56" name="Freeform 121"/>
            <p:cNvSpPr>
              <a:spLocks/>
            </p:cNvSpPr>
            <p:nvPr/>
          </p:nvSpPr>
          <p:spPr bwMode="auto">
            <a:xfrm>
              <a:off x="3201" y="420"/>
              <a:ext cx="1113" cy="870"/>
            </a:xfrm>
            <a:custGeom>
              <a:avLst/>
              <a:gdLst>
                <a:gd name="T0" fmla="*/ 0 w 1113"/>
                <a:gd name="T1" fmla="*/ 870 h 870"/>
                <a:gd name="T2" fmla="*/ 1113 w 1113"/>
                <a:gd name="T3" fmla="*/ 870 h 870"/>
                <a:gd name="T4" fmla="*/ 1113 w 1113"/>
                <a:gd name="T5" fmla="*/ 132 h 870"/>
                <a:gd name="T6" fmla="*/ 963 w 1113"/>
                <a:gd name="T7" fmla="*/ 132 h 870"/>
                <a:gd name="T8" fmla="*/ 963 w 1113"/>
                <a:gd name="T9" fmla="*/ 0 h 870"/>
                <a:gd name="T10" fmla="*/ 297 w 1113"/>
                <a:gd name="T11" fmla="*/ 0 h 870"/>
                <a:gd name="T12" fmla="*/ 297 w 1113"/>
                <a:gd name="T13" fmla="*/ 129 h 870"/>
                <a:gd name="T14" fmla="*/ 0 w 1113"/>
                <a:gd name="T15" fmla="*/ 129 h 870"/>
                <a:gd name="T16" fmla="*/ 0 w 1113"/>
                <a:gd name="T17" fmla="*/ 870 h 8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13" h="870">
                  <a:moveTo>
                    <a:pt x="0" y="870"/>
                  </a:moveTo>
                  <a:lnTo>
                    <a:pt x="1113" y="870"/>
                  </a:lnTo>
                  <a:lnTo>
                    <a:pt x="1113" y="132"/>
                  </a:lnTo>
                  <a:lnTo>
                    <a:pt x="963" y="132"/>
                  </a:lnTo>
                  <a:lnTo>
                    <a:pt x="963" y="0"/>
                  </a:lnTo>
                  <a:lnTo>
                    <a:pt x="297" y="0"/>
                  </a:lnTo>
                  <a:lnTo>
                    <a:pt x="297" y="129"/>
                  </a:lnTo>
                  <a:lnTo>
                    <a:pt x="0" y="129"/>
                  </a:lnTo>
                  <a:lnTo>
                    <a:pt x="0" y="87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8162" name="Group 162"/>
          <p:cNvGrpSpPr>
            <a:grpSpLocks/>
          </p:cNvGrpSpPr>
          <p:nvPr/>
        </p:nvGrpSpPr>
        <p:grpSpPr bwMode="auto">
          <a:xfrm>
            <a:off x="4141788" y="1979613"/>
            <a:ext cx="1055687" cy="585787"/>
            <a:chOff x="2575" y="671"/>
            <a:chExt cx="665" cy="369"/>
          </a:xfrm>
        </p:grpSpPr>
        <p:sp>
          <p:nvSpPr>
            <p:cNvPr id="9252" name="Line 129"/>
            <p:cNvSpPr>
              <a:spLocks noChangeShapeType="1"/>
            </p:cNvSpPr>
            <p:nvPr/>
          </p:nvSpPr>
          <p:spPr bwMode="auto">
            <a:xfrm>
              <a:off x="2575" y="671"/>
              <a:ext cx="6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53" name="Line 130"/>
            <p:cNvSpPr>
              <a:spLocks noChangeShapeType="1"/>
            </p:cNvSpPr>
            <p:nvPr/>
          </p:nvSpPr>
          <p:spPr bwMode="auto">
            <a:xfrm>
              <a:off x="2584" y="1040"/>
              <a:ext cx="6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8161" name="Group 161"/>
          <p:cNvGrpSpPr>
            <a:grpSpLocks/>
          </p:cNvGrpSpPr>
          <p:nvPr/>
        </p:nvGrpSpPr>
        <p:grpSpPr bwMode="auto">
          <a:xfrm>
            <a:off x="4087813" y="1522413"/>
            <a:ext cx="1162050" cy="1519237"/>
            <a:chOff x="2541" y="383"/>
            <a:chExt cx="732" cy="957"/>
          </a:xfrm>
        </p:grpSpPr>
        <p:sp>
          <p:nvSpPr>
            <p:cNvPr id="9250" name="Line 131"/>
            <p:cNvSpPr>
              <a:spLocks noChangeShapeType="1"/>
            </p:cNvSpPr>
            <p:nvPr/>
          </p:nvSpPr>
          <p:spPr bwMode="auto">
            <a:xfrm flipV="1">
              <a:off x="2908" y="383"/>
              <a:ext cx="0" cy="9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1" name="Rectangle 135"/>
            <p:cNvSpPr>
              <a:spLocks noChangeArrowheads="1"/>
            </p:cNvSpPr>
            <p:nvPr/>
          </p:nvSpPr>
          <p:spPr bwMode="auto">
            <a:xfrm>
              <a:off x="2541" y="428"/>
              <a:ext cx="732" cy="8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grpSp>
        <p:nvGrpSpPr>
          <p:cNvPr id="128156" name="Group 156"/>
          <p:cNvGrpSpPr>
            <a:grpSpLocks/>
          </p:cNvGrpSpPr>
          <p:nvPr/>
        </p:nvGrpSpPr>
        <p:grpSpPr bwMode="auto">
          <a:xfrm>
            <a:off x="4151313" y="2562225"/>
            <a:ext cx="1041400" cy="415925"/>
            <a:chOff x="2581" y="668"/>
            <a:chExt cx="656" cy="632"/>
          </a:xfrm>
        </p:grpSpPr>
        <p:sp>
          <p:nvSpPr>
            <p:cNvPr id="9248" name="Line 138"/>
            <p:cNvSpPr>
              <a:spLocks noChangeShapeType="1"/>
            </p:cNvSpPr>
            <p:nvPr/>
          </p:nvSpPr>
          <p:spPr bwMode="auto">
            <a:xfrm>
              <a:off x="2581" y="668"/>
              <a:ext cx="0" cy="63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49" name="Line 139"/>
            <p:cNvSpPr>
              <a:spLocks noChangeShapeType="1"/>
            </p:cNvSpPr>
            <p:nvPr/>
          </p:nvSpPr>
          <p:spPr bwMode="auto">
            <a:xfrm>
              <a:off x="3237" y="680"/>
              <a:ext cx="0" cy="61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8155" name="Group 155"/>
          <p:cNvGrpSpPr>
            <a:grpSpLocks/>
          </p:cNvGrpSpPr>
          <p:nvPr/>
        </p:nvGrpSpPr>
        <p:grpSpPr bwMode="auto">
          <a:xfrm>
            <a:off x="3071813" y="2978150"/>
            <a:ext cx="2119312" cy="1787525"/>
            <a:chOff x="2044" y="1300"/>
            <a:chExt cx="1335" cy="1126"/>
          </a:xfrm>
        </p:grpSpPr>
        <p:sp>
          <p:nvSpPr>
            <p:cNvPr id="9242" name="Line 141"/>
            <p:cNvSpPr>
              <a:spLocks noChangeShapeType="1"/>
            </p:cNvSpPr>
            <p:nvPr/>
          </p:nvSpPr>
          <p:spPr bwMode="auto">
            <a:xfrm>
              <a:off x="2722" y="1300"/>
              <a:ext cx="330" cy="372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prstDash val="lgDashDotDot"/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43" name="Line 142"/>
            <p:cNvSpPr>
              <a:spLocks noChangeShapeType="1"/>
            </p:cNvSpPr>
            <p:nvPr/>
          </p:nvSpPr>
          <p:spPr bwMode="auto">
            <a:xfrm>
              <a:off x="3052" y="1608"/>
              <a:ext cx="0" cy="164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44" name="Line 143"/>
            <p:cNvSpPr>
              <a:spLocks noChangeShapeType="1"/>
            </p:cNvSpPr>
            <p:nvPr/>
          </p:nvSpPr>
          <p:spPr bwMode="auto">
            <a:xfrm flipH="1">
              <a:off x="3052" y="1302"/>
              <a:ext cx="327" cy="366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prstDash val="lgDashDotDot"/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45" name="Line 149"/>
            <p:cNvSpPr>
              <a:spLocks noChangeShapeType="1"/>
            </p:cNvSpPr>
            <p:nvPr/>
          </p:nvSpPr>
          <p:spPr bwMode="auto">
            <a:xfrm rot="-5400000">
              <a:off x="2065" y="2075"/>
              <a:ext cx="330" cy="372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prstDash val="lgDashDotDot"/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46" name="Line 150"/>
            <p:cNvSpPr>
              <a:spLocks noChangeShapeType="1"/>
            </p:cNvSpPr>
            <p:nvPr/>
          </p:nvSpPr>
          <p:spPr bwMode="auto">
            <a:xfrm rot="-5400000">
              <a:off x="2434" y="2014"/>
              <a:ext cx="0" cy="164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47" name="Line 151"/>
            <p:cNvSpPr>
              <a:spLocks noChangeShapeType="1"/>
            </p:cNvSpPr>
            <p:nvPr/>
          </p:nvSpPr>
          <p:spPr bwMode="auto">
            <a:xfrm rot="16200000" flipH="1">
              <a:off x="2065" y="1749"/>
              <a:ext cx="327" cy="366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prstDash val="lgDashDotDot"/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8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12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28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2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2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2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2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2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2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2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166" grpId="0" animBg="1"/>
      <p:bldP spid="128163" grpId="0" animBg="1"/>
      <p:bldP spid="128106" grpId="0" animBg="1"/>
      <p:bldP spid="128165" grpId="0" animBg="1"/>
      <p:bldP spid="128006" grpId="0" animBg="1"/>
      <p:bldP spid="128007" grpId="0" animBg="1"/>
      <p:bldP spid="128052" grpId="0" animBg="1"/>
      <p:bldP spid="128123" grpId="0" animBg="1"/>
      <p:bldP spid="1281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5D7847D7-B0B5-499E-8B08-822DDBC5E076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203778" name="Object 2"/>
          <p:cNvGraphicFramePr>
            <a:graphicFrameLocks noChangeAspect="1"/>
          </p:cNvGraphicFramePr>
          <p:nvPr/>
        </p:nvGraphicFramePr>
        <p:xfrm>
          <a:off x="4719638" y="704850"/>
          <a:ext cx="2105025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5" name="位图图像" r:id="rId3" imgW="3095238" imgH="3610479" progId="Paint.Picture">
                  <p:embed/>
                </p:oleObj>
              </mc:Choice>
              <mc:Fallback>
                <p:oleObj name="位图图像" r:id="rId3" imgW="3095238" imgH="361047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638" y="704850"/>
                        <a:ext cx="2105025" cy="245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3"/>
          <p:cNvGraphicFramePr>
            <a:graphicFrameLocks noChangeAspect="1"/>
          </p:cNvGraphicFramePr>
          <p:nvPr/>
        </p:nvGraphicFramePr>
        <p:xfrm>
          <a:off x="971550" y="2552700"/>
          <a:ext cx="278130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6" name="位图图像" r:id="rId5" imgW="3409524" imgH="3619048" progId="Paint.Picture">
                  <p:embed/>
                </p:oleObj>
              </mc:Choice>
              <mc:Fallback>
                <p:oleObj name="位图图像" r:id="rId5" imgW="3409524" imgH="3619048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52700"/>
                        <a:ext cx="2781300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0" name="Text Box 4"/>
          <p:cNvSpPr txBox="1">
            <a:spLocks noChangeArrowheads="1"/>
          </p:cNvSpPr>
          <p:nvPr/>
        </p:nvSpPr>
        <p:spPr bwMode="auto">
          <a:xfrm>
            <a:off x="347663" y="800100"/>
            <a:ext cx="49291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求作轴承座的投影图。</a:t>
            </a:r>
          </a:p>
        </p:txBody>
      </p:sp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6151563" y="254000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形体分析</a:t>
            </a: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334963" y="165100"/>
            <a:ext cx="36909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10.2 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绘图</a:t>
            </a:r>
            <a:r>
              <a:rPr lang="zh-CN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基本方法</a:t>
            </a:r>
            <a:endParaRPr lang="zh-CN" altLang="en-US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03784" name="Group 8"/>
          <p:cNvGrpSpPr>
            <a:grpSpLocks/>
          </p:cNvGrpSpPr>
          <p:nvPr/>
        </p:nvGrpSpPr>
        <p:grpSpPr bwMode="auto">
          <a:xfrm>
            <a:off x="3011488" y="2701925"/>
            <a:ext cx="1393825" cy="463550"/>
            <a:chOff x="2689" y="1798"/>
            <a:chExt cx="878" cy="292"/>
          </a:xfrm>
        </p:grpSpPr>
        <p:sp>
          <p:nvSpPr>
            <p:cNvPr id="10281" name="Line 9"/>
            <p:cNvSpPr>
              <a:spLocks noChangeShapeType="1"/>
            </p:cNvSpPr>
            <p:nvPr/>
          </p:nvSpPr>
          <p:spPr bwMode="auto">
            <a:xfrm flipV="1">
              <a:off x="2689" y="1956"/>
              <a:ext cx="444" cy="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0282" name="Rectangle 10"/>
            <p:cNvSpPr>
              <a:spLocks noChangeArrowheads="1"/>
            </p:cNvSpPr>
            <p:nvPr/>
          </p:nvSpPr>
          <p:spPr bwMode="auto">
            <a:xfrm>
              <a:off x="3050" y="1798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圆筒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</p:grpSp>
      <p:grpSp>
        <p:nvGrpSpPr>
          <p:cNvPr id="203787" name="Group 11"/>
          <p:cNvGrpSpPr>
            <a:grpSpLocks/>
          </p:cNvGrpSpPr>
          <p:nvPr/>
        </p:nvGrpSpPr>
        <p:grpSpPr bwMode="auto">
          <a:xfrm>
            <a:off x="2527300" y="1936750"/>
            <a:ext cx="938213" cy="760413"/>
            <a:chOff x="2300" y="1232"/>
            <a:chExt cx="591" cy="479"/>
          </a:xfrm>
        </p:grpSpPr>
        <p:sp>
          <p:nvSpPr>
            <p:cNvPr id="10279" name="Line 12"/>
            <p:cNvSpPr>
              <a:spLocks noChangeShapeType="1"/>
            </p:cNvSpPr>
            <p:nvPr/>
          </p:nvSpPr>
          <p:spPr bwMode="auto">
            <a:xfrm flipV="1">
              <a:off x="2300" y="1333"/>
              <a:ext cx="278" cy="3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0280" name="Rectangle 13"/>
            <p:cNvSpPr>
              <a:spLocks noChangeArrowheads="1"/>
            </p:cNvSpPr>
            <p:nvPr/>
          </p:nvSpPr>
          <p:spPr bwMode="auto">
            <a:xfrm>
              <a:off x="2374" y="1232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凸台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</p:grpSp>
      <p:grpSp>
        <p:nvGrpSpPr>
          <p:cNvPr id="203790" name="Group 14"/>
          <p:cNvGrpSpPr>
            <a:grpSpLocks/>
          </p:cNvGrpSpPr>
          <p:nvPr/>
        </p:nvGrpSpPr>
        <p:grpSpPr bwMode="auto">
          <a:xfrm>
            <a:off x="376238" y="3119438"/>
            <a:ext cx="1206500" cy="798512"/>
            <a:chOff x="273" y="1881"/>
            <a:chExt cx="760" cy="503"/>
          </a:xfrm>
        </p:grpSpPr>
        <p:sp>
          <p:nvSpPr>
            <p:cNvPr id="10277" name="Line 15"/>
            <p:cNvSpPr>
              <a:spLocks noChangeShapeType="1"/>
            </p:cNvSpPr>
            <p:nvPr/>
          </p:nvSpPr>
          <p:spPr bwMode="auto">
            <a:xfrm flipH="1" flipV="1">
              <a:off x="717" y="2135"/>
              <a:ext cx="316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0278" name="Rectangle 16"/>
            <p:cNvSpPr>
              <a:spLocks noChangeArrowheads="1"/>
            </p:cNvSpPr>
            <p:nvPr/>
          </p:nvSpPr>
          <p:spPr bwMode="auto">
            <a:xfrm>
              <a:off x="273" y="1881"/>
              <a:ext cx="678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支撑板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2</a:t>
              </a:r>
            </a:p>
          </p:txBody>
        </p:sp>
      </p:grpSp>
      <p:grpSp>
        <p:nvGrpSpPr>
          <p:cNvPr id="203793" name="Group 17"/>
          <p:cNvGrpSpPr>
            <a:grpSpLocks/>
          </p:cNvGrpSpPr>
          <p:nvPr/>
        </p:nvGrpSpPr>
        <p:grpSpPr bwMode="auto">
          <a:xfrm>
            <a:off x="635000" y="5087938"/>
            <a:ext cx="1155700" cy="749300"/>
            <a:chOff x="820" y="3121"/>
            <a:chExt cx="728" cy="472"/>
          </a:xfrm>
        </p:grpSpPr>
        <p:sp>
          <p:nvSpPr>
            <p:cNvPr id="10275" name="Line 18"/>
            <p:cNvSpPr>
              <a:spLocks noChangeShapeType="1"/>
            </p:cNvSpPr>
            <p:nvPr/>
          </p:nvSpPr>
          <p:spPr bwMode="auto">
            <a:xfrm flipH="1">
              <a:off x="1167" y="3121"/>
              <a:ext cx="381" cy="2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0276" name="Rectangle 19"/>
            <p:cNvSpPr>
              <a:spLocks noChangeArrowheads="1"/>
            </p:cNvSpPr>
            <p:nvPr/>
          </p:nvSpPr>
          <p:spPr bwMode="auto">
            <a:xfrm>
              <a:off x="820" y="3343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底板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</p:grpSp>
      <p:grpSp>
        <p:nvGrpSpPr>
          <p:cNvPr id="203796" name="Group 20"/>
          <p:cNvGrpSpPr>
            <a:grpSpLocks/>
          </p:cNvGrpSpPr>
          <p:nvPr/>
        </p:nvGrpSpPr>
        <p:grpSpPr bwMode="auto">
          <a:xfrm>
            <a:off x="2714625" y="4344988"/>
            <a:ext cx="1139825" cy="909637"/>
            <a:chOff x="2130" y="2653"/>
            <a:chExt cx="718" cy="573"/>
          </a:xfrm>
        </p:grpSpPr>
        <p:sp>
          <p:nvSpPr>
            <p:cNvPr id="10273" name="Line 21"/>
            <p:cNvSpPr>
              <a:spLocks noChangeShapeType="1"/>
            </p:cNvSpPr>
            <p:nvPr/>
          </p:nvSpPr>
          <p:spPr bwMode="auto">
            <a:xfrm>
              <a:off x="2130" y="2653"/>
              <a:ext cx="390" cy="4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0274" name="Rectangle 22"/>
            <p:cNvSpPr>
              <a:spLocks noChangeArrowheads="1"/>
            </p:cNvSpPr>
            <p:nvPr/>
          </p:nvSpPr>
          <p:spPr bwMode="auto">
            <a:xfrm>
              <a:off x="2494" y="2976"/>
              <a:ext cx="354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肋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3</a:t>
              </a:r>
            </a:p>
          </p:txBody>
        </p:sp>
      </p:grpSp>
      <p:graphicFrame>
        <p:nvGraphicFramePr>
          <p:cNvPr id="203799" name="Object 23"/>
          <p:cNvGraphicFramePr>
            <a:graphicFrameLocks noChangeAspect="1"/>
          </p:cNvGraphicFramePr>
          <p:nvPr/>
        </p:nvGraphicFramePr>
        <p:xfrm>
          <a:off x="6743700" y="2452688"/>
          <a:ext cx="1790700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7" name="位图图像" r:id="rId7" imgW="3428571" imgH="3638095" progId="Paint.Picture">
                  <p:embed/>
                </p:oleObj>
              </mc:Choice>
              <mc:Fallback>
                <p:oleObj name="位图图像" r:id="rId7" imgW="3428571" imgH="3638095" progId="Paint.Picture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2452688"/>
                        <a:ext cx="1790700" cy="190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800" name="Line 24"/>
          <p:cNvSpPr>
            <a:spLocks noChangeShapeType="1"/>
          </p:cNvSpPr>
          <p:nvPr/>
        </p:nvSpPr>
        <p:spPr bwMode="auto">
          <a:xfrm>
            <a:off x="6705600" y="2386013"/>
            <a:ext cx="323850" cy="35718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203801" name="Object 25"/>
          <p:cNvGraphicFramePr>
            <a:graphicFrameLocks noChangeAspect="1"/>
          </p:cNvGraphicFramePr>
          <p:nvPr/>
        </p:nvGraphicFramePr>
        <p:xfrm>
          <a:off x="4638675" y="4337050"/>
          <a:ext cx="1866900" cy="201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8" name="位图图像" r:id="rId9" imgW="3333333" imgH="3591426" progId="Paint.Picture">
                  <p:embed/>
                </p:oleObj>
              </mc:Choice>
              <mc:Fallback>
                <p:oleObj name="位图图像" r:id="rId9" imgW="3333333" imgH="3591426" progId="Paint.Picture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675" y="4337050"/>
                        <a:ext cx="1866900" cy="201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802" name="Line 26"/>
          <p:cNvSpPr>
            <a:spLocks noChangeShapeType="1"/>
          </p:cNvSpPr>
          <p:nvPr/>
        </p:nvSpPr>
        <p:spPr bwMode="auto">
          <a:xfrm flipH="1" flipV="1">
            <a:off x="4305300" y="4933950"/>
            <a:ext cx="495300" cy="1714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pSp>
        <p:nvGrpSpPr>
          <p:cNvPr id="203803" name="Group 27"/>
          <p:cNvGrpSpPr>
            <a:grpSpLocks/>
          </p:cNvGrpSpPr>
          <p:nvPr/>
        </p:nvGrpSpPr>
        <p:grpSpPr bwMode="auto">
          <a:xfrm>
            <a:off x="4400550" y="685800"/>
            <a:ext cx="2209800" cy="2228850"/>
            <a:chOff x="2772" y="432"/>
            <a:chExt cx="1392" cy="1404"/>
          </a:xfrm>
        </p:grpSpPr>
        <p:sp>
          <p:nvSpPr>
            <p:cNvPr id="10268" name="Text Box 28"/>
            <p:cNvSpPr txBox="1">
              <a:spLocks noChangeArrowheads="1"/>
            </p:cNvSpPr>
            <p:nvPr/>
          </p:nvSpPr>
          <p:spPr bwMode="auto">
            <a:xfrm>
              <a:off x="3349" y="612"/>
              <a:ext cx="2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  <a:ea typeface="隶书" pitchFamily="49" charset="-122"/>
                </a:rPr>
                <a:t>1</a:t>
              </a:r>
            </a:p>
          </p:txBody>
        </p:sp>
        <p:sp>
          <p:nvSpPr>
            <p:cNvPr id="10269" name="Text Box 29"/>
            <p:cNvSpPr txBox="1">
              <a:spLocks noChangeArrowheads="1"/>
            </p:cNvSpPr>
            <p:nvPr/>
          </p:nvSpPr>
          <p:spPr bwMode="auto">
            <a:xfrm>
              <a:off x="2772" y="117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  <a:ea typeface="隶书" pitchFamily="49" charset="-122"/>
                </a:rPr>
                <a:t>2</a:t>
              </a:r>
            </a:p>
          </p:txBody>
        </p:sp>
        <p:sp>
          <p:nvSpPr>
            <p:cNvPr id="10270" name="Text Box 30"/>
            <p:cNvSpPr txBox="1">
              <a:spLocks noChangeArrowheads="1"/>
            </p:cNvSpPr>
            <p:nvPr/>
          </p:nvSpPr>
          <p:spPr bwMode="auto">
            <a:xfrm>
              <a:off x="3828" y="99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  <a:ea typeface="隶书" pitchFamily="49" charset="-122"/>
                </a:rPr>
                <a:t>3</a:t>
              </a:r>
            </a:p>
          </p:txBody>
        </p:sp>
        <p:sp>
          <p:nvSpPr>
            <p:cNvPr id="10271" name="Text Box 31"/>
            <p:cNvSpPr txBox="1">
              <a:spLocks noChangeArrowheads="1"/>
            </p:cNvSpPr>
            <p:nvPr/>
          </p:nvSpPr>
          <p:spPr bwMode="auto">
            <a:xfrm>
              <a:off x="3684" y="43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  <a:ea typeface="隶书" pitchFamily="49" charset="-122"/>
                </a:rPr>
                <a:t>5</a:t>
              </a:r>
            </a:p>
          </p:txBody>
        </p:sp>
        <p:sp>
          <p:nvSpPr>
            <p:cNvPr id="10272" name="Text Box 32"/>
            <p:cNvSpPr txBox="1">
              <a:spLocks noChangeArrowheads="1"/>
            </p:cNvSpPr>
            <p:nvPr/>
          </p:nvSpPr>
          <p:spPr bwMode="auto">
            <a:xfrm>
              <a:off x="3252" y="15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  <a:ea typeface="隶书" pitchFamily="49" charset="-122"/>
                </a:rPr>
                <a:t>4</a:t>
              </a:r>
            </a:p>
          </p:txBody>
        </p:sp>
      </p:grpSp>
      <p:sp>
        <p:nvSpPr>
          <p:cNvPr id="203809" name="Text Box 33"/>
          <p:cNvSpPr txBox="1">
            <a:spLocks noChangeArrowheads="1"/>
          </p:cNvSpPr>
          <p:nvPr/>
        </p:nvSpPr>
        <p:spPr bwMode="auto">
          <a:xfrm>
            <a:off x="7192963" y="1743075"/>
            <a:ext cx="14366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00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00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00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000">
                <a:latin typeface="黑体" pitchFamily="2" charset="-122"/>
                <a:ea typeface="黑体" pitchFamily="2" charset="-122"/>
              </a:rPr>
              <a:t>5 </a:t>
            </a:r>
            <a:r>
              <a:rPr lang="en-US" altLang="zh-CN" sz="2000">
                <a:ea typeface="黑体" pitchFamily="2" charset="-122"/>
              </a:rPr>
              <a:t>“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并</a:t>
            </a:r>
            <a:r>
              <a:rPr lang="zh-CN" altLang="en-US" sz="2000">
                <a:ea typeface="黑体" pitchFamily="2" charset="-122"/>
              </a:rPr>
              <a:t>”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203810" name="Group 34"/>
          <p:cNvGrpSpPr>
            <a:grpSpLocks/>
          </p:cNvGrpSpPr>
          <p:nvPr/>
        </p:nvGrpSpPr>
        <p:grpSpPr bwMode="auto">
          <a:xfrm>
            <a:off x="5222875" y="4471988"/>
            <a:ext cx="2854325" cy="1462087"/>
            <a:chOff x="3290" y="2817"/>
            <a:chExt cx="1798" cy="921"/>
          </a:xfrm>
        </p:grpSpPr>
        <p:grpSp>
          <p:nvGrpSpPr>
            <p:cNvPr id="10261" name="Group 35"/>
            <p:cNvGrpSpPr>
              <a:grpSpLocks/>
            </p:cNvGrpSpPr>
            <p:nvPr/>
          </p:nvGrpSpPr>
          <p:grpSpPr bwMode="auto">
            <a:xfrm>
              <a:off x="3290" y="2817"/>
              <a:ext cx="1277" cy="921"/>
              <a:chOff x="3290" y="2817"/>
              <a:chExt cx="1277" cy="921"/>
            </a:xfrm>
          </p:grpSpPr>
          <p:sp>
            <p:nvSpPr>
              <p:cNvPr id="10263" name="Line 36"/>
              <p:cNvSpPr>
                <a:spLocks noChangeShapeType="1"/>
              </p:cNvSpPr>
              <p:nvPr/>
            </p:nvSpPr>
            <p:spPr bwMode="auto">
              <a:xfrm>
                <a:off x="3546" y="2817"/>
                <a:ext cx="1018" cy="43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0264" name="Line 37"/>
              <p:cNvSpPr>
                <a:spLocks noChangeShapeType="1"/>
              </p:cNvSpPr>
              <p:nvPr/>
            </p:nvSpPr>
            <p:spPr bwMode="auto">
              <a:xfrm flipV="1">
                <a:off x="3932" y="3253"/>
                <a:ext cx="632" cy="8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0265" name="Line 38"/>
              <p:cNvSpPr>
                <a:spLocks noChangeShapeType="1"/>
              </p:cNvSpPr>
              <p:nvPr/>
            </p:nvSpPr>
            <p:spPr bwMode="auto">
              <a:xfrm flipV="1">
                <a:off x="3776" y="3255"/>
                <a:ext cx="788" cy="48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0266" name="Line 39"/>
              <p:cNvSpPr>
                <a:spLocks noChangeShapeType="1"/>
              </p:cNvSpPr>
              <p:nvPr/>
            </p:nvSpPr>
            <p:spPr bwMode="auto">
              <a:xfrm>
                <a:off x="3791" y="3226"/>
                <a:ext cx="776" cy="2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0267" name="Line 40"/>
              <p:cNvSpPr>
                <a:spLocks noChangeShapeType="1"/>
              </p:cNvSpPr>
              <p:nvPr/>
            </p:nvSpPr>
            <p:spPr bwMode="auto">
              <a:xfrm flipV="1">
                <a:off x="3290" y="3253"/>
                <a:ext cx="1272" cy="4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10262" name="Text Box 41"/>
            <p:cNvSpPr txBox="1">
              <a:spLocks noChangeArrowheads="1"/>
            </p:cNvSpPr>
            <p:nvPr/>
          </p:nvSpPr>
          <p:spPr bwMode="auto">
            <a:xfrm>
              <a:off x="4471" y="3114"/>
              <a:ext cx="6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>
                  <a:ea typeface="黑体" pitchFamily="2" charset="-122"/>
                </a:rPr>
                <a:t>“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差</a:t>
              </a:r>
              <a:r>
                <a:rPr lang="zh-CN" altLang="en-US" sz="2000">
                  <a:ea typeface="黑体" pitchFamily="2" charset="-122"/>
                </a:rPr>
                <a:t>”</a:t>
              </a: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</p:grpSp>
      <p:sp>
        <p:nvSpPr>
          <p:cNvPr id="203818" name="Line 42"/>
          <p:cNvSpPr>
            <a:spLocks noChangeShapeType="1"/>
          </p:cNvSpPr>
          <p:nvPr/>
        </p:nvSpPr>
        <p:spPr bwMode="auto">
          <a:xfrm flipH="1">
            <a:off x="6572250" y="4271963"/>
            <a:ext cx="266700" cy="3000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20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0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20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0" grpId="0" build="p" autoUpdateAnimBg="0"/>
      <p:bldP spid="203781" grpId="0" autoUpdateAnimBg="0"/>
      <p:bldP spid="203800" grpId="0" animBg="1"/>
      <p:bldP spid="203802" grpId="0" animBg="1"/>
      <p:bldP spid="203809" grpId="0" autoUpdateAnimBg="0"/>
      <p:bldP spid="2038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AE0AC8A7-C9EE-44BB-B1E2-3F3D7AD819C4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04802" name="Group 2"/>
          <p:cNvGrpSpPr>
            <a:grpSpLocks/>
          </p:cNvGrpSpPr>
          <p:nvPr/>
        </p:nvGrpSpPr>
        <p:grpSpPr bwMode="auto">
          <a:xfrm>
            <a:off x="1773238" y="1358900"/>
            <a:ext cx="1587" cy="2924175"/>
            <a:chOff x="1117" y="856"/>
            <a:chExt cx="1" cy="1842"/>
          </a:xfrm>
        </p:grpSpPr>
        <p:sp>
          <p:nvSpPr>
            <p:cNvPr id="11592" name="Line 3"/>
            <p:cNvSpPr>
              <a:spLocks noChangeShapeType="1"/>
            </p:cNvSpPr>
            <p:nvPr/>
          </p:nvSpPr>
          <p:spPr bwMode="auto">
            <a:xfrm rot="5400000" flipH="1">
              <a:off x="919" y="2023"/>
              <a:ext cx="39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93" name="Line 4"/>
            <p:cNvSpPr>
              <a:spLocks noChangeShapeType="1"/>
            </p:cNvSpPr>
            <p:nvPr/>
          </p:nvSpPr>
          <p:spPr bwMode="auto">
            <a:xfrm rot="-5400000">
              <a:off x="1102" y="1791"/>
              <a:ext cx="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94" name="Line 5"/>
            <p:cNvSpPr>
              <a:spLocks noChangeShapeType="1"/>
            </p:cNvSpPr>
            <p:nvPr/>
          </p:nvSpPr>
          <p:spPr bwMode="auto">
            <a:xfrm rot="-5400000">
              <a:off x="903" y="1544"/>
              <a:ext cx="4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95" name="Line 6"/>
            <p:cNvSpPr>
              <a:spLocks noChangeShapeType="1"/>
            </p:cNvSpPr>
            <p:nvPr/>
          </p:nvSpPr>
          <p:spPr bwMode="auto">
            <a:xfrm rot="-5400000">
              <a:off x="1103" y="1287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96" name="Line 7"/>
            <p:cNvSpPr>
              <a:spLocks noChangeShapeType="1"/>
            </p:cNvSpPr>
            <p:nvPr/>
          </p:nvSpPr>
          <p:spPr bwMode="auto">
            <a:xfrm rot="-5400000">
              <a:off x="920" y="1053"/>
              <a:ext cx="3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97" name="Line 8"/>
            <p:cNvSpPr>
              <a:spLocks noChangeShapeType="1"/>
            </p:cNvSpPr>
            <p:nvPr/>
          </p:nvSpPr>
          <p:spPr bwMode="auto">
            <a:xfrm>
              <a:off x="1118" y="2248"/>
              <a:ext cx="0" cy="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98" name="Line 9"/>
            <p:cNvSpPr>
              <a:spLocks noChangeShapeType="1"/>
            </p:cNvSpPr>
            <p:nvPr/>
          </p:nvSpPr>
          <p:spPr bwMode="auto">
            <a:xfrm>
              <a:off x="1118" y="2302"/>
              <a:ext cx="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11268" name="Group 10"/>
          <p:cNvGrpSpPr>
            <a:grpSpLocks/>
          </p:cNvGrpSpPr>
          <p:nvPr/>
        </p:nvGrpSpPr>
        <p:grpSpPr bwMode="auto">
          <a:xfrm>
            <a:off x="5138738" y="184150"/>
            <a:ext cx="3533775" cy="3443288"/>
            <a:chOff x="3345" y="212"/>
            <a:chExt cx="2226" cy="2169"/>
          </a:xfrm>
        </p:grpSpPr>
        <p:graphicFrame>
          <p:nvGraphicFramePr>
            <p:cNvPr id="11581" name="Object 11"/>
            <p:cNvGraphicFramePr>
              <a:graphicFrameLocks noChangeAspect="1"/>
            </p:cNvGraphicFramePr>
            <p:nvPr/>
          </p:nvGraphicFramePr>
          <p:xfrm>
            <a:off x="3732" y="480"/>
            <a:ext cx="1549" cy="1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12" name="位图图像" r:id="rId3" imgW="3409524" imgH="3619048" progId="Paint.Picture">
                    <p:embed/>
                  </p:oleObj>
                </mc:Choice>
                <mc:Fallback>
                  <p:oleObj name="位图图像" r:id="rId3" imgW="3409524" imgH="3619048" progId="Paint.Picture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2" y="480"/>
                          <a:ext cx="1549" cy="16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82" name="Line 12"/>
            <p:cNvSpPr>
              <a:spLocks noChangeShapeType="1"/>
            </p:cNvSpPr>
            <p:nvPr/>
          </p:nvSpPr>
          <p:spPr bwMode="auto">
            <a:xfrm flipV="1">
              <a:off x="4897" y="732"/>
              <a:ext cx="204" cy="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83" name="Rectangle 13"/>
            <p:cNvSpPr>
              <a:spLocks noChangeArrowheads="1"/>
            </p:cNvSpPr>
            <p:nvPr/>
          </p:nvSpPr>
          <p:spPr bwMode="auto">
            <a:xfrm>
              <a:off x="5054" y="610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圆筒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11584" name="Line 14"/>
            <p:cNvSpPr>
              <a:spLocks noChangeShapeType="1"/>
            </p:cNvSpPr>
            <p:nvPr/>
          </p:nvSpPr>
          <p:spPr bwMode="auto">
            <a:xfrm flipV="1">
              <a:off x="4604" y="445"/>
              <a:ext cx="134" cy="1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85" name="Rectangle 15"/>
            <p:cNvSpPr>
              <a:spLocks noChangeArrowheads="1"/>
            </p:cNvSpPr>
            <p:nvPr/>
          </p:nvSpPr>
          <p:spPr bwMode="auto">
            <a:xfrm>
              <a:off x="4558" y="212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凸台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5</a:t>
              </a:r>
            </a:p>
          </p:txBody>
        </p:sp>
        <p:sp>
          <p:nvSpPr>
            <p:cNvPr id="11586" name="Line 16"/>
            <p:cNvSpPr>
              <a:spLocks noChangeShapeType="1"/>
            </p:cNvSpPr>
            <p:nvPr/>
          </p:nvSpPr>
          <p:spPr bwMode="auto">
            <a:xfrm flipH="1" flipV="1">
              <a:off x="3789" y="1103"/>
              <a:ext cx="232" cy="1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87" name="Rectangle 17"/>
            <p:cNvSpPr>
              <a:spLocks noChangeArrowheads="1"/>
            </p:cNvSpPr>
            <p:nvPr/>
          </p:nvSpPr>
          <p:spPr bwMode="auto">
            <a:xfrm>
              <a:off x="3345" y="909"/>
              <a:ext cx="678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支撑板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2</a:t>
              </a:r>
            </a:p>
          </p:txBody>
        </p:sp>
        <p:sp>
          <p:nvSpPr>
            <p:cNvPr id="11588" name="Line 18"/>
            <p:cNvSpPr>
              <a:spLocks noChangeShapeType="1"/>
            </p:cNvSpPr>
            <p:nvPr/>
          </p:nvSpPr>
          <p:spPr bwMode="auto">
            <a:xfrm flipH="1">
              <a:off x="3747" y="1993"/>
              <a:ext cx="405" cy="1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89" name="Rectangle 19"/>
            <p:cNvSpPr>
              <a:spLocks noChangeArrowheads="1"/>
            </p:cNvSpPr>
            <p:nvPr/>
          </p:nvSpPr>
          <p:spPr bwMode="auto">
            <a:xfrm>
              <a:off x="3376" y="2131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底板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  <p:sp>
          <p:nvSpPr>
            <p:cNvPr id="11590" name="Line 20"/>
            <p:cNvSpPr>
              <a:spLocks noChangeShapeType="1"/>
            </p:cNvSpPr>
            <p:nvPr/>
          </p:nvSpPr>
          <p:spPr bwMode="auto">
            <a:xfrm>
              <a:off x="4734" y="1525"/>
              <a:ext cx="414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91" name="Rectangle 21"/>
            <p:cNvSpPr>
              <a:spLocks noChangeArrowheads="1"/>
            </p:cNvSpPr>
            <p:nvPr/>
          </p:nvSpPr>
          <p:spPr bwMode="auto">
            <a:xfrm>
              <a:off x="5122" y="1644"/>
              <a:ext cx="354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itchFamily="2" charset="-122"/>
                  <a:ea typeface="黑体" pitchFamily="2" charset="-122"/>
                </a:rPr>
                <a:t>肋</a:t>
              </a:r>
              <a:r>
                <a:rPr lang="en-US" altLang="zh-CN" sz="2000">
                  <a:latin typeface="黑体" pitchFamily="2" charset="-122"/>
                  <a:ea typeface="黑体" pitchFamily="2" charset="-122"/>
                </a:rPr>
                <a:t>3</a:t>
              </a:r>
            </a:p>
          </p:txBody>
        </p:sp>
      </p:grpSp>
      <p:sp>
        <p:nvSpPr>
          <p:cNvPr id="204822" name="Text Box 22"/>
          <p:cNvSpPr txBox="1">
            <a:spLocks noChangeArrowheads="1"/>
          </p:cNvSpPr>
          <p:nvPr/>
        </p:nvSpPr>
        <p:spPr bwMode="auto">
          <a:xfrm>
            <a:off x="6019800" y="4940300"/>
            <a:ext cx="24701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画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Marlett" pitchFamily="2" charset="2"/>
              </a:rPr>
              <a:t>基准线。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黑体" pitchFamily="2" charset="-122"/>
                <a:ea typeface="黑体" pitchFamily="2" charset="-122"/>
                <a:sym typeface="Marlett" pitchFamily="2" charset="2"/>
              </a:rPr>
              <a:t>  左右、上下、前后</a:t>
            </a:r>
          </a:p>
        </p:txBody>
      </p:sp>
      <p:sp>
        <p:nvSpPr>
          <p:cNvPr id="204823" name="Text Box 23"/>
          <p:cNvSpPr txBox="1">
            <a:spLocks noChangeArrowheads="1"/>
          </p:cNvSpPr>
          <p:nvPr/>
        </p:nvSpPr>
        <p:spPr bwMode="auto">
          <a:xfrm>
            <a:off x="6054725" y="3924300"/>
            <a:ext cx="1331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画图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4824" name="Text Box 24"/>
          <p:cNvSpPr txBox="1">
            <a:spLocks noChangeArrowheads="1"/>
          </p:cNvSpPr>
          <p:nvPr/>
        </p:nvSpPr>
        <p:spPr bwMode="auto">
          <a:xfrm>
            <a:off x="6013450" y="5664200"/>
            <a:ext cx="262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依次画各立体。</a:t>
            </a:r>
          </a:p>
        </p:txBody>
      </p:sp>
      <p:sp>
        <p:nvSpPr>
          <p:cNvPr id="11272" name="Text Box 25"/>
          <p:cNvSpPr txBox="1">
            <a:spLocks noChangeArrowheads="1"/>
          </p:cNvSpPr>
          <p:nvPr/>
        </p:nvSpPr>
        <p:spPr bwMode="auto">
          <a:xfrm>
            <a:off x="520700" y="369888"/>
            <a:ext cx="4700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求作轴承座的投影图。</a:t>
            </a:r>
          </a:p>
        </p:txBody>
      </p:sp>
      <p:sp>
        <p:nvSpPr>
          <p:cNvPr id="11273" name="Text Box 26"/>
          <p:cNvSpPr txBox="1">
            <a:spLocks noChangeArrowheads="1"/>
          </p:cNvSpPr>
          <p:nvPr/>
        </p:nvSpPr>
        <p:spPr bwMode="auto">
          <a:xfrm>
            <a:off x="6048375" y="3498850"/>
            <a:ext cx="1935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形体分析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4827" name="Oval 27"/>
          <p:cNvSpPr>
            <a:spLocks noChangeArrowheads="1"/>
          </p:cNvSpPr>
          <p:nvPr/>
        </p:nvSpPr>
        <p:spPr bwMode="auto">
          <a:xfrm>
            <a:off x="1554163" y="5327650"/>
            <a:ext cx="433387" cy="436563"/>
          </a:xfrm>
          <a:prstGeom prst="ellipse">
            <a:avLst/>
          </a:prstGeom>
          <a:solidFill>
            <a:srgbClr val="E6F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04828" name="Oval 28"/>
          <p:cNvSpPr>
            <a:spLocks noChangeArrowheads="1"/>
          </p:cNvSpPr>
          <p:nvPr/>
        </p:nvSpPr>
        <p:spPr bwMode="auto">
          <a:xfrm>
            <a:off x="1628775" y="5403850"/>
            <a:ext cx="284163" cy="280988"/>
          </a:xfrm>
          <a:prstGeom prst="ellipse">
            <a:avLst/>
          </a:prstGeom>
          <a:solidFill>
            <a:srgbClr val="E6F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04829" name="Line 29"/>
          <p:cNvSpPr>
            <a:spLocks noChangeShapeType="1"/>
          </p:cNvSpPr>
          <p:nvPr/>
        </p:nvSpPr>
        <p:spPr bwMode="auto">
          <a:xfrm>
            <a:off x="400050" y="4130675"/>
            <a:ext cx="2740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30" name="Line 30"/>
          <p:cNvSpPr>
            <a:spLocks noChangeShapeType="1"/>
          </p:cNvSpPr>
          <p:nvPr/>
        </p:nvSpPr>
        <p:spPr bwMode="auto">
          <a:xfrm>
            <a:off x="406400" y="4972050"/>
            <a:ext cx="273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31" name="Line 31"/>
          <p:cNvSpPr>
            <a:spLocks noChangeShapeType="1"/>
          </p:cNvSpPr>
          <p:nvPr/>
        </p:nvSpPr>
        <p:spPr bwMode="auto">
          <a:xfrm>
            <a:off x="3508375" y="4129088"/>
            <a:ext cx="1087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832" name="Group 32"/>
          <p:cNvGrpSpPr>
            <a:grpSpLocks/>
          </p:cNvGrpSpPr>
          <p:nvPr/>
        </p:nvGrpSpPr>
        <p:grpSpPr bwMode="auto">
          <a:xfrm>
            <a:off x="401638" y="3749675"/>
            <a:ext cx="4198937" cy="0"/>
            <a:chOff x="253" y="2362"/>
            <a:chExt cx="2645" cy="0"/>
          </a:xfrm>
        </p:grpSpPr>
        <p:sp>
          <p:nvSpPr>
            <p:cNvPr id="11579" name="Line 33"/>
            <p:cNvSpPr>
              <a:spLocks noChangeShapeType="1"/>
            </p:cNvSpPr>
            <p:nvPr/>
          </p:nvSpPr>
          <p:spPr bwMode="auto">
            <a:xfrm>
              <a:off x="253" y="2362"/>
              <a:ext cx="1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80" name="Line 34"/>
            <p:cNvSpPr>
              <a:spLocks noChangeShapeType="1"/>
            </p:cNvSpPr>
            <p:nvPr/>
          </p:nvSpPr>
          <p:spPr bwMode="auto">
            <a:xfrm>
              <a:off x="2210" y="2362"/>
              <a:ext cx="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35" name="Group 35"/>
          <p:cNvGrpSpPr>
            <a:grpSpLocks/>
          </p:cNvGrpSpPr>
          <p:nvPr/>
        </p:nvGrpSpPr>
        <p:grpSpPr bwMode="auto">
          <a:xfrm>
            <a:off x="1085850" y="4033838"/>
            <a:ext cx="3511550" cy="19050"/>
            <a:chOff x="684" y="2541"/>
            <a:chExt cx="2212" cy="12"/>
          </a:xfrm>
        </p:grpSpPr>
        <p:sp>
          <p:nvSpPr>
            <p:cNvPr id="11577" name="Line 36"/>
            <p:cNvSpPr>
              <a:spLocks noChangeShapeType="1"/>
            </p:cNvSpPr>
            <p:nvPr/>
          </p:nvSpPr>
          <p:spPr bwMode="auto">
            <a:xfrm rot="-5400000">
              <a:off x="2554" y="2200"/>
              <a:ext cx="1" cy="6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78" name="Line 37"/>
            <p:cNvSpPr>
              <a:spLocks noChangeShapeType="1"/>
            </p:cNvSpPr>
            <p:nvPr/>
          </p:nvSpPr>
          <p:spPr bwMode="auto">
            <a:xfrm>
              <a:off x="684" y="2553"/>
              <a:ext cx="8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38" name="Group 38"/>
          <p:cNvGrpSpPr>
            <a:grpSpLocks/>
          </p:cNvGrpSpPr>
          <p:nvPr/>
        </p:nvGrpSpPr>
        <p:grpSpPr bwMode="auto">
          <a:xfrm>
            <a:off x="401638" y="3748088"/>
            <a:ext cx="2738437" cy="1935162"/>
            <a:chOff x="253" y="2361"/>
            <a:chExt cx="1725" cy="1219"/>
          </a:xfrm>
        </p:grpSpPr>
        <p:sp>
          <p:nvSpPr>
            <p:cNvPr id="11573" name="Line 39"/>
            <p:cNvSpPr>
              <a:spLocks noChangeShapeType="1"/>
            </p:cNvSpPr>
            <p:nvPr/>
          </p:nvSpPr>
          <p:spPr bwMode="auto">
            <a:xfrm>
              <a:off x="253" y="236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74" name="Line 40"/>
            <p:cNvSpPr>
              <a:spLocks noChangeShapeType="1"/>
            </p:cNvSpPr>
            <p:nvPr/>
          </p:nvSpPr>
          <p:spPr bwMode="auto">
            <a:xfrm>
              <a:off x="253" y="3132"/>
              <a:ext cx="0" cy="4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75" name="Line 41"/>
            <p:cNvSpPr>
              <a:spLocks noChangeShapeType="1"/>
            </p:cNvSpPr>
            <p:nvPr/>
          </p:nvSpPr>
          <p:spPr bwMode="auto">
            <a:xfrm>
              <a:off x="1978" y="2361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76" name="Line 42"/>
            <p:cNvSpPr>
              <a:spLocks noChangeShapeType="1"/>
            </p:cNvSpPr>
            <p:nvPr/>
          </p:nvSpPr>
          <p:spPr bwMode="auto">
            <a:xfrm>
              <a:off x="1978" y="3133"/>
              <a:ext cx="0" cy="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843" name="Line 43"/>
          <p:cNvSpPr>
            <a:spLocks noChangeShapeType="1"/>
          </p:cNvSpPr>
          <p:nvPr/>
        </p:nvSpPr>
        <p:spPr bwMode="auto">
          <a:xfrm flipH="1">
            <a:off x="731838" y="6051550"/>
            <a:ext cx="2076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44" name="Line 44"/>
          <p:cNvSpPr>
            <a:spLocks noChangeShapeType="1"/>
          </p:cNvSpPr>
          <p:nvPr/>
        </p:nvSpPr>
        <p:spPr bwMode="auto">
          <a:xfrm flipV="1">
            <a:off x="4598988" y="3749675"/>
            <a:ext cx="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845" name="Group 45"/>
          <p:cNvGrpSpPr>
            <a:grpSpLocks/>
          </p:cNvGrpSpPr>
          <p:nvPr/>
        </p:nvGrpSpPr>
        <p:grpSpPr bwMode="auto">
          <a:xfrm>
            <a:off x="1082675" y="4051300"/>
            <a:ext cx="1355725" cy="1998663"/>
            <a:chOff x="682" y="2552"/>
            <a:chExt cx="854" cy="1259"/>
          </a:xfrm>
        </p:grpSpPr>
        <p:grpSp>
          <p:nvGrpSpPr>
            <p:cNvPr id="11567" name="Group 46"/>
            <p:cNvGrpSpPr>
              <a:grpSpLocks/>
            </p:cNvGrpSpPr>
            <p:nvPr/>
          </p:nvGrpSpPr>
          <p:grpSpPr bwMode="auto">
            <a:xfrm>
              <a:off x="682" y="2552"/>
              <a:ext cx="1" cy="1259"/>
              <a:chOff x="682" y="2552"/>
              <a:chExt cx="1" cy="1259"/>
            </a:xfrm>
          </p:grpSpPr>
          <p:sp>
            <p:nvSpPr>
              <p:cNvPr id="11571" name="Line 47"/>
              <p:cNvSpPr>
                <a:spLocks noChangeShapeType="1"/>
              </p:cNvSpPr>
              <p:nvPr/>
            </p:nvSpPr>
            <p:spPr bwMode="auto">
              <a:xfrm>
                <a:off x="683" y="2552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2" name="Line 48"/>
              <p:cNvSpPr>
                <a:spLocks noChangeShapeType="1"/>
              </p:cNvSpPr>
              <p:nvPr/>
            </p:nvSpPr>
            <p:spPr bwMode="auto">
              <a:xfrm>
                <a:off x="682" y="3132"/>
                <a:ext cx="0" cy="6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568" name="Group 49"/>
            <p:cNvGrpSpPr>
              <a:grpSpLocks/>
            </p:cNvGrpSpPr>
            <p:nvPr/>
          </p:nvGrpSpPr>
          <p:grpSpPr bwMode="auto">
            <a:xfrm>
              <a:off x="1536" y="2552"/>
              <a:ext cx="0" cy="1259"/>
              <a:chOff x="1536" y="2552"/>
              <a:chExt cx="0" cy="1259"/>
            </a:xfrm>
          </p:grpSpPr>
          <p:sp>
            <p:nvSpPr>
              <p:cNvPr id="11569" name="Line 50"/>
              <p:cNvSpPr>
                <a:spLocks noChangeShapeType="1"/>
              </p:cNvSpPr>
              <p:nvPr/>
            </p:nvSpPr>
            <p:spPr bwMode="auto">
              <a:xfrm flipV="1">
                <a:off x="1536" y="2552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0" name="Line 51"/>
              <p:cNvSpPr>
                <a:spLocks noChangeShapeType="1"/>
              </p:cNvSpPr>
              <p:nvPr/>
            </p:nvSpPr>
            <p:spPr bwMode="auto">
              <a:xfrm>
                <a:off x="1536" y="3132"/>
                <a:ext cx="0" cy="6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04852" name="Line 52"/>
          <p:cNvSpPr>
            <a:spLocks noChangeShapeType="1"/>
          </p:cNvSpPr>
          <p:nvPr/>
        </p:nvSpPr>
        <p:spPr bwMode="auto">
          <a:xfrm>
            <a:off x="1092200" y="4130675"/>
            <a:ext cx="1339850" cy="0"/>
          </a:xfrm>
          <a:prstGeom prst="line">
            <a:avLst/>
          </a:prstGeom>
          <a:noFill/>
          <a:ln w="7620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53" name="Oval 53"/>
          <p:cNvSpPr>
            <a:spLocks noChangeArrowheads="1"/>
          </p:cNvSpPr>
          <p:nvPr/>
        </p:nvSpPr>
        <p:spPr bwMode="auto">
          <a:xfrm>
            <a:off x="1263650" y="1728788"/>
            <a:ext cx="1014413" cy="9969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6F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04854" name="Oval 54"/>
          <p:cNvSpPr>
            <a:spLocks noChangeArrowheads="1"/>
          </p:cNvSpPr>
          <p:nvPr/>
        </p:nvSpPr>
        <p:spPr bwMode="auto">
          <a:xfrm>
            <a:off x="1435100" y="1887538"/>
            <a:ext cx="671513" cy="676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6F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204855" name="Group 55"/>
          <p:cNvGrpSpPr>
            <a:grpSpLocks/>
          </p:cNvGrpSpPr>
          <p:nvPr/>
        </p:nvGrpSpPr>
        <p:grpSpPr bwMode="auto">
          <a:xfrm>
            <a:off x="1262063" y="2225675"/>
            <a:ext cx="1012825" cy="2751138"/>
            <a:chOff x="793" y="1402"/>
            <a:chExt cx="638" cy="1733"/>
          </a:xfrm>
        </p:grpSpPr>
        <p:sp>
          <p:nvSpPr>
            <p:cNvPr id="11565" name="Line 56"/>
            <p:cNvSpPr>
              <a:spLocks noChangeShapeType="1"/>
            </p:cNvSpPr>
            <p:nvPr/>
          </p:nvSpPr>
          <p:spPr bwMode="auto">
            <a:xfrm>
              <a:off x="793" y="1402"/>
              <a:ext cx="0" cy="173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66" name="Line 57"/>
            <p:cNvSpPr>
              <a:spLocks noChangeShapeType="1"/>
            </p:cNvSpPr>
            <p:nvPr/>
          </p:nvSpPr>
          <p:spPr bwMode="auto">
            <a:xfrm flipH="1" flipV="1">
              <a:off x="1431" y="1403"/>
              <a:ext cx="0" cy="1725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858" name="Line 58"/>
          <p:cNvSpPr>
            <a:spLocks noChangeShapeType="1"/>
          </p:cNvSpPr>
          <p:nvPr/>
        </p:nvSpPr>
        <p:spPr bwMode="auto">
          <a:xfrm flipV="1">
            <a:off x="4622800" y="1731963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859" name="Group 59"/>
          <p:cNvGrpSpPr>
            <a:grpSpLocks/>
          </p:cNvGrpSpPr>
          <p:nvPr/>
        </p:nvGrpSpPr>
        <p:grpSpPr bwMode="auto">
          <a:xfrm>
            <a:off x="1771650" y="1728788"/>
            <a:ext cx="2852738" cy="993775"/>
            <a:chOff x="1116" y="1090"/>
            <a:chExt cx="1797" cy="620"/>
          </a:xfrm>
        </p:grpSpPr>
        <p:sp>
          <p:nvSpPr>
            <p:cNvPr id="11563" name="Line 60"/>
            <p:cNvSpPr>
              <a:spLocks noChangeShapeType="1"/>
            </p:cNvSpPr>
            <p:nvPr/>
          </p:nvSpPr>
          <p:spPr bwMode="auto">
            <a:xfrm>
              <a:off x="1116" y="1090"/>
              <a:ext cx="1797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64" name="Line 61"/>
            <p:cNvSpPr>
              <a:spLocks noChangeShapeType="1"/>
            </p:cNvSpPr>
            <p:nvPr/>
          </p:nvSpPr>
          <p:spPr bwMode="auto">
            <a:xfrm>
              <a:off x="1116" y="1710"/>
              <a:ext cx="1796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62" name="Group 62"/>
          <p:cNvGrpSpPr>
            <a:grpSpLocks/>
          </p:cNvGrpSpPr>
          <p:nvPr/>
        </p:nvGrpSpPr>
        <p:grpSpPr bwMode="auto">
          <a:xfrm>
            <a:off x="1771650" y="1892300"/>
            <a:ext cx="1743075" cy="673100"/>
            <a:chOff x="1116" y="1194"/>
            <a:chExt cx="1098" cy="427"/>
          </a:xfrm>
        </p:grpSpPr>
        <p:sp>
          <p:nvSpPr>
            <p:cNvPr id="11561" name="Line 63"/>
            <p:cNvSpPr>
              <a:spLocks noChangeShapeType="1"/>
            </p:cNvSpPr>
            <p:nvPr/>
          </p:nvSpPr>
          <p:spPr bwMode="auto">
            <a:xfrm>
              <a:off x="1116" y="1194"/>
              <a:ext cx="1088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62" name="Line 64"/>
            <p:cNvSpPr>
              <a:spLocks noChangeShapeType="1"/>
            </p:cNvSpPr>
            <p:nvPr/>
          </p:nvSpPr>
          <p:spPr bwMode="auto">
            <a:xfrm>
              <a:off x="1120" y="1621"/>
              <a:ext cx="1094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65" name="Group 65"/>
          <p:cNvGrpSpPr>
            <a:grpSpLocks/>
          </p:cNvGrpSpPr>
          <p:nvPr/>
        </p:nvGrpSpPr>
        <p:grpSpPr bwMode="auto">
          <a:xfrm>
            <a:off x="3500438" y="1890713"/>
            <a:ext cx="1128712" cy="677862"/>
            <a:chOff x="2208" y="1194"/>
            <a:chExt cx="711" cy="427"/>
          </a:xfrm>
        </p:grpSpPr>
        <p:sp>
          <p:nvSpPr>
            <p:cNvPr id="11559" name="Line 66"/>
            <p:cNvSpPr>
              <a:spLocks noChangeShapeType="1"/>
            </p:cNvSpPr>
            <p:nvPr/>
          </p:nvSpPr>
          <p:spPr bwMode="auto">
            <a:xfrm>
              <a:off x="2208" y="1194"/>
              <a:ext cx="7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60" name="Line 67"/>
            <p:cNvSpPr>
              <a:spLocks noChangeShapeType="1"/>
            </p:cNvSpPr>
            <p:nvPr/>
          </p:nvSpPr>
          <p:spPr bwMode="auto">
            <a:xfrm>
              <a:off x="2215" y="1621"/>
              <a:ext cx="7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68" name="Group 68"/>
          <p:cNvGrpSpPr>
            <a:grpSpLocks/>
          </p:cNvGrpSpPr>
          <p:nvPr/>
        </p:nvGrpSpPr>
        <p:grpSpPr bwMode="auto">
          <a:xfrm>
            <a:off x="1438275" y="2224088"/>
            <a:ext cx="669925" cy="2762250"/>
            <a:chOff x="906" y="1401"/>
            <a:chExt cx="422" cy="1740"/>
          </a:xfrm>
        </p:grpSpPr>
        <p:sp>
          <p:nvSpPr>
            <p:cNvPr id="11557" name="Line 69"/>
            <p:cNvSpPr>
              <a:spLocks noChangeShapeType="1"/>
            </p:cNvSpPr>
            <p:nvPr/>
          </p:nvSpPr>
          <p:spPr bwMode="auto">
            <a:xfrm>
              <a:off x="906" y="1401"/>
              <a:ext cx="0" cy="1735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58" name="Line 70"/>
            <p:cNvSpPr>
              <a:spLocks noChangeShapeType="1"/>
            </p:cNvSpPr>
            <p:nvPr/>
          </p:nvSpPr>
          <p:spPr bwMode="auto">
            <a:xfrm flipH="1" flipV="1">
              <a:off x="1328" y="1401"/>
              <a:ext cx="0" cy="174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71" name="Group 71"/>
          <p:cNvGrpSpPr>
            <a:grpSpLocks/>
          </p:cNvGrpSpPr>
          <p:nvPr/>
        </p:nvGrpSpPr>
        <p:grpSpPr bwMode="auto">
          <a:xfrm>
            <a:off x="1438275" y="4968875"/>
            <a:ext cx="669925" cy="1084263"/>
            <a:chOff x="906" y="3130"/>
            <a:chExt cx="422" cy="683"/>
          </a:xfrm>
        </p:grpSpPr>
        <p:sp>
          <p:nvSpPr>
            <p:cNvPr id="11555" name="Line 72"/>
            <p:cNvSpPr>
              <a:spLocks noChangeShapeType="1"/>
            </p:cNvSpPr>
            <p:nvPr/>
          </p:nvSpPr>
          <p:spPr bwMode="auto">
            <a:xfrm>
              <a:off x="906" y="3130"/>
              <a:ext cx="0" cy="6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56" name="Line 73"/>
            <p:cNvSpPr>
              <a:spLocks noChangeShapeType="1"/>
            </p:cNvSpPr>
            <p:nvPr/>
          </p:nvSpPr>
          <p:spPr bwMode="auto">
            <a:xfrm>
              <a:off x="1328" y="3136"/>
              <a:ext cx="0" cy="6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874" name="Line 74"/>
          <p:cNvSpPr>
            <a:spLocks noChangeShapeType="1"/>
          </p:cNvSpPr>
          <p:nvPr/>
        </p:nvSpPr>
        <p:spPr bwMode="auto">
          <a:xfrm flipV="1">
            <a:off x="1281113" y="2071688"/>
            <a:ext cx="24765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875" name="Group 75"/>
          <p:cNvGrpSpPr>
            <a:grpSpLocks/>
          </p:cNvGrpSpPr>
          <p:nvPr/>
        </p:nvGrpSpPr>
        <p:grpSpPr bwMode="auto">
          <a:xfrm>
            <a:off x="777875" y="2092325"/>
            <a:ext cx="1993900" cy="1657350"/>
            <a:chOff x="487" y="1318"/>
            <a:chExt cx="1253" cy="1044"/>
          </a:xfrm>
        </p:grpSpPr>
        <p:sp>
          <p:nvSpPr>
            <p:cNvPr id="11553" name="Line 76"/>
            <p:cNvSpPr>
              <a:spLocks noChangeShapeType="1"/>
            </p:cNvSpPr>
            <p:nvPr/>
          </p:nvSpPr>
          <p:spPr bwMode="auto">
            <a:xfrm flipH="1">
              <a:off x="487" y="1324"/>
              <a:ext cx="313" cy="1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54" name="Line 77"/>
            <p:cNvSpPr>
              <a:spLocks noChangeShapeType="1"/>
            </p:cNvSpPr>
            <p:nvPr/>
          </p:nvSpPr>
          <p:spPr bwMode="auto">
            <a:xfrm>
              <a:off x="1421" y="1318"/>
              <a:ext cx="319" cy="1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878" name="Arc 78"/>
          <p:cNvSpPr>
            <a:spLocks/>
          </p:cNvSpPr>
          <p:nvPr/>
        </p:nvSpPr>
        <p:spPr bwMode="auto">
          <a:xfrm>
            <a:off x="401638" y="5681663"/>
            <a:ext cx="327025" cy="368300"/>
          </a:xfrm>
          <a:custGeom>
            <a:avLst/>
            <a:gdLst>
              <a:gd name="T0" fmla="*/ 4764137 w 22448"/>
              <a:gd name="T1" fmla="*/ 6159786 h 22004"/>
              <a:gd name="T2" fmla="*/ 845 w 22448"/>
              <a:gd name="T3" fmla="*/ 0 h 22004"/>
              <a:gd name="T4" fmla="*/ 4584163 w 22448"/>
              <a:gd name="T5" fmla="*/ 113181 h 220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48" h="22004" fill="none" extrusionOk="0">
                <a:moveTo>
                  <a:pt x="22448" y="21987"/>
                </a:moveTo>
                <a:cubicBezTo>
                  <a:pt x="22165" y="21998"/>
                  <a:pt x="21882" y="22003"/>
                  <a:pt x="21600" y="22004"/>
                </a:cubicBezTo>
                <a:cubicBezTo>
                  <a:pt x="9670" y="22004"/>
                  <a:pt x="0" y="12333"/>
                  <a:pt x="0" y="404"/>
                </a:cubicBezTo>
                <a:cubicBezTo>
                  <a:pt x="-1" y="269"/>
                  <a:pt x="1" y="134"/>
                  <a:pt x="3" y="-1"/>
                </a:cubicBezTo>
              </a:path>
              <a:path w="22448" h="22004" stroke="0" extrusionOk="0">
                <a:moveTo>
                  <a:pt x="22448" y="21987"/>
                </a:moveTo>
                <a:cubicBezTo>
                  <a:pt x="22165" y="21998"/>
                  <a:pt x="21882" y="22003"/>
                  <a:pt x="21600" y="22004"/>
                </a:cubicBezTo>
                <a:cubicBezTo>
                  <a:pt x="9670" y="22004"/>
                  <a:pt x="0" y="12333"/>
                  <a:pt x="0" y="404"/>
                </a:cubicBezTo>
                <a:cubicBezTo>
                  <a:pt x="-1" y="269"/>
                  <a:pt x="1" y="134"/>
                  <a:pt x="3" y="-1"/>
                </a:cubicBezTo>
                <a:lnTo>
                  <a:pt x="21600" y="404"/>
                </a:lnTo>
                <a:lnTo>
                  <a:pt x="22448" y="2198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79" name="Arc 79"/>
          <p:cNvSpPr>
            <a:spLocks/>
          </p:cNvSpPr>
          <p:nvPr/>
        </p:nvSpPr>
        <p:spPr bwMode="auto">
          <a:xfrm>
            <a:off x="2801938" y="5686425"/>
            <a:ext cx="338137" cy="363538"/>
          </a:xfrm>
          <a:custGeom>
            <a:avLst/>
            <a:gdLst>
              <a:gd name="T0" fmla="*/ 5292877 w 21600"/>
              <a:gd name="T1" fmla="*/ 0 h 21868"/>
              <a:gd name="T2" fmla="*/ 61757 w 21600"/>
              <a:gd name="T3" fmla="*/ 6043528 h 21868"/>
              <a:gd name="T4" fmla="*/ 0 w 21600"/>
              <a:gd name="T5" fmla="*/ 74343 h 218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868" fill="none" extrusionOk="0">
                <a:moveTo>
                  <a:pt x="21598" y="-1"/>
                </a:moveTo>
                <a:cubicBezTo>
                  <a:pt x="21599" y="89"/>
                  <a:pt x="21600" y="179"/>
                  <a:pt x="21600" y="269"/>
                </a:cubicBezTo>
                <a:cubicBezTo>
                  <a:pt x="21600" y="12100"/>
                  <a:pt x="12082" y="21729"/>
                  <a:pt x="251" y="21867"/>
                </a:cubicBezTo>
              </a:path>
              <a:path w="21600" h="21868" stroke="0" extrusionOk="0">
                <a:moveTo>
                  <a:pt x="21598" y="-1"/>
                </a:moveTo>
                <a:cubicBezTo>
                  <a:pt x="21599" y="89"/>
                  <a:pt x="21600" y="179"/>
                  <a:pt x="21600" y="269"/>
                </a:cubicBezTo>
                <a:cubicBezTo>
                  <a:pt x="21600" y="12100"/>
                  <a:pt x="12082" y="21729"/>
                  <a:pt x="251" y="21867"/>
                </a:cubicBezTo>
                <a:lnTo>
                  <a:pt x="0" y="269"/>
                </a:lnTo>
                <a:lnTo>
                  <a:pt x="21598" y="-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880" name="Group 80"/>
          <p:cNvGrpSpPr>
            <a:grpSpLocks/>
          </p:cNvGrpSpPr>
          <p:nvPr/>
        </p:nvGrpSpPr>
        <p:grpSpPr bwMode="auto">
          <a:xfrm>
            <a:off x="560388" y="5510213"/>
            <a:ext cx="2430462" cy="357187"/>
            <a:chOff x="350" y="3465"/>
            <a:chExt cx="1531" cy="225"/>
          </a:xfrm>
        </p:grpSpPr>
        <p:sp>
          <p:nvSpPr>
            <p:cNvPr id="11551" name="Oval 81"/>
            <p:cNvSpPr>
              <a:spLocks noChangeArrowheads="1"/>
            </p:cNvSpPr>
            <p:nvPr/>
          </p:nvSpPr>
          <p:spPr bwMode="auto">
            <a:xfrm>
              <a:off x="350" y="3468"/>
              <a:ext cx="221" cy="220"/>
            </a:xfrm>
            <a:prstGeom prst="ellipse">
              <a:avLst/>
            </a:prstGeom>
            <a:solidFill>
              <a:srgbClr val="E6F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1552" name="Oval 82"/>
            <p:cNvSpPr>
              <a:spLocks noChangeArrowheads="1"/>
            </p:cNvSpPr>
            <p:nvPr/>
          </p:nvSpPr>
          <p:spPr bwMode="auto">
            <a:xfrm>
              <a:off x="1659" y="3465"/>
              <a:ext cx="222" cy="225"/>
            </a:xfrm>
            <a:prstGeom prst="ellipse">
              <a:avLst/>
            </a:prstGeom>
            <a:solidFill>
              <a:srgbClr val="E6F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grpSp>
        <p:nvGrpSpPr>
          <p:cNvPr id="204883" name="Group 83"/>
          <p:cNvGrpSpPr>
            <a:grpSpLocks/>
          </p:cNvGrpSpPr>
          <p:nvPr/>
        </p:nvGrpSpPr>
        <p:grpSpPr bwMode="auto">
          <a:xfrm>
            <a:off x="550863" y="3748088"/>
            <a:ext cx="2444750" cy="384175"/>
            <a:chOff x="353" y="2361"/>
            <a:chExt cx="1540" cy="242"/>
          </a:xfrm>
        </p:grpSpPr>
        <p:sp>
          <p:nvSpPr>
            <p:cNvPr id="11546" name="Line 84"/>
            <p:cNvSpPr>
              <a:spLocks noChangeShapeType="1"/>
            </p:cNvSpPr>
            <p:nvPr/>
          </p:nvSpPr>
          <p:spPr bwMode="auto">
            <a:xfrm flipV="1">
              <a:off x="580" y="2361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547" name="Group 85"/>
            <p:cNvGrpSpPr>
              <a:grpSpLocks/>
            </p:cNvGrpSpPr>
            <p:nvPr/>
          </p:nvGrpSpPr>
          <p:grpSpPr bwMode="auto">
            <a:xfrm>
              <a:off x="353" y="2362"/>
              <a:ext cx="1540" cy="241"/>
              <a:chOff x="353" y="2362"/>
              <a:chExt cx="1540" cy="241"/>
            </a:xfrm>
          </p:grpSpPr>
          <p:sp>
            <p:nvSpPr>
              <p:cNvPr id="11548" name="Line 86"/>
              <p:cNvSpPr>
                <a:spLocks noChangeShapeType="1"/>
              </p:cNvSpPr>
              <p:nvPr/>
            </p:nvSpPr>
            <p:spPr bwMode="auto">
              <a:xfrm flipV="1">
                <a:off x="353" y="2363"/>
                <a:ext cx="0" cy="2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49" name="Line 87"/>
              <p:cNvSpPr>
                <a:spLocks noChangeShapeType="1"/>
              </p:cNvSpPr>
              <p:nvPr/>
            </p:nvSpPr>
            <p:spPr bwMode="auto">
              <a:xfrm flipV="1">
                <a:off x="1671" y="2363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50" name="Line 88"/>
              <p:cNvSpPr>
                <a:spLocks noChangeShapeType="1"/>
              </p:cNvSpPr>
              <p:nvPr/>
            </p:nvSpPr>
            <p:spPr bwMode="auto">
              <a:xfrm flipV="1">
                <a:off x="1893" y="236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4889" name="Group 89"/>
          <p:cNvGrpSpPr>
            <a:grpSpLocks/>
          </p:cNvGrpSpPr>
          <p:nvPr/>
        </p:nvGrpSpPr>
        <p:grpSpPr bwMode="auto">
          <a:xfrm>
            <a:off x="4032250" y="3746500"/>
            <a:ext cx="360363" cy="382588"/>
            <a:chOff x="2540" y="2360"/>
            <a:chExt cx="227" cy="241"/>
          </a:xfrm>
        </p:grpSpPr>
        <p:sp>
          <p:nvSpPr>
            <p:cNvPr id="11544" name="Line 90"/>
            <p:cNvSpPr>
              <a:spLocks noChangeShapeType="1"/>
            </p:cNvSpPr>
            <p:nvPr/>
          </p:nvSpPr>
          <p:spPr bwMode="auto">
            <a:xfrm flipV="1">
              <a:off x="2540" y="2360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45" name="Line 91"/>
            <p:cNvSpPr>
              <a:spLocks noChangeShapeType="1"/>
            </p:cNvSpPr>
            <p:nvPr/>
          </p:nvSpPr>
          <p:spPr bwMode="auto">
            <a:xfrm flipV="1">
              <a:off x="2767" y="2362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892" name="Line 92"/>
          <p:cNvSpPr>
            <a:spLocks noChangeShapeType="1"/>
          </p:cNvSpPr>
          <p:nvPr/>
        </p:nvSpPr>
        <p:spPr bwMode="auto">
          <a:xfrm>
            <a:off x="771525" y="5211763"/>
            <a:ext cx="1992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893" name="Group 93"/>
          <p:cNvGrpSpPr>
            <a:grpSpLocks/>
          </p:cNvGrpSpPr>
          <p:nvPr/>
        </p:nvGrpSpPr>
        <p:grpSpPr bwMode="auto">
          <a:xfrm>
            <a:off x="773113" y="3744913"/>
            <a:ext cx="2000250" cy="1466850"/>
            <a:chOff x="487" y="2359"/>
            <a:chExt cx="1254" cy="924"/>
          </a:xfrm>
        </p:grpSpPr>
        <p:sp>
          <p:nvSpPr>
            <p:cNvPr id="11542" name="Line 94"/>
            <p:cNvSpPr>
              <a:spLocks noChangeShapeType="1"/>
            </p:cNvSpPr>
            <p:nvPr/>
          </p:nvSpPr>
          <p:spPr bwMode="auto">
            <a:xfrm flipV="1">
              <a:off x="487" y="2359"/>
              <a:ext cx="0" cy="92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43" name="Line 95"/>
            <p:cNvSpPr>
              <a:spLocks noChangeShapeType="1"/>
            </p:cNvSpPr>
            <p:nvPr/>
          </p:nvSpPr>
          <p:spPr bwMode="auto">
            <a:xfrm>
              <a:off x="1741" y="2362"/>
              <a:ext cx="0" cy="92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896" name="Group 96"/>
          <p:cNvGrpSpPr>
            <a:grpSpLocks/>
          </p:cNvGrpSpPr>
          <p:nvPr/>
        </p:nvGrpSpPr>
        <p:grpSpPr bwMode="auto">
          <a:xfrm>
            <a:off x="773113" y="4968875"/>
            <a:ext cx="2000250" cy="247650"/>
            <a:chOff x="487" y="3130"/>
            <a:chExt cx="1254" cy="156"/>
          </a:xfrm>
        </p:grpSpPr>
        <p:sp>
          <p:nvSpPr>
            <p:cNvPr id="11540" name="Line 97"/>
            <p:cNvSpPr>
              <a:spLocks noChangeShapeType="1"/>
            </p:cNvSpPr>
            <p:nvPr/>
          </p:nvSpPr>
          <p:spPr bwMode="auto">
            <a:xfrm>
              <a:off x="487" y="3130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41" name="Line 98"/>
            <p:cNvSpPr>
              <a:spLocks noChangeShapeType="1"/>
            </p:cNvSpPr>
            <p:nvPr/>
          </p:nvSpPr>
          <p:spPr bwMode="auto">
            <a:xfrm>
              <a:off x="1741" y="313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899" name="Line 99"/>
          <p:cNvSpPr>
            <a:spLocks noChangeShapeType="1"/>
          </p:cNvSpPr>
          <p:nvPr/>
        </p:nvSpPr>
        <p:spPr bwMode="auto">
          <a:xfrm>
            <a:off x="1300163" y="5221288"/>
            <a:ext cx="912812" cy="0"/>
          </a:xfrm>
          <a:prstGeom prst="line">
            <a:avLst/>
          </a:prstGeom>
          <a:noFill/>
          <a:ln w="3810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0" name="Line 100"/>
          <p:cNvSpPr>
            <a:spLocks noChangeShapeType="1"/>
          </p:cNvSpPr>
          <p:nvPr/>
        </p:nvSpPr>
        <p:spPr bwMode="auto">
          <a:xfrm flipH="1" flipV="1">
            <a:off x="1279525" y="2071688"/>
            <a:ext cx="488950" cy="1524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01" name="Group 101"/>
          <p:cNvGrpSpPr>
            <a:grpSpLocks/>
          </p:cNvGrpSpPr>
          <p:nvPr/>
        </p:nvGrpSpPr>
        <p:grpSpPr bwMode="auto">
          <a:xfrm>
            <a:off x="1287463" y="2063750"/>
            <a:ext cx="963612" cy="3165475"/>
            <a:chOff x="809" y="1300"/>
            <a:chExt cx="604" cy="1994"/>
          </a:xfrm>
        </p:grpSpPr>
        <p:sp>
          <p:nvSpPr>
            <p:cNvPr id="11538" name="Line 102"/>
            <p:cNvSpPr>
              <a:spLocks noChangeShapeType="1"/>
            </p:cNvSpPr>
            <p:nvPr/>
          </p:nvSpPr>
          <p:spPr bwMode="auto">
            <a:xfrm>
              <a:off x="809" y="1306"/>
              <a:ext cx="0" cy="197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39" name="Line 103"/>
            <p:cNvSpPr>
              <a:spLocks noChangeShapeType="1"/>
            </p:cNvSpPr>
            <p:nvPr/>
          </p:nvSpPr>
          <p:spPr bwMode="auto">
            <a:xfrm>
              <a:off x="1413" y="1300"/>
              <a:ext cx="0" cy="199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04" name="Line 104"/>
          <p:cNvSpPr>
            <a:spLocks noChangeShapeType="1"/>
          </p:cNvSpPr>
          <p:nvPr/>
        </p:nvSpPr>
        <p:spPr bwMode="auto">
          <a:xfrm>
            <a:off x="1311275" y="5211763"/>
            <a:ext cx="882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05" name="Group 105"/>
          <p:cNvGrpSpPr>
            <a:grpSpLocks/>
          </p:cNvGrpSpPr>
          <p:nvPr/>
        </p:nvGrpSpPr>
        <p:grpSpPr bwMode="auto">
          <a:xfrm>
            <a:off x="1612900" y="2690813"/>
            <a:ext cx="317500" cy="1060450"/>
            <a:chOff x="1019" y="1692"/>
            <a:chExt cx="200" cy="671"/>
          </a:xfrm>
        </p:grpSpPr>
        <p:sp>
          <p:nvSpPr>
            <p:cNvPr id="11536" name="Line 106"/>
            <p:cNvSpPr>
              <a:spLocks noChangeShapeType="1"/>
            </p:cNvSpPr>
            <p:nvPr/>
          </p:nvSpPr>
          <p:spPr bwMode="auto">
            <a:xfrm>
              <a:off x="1019" y="1693"/>
              <a:ext cx="0" cy="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37" name="Line 107"/>
            <p:cNvSpPr>
              <a:spLocks noChangeShapeType="1"/>
            </p:cNvSpPr>
            <p:nvPr/>
          </p:nvSpPr>
          <p:spPr bwMode="auto">
            <a:xfrm>
              <a:off x="1219" y="1692"/>
              <a:ext cx="0" cy="6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08" name="Line 108"/>
          <p:cNvSpPr>
            <a:spLocks noChangeShapeType="1"/>
          </p:cNvSpPr>
          <p:nvPr/>
        </p:nvSpPr>
        <p:spPr bwMode="auto">
          <a:xfrm>
            <a:off x="4237038" y="2689225"/>
            <a:ext cx="0" cy="236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9" name="Line 109"/>
          <p:cNvSpPr>
            <a:spLocks noChangeShapeType="1"/>
          </p:cNvSpPr>
          <p:nvPr/>
        </p:nvSpPr>
        <p:spPr bwMode="auto">
          <a:xfrm>
            <a:off x="4235450" y="2925763"/>
            <a:ext cx="363538" cy="825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10" name="Group 110"/>
          <p:cNvGrpSpPr>
            <a:grpSpLocks/>
          </p:cNvGrpSpPr>
          <p:nvPr/>
        </p:nvGrpSpPr>
        <p:grpSpPr bwMode="auto">
          <a:xfrm>
            <a:off x="1616075" y="5210175"/>
            <a:ext cx="319088" cy="841375"/>
            <a:chOff x="1018" y="3282"/>
            <a:chExt cx="201" cy="530"/>
          </a:xfrm>
        </p:grpSpPr>
        <p:sp>
          <p:nvSpPr>
            <p:cNvPr id="11534" name="Line 111"/>
            <p:cNvSpPr>
              <a:spLocks noChangeShapeType="1"/>
            </p:cNvSpPr>
            <p:nvPr/>
          </p:nvSpPr>
          <p:spPr bwMode="auto">
            <a:xfrm>
              <a:off x="1018" y="3282"/>
              <a:ext cx="0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35" name="Line 112"/>
            <p:cNvSpPr>
              <a:spLocks noChangeShapeType="1"/>
            </p:cNvSpPr>
            <p:nvPr/>
          </p:nvSpPr>
          <p:spPr bwMode="auto">
            <a:xfrm>
              <a:off x="1219" y="3283"/>
              <a:ext cx="0" cy="5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13" name="Line 113"/>
          <p:cNvSpPr>
            <a:spLocks noChangeShapeType="1"/>
          </p:cNvSpPr>
          <p:nvPr/>
        </p:nvSpPr>
        <p:spPr bwMode="auto">
          <a:xfrm>
            <a:off x="1625600" y="5710238"/>
            <a:ext cx="3159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4" name="Line 114"/>
          <p:cNvSpPr>
            <a:spLocks noChangeShapeType="1"/>
          </p:cNvSpPr>
          <p:nvPr/>
        </p:nvSpPr>
        <p:spPr bwMode="auto">
          <a:xfrm>
            <a:off x="1611313" y="2927350"/>
            <a:ext cx="31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5" name="Text Box 115"/>
          <p:cNvSpPr txBox="1">
            <a:spLocks noChangeArrowheads="1"/>
          </p:cNvSpPr>
          <p:nvPr/>
        </p:nvSpPr>
        <p:spPr bwMode="auto">
          <a:xfrm>
            <a:off x="3486150" y="4951413"/>
            <a:ext cx="1158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itchFamily="2" charset="-122"/>
              </a:rPr>
              <a:t>底板</a:t>
            </a:r>
          </a:p>
        </p:txBody>
      </p:sp>
      <p:sp>
        <p:nvSpPr>
          <p:cNvPr id="204916" name="Text Box 116"/>
          <p:cNvSpPr txBox="1">
            <a:spLocks noChangeArrowheads="1"/>
          </p:cNvSpPr>
          <p:nvPr/>
        </p:nvSpPr>
        <p:spPr bwMode="auto">
          <a:xfrm>
            <a:off x="3530600" y="4940300"/>
            <a:ext cx="1158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itchFamily="2" charset="-122"/>
              </a:rPr>
              <a:t>圆筒</a:t>
            </a:r>
          </a:p>
        </p:txBody>
      </p:sp>
      <p:sp>
        <p:nvSpPr>
          <p:cNvPr id="204917" name="Text Box 117"/>
          <p:cNvSpPr txBox="1">
            <a:spLocks noChangeArrowheads="1"/>
          </p:cNvSpPr>
          <p:nvPr/>
        </p:nvSpPr>
        <p:spPr bwMode="auto">
          <a:xfrm>
            <a:off x="3443288" y="5003800"/>
            <a:ext cx="1455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支撑板</a:t>
            </a:r>
          </a:p>
        </p:txBody>
      </p:sp>
      <p:sp>
        <p:nvSpPr>
          <p:cNvPr id="204918" name="Text Box 118"/>
          <p:cNvSpPr txBox="1">
            <a:spLocks noChangeArrowheads="1"/>
          </p:cNvSpPr>
          <p:nvPr/>
        </p:nvSpPr>
        <p:spPr bwMode="auto">
          <a:xfrm>
            <a:off x="3787775" y="5008563"/>
            <a:ext cx="685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itchFamily="2" charset="-122"/>
              </a:rPr>
              <a:t>肋</a:t>
            </a:r>
          </a:p>
        </p:txBody>
      </p:sp>
      <p:sp>
        <p:nvSpPr>
          <p:cNvPr id="204919" name="Text Box 119"/>
          <p:cNvSpPr txBox="1">
            <a:spLocks noChangeArrowheads="1"/>
          </p:cNvSpPr>
          <p:nvPr/>
        </p:nvSpPr>
        <p:spPr bwMode="auto">
          <a:xfrm>
            <a:off x="3568700" y="4970463"/>
            <a:ext cx="1158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itchFamily="2" charset="-122"/>
              </a:rPr>
              <a:t>凸台</a:t>
            </a:r>
          </a:p>
        </p:txBody>
      </p:sp>
      <p:sp>
        <p:nvSpPr>
          <p:cNvPr id="204920" name="Line 120"/>
          <p:cNvSpPr>
            <a:spLocks noChangeShapeType="1"/>
          </p:cNvSpPr>
          <p:nvPr/>
        </p:nvSpPr>
        <p:spPr bwMode="auto">
          <a:xfrm>
            <a:off x="1546225" y="1470025"/>
            <a:ext cx="2767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21" name="Group 121"/>
          <p:cNvGrpSpPr>
            <a:grpSpLocks/>
          </p:cNvGrpSpPr>
          <p:nvPr/>
        </p:nvGrpSpPr>
        <p:grpSpPr bwMode="auto">
          <a:xfrm>
            <a:off x="1554163" y="1471613"/>
            <a:ext cx="438150" cy="307975"/>
            <a:chOff x="979" y="927"/>
            <a:chExt cx="276" cy="194"/>
          </a:xfrm>
        </p:grpSpPr>
        <p:sp>
          <p:nvSpPr>
            <p:cNvPr id="11532" name="Line 122"/>
            <p:cNvSpPr>
              <a:spLocks noChangeShapeType="1"/>
            </p:cNvSpPr>
            <p:nvPr/>
          </p:nvSpPr>
          <p:spPr bwMode="auto">
            <a:xfrm flipV="1">
              <a:off x="979" y="927"/>
              <a:ext cx="0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33" name="Line 123"/>
            <p:cNvSpPr>
              <a:spLocks noChangeShapeType="1"/>
            </p:cNvSpPr>
            <p:nvPr/>
          </p:nvSpPr>
          <p:spPr bwMode="auto">
            <a:xfrm>
              <a:off x="1255" y="927"/>
              <a:ext cx="0" cy="1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924" name="Group 124"/>
          <p:cNvGrpSpPr>
            <a:grpSpLocks/>
          </p:cNvGrpSpPr>
          <p:nvPr/>
        </p:nvGrpSpPr>
        <p:grpSpPr bwMode="auto">
          <a:xfrm>
            <a:off x="3873500" y="1470025"/>
            <a:ext cx="439738" cy="257175"/>
            <a:chOff x="2440" y="926"/>
            <a:chExt cx="277" cy="162"/>
          </a:xfrm>
        </p:grpSpPr>
        <p:sp>
          <p:nvSpPr>
            <p:cNvPr id="11530" name="Line 125"/>
            <p:cNvSpPr>
              <a:spLocks noChangeShapeType="1"/>
            </p:cNvSpPr>
            <p:nvPr/>
          </p:nvSpPr>
          <p:spPr bwMode="auto">
            <a:xfrm>
              <a:off x="2440" y="926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31" name="Line 126"/>
            <p:cNvSpPr>
              <a:spLocks noChangeShapeType="1"/>
            </p:cNvSpPr>
            <p:nvPr/>
          </p:nvSpPr>
          <p:spPr bwMode="auto">
            <a:xfrm>
              <a:off x="2717" y="928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27" name="Line 127"/>
          <p:cNvSpPr>
            <a:spLocks noChangeShapeType="1"/>
          </p:cNvSpPr>
          <p:nvPr/>
        </p:nvSpPr>
        <p:spPr bwMode="auto">
          <a:xfrm>
            <a:off x="1997075" y="1470025"/>
            <a:ext cx="1873250" cy="0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28" name="Group 128"/>
          <p:cNvGrpSpPr>
            <a:grpSpLocks/>
          </p:cNvGrpSpPr>
          <p:nvPr/>
        </p:nvGrpSpPr>
        <p:grpSpPr bwMode="auto">
          <a:xfrm>
            <a:off x="1633538" y="1470025"/>
            <a:ext cx="280987" cy="457200"/>
            <a:chOff x="1029" y="926"/>
            <a:chExt cx="177" cy="288"/>
          </a:xfrm>
        </p:grpSpPr>
        <p:sp>
          <p:nvSpPr>
            <p:cNvPr id="11528" name="Line 129"/>
            <p:cNvSpPr>
              <a:spLocks noChangeShapeType="1"/>
            </p:cNvSpPr>
            <p:nvPr/>
          </p:nvSpPr>
          <p:spPr bwMode="auto">
            <a:xfrm>
              <a:off x="1029" y="928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29" name="Line 130"/>
            <p:cNvSpPr>
              <a:spLocks noChangeShapeType="1"/>
            </p:cNvSpPr>
            <p:nvPr/>
          </p:nvSpPr>
          <p:spPr bwMode="auto">
            <a:xfrm>
              <a:off x="1206" y="92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31" name="Line 131"/>
          <p:cNvSpPr>
            <a:spLocks noChangeShapeType="1"/>
          </p:cNvSpPr>
          <p:nvPr/>
        </p:nvSpPr>
        <p:spPr bwMode="auto">
          <a:xfrm>
            <a:off x="1550988" y="1776413"/>
            <a:ext cx="254635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32" name="Group 132"/>
          <p:cNvGrpSpPr>
            <a:grpSpLocks/>
          </p:cNvGrpSpPr>
          <p:nvPr/>
        </p:nvGrpSpPr>
        <p:grpSpPr bwMode="auto">
          <a:xfrm>
            <a:off x="1531938" y="1752600"/>
            <a:ext cx="482600" cy="44450"/>
            <a:chOff x="965" y="1104"/>
            <a:chExt cx="304" cy="28"/>
          </a:xfrm>
        </p:grpSpPr>
        <p:sp>
          <p:nvSpPr>
            <p:cNvPr id="11526" name="Oval 133"/>
            <p:cNvSpPr>
              <a:spLocks noChangeArrowheads="1"/>
            </p:cNvSpPr>
            <p:nvPr/>
          </p:nvSpPr>
          <p:spPr bwMode="auto">
            <a:xfrm>
              <a:off x="965" y="1104"/>
              <a:ext cx="27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1527" name="Oval 134"/>
            <p:cNvSpPr>
              <a:spLocks noChangeArrowheads="1"/>
            </p:cNvSpPr>
            <p:nvPr/>
          </p:nvSpPr>
          <p:spPr bwMode="auto">
            <a:xfrm>
              <a:off x="1241" y="1104"/>
              <a:ext cx="28" cy="27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204935" name="Line 135"/>
          <p:cNvSpPr>
            <a:spLocks noChangeShapeType="1"/>
          </p:cNvSpPr>
          <p:nvPr/>
        </p:nvSpPr>
        <p:spPr bwMode="auto">
          <a:xfrm>
            <a:off x="1633538" y="1928813"/>
            <a:ext cx="2447925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6" name="Line 136"/>
          <p:cNvSpPr>
            <a:spLocks noChangeShapeType="1"/>
          </p:cNvSpPr>
          <p:nvPr/>
        </p:nvSpPr>
        <p:spPr bwMode="auto">
          <a:xfrm>
            <a:off x="3952875" y="1885950"/>
            <a:ext cx="282575" cy="0"/>
          </a:xfrm>
          <a:prstGeom prst="line">
            <a:avLst/>
          </a:prstGeom>
          <a:noFill/>
          <a:ln w="3810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37" name="Arc 137"/>
          <p:cNvSpPr>
            <a:spLocks/>
          </p:cNvSpPr>
          <p:nvPr/>
        </p:nvSpPr>
        <p:spPr bwMode="auto">
          <a:xfrm flipV="1">
            <a:off x="3954463" y="1862138"/>
            <a:ext cx="280987" cy="69850"/>
          </a:xfrm>
          <a:custGeom>
            <a:avLst/>
            <a:gdLst>
              <a:gd name="T0" fmla="*/ 0 w 37346"/>
              <a:gd name="T1" fmla="*/ 108685 h 21600"/>
              <a:gd name="T2" fmla="*/ 2114114 w 37346"/>
              <a:gd name="T3" fmla="*/ 116171 h 21600"/>
              <a:gd name="T4" fmla="*/ 1045286 w 37346"/>
              <a:gd name="T5" fmla="*/ 225881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346" h="21600" fill="none" extrusionOk="0">
                <a:moveTo>
                  <a:pt x="-1" y="10392"/>
                </a:moveTo>
                <a:cubicBezTo>
                  <a:pt x="3916" y="3940"/>
                  <a:pt x="10916" y="-1"/>
                  <a:pt x="18465" y="0"/>
                </a:cubicBezTo>
                <a:cubicBezTo>
                  <a:pt x="26308" y="0"/>
                  <a:pt x="33536" y="4252"/>
                  <a:pt x="37346" y="11108"/>
                </a:cubicBezTo>
              </a:path>
              <a:path w="37346" h="21600" stroke="0" extrusionOk="0">
                <a:moveTo>
                  <a:pt x="-1" y="10392"/>
                </a:moveTo>
                <a:cubicBezTo>
                  <a:pt x="3916" y="3940"/>
                  <a:pt x="10916" y="-1"/>
                  <a:pt x="18465" y="0"/>
                </a:cubicBezTo>
                <a:cubicBezTo>
                  <a:pt x="26308" y="0"/>
                  <a:pt x="33536" y="4252"/>
                  <a:pt x="37346" y="11108"/>
                </a:cubicBezTo>
                <a:lnTo>
                  <a:pt x="18465" y="21600"/>
                </a:lnTo>
                <a:lnTo>
                  <a:pt x="-1" y="103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38" name="Group 138"/>
          <p:cNvGrpSpPr>
            <a:grpSpLocks/>
          </p:cNvGrpSpPr>
          <p:nvPr/>
        </p:nvGrpSpPr>
        <p:grpSpPr bwMode="auto">
          <a:xfrm>
            <a:off x="1262063" y="2046288"/>
            <a:ext cx="1003300" cy="46037"/>
            <a:chOff x="795" y="1289"/>
            <a:chExt cx="632" cy="29"/>
          </a:xfrm>
        </p:grpSpPr>
        <p:sp>
          <p:nvSpPr>
            <p:cNvPr id="11524" name="Oval 139"/>
            <p:cNvSpPr>
              <a:spLocks noChangeArrowheads="1"/>
            </p:cNvSpPr>
            <p:nvPr/>
          </p:nvSpPr>
          <p:spPr bwMode="auto">
            <a:xfrm>
              <a:off x="1399" y="1290"/>
              <a:ext cx="28" cy="27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1525" name="Oval 140"/>
            <p:cNvSpPr>
              <a:spLocks noChangeArrowheads="1"/>
            </p:cNvSpPr>
            <p:nvPr/>
          </p:nvSpPr>
          <p:spPr bwMode="auto">
            <a:xfrm>
              <a:off x="795" y="1289"/>
              <a:ext cx="29" cy="29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204941" name="Line 141"/>
          <p:cNvSpPr>
            <a:spLocks noChangeShapeType="1"/>
          </p:cNvSpPr>
          <p:nvPr/>
        </p:nvSpPr>
        <p:spPr bwMode="auto">
          <a:xfrm>
            <a:off x="1620838" y="5211763"/>
            <a:ext cx="304800" cy="0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42" name="Group 142"/>
          <p:cNvGrpSpPr>
            <a:grpSpLocks/>
          </p:cNvGrpSpPr>
          <p:nvPr/>
        </p:nvGrpSpPr>
        <p:grpSpPr bwMode="auto">
          <a:xfrm>
            <a:off x="1258888" y="4973638"/>
            <a:ext cx="1012825" cy="1079500"/>
            <a:chOff x="793" y="3133"/>
            <a:chExt cx="638" cy="680"/>
          </a:xfrm>
        </p:grpSpPr>
        <p:sp>
          <p:nvSpPr>
            <p:cNvPr id="11522" name="Line 143"/>
            <p:cNvSpPr>
              <a:spLocks noChangeShapeType="1"/>
            </p:cNvSpPr>
            <p:nvPr/>
          </p:nvSpPr>
          <p:spPr bwMode="auto">
            <a:xfrm>
              <a:off x="1431" y="3134"/>
              <a:ext cx="0" cy="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23" name="Line 144"/>
            <p:cNvSpPr>
              <a:spLocks noChangeShapeType="1"/>
            </p:cNvSpPr>
            <p:nvPr/>
          </p:nvSpPr>
          <p:spPr bwMode="auto">
            <a:xfrm>
              <a:off x="793" y="3133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945" name="Group 145"/>
          <p:cNvGrpSpPr>
            <a:grpSpLocks/>
          </p:cNvGrpSpPr>
          <p:nvPr/>
        </p:nvGrpSpPr>
        <p:grpSpPr bwMode="auto">
          <a:xfrm>
            <a:off x="1258888" y="4979988"/>
            <a:ext cx="1014412" cy="227012"/>
            <a:chOff x="789" y="3137"/>
            <a:chExt cx="641" cy="143"/>
          </a:xfrm>
        </p:grpSpPr>
        <p:sp>
          <p:nvSpPr>
            <p:cNvPr id="11520" name="Line 146"/>
            <p:cNvSpPr>
              <a:spLocks noChangeShapeType="1"/>
            </p:cNvSpPr>
            <p:nvPr/>
          </p:nvSpPr>
          <p:spPr bwMode="auto">
            <a:xfrm>
              <a:off x="1430" y="3137"/>
              <a:ext cx="0" cy="142"/>
            </a:xfrm>
            <a:prstGeom prst="line">
              <a:avLst/>
            </a:prstGeom>
            <a:noFill/>
            <a:ln w="38100">
              <a:solidFill>
                <a:srgbClr val="E6F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21" name="Line 147"/>
            <p:cNvSpPr>
              <a:spLocks noChangeShapeType="1"/>
            </p:cNvSpPr>
            <p:nvPr/>
          </p:nvSpPr>
          <p:spPr bwMode="auto">
            <a:xfrm>
              <a:off x="789" y="3137"/>
              <a:ext cx="0" cy="143"/>
            </a:xfrm>
            <a:prstGeom prst="line">
              <a:avLst/>
            </a:prstGeom>
            <a:noFill/>
            <a:ln w="38100">
              <a:solidFill>
                <a:srgbClr val="E6F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4948" name="Group 148"/>
          <p:cNvGrpSpPr>
            <a:grpSpLocks/>
          </p:cNvGrpSpPr>
          <p:nvPr/>
        </p:nvGrpSpPr>
        <p:grpSpPr bwMode="auto">
          <a:xfrm>
            <a:off x="1260475" y="5189538"/>
            <a:ext cx="1006475" cy="44450"/>
            <a:chOff x="794" y="3269"/>
            <a:chExt cx="634" cy="28"/>
          </a:xfrm>
        </p:grpSpPr>
        <p:sp>
          <p:nvSpPr>
            <p:cNvPr id="11518" name="Oval 149"/>
            <p:cNvSpPr>
              <a:spLocks noChangeArrowheads="1"/>
            </p:cNvSpPr>
            <p:nvPr/>
          </p:nvSpPr>
          <p:spPr bwMode="auto">
            <a:xfrm>
              <a:off x="1399" y="3269"/>
              <a:ext cx="29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1519" name="Oval 150"/>
            <p:cNvSpPr>
              <a:spLocks noChangeArrowheads="1"/>
            </p:cNvSpPr>
            <p:nvPr/>
          </p:nvSpPr>
          <p:spPr bwMode="auto">
            <a:xfrm>
              <a:off x="794" y="3269"/>
              <a:ext cx="29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grpSp>
        <p:nvGrpSpPr>
          <p:cNvPr id="204951" name="Group 151"/>
          <p:cNvGrpSpPr>
            <a:grpSpLocks/>
          </p:cNvGrpSpPr>
          <p:nvPr/>
        </p:nvGrpSpPr>
        <p:grpSpPr bwMode="auto">
          <a:xfrm>
            <a:off x="1609725" y="1905000"/>
            <a:ext cx="325438" cy="44450"/>
            <a:chOff x="1014" y="1200"/>
            <a:chExt cx="205" cy="28"/>
          </a:xfrm>
        </p:grpSpPr>
        <p:sp>
          <p:nvSpPr>
            <p:cNvPr id="11516" name="Oval 152"/>
            <p:cNvSpPr>
              <a:spLocks noChangeArrowheads="1"/>
            </p:cNvSpPr>
            <p:nvPr/>
          </p:nvSpPr>
          <p:spPr bwMode="auto">
            <a:xfrm>
              <a:off x="1014" y="1200"/>
              <a:ext cx="28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1517" name="Oval 153"/>
            <p:cNvSpPr>
              <a:spLocks noChangeArrowheads="1"/>
            </p:cNvSpPr>
            <p:nvPr/>
          </p:nvSpPr>
          <p:spPr bwMode="auto">
            <a:xfrm>
              <a:off x="1192" y="1200"/>
              <a:ext cx="27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204954" name="Line 154"/>
          <p:cNvSpPr>
            <a:spLocks noChangeShapeType="1"/>
          </p:cNvSpPr>
          <p:nvPr/>
        </p:nvSpPr>
        <p:spPr bwMode="auto">
          <a:xfrm>
            <a:off x="1935163" y="2927350"/>
            <a:ext cx="22987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55" name="Oval 155"/>
          <p:cNvSpPr>
            <a:spLocks noChangeArrowheads="1"/>
          </p:cNvSpPr>
          <p:nvPr/>
        </p:nvSpPr>
        <p:spPr bwMode="auto">
          <a:xfrm>
            <a:off x="3732213" y="2046288"/>
            <a:ext cx="49212" cy="47625"/>
          </a:xfrm>
          <a:prstGeom prst="ellipse">
            <a:avLst/>
          </a:prstGeom>
          <a:solidFill>
            <a:srgbClr val="E6F0FF"/>
          </a:solidFill>
          <a:ln w="19050">
            <a:solidFill>
              <a:srgbClr val="A5002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204956" name="Group 156"/>
          <p:cNvGrpSpPr>
            <a:grpSpLocks/>
          </p:cNvGrpSpPr>
          <p:nvPr/>
        </p:nvGrpSpPr>
        <p:grpSpPr bwMode="auto">
          <a:xfrm>
            <a:off x="3511550" y="1727200"/>
            <a:ext cx="1112838" cy="995363"/>
            <a:chOff x="2212" y="1090"/>
            <a:chExt cx="698" cy="621"/>
          </a:xfrm>
        </p:grpSpPr>
        <p:sp>
          <p:nvSpPr>
            <p:cNvPr id="11514" name="Line 157"/>
            <p:cNvSpPr>
              <a:spLocks noChangeShapeType="1"/>
            </p:cNvSpPr>
            <p:nvPr/>
          </p:nvSpPr>
          <p:spPr bwMode="auto">
            <a:xfrm>
              <a:off x="2212" y="1711"/>
              <a:ext cx="6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15" name="Line 158"/>
            <p:cNvSpPr>
              <a:spLocks noChangeShapeType="1"/>
            </p:cNvSpPr>
            <p:nvPr/>
          </p:nvSpPr>
          <p:spPr bwMode="auto">
            <a:xfrm>
              <a:off x="2213" y="1090"/>
              <a:ext cx="6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59" name="Line 159"/>
          <p:cNvSpPr>
            <a:spLocks noChangeShapeType="1"/>
          </p:cNvSpPr>
          <p:nvPr/>
        </p:nvSpPr>
        <p:spPr bwMode="auto">
          <a:xfrm>
            <a:off x="3759200" y="2719388"/>
            <a:ext cx="471488" cy="0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0" name="Line 160"/>
          <p:cNvSpPr>
            <a:spLocks noChangeShapeType="1"/>
          </p:cNvSpPr>
          <p:nvPr/>
        </p:nvSpPr>
        <p:spPr bwMode="auto">
          <a:xfrm>
            <a:off x="3754438" y="2697163"/>
            <a:ext cx="48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1" name="Line 161"/>
          <p:cNvSpPr>
            <a:spLocks noChangeShapeType="1"/>
          </p:cNvSpPr>
          <p:nvPr/>
        </p:nvSpPr>
        <p:spPr bwMode="auto">
          <a:xfrm flipV="1">
            <a:off x="3509963" y="1731963"/>
            <a:ext cx="0" cy="2397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2" name="Line 162"/>
          <p:cNvSpPr>
            <a:spLocks noChangeShapeType="1"/>
          </p:cNvSpPr>
          <p:nvPr/>
        </p:nvSpPr>
        <p:spPr bwMode="auto">
          <a:xfrm flipV="1">
            <a:off x="3757613" y="2092325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3" name="Line 163"/>
          <p:cNvSpPr>
            <a:spLocks noChangeShapeType="1"/>
          </p:cNvSpPr>
          <p:nvPr/>
        </p:nvSpPr>
        <p:spPr bwMode="auto">
          <a:xfrm>
            <a:off x="3879850" y="1728788"/>
            <a:ext cx="430213" cy="1587"/>
          </a:xfrm>
          <a:prstGeom prst="line">
            <a:avLst/>
          </a:prstGeom>
          <a:noFill/>
          <a:ln w="3810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4" name="Arc 164"/>
          <p:cNvSpPr>
            <a:spLocks/>
          </p:cNvSpPr>
          <p:nvPr/>
        </p:nvSpPr>
        <p:spPr bwMode="auto">
          <a:xfrm>
            <a:off x="3873500" y="1477963"/>
            <a:ext cx="441325" cy="298450"/>
          </a:xfrm>
          <a:custGeom>
            <a:avLst/>
            <a:gdLst>
              <a:gd name="T0" fmla="*/ 8420933 w 23129"/>
              <a:gd name="T1" fmla="*/ 3449225 h 21600"/>
              <a:gd name="T2" fmla="*/ 0 w 23129"/>
              <a:gd name="T3" fmla="*/ 3515478 h 21600"/>
              <a:gd name="T4" fmla="*/ 4110892 w 23129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129" h="21600" fill="none" extrusionOk="0">
                <a:moveTo>
                  <a:pt x="23129" y="18067"/>
                </a:moveTo>
                <a:cubicBezTo>
                  <a:pt x="19611" y="20372"/>
                  <a:pt x="15496" y="21599"/>
                  <a:pt x="11291" y="21600"/>
                </a:cubicBezTo>
                <a:cubicBezTo>
                  <a:pt x="7305" y="21600"/>
                  <a:pt x="3397" y="20497"/>
                  <a:pt x="0" y="18413"/>
                </a:cubicBezTo>
              </a:path>
              <a:path w="23129" h="21600" stroke="0" extrusionOk="0">
                <a:moveTo>
                  <a:pt x="23129" y="18067"/>
                </a:moveTo>
                <a:cubicBezTo>
                  <a:pt x="19611" y="20372"/>
                  <a:pt x="15496" y="21599"/>
                  <a:pt x="11291" y="21600"/>
                </a:cubicBezTo>
                <a:cubicBezTo>
                  <a:pt x="7305" y="21600"/>
                  <a:pt x="3397" y="20497"/>
                  <a:pt x="0" y="18413"/>
                </a:cubicBezTo>
                <a:lnTo>
                  <a:pt x="11291" y="0"/>
                </a:lnTo>
                <a:lnTo>
                  <a:pt x="23129" y="1806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65" name="Group 165"/>
          <p:cNvGrpSpPr>
            <a:grpSpLocks/>
          </p:cNvGrpSpPr>
          <p:nvPr/>
        </p:nvGrpSpPr>
        <p:grpSpPr bwMode="auto">
          <a:xfrm>
            <a:off x="3946525" y="1471613"/>
            <a:ext cx="292100" cy="423862"/>
            <a:chOff x="2488" y="927"/>
            <a:chExt cx="182" cy="267"/>
          </a:xfrm>
        </p:grpSpPr>
        <p:sp>
          <p:nvSpPr>
            <p:cNvPr id="11512" name="Line 166"/>
            <p:cNvSpPr>
              <a:spLocks noChangeShapeType="1"/>
            </p:cNvSpPr>
            <p:nvPr/>
          </p:nvSpPr>
          <p:spPr bwMode="auto">
            <a:xfrm>
              <a:off x="2488" y="927"/>
              <a:ext cx="0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13" name="Line 167"/>
            <p:cNvSpPr>
              <a:spLocks noChangeShapeType="1"/>
            </p:cNvSpPr>
            <p:nvPr/>
          </p:nvSpPr>
          <p:spPr bwMode="auto">
            <a:xfrm>
              <a:off x="2670" y="928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4968" name="Line 168"/>
          <p:cNvSpPr>
            <a:spLocks noChangeShapeType="1"/>
          </p:cNvSpPr>
          <p:nvPr/>
        </p:nvSpPr>
        <p:spPr bwMode="auto">
          <a:xfrm>
            <a:off x="3514725" y="2716213"/>
            <a:ext cx="239713" cy="0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9" name="Line 169"/>
          <p:cNvSpPr>
            <a:spLocks noChangeShapeType="1"/>
          </p:cNvSpPr>
          <p:nvPr/>
        </p:nvSpPr>
        <p:spPr bwMode="auto">
          <a:xfrm>
            <a:off x="1614488" y="2695575"/>
            <a:ext cx="2625725" cy="158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70" name="Freeform 170"/>
          <p:cNvSpPr>
            <a:spLocks/>
          </p:cNvSpPr>
          <p:nvPr/>
        </p:nvSpPr>
        <p:spPr bwMode="auto">
          <a:xfrm>
            <a:off x="7445375" y="2876550"/>
            <a:ext cx="450850" cy="287338"/>
          </a:xfrm>
          <a:custGeom>
            <a:avLst/>
            <a:gdLst>
              <a:gd name="T0" fmla="*/ 0 w 402"/>
              <a:gd name="T1" fmla="*/ 15000832 h 257"/>
              <a:gd name="T2" fmla="*/ 460354860 w 402"/>
              <a:gd name="T3" fmla="*/ 0 h 257"/>
              <a:gd name="T4" fmla="*/ 309418804 w 402"/>
              <a:gd name="T5" fmla="*/ 87501688 h 257"/>
              <a:gd name="T6" fmla="*/ 505636126 w 402"/>
              <a:gd name="T7" fmla="*/ 205005042 h 257"/>
              <a:gd name="T8" fmla="*/ 308161583 w 402"/>
              <a:gd name="T9" fmla="*/ 321257301 h 257"/>
              <a:gd name="T10" fmla="*/ 115718167 w 402"/>
              <a:gd name="T11" fmla="*/ 195004114 h 257"/>
              <a:gd name="T12" fmla="*/ 0 w 402"/>
              <a:gd name="T13" fmla="*/ 260006231 h 257"/>
              <a:gd name="T14" fmla="*/ 2515564 w 402"/>
              <a:gd name="T15" fmla="*/ 12499762 h 2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02" h="257">
                <a:moveTo>
                  <a:pt x="0" y="12"/>
                </a:moveTo>
                <a:lnTo>
                  <a:pt x="366" y="0"/>
                </a:lnTo>
                <a:lnTo>
                  <a:pt x="246" y="70"/>
                </a:lnTo>
                <a:lnTo>
                  <a:pt x="402" y="164"/>
                </a:lnTo>
                <a:lnTo>
                  <a:pt x="245" y="257"/>
                </a:lnTo>
                <a:lnTo>
                  <a:pt x="92" y="156"/>
                </a:lnTo>
                <a:lnTo>
                  <a:pt x="0" y="208"/>
                </a:lnTo>
                <a:lnTo>
                  <a:pt x="2" y="10"/>
                </a:lnTo>
              </a:path>
            </a:pathLst>
          </a:custGeom>
          <a:solidFill>
            <a:srgbClr val="FF0000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pSp>
        <p:nvGrpSpPr>
          <p:cNvPr id="204971" name="Group 171"/>
          <p:cNvGrpSpPr>
            <a:grpSpLocks/>
          </p:cNvGrpSpPr>
          <p:nvPr/>
        </p:nvGrpSpPr>
        <p:grpSpPr bwMode="auto">
          <a:xfrm>
            <a:off x="1773238" y="4816475"/>
            <a:ext cx="0" cy="1395413"/>
            <a:chOff x="1117" y="3034"/>
            <a:chExt cx="0" cy="879"/>
          </a:xfrm>
        </p:grpSpPr>
        <p:sp>
          <p:nvSpPr>
            <p:cNvPr id="11509" name="Line 172"/>
            <p:cNvSpPr>
              <a:spLocks noChangeShapeType="1"/>
            </p:cNvSpPr>
            <p:nvPr/>
          </p:nvSpPr>
          <p:spPr bwMode="auto">
            <a:xfrm rot="-5400000">
              <a:off x="961" y="3757"/>
              <a:ext cx="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10" name="Line 173"/>
            <p:cNvSpPr>
              <a:spLocks noChangeShapeType="1"/>
            </p:cNvSpPr>
            <p:nvPr/>
          </p:nvSpPr>
          <p:spPr bwMode="auto">
            <a:xfrm rot="-5400000">
              <a:off x="1103" y="3553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11" name="Line 174"/>
            <p:cNvSpPr>
              <a:spLocks noChangeShapeType="1"/>
            </p:cNvSpPr>
            <p:nvPr/>
          </p:nvSpPr>
          <p:spPr bwMode="auto">
            <a:xfrm rot="-5400000">
              <a:off x="877" y="327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204975" name="Group 175"/>
          <p:cNvGrpSpPr>
            <a:grpSpLocks/>
          </p:cNvGrpSpPr>
          <p:nvPr/>
        </p:nvGrpSpPr>
        <p:grpSpPr bwMode="auto">
          <a:xfrm>
            <a:off x="1112838" y="2227263"/>
            <a:ext cx="1327150" cy="0"/>
            <a:chOff x="701" y="1403"/>
            <a:chExt cx="836" cy="0"/>
          </a:xfrm>
        </p:grpSpPr>
        <p:sp>
          <p:nvSpPr>
            <p:cNvPr id="11506" name="Line 176"/>
            <p:cNvSpPr>
              <a:spLocks noChangeShapeType="1"/>
            </p:cNvSpPr>
            <p:nvPr/>
          </p:nvSpPr>
          <p:spPr bwMode="auto">
            <a:xfrm>
              <a:off x="701" y="140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07" name="Line 177"/>
            <p:cNvSpPr>
              <a:spLocks noChangeShapeType="1"/>
            </p:cNvSpPr>
            <p:nvPr/>
          </p:nvSpPr>
          <p:spPr bwMode="auto">
            <a:xfrm>
              <a:off x="1214" y="1403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08" name="Line 178"/>
            <p:cNvSpPr>
              <a:spLocks noChangeShapeType="1"/>
            </p:cNvSpPr>
            <p:nvPr/>
          </p:nvSpPr>
          <p:spPr bwMode="auto">
            <a:xfrm>
              <a:off x="1267" y="1403"/>
              <a:ext cx="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204979" name="Group 179"/>
          <p:cNvGrpSpPr>
            <a:grpSpLocks/>
          </p:cNvGrpSpPr>
          <p:nvPr/>
        </p:nvGrpSpPr>
        <p:grpSpPr bwMode="auto">
          <a:xfrm>
            <a:off x="3317875" y="2222500"/>
            <a:ext cx="1427163" cy="0"/>
            <a:chOff x="2090" y="1400"/>
            <a:chExt cx="899" cy="0"/>
          </a:xfrm>
        </p:grpSpPr>
        <p:sp>
          <p:nvSpPr>
            <p:cNvPr id="11503" name="Line 180"/>
            <p:cNvSpPr>
              <a:spLocks noChangeShapeType="1"/>
            </p:cNvSpPr>
            <p:nvPr/>
          </p:nvSpPr>
          <p:spPr bwMode="auto">
            <a:xfrm>
              <a:off x="2090" y="1400"/>
              <a:ext cx="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04" name="Line 181"/>
            <p:cNvSpPr>
              <a:spLocks noChangeShapeType="1"/>
            </p:cNvSpPr>
            <p:nvPr/>
          </p:nvSpPr>
          <p:spPr bwMode="auto">
            <a:xfrm>
              <a:off x="2498" y="1400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05" name="Line 182"/>
            <p:cNvSpPr>
              <a:spLocks noChangeShapeType="1"/>
            </p:cNvSpPr>
            <p:nvPr/>
          </p:nvSpPr>
          <p:spPr bwMode="auto">
            <a:xfrm>
              <a:off x="2551" y="1400"/>
              <a:ext cx="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204983" name="Group 183"/>
          <p:cNvGrpSpPr>
            <a:grpSpLocks/>
          </p:cNvGrpSpPr>
          <p:nvPr/>
        </p:nvGrpSpPr>
        <p:grpSpPr bwMode="auto">
          <a:xfrm>
            <a:off x="357188" y="5453063"/>
            <a:ext cx="2857500" cy="695325"/>
            <a:chOff x="225" y="3429"/>
            <a:chExt cx="1794" cy="438"/>
          </a:xfrm>
        </p:grpSpPr>
        <p:sp>
          <p:nvSpPr>
            <p:cNvPr id="11499" name="Line 184"/>
            <p:cNvSpPr>
              <a:spLocks noChangeShapeType="1"/>
            </p:cNvSpPr>
            <p:nvPr/>
          </p:nvSpPr>
          <p:spPr bwMode="auto">
            <a:xfrm>
              <a:off x="225" y="3579"/>
              <a:ext cx="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00" name="Line 185"/>
            <p:cNvSpPr>
              <a:spLocks noChangeShapeType="1"/>
            </p:cNvSpPr>
            <p:nvPr/>
          </p:nvSpPr>
          <p:spPr bwMode="auto">
            <a:xfrm>
              <a:off x="465" y="3429"/>
              <a:ext cx="0" cy="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01" name="Line 186"/>
            <p:cNvSpPr>
              <a:spLocks noChangeShapeType="1"/>
            </p:cNvSpPr>
            <p:nvPr/>
          </p:nvSpPr>
          <p:spPr bwMode="auto">
            <a:xfrm flipH="1">
              <a:off x="1620" y="3579"/>
              <a:ext cx="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502" name="Line 187"/>
            <p:cNvSpPr>
              <a:spLocks noChangeShapeType="1"/>
            </p:cNvSpPr>
            <p:nvPr/>
          </p:nvSpPr>
          <p:spPr bwMode="auto">
            <a:xfrm flipH="1">
              <a:off x="1770" y="3429"/>
              <a:ext cx="0" cy="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204988" name="Group 188"/>
          <p:cNvGrpSpPr>
            <a:grpSpLocks/>
          </p:cNvGrpSpPr>
          <p:nvPr/>
        </p:nvGrpSpPr>
        <p:grpSpPr bwMode="auto">
          <a:xfrm>
            <a:off x="723900" y="3667125"/>
            <a:ext cx="3476625" cy="552450"/>
            <a:chOff x="465" y="2310"/>
            <a:chExt cx="2190" cy="348"/>
          </a:xfrm>
        </p:grpSpPr>
        <p:grpSp>
          <p:nvGrpSpPr>
            <p:cNvPr id="11487" name="Group 189"/>
            <p:cNvGrpSpPr>
              <a:grpSpLocks/>
            </p:cNvGrpSpPr>
            <p:nvPr/>
          </p:nvGrpSpPr>
          <p:grpSpPr bwMode="auto">
            <a:xfrm>
              <a:off x="465" y="2325"/>
              <a:ext cx="0" cy="333"/>
              <a:chOff x="465" y="2328"/>
              <a:chExt cx="0" cy="333"/>
            </a:xfrm>
          </p:grpSpPr>
          <p:sp>
            <p:nvSpPr>
              <p:cNvPr id="11496" name="Line 190"/>
              <p:cNvSpPr>
                <a:spLocks noChangeShapeType="1"/>
              </p:cNvSpPr>
              <p:nvPr/>
            </p:nvSpPr>
            <p:spPr bwMode="auto">
              <a:xfrm>
                <a:off x="465" y="232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1497" name="Line 191"/>
              <p:cNvSpPr>
                <a:spLocks noChangeShapeType="1"/>
              </p:cNvSpPr>
              <p:nvPr/>
            </p:nvSpPr>
            <p:spPr bwMode="auto">
              <a:xfrm>
                <a:off x="465" y="2481"/>
                <a:ext cx="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1498" name="Line 192"/>
              <p:cNvSpPr>
                <a:spLocks noChangeShapeType="1"/>
              </p:cNvSpPr>
              <p:nvPr/>
            </p:nvSpPr>
            <p:spPr bwMode="auto">
              <a:xfrm>
                <a:off x="465" y="2547"/>
                <a:ext cx="0" cy="1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11488" name="Group 193"/>
            <p:cNvGrpSpPr>
              <a:grpSpLocks/>
            </p:cNvGrpSpPr>
            <p:nvPr/>
          </p:nvGrpSpPr>
          <p:grpSpPr bwMode="auto">
            <a:xfrm>
              <a:off x="1785" y="2310"/>
              <a:ext cx="0" cy="333"/>
              <a:chOff x="465" y="2328"/>
              <a:chExt cx="0" cy="333"/>
            </a:xfrm>
          </p:grpSpPr>
          <p:sp>
            <p:nvSpPr>
              <p:cNvPr id="11493" name="Line 194"/>
              <p:cNvSpPr>
                <a:spLocks noChangeShapeType="1"/>
              </p:cNvSpPr>
              <p:nvPr/>
            </p:nvSpPr>
            <p:spPr bwMode="auto">
              <a:xfrm>
                <a:off x="465" y="232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1494" name="Line 195"/>
              <p:cNvSpPr>
                <a:spLocks noChangeShapeType="1"/>
              </p:cNvSpPr>
              <p:nvPr/>
            </p:nvSpPr>
            <p:spPr bwMode="auto">
              <a:xfrm>
                <a:off x="465" y="2481"/>
                <a:ext cx="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1495" name="Line 196"/>
              <p:cNvSpPr>
                <a:spLocks noChangeShapeType="1"/>
              </p:cNvSpPr>
              <p:nvPr/>
            </p:nvSpPr>
            <p:spPr bwMode="auto">
              <a:xfrm>
                <a:off x="465" y="2547"/>
                <a:ext cx="0" cy="1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11489" name="Group 197"/>
            <p:cNvGrpSpPr>
              <a:grpSpLocks/>
            </p:cNvGrpSpPr>
            <p:nvPr/>
          </p:nvGrpSpPr>
          <p:grpSpPr bwMode="auto">
            <a:xfrm>
              <a:off x="2655" y="2313"/>
              <a:ext cx="0" cy="333"/>
              <a:chOff x="465" y="2328"/>
              <a:chExt cx="0" cy="333"/>
            </a:xfrm>
          </p:grpSpPr>
          <p:sp>
            <p:nvSpPr>
              <p:cNvPr id="11490" name="Line 198"/>
              <p:cNvSpPr>
                <a:spLocks noChangeShapeType="1"/>
              </p:cNvSpPr>
              <p:nvPr/>
            </p:nvSpPr>
            <p:spPr bwMode="auto">
              <a:xfrm>
                <a:off x="465" y="232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1491" name="Line 199"/>
              <p:cNvSpPr>
                <a:spLocks noChangeShapeType="1"/>
              </p:cNvSpPr>
              <p:nvPr/>
            </p:nvSpPr>
            <p:spPr bwMode="auto">
              <a:xfrm>
                <a:off x="465" y="2481"/>
                <a:ext cx="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1492" name="Line 200"/>
              <p:cNvSpPr>
                <a:spLocks noChangeShapeType="1"/>
              </p:cNvSpPr>
              <p:nvPr/>
            </p:nvSpPr>
            <p:spPr bwMode="auto">
              <a:xfrm>
                <a:off x="465" y="2547"/>
                <a:ext cx="0" cy="1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5001" name="Group 201"/>
          <p:cNvGrpSpPr>
            <a:grpSpLocks/>
          </p:cNvGrpSpPr>
          <p:nvPr/>
        </p:nvGrpSpPr>
        <p:grpSpPr bwMode="auto">
          <a:xfrm>
            <a:off x="4090988" y="1385888"/>
            <a:ext cx="1587" cy="614362"/>
            <a:chOff x="2579" y="873"/>
            <a:chExt cx="1" cy="387"/>
          </a:xfrm>
        </p:grpSpPr>
        <p:sp>
          <p:nvSpPr>
            <p:cNvPr id="11484" name="Line 202"/>
            <p:cNvSpPr>
              <a:spLocks noChangeShapeType="1"/>
            </p:cNvSpPr>
            <p:nvPr/>
          </p:nvSpPr>
          <p:spPr bwMode="auto">
            <a:xfrm>
              <a:off x="2580" y="873"/>
              <a:ext cx="0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485" name="Line 203"/>
            <p:cNvSpPr>
              <a:spLocks noChangeShapeType="1"/>
            </p:cNvSpPr>
            <p:nvPr/>
          </p:nvSpPr>
          <p:spPr bwMode="auto">
            <a:xfrm>
              <a:off x="2580" y="1047"/>
              <a:ext cx="0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486" name="Line 204"/>
            <p:cNvSpPr>
              <a:spLocks noChangeShapeType="1"/>
            </p:cNvSpPr>
            <p:nvPr/>
          </p:nvSpPr>
          <p:spPr bwMode="auto">
            <a:xfrm>
              <a:off x="2579" y="1098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205005" name="Oval 205"/>
          <p:cNvSpPr>
            <a:spLocks noChangeArrowheads="1"/>
          </p:cNvSpPr>
          <p:nvPr/>
        </p:nvSpPr>
        <p:spPr bwMode="auto">
          <a:xfrm>
            <a:off x="4068763" y="1751013"/>
            <a:ext cx="49212" cy="47625"/>
          </a:xfrm>
          <a:prstGeom prst="ellipse">
            <a:avLst/>
          </a:prstGeom>
          <a:solidFill>
            <a:srgbClr val="E6F0FF"/>
          </a:solidFill>
          <a:ln w="19050">
            <a:solidFill>
              <a:srgbClr val="A5002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05006" name="Oval 206"/>
          <p:cNvSpPr>
            <a:spLocks noChangeArrowheads="1"/>
          </p:cNvSpPr>
          <p:nvPr/>
        </p:nvSpPr>
        <p:spPr bwMode="auto">
          <a:xfrm>
            <a:off x="4068763" y="1905000"/>
            <a:ext cx="49212" cy="47625"/>
          </a:xfrm>
          <a:prstGeom prst="ellipse">
            <a:avLst/>
          </a:prstGeom>
          <a:solidFill>
            <a:srgbClr val="E6F0FF"/>
          </a:solidFill>
          <a:ln w="19050">
            <a:solidFill>
              <a:srgbClr val="A5002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205007" name="Group 207"/>
          <p:cNvGrpSpPr>
            <a:grpSpLocks/>
          </p:cNvGrpSpPr>
          <p:nvPr/>
        </p:nvGrpSpPr>
        <p:grpSpPr bwMode="auto">
          <a:xfrm>
            <a:off x="1504950" y="5546725"/>
            <a:ext cx="542925" cy="0"/>
            <a:chOff x="948" y="3494"/>
            <a:chExt cx="342" cy="0"/>
          </a:xfrm>
        </p:grpSpPr>
        <p:sp>
          <p:nvSpPr>
            <p:cNvPr id="11481" name="Line 208"/>
            <p:cNvSpPr>
              <a:spLocks noChangeShapeType="1"/>
            </p:cNvSpPr>
            <p:nvPr/>
          </p:nvSpPr>
          <p:spPr bwMode="auto">
            <a:xfrm>
              <a:off x="948" y="349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482" name="Line 209"/>
            <p:cNvSpPr>
              <a:spLocks noChangeShapeType="1"/>
            </p:cNvSpPr>
            <p:nvPr/>
          </p:nvSpPr>
          <p:spPr bwMode="auto">
            <a:xfrm>
              <a:off x="1062" y="3494"/>
              <a:ext cx="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483" name="Line 210"/>
            <p:cNvSpPr>
              <a:spLocks noChangeShapeType="1"/>
            </p:cNvSpPr>
            <p:nvPr/>
          </p:nvSpPr>
          <p:spPr bwMode="auto">
            <a:xfrm>
              <a:off x="1101" y="3494"/>
              <a:ext cx="1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205011" name="Group 211"/>
          <p:cNvGrpSpPr>
            <a:grpSpLocks/>
          </p:cNvGrpSpPr>
          <p:nvPr/>
        </p:nvGrpSpPr>
        <p:grpSpPr bwMode="auto">
          <a:xfrm>
            <a:off x="223838" y="1303338"/>
            <a:ext cx="4964112" cy="5186362"/>
            <a:chOff x="141" y="821"/>
            <a:chExt cx="3127" cy="3267"/>
          </a:xfrm>
        </p:grpSpPr>
        <p:sp>
          <p:nvSpPr>
            <p:cNvPr id="11360" name="Rectangle 212"/>
            <p:cNvSpPr>
              <a:spLocks noChangeArrowheads="1"/>
            </p:cNvSpPr>
            <p:nvPr/>
          </p:nvSpPr>
          <p:spPr bwMode="auto">
            <a:xfrm>
              <a:off x="141" y="821"/>
              <a:ext cx="3127" cy="3267"/>
            </a:xfrm>
            <a:prstGeom prst="rect">
              <a:avLst/>
            </a:prstGeom>
            <a:solidFill>
              <a:srgbClr val="E6F0FF"/>
            </a:solidFill>
            <a:ln w="9525">
              <a:solidFill>
                <a:srgbClr val="E6F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grpSp>
          <p:nvGrpSpPr>
            <p:cNvPr id="11361" name="Group 213"/>
            <p:cNvGrpSpPr>
              <a:grpSpLocks/>
            </p:cNvGrpSpPr>
            <p:nvPr/>
          </p:nvGrpSpPr>
          <p:grpSpPr bwMode="auto">
            <a:xfrm>
              <a:off x="236" y="847"/>
              <a:ext cx="2747" cy="3026"/>
              <a:chOff x="236" y="847"/>
              <a:chExt cx="2747" cy="3026"/>
            </a:xfrm>
          </p:grpSpPr>
          <p:grpSp>
            <p:nvGrpSpPr>
              <p:cNvPr id="11362" name="Group 214"/>
              <p:cNvGrpSpPr>
                <a:grpSpLocks/>
              </p:cNvGrpSpPr>
              <p:nvPr/>
            </p:nvGrpSpPr>
            <p:grpSpPr bwMode="auto">
              <a:xfrm>
                <a:off x="236" y="916"/>
                <a:ext cx="2678" cy="2904"/>
                <a:chOff x="236" y="916"/>
                <a:chExt cx="2678" cy="2904"/>
              </a:xfrm>
            </p:grpSpPr>
            <p:sp>
              <p:nvSpPr>
                <p:cNvPr id="11407" name="Oval 215"/>
                <p:cNvSpPr>
                  <a:spLocks noChangeArrowheads="1"/>
                </p:cNvSpPr>
                <p:nvPr/>
              </p:nvSpPr>
              <p:spPr bwMode="auto">
                <a:xfrm>
                  <a:off x="989" y="3356"/>
                  <a:ext cx="262" cy="269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11408" name="Oval 216"/>
                <p:cNvSpPr>
                  <a:spLocks noChangeArrowheads="1"/>
                </p:cNvSpPr>
                <p:nvPr/>
              </p:nvSpPr>
              <p:spPr bwMode="auto">
                <a:xfrm>
                  <a:off x="1032" y="3399"/>
                  <a:ext cx="179" cy="183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11409" name="Line 217"/>
                <p:cNvSpPr>
                  <a:spLocks noChangeShapeType="1"/>
                </p:cNvSpPr>
                <p:nvPr/>
              </p:nvSpPr>
              <p:spPr bwMode="auto">
                <a:xfrm>
                  <a:off x="236" y="2600"/>
                  <a:ext cx="440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0" name="Line 218"/>
                <p:cNvSpPr>
                  <a:spLocks noChangeShapeType="1"/>
                </p:cNvSpPr>
                <p:nvPr/>
              </p:nvSpPr>
              <p:spPr bwMode="auto">
                <a:xfrm>
                  <a:off x="238" y="3134"/>
                  <a:ext cx="1746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1" name="Line 219"/>
                <p:cNvSpPr>
                  <a:spLocks noChangeShapeType="1"/>
                </p:cNvSpPr>
                <p:nvPr/>
              </p:nvSpPr>
              <p:spPr bwMode="auto">
                <a:xfrm flipV="1">
                  <a:off x="2210" y="1078"/>
                  <a:ext cx="0" cy="152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2" name="Line 220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2559" y="2196"/>
                  <a:ext cx="1" cy="692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3" name="Line 221"/>
                <p:cNvSpPr>
                  <a:spLocks noChangeShapeType="1"/>
                </p:cNvSpPr>
                <p:nvPr/>
              </p:nvSpPr>
              <p:spPr bwMode="auto">
                <a:xfrm>
                  <a:off x="2203" y="2598"/>
                  <a:ext cx="709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4" name="Line 222"/>
                <p:cNvSpPr>
                  <a:spLocks noChangeShapeType="1"/>
                </p:cNvSpPr>
                <p:nvPr/>
              </p:nvSpPr>
              <p:spPr bwMode="auto">
                <a:xfrm>
                  <a:off x="242" y="2355"/>
                  <a:ext cx="1739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5" name="Line 223"/>
                <p:cNvSpPr>
                  <a:spLocks noChangeShapeType="1"/>
                </p:cNvSpPr>
                <p:nvPr/>
              </p:nvSpPr>
              <p:spPr bwMode="auto">
                <a:xfrm>
                  <a:off x="2205" y="2355"/>
                  <a:ext cx="704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6" name="Line 224"/>
                <p:cNvSpPr>
                  <a:spLocks noChangeShapeType="1"/>
                </p:cNvSpPr>
                <p:nvPr/>
              </p:nvSpPr>
              <p:spPr bwMode="auto">
                <a:xfrm>
                  <a:off x="248" y="2344"/>
                  <a:ext cx="0" cy="25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7" name="Line 225"/>
                <p:cNvSpPr>
                  <a:spLocks noChangeShapeType="1"/>
                </p:cNvSpPr>
                <p:nvPr/>
              </p:nvSpPr>
              <p:spPr bwMode="auto">
                <a:xfrm>
                  <a:off x="248" y="3125"/>
                  <a:ext cx="0" cy="453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8" name="Line 226"/>
                <p:cNvSpPr>
                  <a:spLocks noChangeShapeType="1"/>
                </p:cNvSpPr>
                <p:nvPr/>
              </p:nvSpPr>
              <p:spPr bwMode="auto">
                <a:xfrm>
                  <a:off x="672" y="2548"/>
                  <a:ext cx="862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19" name="Line 227"/>
                <p:cNvSpPr>
                  <a:spLocks noChangeShapeType="1"/>
                </p:cNvSpPr>
                <p:nvPr/>
              </p:nvSpPr>
              <p:spPr bwMode="auto">
                <a:xfrm>
                  <a:off x="1973" y="2345"/>
                  <a:ext cx="0" cy="25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0" name="Line 228"/>
                <p:cNvSpPr>
                  <a:spLocks noChangeShapeType="1"/>
                </p:cNvSpPr>
                <p:nvPr/>
              </p:nvSpPr>
              <p:spPr bwMode="auto">
                <a:xfrm>
                  <a:off x="1973" y="3123"/>
                  <a:ext cx="0" cy="46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1" name="Line 229"/>
                <p:cNvSpPr>
                  <a:spLocks noChangeShapeType="1"/>
                </p:cNvSpPr>
                <p:nvPr/>
              </p:nvSpPr>
              <p:spPr bwMode="auto">
                <a:xfrm flipH="1">
                  <a:off x="456" y="3808"/>
                  <a:ext cx="1350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2" name="Line 230"/>
                <p:cNvSpPr>
                  <a:spLocks noChangeShapeType="1"/>
                </p:cNvSpPr>
                <p:nvPr/>
              </p:nvSpPr>
              <p:spPr bwMode="auto">
                <a:xfrm flipV="1">
                  <a:off x="2902" y="2349"/>
                  <a:ext cx="0" cy="25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3" name="Line 231"/>
                <p:cNvSpPr>
                  <a:spLocks noChangeShapeType="1"/>
                </p:cNvSpPr>
                <p:nvPr/>
              </p:nvSpPr>
              <p:spPr bwMode="auto">
                <a:xfrm>
                  <a:off x="674" y="2542"/>
                  <a:ext cx="1" cy="6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4" name="Line 232"/>
                <p:cNvSpPr>
                  <a:spLocks noChangeShapeType="1"/>
                </p:cNvSpPr>
                <p:nvPr/>
              </p:nvSpPr>
              <p:spPr bwMode="auto">
                <a:xfrm>
                  <a:off x="681" y="3123"/>
                  <a:ext cx="0" cy="69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5" name="Line 233"/>
                <p:cNvSpPr>
                  <a:spLocks noChangeShapeType="1"/>
                </p:cNvSpPr>
                <p:nvPr/>
              </p:nvSpPr>
              <p:spPr bwMode="auto">
                <a:xfrm flipV="1">
                  <a:off x="1531" y="2540"/>
                  <a:ext cx="0" cy="6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6" name="Line 234"/>
                <p:cNvSpPr>
                  <a:spLocks noChangeShapeType="1"/>
                </p:cNvSpPr>
                <p:nvPr/>
              </p:nvSpPr>
              <p:spPr bwMode="auto">
                <a:xfrm>
                  <a:off x="1536" y="3123"/>
                  <a:ext cx="0" cy="688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27" name="Oval 235"/>
                <p:cNvSpPr>
                  <a:spLocks noChangeArrowheads="1"/>
                </p:cNvSpPr>
                <p:nvPr/>
              </p:nvSpPr>
              <p:spPr bwMode="auto">
                <a:xfrm>
                  <a:off x="798" y="1082"/>
                  <a:ext cx="643" cy="641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11428" name="Oval 236"/>
                <p:cNvSpPr>
                  <a:spLocks noChangeArrowheads="1"/>
                </p:cNvSpPr>
                <p:nvPr/>
              </p:nvSpPr>
              <p:spPr bwMode="auto">
                <a:xfrm>
                  <a:off x="910" y="1192"/>
                  <a:ext cx="421" cy="417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11429" name="Line 237"/>
                <p:cNvSpPr>
                  <a:spLocks noChangeShapeType="1"/>
                </p:cNvSpPr>
                <p:nvPr/>
              </p:nvSpPr>
              <p:spPr bwMode="auto">
                <a:xfrm>
                  <a:off x="790" y="3276"/>
                  <a:ext cx="0" cy="544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0" name="Line 238"/>
                <p:cNvSpPr>
                  <a:spLocks noChangeShapeType="1"/>
                </p:cNvSpPr>
                <p:nvPr/>
              </p:nvSpPr>
              <p:spPr bwMode="auto">
                <a:xfrm flipH="1" flipV="1">
                  <a:off x="1439" y="3277"/>
                  <a:ext cx="0" cy="534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1" name="Line 239"/>
                <p:cNvSpPr>
                  <a:spLocks noChangeShapeType="1"/>
                </p:cNvSpPr>
                <p:nvPr/>
              </p:nvSpPr>
              <p:spPr bwMode="auto">
                <a:xfrm>
                  <a:off x="2201" y="1089"/>
                  <a:ext cx="244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2" name="Line 240"/>
                <p:cNvSpPr>
                  <a:spLocks noChangeShapeType="1"/>
                </p:cNvSpPr>
                <p:nvPr/>
              </p:nvSpPr>
              <p:spPr bwMode="auto">
                <a:xfrm flipV="1">
                  <a:off x="2907" y="1080"/>
                  <a:ext cx="0" cy="642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3" name="Line 241"/>
                <p:cNvSpPr>
                  <a:spLocks noChangeShapeType="1"/>
                </p:cNvSpPr>
                <p:nvPr/>
              </p:nvSpPr>
              <p:spPr bwMode="auto">
                <a:xfrm>
                  <a:off x="2658" y="1712"/>
                  <a:ext cx="255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4" name="Line 242"/>
                <p:cNvSpPr>
                  <a:spLocks noChangeShapeType="1"/>
                </p:cNvSpPr>
                <p:nvPr/>
              </p:nvSpPr>
              <p:spPr bwMode="auto">
                <a:xfrm>
                  <a:off x="2203" y="1194"/>
                  <a:ext cx="289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5" name="Line 243"/>
                <p:cNvSpPr>
                  <a:spLocks noChangeShapeType="1"/>
                </p:cNvSpPr>
                <p:nvPr/>
              </p:nvSpPr>
              <p:spPr bwMode="auto">
                <a:xfrm>
                  <a:off x="2210" y="1621"/>
                  <a:ext cx="704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6" name="Line 244"/>
                <p:cNvSpPr>
                  <a:spLocks noChangeShapeType="1"/>
                </p:cNvSpPr>
                <p:nvPr/>
              </p:nvSpPr>
              <p:spPr bwMode="auto">
                <a:xfrm>
                  <a:off x="910" y="3123"/>
                  <a:ext cx="0" cy="69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7" name="Line 245"/>
                <p:cNvSpPr>
                  <a:spLocks noChangeShapeType="1"/>
                </p:cNvSpPr>
                <p:nvPr/>
              </p:nvSpPr>
              <p:spPr bwMode="auto">
                <a:xfrm>
                  <a:off x="1331" y="3130"/>
                  <a:ext cx="0" cy="678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8" name="Line 246"/>
                <p:cNvSpPr>
                  <a:spLocks noChangeShapeType="1"/>
                </p:cNvSpPr>
                <p:nvPr/>
              </p:nvSpPr>
              <p:spPr bwMode="auto">
                <a:xfrm flipH="1">
                  <a:off x="488" y="1310"/>
                  <a:ext cx="321" cy="104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39" name="Line 247"/>
                <p:cNvSpPr>
                  <a:spLocks noChangeShapeType="1"/>
                </p:cNvSpPr>
                <p:nvPr/>
              </p:nvSpPr>
              <p:spPr bwMode="auto">
                <a:xfrm>
                  <a:off x="1427" y="1301"/>
                  <a:ext cx="332" cy="1048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0" name="Arc 248"/>
                <p:cNvSpPr>
                  <a:spLocks/>
                </p:cNvSpPr>
                <p:nvPr/>
              </p:nvSpPr>
              <p:spPr bwMode="auto">
                <a:xfrm>
                  <a:off x="247" y="3572"/>
                  <a:ext cx="224" cy="238"/>
                </a:xfrm>
                <a:custGeom>
                  <a:avLst/>
                  <a:gdLst>
                    <a:gd name="T0" fmla="*/ 2 w 22611"/>
                    <a:gd name="T1" fmla="*/ 3 h 22004"/>
                    <a:gd name="T2" fmla="*/ 0 w 22611"/>
                    <a:gd name="T3" fmla="*/ 0 h 22004"/>
                    <a:gd name="T4" fmla="*/ 2 w 22611"/>
                    <a:gd name="T5" fmla="*/ 0 h 2200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611" h="22004" fill="none" extrusionOk="0">
                      <a:moveTo>
                        <a:pt x="22611" y="21980"/>
                      </a:moveTo>
                      <a:cubicBezTo>
                        <a:pt x="22274" y="21996"/>
                        <a:pt x="21937" y="22003"/>
                        <a:pt x="21600" y="22004"/>
                      </a:cubicBezTo>
                      <a:cubicBezTo>
                        <a:pt x="9670" y="22004"/>
                        <a:pt x="0" y="12333"/>
                        <a:pt x="0" y="404"/>
                      </a:cubicBezTo>
                      <a:cubicBezTo>
                        <a:pt x="-1" y="269"/>
                        <a:pt x="1" y="134"/>
                        <a:pt x="3" y="-1"/>
                      </a:cubicBezTo>
                    </a:path>
                    <a:path w="22611" h="22004" stroke="0" extrusionOk="0">
                      <a:moveTo>
                        <a:pt x="22611" y="21980"/>
                      </a:moveTo>
                      <a:cubicBezTo>
                        <a:pt x="22274" y="21996"/>
                        <a:pt x="21937" y="22003"/>
                        <a:pt x="21600" y="22004"/>
                      </a:cubicBezTo>
                      <a:cubicBezTo>
                        <a:pt x="9670" y="22004"/>
                        <a:pt x="0" y="12333"/>
                        <a:pt x="0" y="404"/>
                      </a:cubicBezTo>
                      <a:cubicBezTo>
                        <a:pt x="-1" y="269"/>
                        <a:pt x="1" y="134"/>
                        <a:pt x="3" y="-1"/>
                      </a:cubicBezTo>
                      <a:lnTo>
                        <a:pt x="21600" y="404"/>
                      </a:lnTo>
                      <a:lnTo>
                        <a:pt x="22611" y="2198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1" name="Arc 249"/>
                <p:cNvSpPr>
                  <a:spLocks/>
                </p:cNvSpPr>
                <p:nvPr/>
              </p:nvSpPr>
              <p:spPr bwMode="auto">
                <a:xfrm>
                  <a:off x="1762" y="3574"/>
                  <a:ext cx="211" cy="236"/>
                </a:xfrm>
                <a:custGeom>
                  <a:avLst/>
                  <a:gdLst>
                    <a:gd name="T0" fmla="*/ 2 w 23005"/>
                    <a:gd name="T1" fmla="*/ 0 h 22546"/>
                    <a:gd name="T2" fmla="*/ 0 w 23005"/>
                    <a:gd name="T3" fmla="*/ 2 h 22546"/>
                    <a:gd name="T4" fmla="*/ 0 w 23005"/>
                    <a:gd name="T5" fmla="*/ 0 h 2254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3005" h="22546" fill="none" extrusionOk="0">
                      <a:moveTo>
                        <a:pt x="22984" y="-1"/>
                      </a:moveTo>
                      <a:cubicBezTo>
                        <a:pt x="22998" y="315"/>
                        <a:pt x="23005" y="630"/>
                        <a:pt x="23005" y="946"/>
                      </a:cubicBezTo>
                      <a:cubicBezTo>
                        <a:pt x="23005" y="12875"/>
                        <a:pt x="13334" y="22546"/>
                        <a:pt x="1405" y="22546"/>
                      </a:cubicBezTo>
                      <a:cubicBezTo>
                        <a:pt x="936" y="22546"/>
                        <a:pt x="467" y="22530"/>
                        <a:pt x="-1" y="22500"/>
                      </a:cubicBezTo>
                    </a:path>
                    <a:path w="23005" h="22546" stroke="0" extrusionOk="0">
                      <a:moveTo>
                        <a:pt x="22984" y="-1"/>
                      </a:moveTo>
                      <a:cubicBezTo>
                        <a:pt x="22998" y="315"/>
                        <a:pt x="23005" y="630"/>
                        <a:pt x="23005" y="946"/>
                      </a:cubicBezTo>
                      <a:cubicBezTo>
                        <a:pt x="23005" y="12875"/>
                        <a:pt x="13334" y="22546"/>
                        <a:pt x="1405" y="22546"/>
                      </a:cubicBezTo>
                      <a:cubicBezTo>
                        <a:pt x="936" y="22546"/>
                        <a:pt x="467" y="22530"/>
                        <a:pt x="-1" y="22500"/>
                      </a:cubicBezTo>
                      <a:lnTo>
                        <a:pt x="1405" y="946"/>
                      </a:lnTo>
                      <a:lnTo>
                        <a:pt x="22984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2" name="Oval 250"/>
                <p:cNvSpPr>
                  <a:spLocks noChangeArrowheads="1"/>
                </p:cNvSpPr>
                <p:nvPr/>
              </p:nvSpPr>
              <p:spPr bwMode="auto">
                <a:xfrm>
                  <a:off x="355" y="3469"/>
                  <a:ext cx="215" cy="221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11443" name="Oval 251"/>
                <p:cNvSpPr>
                  <a:spLocks noChangeArrowheads="1"/>
                </p:cNvSpPr>
                <p:nvPr/>
              </p:nvSpPr>
              <p:spPr bwMode="auto">
                <a:xfrm>
                  <a:off x="1662" y="3466"/>
                  <a:ext cx="219" cy="222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11444" name="Line 252"/>
                <p:cNvSpPr>
                  <a:spLocks noChangeShapeType="1"/>
                </p:cNvSpPr>
                <p:nvPr/>
              </p:nvSpPr>
              <p:spPr bwMode="auto">
                <a:xfrm>
                  <a:off x="354" y="2360"/>
                  <a:ext cx="0" cy="24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5" name="Line 253"/>
                <p:cNvSpPr>
                  <a:spLocks noChangeShapeType="1"/>
                </p:cNvSpPr>
                <p:nvPr/>
              </p:nvSpPr>
              <p:spPr bwMode="auto">
                <a:xfrm>
                  <a:off x="579" y="2364"/>
                  <a:ext cx="0" cy="23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6" name="Line 254"/>
                <p:cNvSpPr>
                  <a:spLocks noChangeShapeType="1"/>
                </p:cNvSpPr>
                <p:nvPr/>
              </p:nvSpPr>
              <p:spPr bwMode="auto">
                <a:xfrm>
                  <a:off x="1670" y="2357"/>
                  <a:ext cx="0" cy="24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7" name="Line 255"/>
                <p:cNvSpPr>
                  <a:spLocks noChangeShapeType="1"/>
                </p:cNvSpPr>
                <p:nvPr/>
              </p:nvSpPr>
              <p:spPr bwMode="auto">
                <a:xfrm>
                  <a:off x="1892" y="2357"/>
                  <a:ext cx="0" cy="246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8" name="Line 256"/>
                <p:cNvSpPr>
                  <a:spLocks noChangeShapeType="1"/>
                </p:cNvSpPr>
                <p:nvPr/>
              </p:nvSpPr>
              <p:spPr bwMode="auto">
                <a:xfrm flipV="1">
                  <a:off x="2540" y="2347"/>
                  <a:ext cx="0" cy="25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49" name="Line 257"/>
                <p:cNvSpPr>
                  <a:spLocks noChangeShapeType="1"/>
                </p:cNvSpPr>
                <p:nvPr/>
              </p:nvSpPr>
              <p:spPr bwMode="auto">
                <a:xfrm flipV="1">
                  <a:off x="2769" y="2349"/>
                  <a:ext cx="0" cy="25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0" name="Line 258"/>
                <p:cNvSpPr>
                  <a:spLocks noChangeShapeType="1"/>
                </p:cNvSpPr>
                <p:nvPr/>
              </p:nvSpPr>
              <p:spPr bwMode="auto">
                <a:xfrm flipV="1">
                  <a:off x="472" y="3282"/>
                  <a:ext cx="361" cy="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1" name="Line 259"/>
                <p:cNvSpPr>
                  <a:spLocks noChangeShapeType="1"/>
                </p:cNvSpPr>
                <p:nvPr/>
              </p:nvSpPr>
              <p:spPr bwMode="auto">
                <a:xfrm flipV="1">
                  <a:off x="481" y="3130"/>
                  <a:ext cx="0" cy="152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2" name="Line 260"/>
                <p:cNvSpPr>
                  <a:spLocks noChangeShapeType="1"/>
                </p:cNvSpPr>
                <p:nvPr/>
              </p:nvSpPr>
              <p:spPr bwMode="auto">
                <a:xfrm>
                  <a:off x="1753" y="3130"/>
                  <a:ext cx="0" cy="16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3" name="Line 261"/>
                <p:cNvSpPr>
                  <a:spLocks noChangeShapeType="1"/>
                </p:cNvSpPr>
                <p:nvPr/>
              </p:nvSpPr>
              <p:spPr bwMode="auto">
                <a:xfrm>
                  <a:off x="854" y="3283"/>
                  <a:ext cx="165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4" name="Line 262"/>
                <p:cNvSpPr>
                  <a:spLocks noChangeShapeType="1"/>
                </p:cNvSpPr>
                <p:nvPr/>
              </p:nvSpPr>
              <p:spPr bwMode="auto">
                <a:xfrm flipH="1" flipV="1">
                  <a:off x="2367" y="1299"/>
                  <a:ext cx="0" cy="105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5" name="Line 263"/>
                <p:cNvSpPr>
                  <a:spLocks noChangeShapeType="1"/>
                </p:cNvSpPr>
                <p:nvPr/>
              </p:nvSpPr>
              <p:spPr bwMode="auto">
                <a:xfrm flipH="1">
                  <a:off x="1020" y="1698"/>
                  <a:ext cx="0" cy="66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6" name="Line 264"/>
                <p:cNvSpPr>
                  <a:spLocks noChangeShapeType="1"/>
                </p:cNvSpPr>
                <p:nvPr/>
              </p:nvSpPr>
              <p:spPr bwMode="auto">
                <a:xfrm>
                  <a:off x="1221" y="1696"/>
                  <a:ext cx="0" cy="66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7" name="Line 265"/>
                <p:cNvSpPr>
                  <a:spLocks noChangeShapeType="1"/>
                </p:cNvSpPr>
                <p:nvPr/>
              </p:nvSpPr>
              <p:spPr bwMode="auto">
                <a:xfrm>
                  <a:off x="2661" y="1679"/>
                  <a:ext cx="0" cy="16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8" name="Line 266"/>
                <p:cNvSpPr>
                  <a:spLocks noChangeShapeType="1"/>
                </p:cNvSpPr>
                <p:nvPr/>
              </p:nvSpPr>
              <p:spPr bwMode="auto">
                <a:xfrm>
                  <a:off x="2659" y="1839"/>
                  <a:ext cx="244" cy="51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59" name="Line 267"/>
                <p:cNvSpPr>
                  <a:spLocks noChangeShapeType="1"/>
                </p:cNvSpPr>
                <p:nvPr/>
              </p:nvSpPr>
              <p:spPr bwMode="auto">
                <a:xfrm>
                  <a:off x="2366" y="1688"/>
                  <a:ext cx="302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0" name="Line 268"/>
                <p:cNvSpPr>
                  <a:spLocks noChangeShapeType="1"/>
                </p:cNvSpPr>
                <p:nvPr/>
              </p:nvSpPr>
              <p:spPr bwMode="auto">
                <a:xfrm>
                  <a:off x="1018" y="3280"/>
                  <a:ext cx="0" cy="533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1" name="Line 269"/>
                <p:cNvSpPr>
                  <a:spLocks noChangeShapeType="1"/>
                </p:cNvSpPr>
                <p:nvPr/>
              </p:nvSpPr>
              <p:spPr bwMode="auto">
                <a:xfrm>
                  <a:off x="1222" y="3283"/>
                  <a:ext cx="0" cy="528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2" name="Line 270"/>
                <p:cNvSpPr>
                  <a:spLocks noChangeShapeType="1"/>
                </p:cNvSpPr>
                <p:nvPr/>
              </p:nvSpPr>
              <p:spPr bwMode="auto">
                <a:xfrm>
                  <a:off x="1020" y="3595"/>
                  <a:ext cx="198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3" name="Line 271"/>
                <p:cNvSpPr>
                  <a:spLocks noChangeShapeType="1"/>
                </p:cNvSpPr>
                <p:nvPr/>
              </p:nvSpPr>
              <p:spPr bwMode="auto">
                <a:xfrm>
                  <a:off x="1019" y="1843"/>
                  <a:ext cx="200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4" name="Line 272"/>
                <p:cNvSpPr>
                  <a:spLocks noChangeShapeType="1"/>
                </p:cNvSpPr>
                <p:nvPr/>
              </p:nvSpPr>
              <p:spPr bwMode="auto">
                <a:xfrm flipV="1">
                  <a:off x="985" y="920"/>
                  <a:ext cx="0" cy="193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5" name="Line 273"/>
                <p:cNvSpPr>
                  <a:spLocks noChangeShapeType="1"/>
                </p:cNvSpPr>
                <p:nvPr/>
              </p:nvSpPr>
              <p:spPr bwMode="auto">
                <a:xfrm>
                  <a:off x="1255" y="919"/>
                  <a:ext cx="0" cy="194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6" name="Line 274"/>
                <p:cNvSpPr>
                  <a:spLocks noChangeShapeType="1"/>
                </p:cNvSpPr>
                <p:nvPr/>
              </p:nvSpPr>
              <p:spPr bwMode="auto">
                <a:xfrm>
                  <a:off x="1033" y="923"/>
                  <a:ext cx="0" cy="295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7" name="Line 275"/>
                <p:cNvSpPr>
                  <a:spLocks noChangeShapeType="1"/>
                </p:cNvSpPr>
                <p:nvPr/>
              </p:nvSpPr>
              <p:spPr bwMode="auto">
                <a:xfrm>
                  <a:off x="1204" y="919"/>
                  <a:ext cx="0" cy="299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8" name="Arc 276"/>
                <p:cNvSpPr>
                  <a:spLocks/>
                </p:cNvSpPr>
                <p:nvPr/>
              </p:nvSpPr>
              <p:spPr bwMode="auto">
                <a:xfrm flipV="1">
                  <a:off x="2489" y="1160"/>
                  <a:ext cx="180" cy="58"/>
                </a:xfrm>
                <a:custGeom>
                  <a:avLst/>
                  <a:gdLst>
                    <a:gd name="T0" fmla="*/ 0 w 37346"/>
                    <a:gd name="T1" fmla="*/ 0 h 21600"/>
                    <a:gd name="T2" fmla="*/ 1 w 37346"/>
                    <a:gd name="T3" fmla="*/ 0 h 21600"/>
                    <a:gd name="T4" fmla="*/ 0 w 37346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7346" h="21600" fill="none" extrusionOk="0">
                      <a:moveTo>
                        <a:pt x="-1" y="10392"/>
                      </a:moveTo>
                      <a:cubicBezTo>
                        <a:pt x="3916" y="3940"/>
                        <a:pt x="10916" y="-1"/>
                        <a:pt x="18465" y="0"/>
                      </a:cubicBezTo>
                      <a:cubicBezTo>
                        <a:pt x="26308" y="0"/>
                        <a:pt x="33536" y="4252"/>
                        <a:pt x="37346" y="11108"/>
                      </a:cubicBezTo>
                    </a:path>
                    <a:path w="37346" h="21600" stroke="0" extrusionOk="0">
                      <a:moveTo>
                        <a:pt x="-1" y="10392"/>
                      </a:moveTo>
                      <a:cubicBezTo>
                        <a:pt x="3916" y="3940"/>
                        <a:pt x="10916" y="-1"/>
                        <a:pt x="18465" y="0"/>
                      </a:cubicBezTo>
                      <a:cubicBezTo>
                        <a:pt x="26308" y="0"/>
                        <a:pt x="33536" y="4252"/>
                        <a:pt x="37346" y="11108"/>
                      </a:cubicBezTo>
                      <a:lnTo>
                        <a:pt x="18465" y="21600"/>
                      </a:lnTo>
                      <a:lnTo>
                        <a:pt x="-1" y="10392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69" name="Line 277"/>
                <p:cNvSpPr>
                  <a:spLocks noChangeShapeType="1"/>
                </p:cNvSpPr>
                <p:nvPr/>
              </p:nvSpPr>
              <p:spPr bwMode="auto">
                <a:xfrm>
                  <a:off x="2711" y="1089"/>
                  <a:ext cx="201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0" name="Line 278"/>
                <p:cNvSpPr>
                  <a:spLocks noChangeShapeType="1"/>
                </p:cNvSpPr>
                <p:nvPr/>
              </p:nvSpPr>
              <p:spPr bwMode="auto">
                <a:xfrm flipH="1">
                  <a:off x="977" y="927"/>
                  <a:ext cx="285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1" name="Line 279"/>
                <p:cNvSpPr>
                  <a:spLocks noChangeShapeType="1"/>
                </p:cNvSpPr>
                <p:nvPr/>
              </p:nvSpPr>
              <p:spPr bwMode="auto">
                <a:xfrm>
                  <a:off x="2667" y="1193"/>
                  <a:ext cx="241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2" name="Line 280"/>
                <p:cNvSpPr>
                  <a:spLocks noChangeShapeType="1"/>
                </p:cNvSpPr>
                <p:nvPr/>
              </p:nvSpPr>
              <p:spPr bwMode="auto">
                <a:xfrm>
                  <a:off x="1524" y="2596"/>
                  <a:ext cx="459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3" name="Line 281"/>
                <p:cNvSpPr>
                  <a:spLocks noChangeShapeType="1"/>
                </p:cNvSpPr>
                <p:nvPr/>
              </p:nvSpPr>
              <p:spPr bwMode="auto">
                <a:xfrm>
                  <a:off x="1397" y="3285"/>
                  <a:ext cx="347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4" name="Line 282"/>
                <p:cNvSpPr>
                  <a:spLocks noChangeShapeType="1"/>
                </p:cNvSpPr>
                <p:nvPr/>
              </p:nvSpPr>
              <p:spPr bwMode="auto">
                <a:xfrm flipH="1">
                  <a:off x="1219" y="3284"/>
                  <a:ext cx="158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5" name="Line 283"/>
                <p:cNvSpPr>
                  <a:spLocks noChangeShapeType="1"/>
                </p:cNvSpPr>
                <p:nvPr/>
              </p:nvSpPr>
              <p:spPr bwMode="auto">
                <a:xfrm>
                  <a:off x="2668" y="922"/>
                  <a:ext cx="0" cy="273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6" name="Line 284"/>
                <p:cNvSpPr>
                  <a:spLocks noChangeShapeType="1"/>
                </p:cNvSpPr>
                <p:nvPr/>
              </p:nvSpPr>
              <p:spPr bwMode="auto">
                <a:xfrm>
                  <a:off x="2489" y="920"/>
                  <a:ext cx="0" cy="275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7" name="Line 285"/>
                <p:cNvSpPr>
                  <a:spLocks noChangeShapeType="1"/>
                </p:cNvSpPr>
                <p:nvPr/>
              </p:nvSpPr>
              <p:spPr bwMode="auto">
                <a:xfrm>
                  <a:off x="2438" y="919"/>
                  <a:ext cx="0" cy="173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8" name="Line 286"/>
                <p:cNvSpPr>
                  <a:spLocks noChangeShapeType="1"/>
                </p:cNvSpPr>
                <p:nvPr/>
              </p:nvSpPr>
              <p:spPr bwMode="auto">
                <a:xfrm>
                  <a:off x="2431" y="925"/>
                  <a:ext cx="296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79" name="Line 287"/>
                <p:cNvSpPr>
                  <a:spLocks noChangeShapeType="1"/>
                </p:cNvSpPr>
                <p:nvPr/>
              </p:nvSpPr>
              <p:spPr bwMode="auto">
                <a:xfrm>
                  <a:off x="2719" y="916"/>
                  <a:ext cx="0" cy="178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480" name="Arc 288"/>
                <p:cNvSpPr>
                  <a:spLocks/>
                </p:cNvSpPr>
                <p:nvPr/>
              </p:nvSpPr>
              <p:spPr bwMode="auto">
                <a:xfrm>
                  <a:off x="2439" y="927"/>
                  <a:ext cx="281" cy="195"/>
                </a:xfrm>
                <a:custGeom>
                  <a:avLst/>
                  <a:gdLst>
                    <a:gd name="T0" fmla="*/ 3 w 26279"/>
                    <a:gd name="T1" fmla="*/ 1 h 21600"/>
                    <a:gd name="T2" fmla="*/ 0 w 26279"/>
                    <a:gd name="T3" fmla="*/ 1 h 21600"/>
                    <a:gd name="T4" fmla="*/ 1 w 26279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6279" h="21600" fill="none" extrusionOk="0">
                      <a:moveTo>
                        <a:pt x="26279" y="16698"/>
                      </a:moveTo>
                      <a:cubicBezTo>
                        <a:pt x="22416" y="19867"/>
                        <a:pt x="17574" y="21599"/>
                        <a:pt x="12578" y="21600"/>
                      </a:cubicBezTo>
                      <a:cubicBezTo>
                        <a:pt x="8066" y="21600"/>
                        <a:pt x="3667" y="20187"/>
                        <a:pt x="-1" y="17560"/>
                      </a:cubicBezTo>
                    </a:path>
                    <a:path w="26279" h="21600" stroke="0" extrusionOk="0">
                      <a:moveTo>
                        <a:pt x="26279" y="16698"/>
                      </a:moveTo>
                      <a:cubicBezTo>
                        <a:pt x="22416" y="19867"/>
                        <a:pt x="17574" y="21599"/>
                        <a:pt x="12578" y="21600"/>
                      </a:cubicBezTo>
                      <a:cubicBezTo>
                        <a:pt x="8066" y="21600"/>
                        <a:pt x="3667" y="20187"/>
                        <a:pt x="-1" y="17560"/>
                      </a:cubicBezTo>
                      <a:lnTo>
                        <a:pt x="12578" y="0"/>
                      </a:lnTo>
                      <a:lnTo>
                        <a:pt x="26279" y="16698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63" name="Group 289"/>
              <p:cNvGrpSpPr>
                <a:grpSpLocks/>
              </p:cNvGrpSpPr>
              <p:nvPr/>
            </p:nvGrpSpPr>
            <p:grpSpPr bwMode="auto">
              <a:xfrm>
                <a:off x="701" y="1402"/>
                <a:ext cx="839" cy="0"/>
                <a:chOff x="701" y="1402"/>
                <a:chExt cx="839" cy="0"/>
              </a:xfrm>
            </p:grpSpPr>
            <p:sp>
              <p:nvSpPr>
                <p:cNvPr id="11404" name="Line 290"/>
                <p:cNvSpPr>
                  <a:spLocks noChangeShapeType="1"/>
                </p:cNvSpPr>
                <p:nvPr/>
              </p:nvSpPr>
              <p:spPr bwMode="auto">
                <a:xfrm>
                  <a:off x="701" y="1402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405" name="Line 291"/>
                <p:cNvSpPr>
                  <a:spLocks noChangeShapeType="1"/>
                </p:cNvSpPr>
                <p:nvPr/>
              </p:nvSpPr>
              <p:spPr bwMode="auto">
                <a:xfrm>
                  <a:off x="1214" y="1402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406" name="Line 292"/>
                <p:cNvSpPr>
                  <a:spLocks noChangeShapeType="1"/>
                </p:cNvSpPr>
                <p:nvPr/>
              </p:nvSpPr>
              <p:spPr bwMode="auto">
                <a:xfrm>
                  <a:off x="1268" y="1402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364" name="Line 293"/>
              <p:cNvSpPr>
                <a:spLocks noChangeShapeType="1"/>
              </p:cNvSpPr>
              <p:nvPr/>
            </p:nvSpPr>
            <p:spPr bwMode="auto">
              <a:xfrm rot="10800000">
                <a:off x="926" y="3491"/>
                <a:ext cx="374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grpSp>
            <p:nvGrpSpPr>
              <p:cNvPr id="11365" name="Group 294"/>
              <p:cNvGrpSpPr>
                <a:grpSpLocks/>
              </p:cNvGrpSpPr>
              <p:nvPr/>
            </p:nvGrpSpPr>
            <p:grpSpPr bwMode="auto">
              <a:xfrm>
                <a:off x="1122" y="3050"/>
                <a:ext cx="1" cy="823"/>
                <a:chOff x="1122" y="3050"/>
                <a:chExt cx="1" cy="823"/>
              </a:xfrm>
            </p:grpSpPr>
            <p:sp>
              <p:nvSpPr>
                <p:cNvPr id="11401" name="Line 295"/>
                <p:cNvSpPr>
                  <a:spLocks noChangeShapeType="1"/>
                </p:cNvSpPr>
                <p:nvPr/>
              </p:nvSpPr>
              <p:spPr bwMode="auto">
                <a:xfrm rot="-5400000">
                  <a:off x="995" y="3745"/>
                  <a:ext cx="256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402" name="Line 296"/>
                <p:cNvSpPr>
                  <a:spLocks noChangeShapeType="1"/>
                </p:cNvSpPr>
                <p:nvPr/>
              </p:nvSpPr>
              <p:spPr bwMode="auto">
                <a:xfrm rot="-5400000">
                  <a:off x="1108" y="3569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403" name="Line 297"/>
                <p:cNvSpPr>
                  <a:spLocks noChangeShapeType="1"/>
                </p:cNvSpPr>
                <p:nvPr/>
              </p:nvSpPr>
              <p:spPr bwMode="auto">
                <a:xfrm rot="-5400000">
                  <a:off x="882" y="3290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66" name="Group 298"/>
              <p:cNvGrpSpPr>
                <a:grpSpLocks/>
              </p:cNvGrpSpPr>
              <p:nvPr/>
            </p:nvGrpSpPr>
            <p:grpSpPr bwMode="auto">
              <a:xfrm>
                <a:off x="1120" y="847"/>
                <a:ext cx="0" cy="1781"/>
                <a:chOff x="1120" y="847"/>
                <a:chExt cx="0" cy="1781"/>
              </a:xfrm>
            </p:grpSpPr>
            <p:grpSp>
              <p:nvGrpSpPr>
                <p:cNvPr id="11393" name="Group 299"/>
                <p:cNvGrpSpPr>
                  <a:grpSpLocks/>
                </p:cNvGrpSpPr>
                <p:nvPr/>
              </p:nvGrpSpPr>
              <p:grpSpPr bwMode="auto">
                <a:xfrm>
                  <a:off x="1120" y="847"/>
                  <a:ext cx="0" cy="1388"/>
                  <a:chOff x="1120" y="847"/>
                  <a:chExt cx="0" cy="1388"/>
                </a:xfrm>
              </p:grpSpPr>
              <p:sp>
                <p:nvSpPr>
                  <p:cNvPr id="11396" name="Line 300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914" y="2030"/>
                    <a:ext cx="41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97" name="Line 301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106" y="1783"/>
                    <a:ext cx="2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98" name="Line 30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907" y="1531"/>
                    <a:ext cx="42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99" name="Line 303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106" y="1280"/>
                    <a:ext cx="2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00" name="Line 304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922" y="1045"/>
                    <a:ext cx="39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394" name="Line 305"/>
                <p:cNvSpPr>
                  <a:spLocks noChangeShapeType="1"/>
                </p:cNvSpPr>
                <p:nvPr/>
              </p:nvSpPr>
              <p:spPr bwMode="auto">
                <a:xfrm rot="-5400000">
                  <a:off x="964" y="2472"/>
                  <a:ext cx="31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95" name="Line 306"/>
                <p:cNvSpPr>
                  <a:spLocks noChangeShapeType="1"/>
                </p:cNvSpPr>
                <p:nvPr/>
              </p:nvSpPr>
              <p:spPr bwMode="auto">
                <a:xfrm rot="-5400000">
                  <a:off x="1106" y="2275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67" name="Group 307"/>
              <p:cNvGrpSpPr>
                <a:grpSpLocks/>
              </p:cNvGrpSpPr>
              <p:nvPr/>
            </p:nvGrpSpPr>
            <p:grpSpPr bwMode="auto">
              <a:xfrm flipH="1">
                <a:off x="2138" y="1412"/>
                <a:ext cx="845" cy="0"/>
                <a:chOff x="2138" y="1412"/>
                <a:chExt cx="845" cy="0"/>
              </a:xfrm>
            </p:grpSpPr>
            <p:sp>
              <p:nvSpPr>
                <p:cNvPr id="11390" name="Line 308"/>
                <p:cNvSpPr>
                  <a:spLocks noChangeShapeType="1"/>
                </p:cNvSpPr>
                <p:nvPr/>
              </p:nvSpPr>
              <p:spPr bwMode="auto">
                <a:xfrm>
                  <a:off x="2138" y="1412"/>
                  <a:ext cx="27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91" name="Line 309"/>
                <p:cNvSpPr>
                  <a:spLocks noChangeShapeType="1"/>
                </p:cNvSpPr>
                <p:nvPr/>
              </p:nvSpPr>
              <p:spPr bwMode="auto">
                <a:xfrm>
                  <a:off x="2449" y="1412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92" name="Line 310"/>
                <p:cNvSpPr>
                  <a:spLocks noChangeShapeType="1"/>
                </p:cNvSpPr>
                <p:nvPr/>
              </p:nvSpPr>
              <p:spPr bwMode="auto">
                <a:xfrm>
                  <a:off x="2503" y="1412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68" name="Group 311"/>
              <p:cNvGrpSpPr>
                <a:grpSpLocks/>
              </p:cNvGrpSpPr>
              <p:nvPr/>
            </p:nvGrpSpPr>
            <p:grpSpPr bwMode="auto">
              <a:xfrm>
                <a:off x="1588" y="3410"/>
                <a:ext cx="374" cy="347"/>
                <a:chOff x="1588" y="3410"/>
                <a:chExt cx="374" cy="347"/>
              </a:xfrm>
            </p:grpSpPr>
            <p:sp>
              <p:nvSpPr>
                <p:cNvPr id="11388" name="Line 312"/>
                <p:cNvSpPr>
                  <a:spLocks noChangeShapeType="1"/>
                </p:cNvSpPr>
                <p:nvPr/>
              </p:nvSpPr>
              <p:spPr bwMode="auto">
                <a:xfrm rot="10800000">
                  <a:off x="1588" y="3579"/>
                  <a:ext cx="374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89" name="Line 313"/>
                <p:cNvSpPr>
                  <a:spLocks noChangeShapeType="1"/>
                </p:cNvSpPr>
                <p:nvPr/>
              </p:nvSpPr>
              <p:spPr bwMode="auto">
                <a:xfrm rot="-5400000">
                  <a:off x="1599" y="3584"/>
                  <a:ext cx="347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69" name="Group 314"/>
              <p:cNvGrpSpPr>
                <a:grpSpLocks/>
              </p:cNvGrpSpPr>
              <p:nvPr/>
            </p:nvGrpSpPr>
            <p:grpSpPr bwMode="auto">
              <a:xfrm>
                <a:off x="281" y="3412"/>
                <a:ext cx="374" cy="347"/>
                <a:chOff x="1588" y="3410"/>
                <a:chExt cx="374" cy="347"/>
              </a:xfrm>
            </p:grpSpPr>
            <p:sp>
              <p:nvSpPr>
                <p:cNvPr id="11386" name="Line 315"/>
                <p:cNvSpPr>
                  <a:spLocks noChangeShapeType="1"/>
                </p:cNvSpPr>
                <p:nvPr/>
              </p:nvSpPr>
              <p:spPr bwMode="auto">
                <a:xfrm rot="10800000">
                  <a:off x="1588" y="3579"/>
                  <a:ext cx="374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87" name="Line 316"/>
                <p:cNvSpPr>
                  <a:spLocks noChangeShapeType="1"/>
                </p:cNvSpPr>
                <p:nvPr/>
              </p:nvSpPr>
              <p:spPr bwMode="auto">
                <a:xfrm rot="-5400000">
                  <a:off x="1599" y="3584"/>
                  <a:ext cx="347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70" name="Group 317"/>
              <p:cNvGrpSpPr>
                <a:grpSpLocks/>
              </p:cNvGrpSpPr>
              <p:nvPr/>
            </p:nvGrpSpPr>
            <p:grpSpPr bwMode="auto">
              <a:xfrm>
                <a:off x="2578" y="860"/>
                <a:ext cx="0" cy="402"/>
                <a:chOff x="2578" y="860"/>
                <a:chExt cx="0" cy="402"/>
              </a:xfrm>
            </p:grpSpPr>
            <p:sp>
              <p:nvSpPr>
                <p:cNvPr id="11383" name="Line 318"/>
                <p:cNvSpPr>
                  <a:spLocks noChangeShapeType="1"/>
                </p:cNvSpPr>
                <p:nvPr/>
              </p:nvSpPr>
              <p:spPr bwMode="auto">
                <a:xfrm>
                  <a:off x="2578" y="860"/>
                  <a:ext cx="0" cy="1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84" name="Line 319"/>
                <p:cNvSpPr>
                  <a:spLocks noChangeShapeType="1"/>
                </p:cNvSpPr>
                <p:nvPr/>
              </p:nvSpPr>
              <p:spPr bwMode="auto">
                <a:xfrm>
                  <a:off x="2578" y="1014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85" name="Line 320"/>
                <p:cNvSpPr>
                  <a:spLocks noChangeShapeType="1"/>
                </p:cNvSpPr>
                <p:nvPr/>
              </p:nvSpPr>
              <p:spPr bwMode="auto">
                <a:xfrm>
                  <a:off x="2578" y="1061"/>
                  <a:ext cx="0" cy="201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71" name="Group 321"/>
              <p:cNvGrpSpPr>
                <a:grpSpLocks/>
              </p:cNvGrpSpPr>
              <p:nvPr/>
            </p:nvGrpSpPr>
            <p:grpSpPr bwMode="auto">
              <a:xfrm>
                <a:off x="2647" y="2297"/>
                <a:ext cx="0" cy="363"/>
                <a:chOff x="2647" y="2297"/>
                <a:chExt cx="0" cy="363"/>
              </a:xfrm>
            </p:grpSpPr>
            <p:sp>
              <p:nvSpPr>
                <p:cNvPr id="11380" name="Line 322"/>
                <p:cNvSpPr>
                  <a:spLocks noChangeShapeType="1"/>
                </p:cNvSpPr>
                <p:nvPr/>
              </p:nvSpPr>
              <p:spPr bwMode="auto">
                <a:xfrm>
                  <a:off x="2647" y="2297"/>
                  <a:ext cx="0" cy="1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81" name="Line 323"/>
                <p:cNvSpPr>
                  <a:spLocks noChangeShapeType="1"/>
                </p:cNvSpPr>
                <p:nvPr/>
              </p:nvSpPr>
              <p:spPr bwMode="auto">
                <a:xfrm>
                  <a:off x="2647" y="2450"/>
                  <a:ext cx="0" cy="29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82" name="Line 324"/>
                <p:cNvSpPr>
                  <a:spLocks noChangeShapeType="1"/>
                </p:cNvSpPr>
                <p:nvPr/>
              </p:nvSpPr>
              <p:spPr bwMode="auto">
                <a:xfrm>
                  <a:off x="2647" y="2504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72" name="Group 325"/>
              <p:cNvGrpSpPr>
                <a:grpSpLocks/>
              </p:cNvGrpSpPr>
              <p:nvPr/>
            </p:nvGrpSpPr>
            <p:grpSpPr bwMode="auto">
              <a:xfrm>
                <a:off x="1782" y="2302"/>
                <a:ext cx="0" cy="363"/>
                <a:chOff x="2647" y="2297"/>
                <a:chExt cx="0" cy="363"/>
              </a:xfrm>
            </p:grpSpPr>
            <p:sp>
              <p:nvSpPr>
                <p:cNvPr id="11377" name="Line 326"/>
                <p:cNvSpPr>
                  <a:spLocks noChangeShapeType="1"/>
                </p:cNvSpPr>
                <p:nvPr/>
              </p:nvSpPr>
              <p:spPr bwMode="auto">
                <a:xfrm>
                  <a:off x="2647" y="2297"/>
                  <a:ext cx="0" cy="1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78" name="Line 327"/>
                <p:cNvSpPr>
                  <a:spLocks noChangeShapeType="1"/>
                </p:cNvSpPr>
                <p:nvPr/>
              </p:nvSpPr>
              <p:spPr bwMode="auto">
                <a:xfrm>
                  <a:off x="2647" y="2450"/>
                  <a:ext cx="0" cy="29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79" name="Line 328"/>
                <p:cNvSpPr>
                  <a:spLocks noChangeShapeType="1"/>
                </p:cNvSpPr>
                <p:nvPr/>
              </p:nvSpPr>
              <p:spPr bwMode="auto">
                <a:xfrm>
                  <a:off x="2647" y="2504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73" name="Group 329"/>
              <p:cNvGrpSpPr>
                <a:grpSpLocks/>
              </p:cNvGrpSpPr>
              <p:nvPr/>
            </p:nvGrpSpPr>
            <p:grpSpPr bwMode="auto">
              <a:xfrm>
                <a:off x="466" y="2299"/>
                <a:ext cx="0" cy="363"/>
                <a:chOff x="2647" y="2297"/>
                <a:chExt cx="0" cy="363"/>
              </a:xfrm>
            </p:grpSpPr>
            <p:sp>
              <p:nvSpPr>
                <p:cNvPr id="11374" name="Line 330"/>
                <p:cNvSpPr>
                  <a:spLocks noChangeShapeType="1"/>
                </p:cNvSpPr>
                <p:nvPr/>
              </p:nvSpPr>
              <p:spPr bwMode="auto">
                <a:xfrm>
                  <a:off x="2647" y="2297"/>
                  <a:ext cx="0" cy="1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75" name="Line 331"/>
                <p:cNvSpPr>
                  <a:spLocks noChangeShapeType="1"/>
                </p:cNvSpPr>
                <p:nvPr/>
              </p:nvSpPr>
              <p:spPr bwMode="auto">
                <a:xfrm>
                  <a:off x="2647" y="2450"/>
                  <a:ext cx="0" cy="29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1376" name="Line 332"/>
                <p:cNvSpPr>
                  <a:spLocks noChangeShapeType="1"/>
                </p:cNvSpPr>
                <p:nvPr/>
              </p:nvSpPr>
              <p:spPr bwMode="auto">
                <a:xfrm>
                  <a:off x="2647" y="2504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05133" name="Text Box 333"/>
          <p:cNvSpPr txBox="1">
            <a:spLocks noChangeArrowheads="1"/>
          </p:cNvSpPr>
          <p:nvPr/>
        </p:nvSpPr>
        <p:spPr bwMode="auto">
          <a:xfrm>
            <a:off x="6013450" y="4460875"/>
            <a:ext cx="201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Marlett" pitchFamily="2" charset="2"/>
              </a:rPr>
              <a:t>选主视图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400">
              <a:solidFill>
                <a:srgbClr val="A5002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0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0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0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0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0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0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0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0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0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0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0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0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0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0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0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0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20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0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0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204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20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20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20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20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204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7" dur="500"/>
                                        <p:tgtEl>
                                          <p:spTgt spid="20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04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204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2" dur="500"/>
                                        <p:tgtEl>
                                          <p:spTgt spid="20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20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20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20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500"/>
                                        <p:tgtEl>
                                          <p:spTgt spid="20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20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9" dur="500"/>
                                        <p:tgtEl>
                                          <p:spTgt spid="20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3" dur="500"/>
                                        <p:tgtEl>
                                          <p:spTgt spid="20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20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 nodeType="clickPar">
                      <p:stCondLst>
                        <p:cond delay="indefinite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6" dur="500"/>
                                        <p:tgtEl>
                                          <p:spTgt spid="20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500"/>
                                        <p:tgtEl>
                                          <p:spTgt spid="204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20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1" dur="500"/>
                                        <p:tgtEl>
                                          <p:spTgt spid="20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 nodeType="clickPar">
                      <p:stCondLst>
                        <p:cond delay="indefinite"/>
                      </p:stCondLst>
                      <p:childTnLst>
                        <p:par>
                          <p:cTn id="3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Par">
                      <p:stCondLst>
                        <p:cond delay="indefinite"/>
                      </p:stCondLst>
                      <p:childTnLst>
                        <p:par>
                          <p:cTn id="3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20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5" dur="500"/>
                                        <p:tgtEl>
                                          <p:spTgt spid="20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0" dur="500"/>
                                        <p:tgtEl>
                                          <p:spTgt spid="20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5" dur="500"/>
                                        <p:tgtEl>
                                          <p:spTgt spid="20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500"/>
                                        <p:tgtEl>
                                          <p:spTgt spid="20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Par">
                      <p:stCondLst>
                        <p:cond delay="indefinite"/>
                      </p:stCondLst>
                      <p:childTnLst>
                        <p:par>
                          <p:cTn id="3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5" dur="500"/>
                                        <p:tgtEl>
                                          <p:spTgt spid="20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0" dur="500"/>
                                        <p:tgtEl>
                                          <p:spTgt spid="20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 nodeType="clickPar">
                      <p:stCondLst>
                        <p:cond delay="indefinite"/>
                      </p:stCondLst>
                      <p:childTnLst>
                        <p:par>
                          <p:cTn id="3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5" dur="500"/>
                                        <p:tgtEl>
                                          <p:spTgt spid="20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 nodeType="clickPar">
                      <p:stCondLst>
                        <p:cond delay="indefinite"/>
                      </p:stCondLst>
                      <p:childTnLst>
                        <p:par>
                          <p:cTn id="3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0" dur="500"/>
                                        <p:tgtEl>
                                          <p:spTgt spid="204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 nodeType="clickPar">
                      <p:stCondLst>
                        <p:cond delay="indefinite"/>
                      </p:stCondLst>
                      <p:childTnLst>
                        <p:par>
                          <p:cTn id="3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5" dur="500"/>
                                        <p:tgtEl>
                                          <p:spTgt spid="20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 nodeType="clickPar">
                      <p:stCondLst>
                        <p:cond delay="indefinite"/>
                      </p:stCondLst>
                      <p:childTnLst>
                        <p:par>
                          <p:cTn id="3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205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205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 nodeType="clickPar">
                      <p:stCondLst>
                        <p:cond delay="indefinite"/>
                      </p:stCondLst>
                      <p:childTnLst>
                        <p:par>
                          <p:cTn id="3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500"/>
                                        <p:tgtEl>
                                          <p:spTgt spid="20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 nodeType="clickPar">
                      <p:stCondLst>
                        <p:cond delay="indefinite"/>
                      </p:stCondLst>
                      <p:childTnLst>
                        <p:par>
                          <p:cTn id="3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8" dur="500"/>
                                        <p:tgtEl>
                                          <p:spTgt spid="20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 nodeType="clickPar">
                      <p:stCondLst>
                        <p:cond delay="indefinite"/>
                      </p:stCondLst>
                      <p:childTnLst>
                        <p:par>
                          <p:cTn id="3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 nodeType="clickPar">
                      <p:stCondLst>
                        <p:cond delay="indefinite"/>
                      </p:stCondLst>
                      <p:childTnLst>
                        <p:par>
                          <p:cTn id="3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205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205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 nodeType="clickPar">
                      <p:stCondLst>
                        <p:cond delay="indefinite"/>
                      </p:stCondLst>
                      <p:childTnLst>
                        <p:par>
                          <p:cTn id="4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6" dur="500"/>
                                        <p:tgtEl>
                                          <p:spTgt spid="20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 nodeType="clickPar">
                      <p:stCondLst>
                        <p:cond delay="indefinite"/>
                      </p:stCondLst>
                      <p:childTnLst>
                        <p:par>
                          <p:cTn id="4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500"/>
                                        <p:tgtEl>
                                          <p:spTgt spid="20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 nodeType="clickPar">
                      <p:stCondLst>
                        <p:cond delay="indefinite"/>
                      </p:stCondLst>
                      <p:childTnLst>
                        <p:par>
                          <p:cTn id="4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6" dur="500"/>
                                        <p:tgtEl>
                                          <p:spTgt spid="20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2" grpId="0" autoUpdateAnimBg="0"/>
      <p:bldP spid="204823" grpId="0" autoUpdateAnimBg="0"/>
      <p:bldP spid="204824" grpId="0" autoUpdateAnimBg="0"/>
      <p:bldP spid="204827" grpId="0" animBg="1"/>
      <p:bldP spid="204828" grpId="0" animBg="1"/>
      <p:bldP spid="204829" grpId="0" animBg="1"/>
      <p:bldP spid="204830" grpId="0" animBg="1"/>
      <p:bldP spid="204831" grpId="0" animBg="1"/>
      <p:bldP spid="204843" grpId="0" animBg="1"/>
      <p:bldP spid="204844" grpId="0" animBg="1"/>
      <p:bldP spid="204852" grpId="0" animBg="1"/>
      <p:bldP spid="204853" grpId="0" animBg="1"/>
      <p:bldP spid="204854" grpId="0" animBg="1"/>
      <p:bldP spid="204858" grpId="0" animBg="1"/>
      <p:bldP spid="204874" grpId="0" animBg="1"/>
      <p:bldP spid="204878" grpId="0" animBg="1"/>
      <p:bldP spid="204879" grpId="0" animBg="1"/>
      <p:bldP spid="204892" grpId="0" animBg="1"/>
      <p:bldP spid="204899" grpId="0" animBg="1"/>
      <p:bldP spid="204900" grpId="0" animBg="1"/>
      <p:bldP spid="204904" grpId="0" animBg="1"/>
      <p:bldP spid="204908" grpId="0" animBg="1"/>
      <p:bldP spid="204909" grpId="0" animBg="1"/>
      <p:bldP spid="204913" grpId="0" animBg="1"/>
      <p:bldP spid="204914" grpId="0" animBg="1"/>
      <p:bldP spid="204915" grpId="0" autoUpdateAnimBg="0"/>
      <p:bldP spid="204916" grpId="0" autoUpdateAnimBg="0"/>
      <p:bldP spid="204917" grpId="0" autoUpdateAnimBg="0"/>
      <p:bldP spid="204918" grpId="0" autoUpdateAnimBg="0"/>
      <p:bldP spid="204919" grpId="0" autoUpdateAnimBg="0"/>
      <p:bldP spid="204920" grpId="0" animBg="1"/>
      <p:bldP spid="204927" grpId="0" animBg="1"/>
      <p:bldP spid="204931" grpId="0" animBg="1"/>
      <p:bldP spid="204935" grpId="0" animBg="1"/>
      <p:bldP spid="204936" grpId="0" animBg="1"/>
      <p:bldP spid="204937" grpId="0" animBg="1"/>
      <p:bldP spid="204941" grpId="0" animBg="1"/>
      <p:bldP spid="204954" grpId="0" animBg="1"/>
      <p:bldP spid="204955" grpId="0" animBg="1"/>
      <p:bldP spid="204959" grpId="0" animBg="1"/>
      <p:bldP spid="204960" grpId="0" animBg="1"/>
      <p:bldP spid="204961" grpId="0" animBg="1"/>
      <p:bldP spid="204962" grpId="0" animBg="1"/>
      <p:bldP spid="204963" grpId="0" animBg="1"/>
      <p:bldP spid="204964" grpId="0" animBg="1"/>
      <p:bldP spid="204968" grpId="0" animBg="1"/>
      <p:bldP spid="204969" grpId="0" animBg="1"/>
      <p:bldP spid="204970" grpId="0" animBg="1"/>
      <p:bldP spid="205005" grpId="0" animBg="1"/>
      <p:bldP spid="205006" grpId="0" animBg="1"/>
      <p:bldP spid="20513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D685430B-A6E5-4882-95B9-E4C45B4093DD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05826" name="Text Box 2" descr="紫色网格"/>
          <p:cNvSpPr txBox="1">
            <a:spLocks noChangeArrowheads="1"/>
          </p:cNvSpPr>
          <p:nvPr/>
        </p:nvSpPr>
        <p:spPr bwMode="auto">
          <a:xfrm>
            <a:off x="438150" y="844550"/>
            <a:ext cx="414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基本方法</a:t>
            </a:r>
            <a:r>
              <a:rPr lang="en-US" altLang="zh-CN" sz="2800">
                <a:solidFill>
                  <a:srgbClr val="A50021"/>
                </a:solidFill>
                <a:ea typeface="黑体" pitchFamily="2" charset="-122"/>
              </a:rPr>
              <a:t>——</a:t>
            </a: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形体分析法</a:t>
            </a:r>
          </a:p>
        </p:txBody>
      </p:sp>
      <p:sp>
        <p:nvSpPr>
          <p:cNvPr id="205827" name="Text Box 3"/>
          <p:cNvSpPr txBox="1">
            <a:spLocks noChangeArrowheads="1"/>
          </p:cNvSpPr>
          <p:nvPr/>
        </p:nvSpPr>
        <p:spPr bwMode="auto">
          <a:xfrm>
            <a:off x="381000" y="1354138"/>
            <a:ext cx="5151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kumimoji="1" lang="zh-CN" altLang="en-US" sz="2400">
                <a:latin typeface="黑体" pitchFamily="2" charset="-122"/>
                <a:ea typeface="黑体" pitchFamily="2" charset="-122"/>
              </a:rPr>
              <a:t>把复杂形体分解成若干基本体</a:t>
            </a:r>
            <a:endParaRPr kumimoji="1" lang="zh-CN" altLang="en-US" sz="240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5828" name="Rectangle 4"/>
          <p:cNvSpPr>
            <a:spLocks noChangeArrowheads="1"/>
          </p:cNvSpPr>
          <p:nvPr/>
        </p:nvSpPr>
        <p:spPr bwMode="auto">
          <a:xfrm>
            <a:off x="382588" y="1795463"/>
            <a:ext cx="5172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kumimoji="1" lang="zh-CN" altLang="en-US" sz="2400">
                <a:latin typeface="黑体" pitchFamily="2" charset="-122"/>
                <a:ea typeface="黑体" pitchFamily="2" charset="-122"/>
              </a:rPr>
              <a:t>分析各基本体之间的相互关系</a:t>
            </a: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5829" name="Rectangle 5" descr="紫色网格"/>
          <p:cNvSpPr>
            <a:spLocks noChangeArrowheads="1"/>
          </p:cNvSpPr>
          <p:nvPr/>
        </p:nvSpPr>
        <p:spPr bwMode="auto">
          <a:xfrm>
            <a:off x="492125" y="2365375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画图步骤</a:t>
            </a:r>
          </a:p>
        </p:txBody>
      </p:sp>
      <p:sp>
        <p:nvSpPr>
          <p:cNvPr id="205830" name="Rectangle 6"/>
          <p:cNvSpPr>
            <a:spLocks noChangeArrowheads="1"/>
          </p:cNvSpPr>
          <p:nvPr/>
        </p:nvSpPr>
        <p:spPr bwMode="auto">
          <a:xfrm>
            <a:off x="390525" y="2933700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kumimoji="1" lang="zh-CN" altLang="en-US" sz="2400">
                <a:latin typeface="黑体" pitchFamily="2" charset="-122"/>
                <a:ea typeface="黑体" pitchFamily="2" charset="-122"/>
              </a:rPr>
              <a:t>布置视图</a:t>
            </a:r>
          </a:p>
        </p:txBody>
      </p:sp>
      <p:sp>
        <p:nvSpPr>
          <p:cNvPr id="205833" name="Rectangle 9"/>
          <p:cNvSpPr>
            <a:spLocks noChangeArrowheads="1"/>
          </p:cNvSpPr>
          <p:nvPr/>
        </p:nvSpPr>
        <p:spPr bwMode="auto">
          <a:xfrm>
            <a:off x="376238" y="3900488"/>
            <a:ext cx="262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kumimoji="1" lang="zh-CN" altLang="en-US" sz="2400">
                <a:latin typeface="黑体" pitchFamily="2" charset="-122"/>
                <a:ea typeface="黑体" pitchFamily="2" charset="-122"/>
              </a:rPr>
              <a:t>画底稿</a:t>
            </a:r>
            <a:r>
              <a:rPr kumimoji="1" lang="en-US" altLang="zh-CN" sz="2400">
                <a:latin typeface="黑体" pitchFamily="2" charset="-122"/>
                <a:ea typeface="黑体" pitchFamily="2" charset="-122"/>
              </a:rPr>
              <a:t>(</a:t>
            </a:r>
            <a:r>
              <a:rPr kumimoji="1" lang="zh-CN" altLang="en-US" sz="2400">
                <a:latin typeface="黑体" pitchFamily="2" charset="-122"/>
                <a:ea typeface="黑体" pitchFamily="2" charset="-122"/>
              </a:rPr>
              <a:t>细实线</a:t>
            </a:r>
            <a:r>
              <a:rPr kumimoji="1" lang="en-US" altLang="zh-CN" sz="2400"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sp>
        <p:nvSpPr>
          <p:cNvPr id="205836" name="Rectangle 12"/>
          <p:cNvSpPr>
            <a:spLocks noChangeArrowheads="1"/>
          </p:cNvSpPr>
          <p:nvPr/>
        </p:nvSpPr>
        <p:spPr bwMode="auto">
          <a:xfrm>
            <a:off x="385763" y="5065713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kumimoji="1" lang="zh-CN" altLang="en-US" sz="2400">
                <a:latin typeface="黑体" pitchFamily="2" charset="-122"/>
                <a:ea typeface="黑体" pitchFamily="2" charset="-122"/>
              </a:rPr>
              <a:t>检查</a:t>
            </a:r>
          </a:p>
        </p:txBody>
      </p:sp>
      <p:sp>
        <p:nvSpPr>
          <p:cNvPr id="205838" name="Rectangle 14"/>
          <p:cNvSpPr>
            <a:spLocks noChangeArrowheads="1"/>
          </p:cNvSpPr>
          <p:nvPr/>
        </p:nvSpPr>
        <p:spPr bwMode="auto">
          <a:xfrm>
            <a:off x="358775" y="5986463"/>
            <a:ext cx="2466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kumimoji="1" lang="zh-CN" altLang="en-US" sz="2400">
                <a:latin typeface="黑体" pitchFamily="2" charset="-122"/>
                <a:ea typeface="黑体" pitchFamily="2" charset="-122"/>
              </a:rPr>
              <a:t>完善线型</a:t>
            </a:r>
            <a:endParaRPr kumimoji="1" lang="zh-CN" altLang="en-US"/>
          </a:p>
        </p:txBody>
      </p:sp>
      <p:sp>
        <p:nvSpPr>
          <p:cNvPr id="205841" name="Oval 17"/>
          <p:cNvSpPr>
            <a:spLocks noChangeArrowheads="1"/>
          </p:cNvSpPr>
          <p:nvPr/>
        </p:nvSpPr>
        <p:spPr bwMode="auto">
          <a:xfrm>
            <a:off x="403225" y="193675"/>
            <a:ext cx="969963" cy="549275"/>
          </a:xfrm>
          <a:prstGeom prst="ellipse">
            <a:avLst/>
          </a:prstGeom>
          <a:gradFill rotWithShape="0">
            <a:gsLst>
              <a:gs pos="0">
                <a:srgbClr val="FF5050"/>
              </a:gs>
              <a:gs pos="100000">
                <a:srgbClr val="762525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05842" name="Text Box 18"/>
          <p:cNvSpPr txBox="1">
            <a:spLocks noChangeArrowheads="1"/>
          </p:cNvSpPr>
          <p:nvPr/>
        </p:nvSpPr>
        <p:spPr bwMode="auto">
          <a:xfrm>
            <a:off x="428625" y="184150"/>
            <a:ext cx="949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chemeClr val="bg1"/>
                </a:solidFill>
                <a:ea typeface="黑体" pitchFamily="2" charset="-122"/>
              </a:rPr>
              <a:t>总结</a:t>
            </a:r>
          </a:p>
        </p:txBody>
      </p:sp>
      <p:sp>
        <p:nvSpPr>
          <p:cNvPr id="205974" name="AutoShape 150"/>
          <p:cNvSpPr>
            <a:spLocks/>
          </p:cNvSpPr>
          <p:nvPr/>
        </p:nvSpPr>
        <p:spPr bwMode="auto">
          <a:xfrm>
            <a:off x="3627438" y="2671763"/>
            <a:ext cx="1849437" cy="836612"/>
          </a:xfrm>
          <a:prstGeom prst="borderCallout2">
            <a:avLst>
              <a:gd name="adj1" fmla="val 13662"/>
              <a:gd name="adj2" fmla="val -4120"/>
              <a:gd name="adj3" fmla="val 13662"/>
              <a:gd name="adj4" fmla="val -42060"/>
              <a:gd name="adj5" fmla="val 69069"/>
              <a:gd name="adj6" fmla="val -81546"/>
            </a:avLst>
          </a:prstGeom>
          <a:noFill/>
          <a:ln w="28575">
            <a:solidFill>
              <a:srgbClr val="000000"/>
            </a:solidFill>
            <a:miter lim="800000"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确定主视图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布置基准线</a:t>
            </a:r>
            <a:endParaRPr kumimoji="0" lang="zh-CN" altLang="en-US" sz="2000"/>
          </a:p>
        </p:txBody>
      </p:sp>
      <p:sp>
        <p:nvSpPr>
          <p:cNvPr id="205976" name="AutoShape 152"/>
          <p:cNvSpPr>
            <a:spLocks/>
          </p:cNvSpPr>
          <p:nvPr/>
        </p:nvSpPr>
        <p:spPr bwMode="auto">
          <a:xfrm>
            <a:off x="4348163" y="3606800"/>
            <a:ext cx="3495675" cy="1816100"/>
          </a:xfrm>
          <a:prstGeom prst="borderCallout2">
            <a:avLst>
              <a:gd name="adj1" fmla="val 6292"/>
              <a:gd name="adj2" fmla="val -2181"/>
              <a:gd name="adj3" fmla="val 6292"/>
              <a:gd name="adj4" fmla="val -21389"/>
              <a:gd name="adj5" fmla="val 32519"/>
              <a:gd name="adj6" fmla="val -41324"/>
            </a:avLst>
          </a:prstGeom>
          <a:noFill/>
          <a:ln w="28575">
            <a:solidFill>
              <a:srgbClr val="000000"/>
            </a:solidFill>
            <a:miter lim="800000"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逐个完成</a:t>
            </a:r>
            <a:r>
              <a:rPr lang="zh-CN" altLang="en-US" sz="2000" dirty="0" smtClean="0">
                <a:solidFill>
                  <a:srgbClr val="FF0000"/>
                </a:solidFill>
              </a:rPr>
              <a:t>形体：</a:t>
            </a:r>
            <a:endParaRPr lang="zh-CN" altLang="en-US" sz="2000" dirty="0"/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/>
              <a:t>先主要结构，后次要结构；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 smtClean="0"/>
              <a:t>先</a:t>
            </a:r>
            <a:r>
              <a:rPr lang="zh-CN" altLang="en-US" sz="2000" dirty="0"/>
              <a:t>特征投影，后其他投影；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/>
              <a:t>先外表形状，后内部形状；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 smtClean="0"/>
              <a:t>先</a:t>
            </a:r>
            <a:r>
              <a:rPr lang="zh-CN" altLang="en-US" sz="2000" dirty="0"/>
              <a:t>形体，后交线。</a:t>
            </a:r>
          </a:p>
        </p:txBody>
      </p:sp>
      <p:sp>
        <p:nvSpPr>
          <p:cNvPr id="205977" name="AutoShape 153"/>
          <p:cNvSpPr>
            <a:spLocks/>
          </p:cNvSpPr>
          <p:nvPr/>
        </p:nvSpPr>
        <p:spPr bwMode="auto">
          <a:xfrm>
            <a:off x="2262188" y="4878388"/>
            <a:ext cx="1849437" cy="1073150"/>
          </a:xfrm>
          <a:prstGeom prst="borderCallout2">
            <a:avLst>
              <a:gd name="adj1" fmla="val 10653"/>
              <a:gd name="adj2" fmla="val -4120"/>
              <a:gd name="adj3" fmla="val 10653"/>
              <a:gd name="adj4" fmla="val -24380"/>
              <a:gd name="adj5" fmla="val 40829"/>
              <a:gd name="adj6" fmla="val -45495"/>
            </a:avLst>
          </a:prstGeom>
          <a:noFill/>
          <a:ln w="28575">
            <a:solidFill>
              <a:srgbClr val="000000"/>
            </a:solidFill>
            <a:miter lim="800000"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三等关系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相互位置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</a:rPr>
              <a:t>表面连接关系</a:t>
            </a:r>
            <a:endParaRPr kumimoji="0"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0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5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6" grpId="0" autoUpdateAnimBg="0"/>
      <p:bldP spid="205827" grpId="0" autoUpdateAnimBg="0"/>
      <p:bldP spid="205828" grpId="0" autoUpdateAnimBg="0"/>
      <p:bldP spid="205829" grpId="0" autoUpdateAnimBg="0"/>
      <p:bldP spid="205830" grpId="0" autoUpdateAnimBg="0"/>
      <p:bldP spid="205833" grpId="0" autoUpdateAnimBg="0"/>
      <p:bldP spid="205836" grpId="0" autoUpdateAnimBg="0"/>
      <p:bldP spid="205838" grpId="0" autoUpdateAnimBg="0"/>
      <p:bldP spid="205841" grpId="0" animBg="1"/>
      <p:bldP spid="205842" grpId="0" autoUpdateAnimBg="0"/>
      <p:bldP spid="205974" grpId="0" animBg="1"/>
      <p:bldP spid="205976" grpId="0" animBg="1"/>
      <p:bldP spid="20597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B8F0717C-4084-4EBF-A4DE-D8F37D9FF2A1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233363" y="254000"/>
            <a:ext cx="7772400" cy="615950"/>
          </a:xfrm>
        </p:spPr>
        <p:txBody>
          <a:bodyPr/>
          <a:lstStyle/>
          <a:p>
            <a:pPr eaLnBrk="1" hangingPunct="1"/>
            <a:r>
              <a:rPr lang="zh-CN" altLang="en-US" sz="3200" b="1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3200" b="1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3200" b="1" smtClean="0">
                <a:latin typeface="黑体" pitchFamily="2" charset="-122"/>
                <a:ea typeface="黑体" pitchFamily="2" charset="-122"/>
              </a:rPr>
              <a:t>：求作导向块的三视图</a:t>
            </a:r>
          </a:p>
        </p:txBody>
      </p:sp>
      <p:grpSp>
        <p:nvGrpSpPr>
          <p:cNvPr id="13316" name="Group 3"/>
          <p:cNvGrpSpPr>
            <a:grpSpLocks/>
          </p:cNvGrpSpPr>
          <p:nvPr/>
        </p:nvGrpSpPr>
        <p:grpSpPr bwMode="auto">
          <a:xfrm>
            <a:off x="6534150" y="1612900"/>
            <a:ext cx="2416175" cy="2533650"/>
            <a:chOff x="2211" y="342"/>
            <a:chExt cx="2029" cy="2128"/>
          </a:xfrm>
        </p:grpSpPr>
        <p:sp>
          <p:nvSpPr>
            <p:cNvPr id="13385" name="Freeform 4"/>
            <p:cNvSpPr>
              <a:spLocks/>
            </p:cNvSpPr>
            <p:nvPr/>
          </p:nvSpPr>
          <p:spPr bwMode="auto">
            <a:xfrm>
              <a:off x="2211" y="851"/>
              <a:ext cx="1730" cy="1200"/>
            </a:xfrm>
            <a:custGeom>
              <a:avLst/>
              <a:gdLst>
                <a:gd name="T0" fmla="*/ 669 w 1730"/>
                <a:gd name="T1" fmla="*/ 0 h 1200"/>
                <a:gd name="T2" fmla="*/ 0 w 1730"/>
                <a:gd name="T3" fmla="*/ 822 h 1200"/>
                <a:gd name="T4" fmla="*/ 181 w 1730"/>
                <a:gd name="T5" fmla="*/ 909 h 1200"/>
                <a:gd name="T6" fmla="*/ 413 w 1730"/>
                <a:gd name="T7" fmla="*/ 647 h 1200"/>
                <a:gd name="T8" fmla="*/ 741 w 1730"/>
                <a:gd name="T9" fmla="*/ 811 h 1200"/>
                <a:gd name="T10" fmla="*/ 477 w 1730"/>
                <a:gd name="T11" fmla="*/ 1095 h 1200"/>
                <a:gd name="T12" fmla="*/ 683 w 1730"/>
                <a:gd name="T13" fmla="*/ 1200 h 1200"/>
                <a:gd name="T14" fmla="*/ 1010 w 1730"/>
                <a:gd name="T15" fmla="*/ 800 h 1200"/>
                <a:gd name="T16" fmla="*/ 1389 w 1730"/>
                <a:gd name="T17" fmla="*/ 1025 h 1200"/>
                <a:gd name="T18" fmla="*/ 1730 w 1730"/>
                <a:gd name="T19" fmla="*/ 604 h 1200"/>
                <a:gd name="T20" fmla="*/ 669 w 1730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30" h="1200">
                  <a:moveTo>
                    <a:pt x="669" y="0"/>
                  </a:moveTo>
                  <a:lnTo>
                    <a:pt x="0" y="822"/>
                  </a:lnTo>
                  <a:lnTo>
                    <a:pt x="181" y="909"/>
                  </a:lnTo>
                  <a:lnTo>
                    <a:pt x="413" y="647"/>
                  </a:lnTo>
                  <a:lnTo>
                    <a:pt x="741" y="811"/>
                  </a:lnTo>
                  <a:lnTo>
                    <a:pt x="477" y="1095"/>
                  </a:lnTo>
                  <a:lnTo>
                    <a:pt x="683" y="1200"/>
                  </a:lnTo>
                  <a:lnTo>
                    <a:pt x="1010" y="800"/>
                  </a:lnTo>
                  <a:lnTo>
                    <a:pt x="1389" y="1025"/>
                  </a:lnTo>
                  <a:lnTo>
                    <a:pt x="1730" y="604"/>
                  </a:lnTo>
                  <a:lnTo>
                    <a:pt x="669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6" name="Freeform 5"/>
            <p:cNvSpPr>
              <a:spLocks/>
            </p:cNvSpPr>
            <p:nvPr/>
          </p:nvSpPr>
          <p:spPr bwMode="auto">
            <a:xfrm>
              <a:off x="3214" y="1644"/>
              <a:ext cx="383" cy="820"/>
            </a:xfrm>
            <a:custGeom>
              <a:avLst/>
              <a:gdLst>
                <a:gd name="T0" fmla="*/ 0 w 383"/>
                <a:gd name="T1" fmla="*/ 0 h 820"/>
                <a:gd name="T2" fmla="*/ 383 w 383"/>
                <a:gd name="T3" fmla="*/ 225 h 820"/>
                <a:gd name="T4" fmla="*/ 383 w 383"/>
                <a:gd name="T5" fmla="*/ 820 h 820"/>
                <a:gd name="T6" fmla="*/ 0 w 383"/>
                <a:gd name="T7" fmla="*/ 611 h 820"/>
                <a:gd name="T8" fmla="*/ 0 w 383"/>
                <a:gd name="T9" fmla="*/ 0 h 8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3" h="820">
                  <a:moveTo>
                    <a:pt x="0" y="0"/>
                  </a:moveTo>
                  <a:lnTo>
                    <a:pt x="383" y="225"/>
                  </a:lnTo>
                  <a:lnTo>
                    <a:pt x="383" y="820"/>
                  </a:lnTo>
                  <a:lnTo>
                    <a:pt x="0" y="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7" name="Freeform 6"/>
            <p:cNvSpPr>
              <a:spLocks/>
            </p:cNvSpPr>
            <p:nvPr/>
          </p:nvSpPr>
          <p:spPr bwMode="auto">
            <a:xfrm>
              <a:off x="2618" y="1469"/>
              <a:ext cx="339" cy="604"/>
            </a:xfrm>
            <a:custGeom>
              <a:avLst/>
              <a:gdLst>
                <a:gd name="T0" fmla="*/ 0 w 339"/>
                <a:gd name="T1" fmla="*/ 0 h 604"/>
                <a:gd name="T2" fmla="*/ 339 w 339"/>
                <a:gd name="T3" fmla="*/ 195 h 604"/>
                <a:gd name="T4" fmla="*/ 96 w 339"/>
                <a:gd name="T5" fmla="*/ 477 h 604"/>
                <a:gd name="T6" fmla="*/ 102 w 339"/>
                <a:gd name="T7" fmla="*/ 604 h 604"/>
                <a:gd name="T8" fmla="*/ 0 w 339"/>
                <a:gd name="T9" fmla="*/ 538 h 604"/>
                <a:gd name="T10" fmla="*/ 0 w 339"/>
                <a:gd name="T11" fmla="*/ 0 h 6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9" h="604">
                  <a:moveTo>
                    <a:pt x="0" y="0"/>
                  </a:moveTo>
                  <a:lnTo>
                    <a:pt x="339" y="195"/>
                  </a:lnTo>
                  <a:lnTo>
                    <a:pt x="96" y="477"/>
                  </a:lnTo>
                  <a:lnTo>
                    <a:pt x="102" y="604"/>
                  </a:lnTo>
                  <a:lnTo>
                    <a:pt x="0" y="53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7C80"/>
                </a:gs>
                <a:gs pos="100000">
                  <a:srgbClr val="9B4B4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8" name="Freeform 7"/>
            <p:cNvSpPr>
              <a:spLocks/>
            </p:cNvSpPr>
            <p:nvPr/>
          </p:nvSpPr>
          <p:spPr bwMode="auto">
            <a:xfrm>
              <a:off x="2887" y="342"/>
              <a:ext cx="1353" cy="793"/>
            </a:xfrm>
            <a:custGeom>
              <a:avLst/>
              <a:gdLst>
                <a:gd name="T0" fmla="*/ 0 w 1353"/>
                <a:gd name="T1" fmla="*/ 167 h 793"/>
                <a:gd name="T2" fmla="*/ 291 w 1353"/>
                <a:gd name="T3" fmla="*/ 0 h 793"/>
                <a:gd name="T4" fmla="*/ 1353 w 1353"/>
                <a:gd name="T5" fmla="*/ 618 h 793"/>
                <a:gd name="T6" fmla="*/ 1054 w 1353"/>
                <a:gd name="T7" fmla="*/ 793 h 793"/>
                <a:gd name="T8" fmla="*/ 0 w 1353"/>
                <a:gd name="T9" fmla="*/ 167 h 7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3" h="793">
                  <a:moveTo>
                    <a:pt x="0" y="167"/>
                  </a:moveTo>
                  <a:lnTo>
                    <a:pt x="291" y="0"/>
                  </a:lnTo>
                  <a:lnTo>
                    <a:pt x="1353" y="618"/>
                  </a:lnTo>
                  <a:lnTo>
                    <a:pt x="1054" y="793"/>
                  </a:lnTo>
                  <a:lnTo>
                    <a:pt x="0" y="167"/>
                  </a:lnTo>
                  <a:close/>
                </a:path>
              </a:pathLst>
            </a:custGeom>
            <a:gradFill rotWithShape="0">
              <a:gsLst>
                <a:gs pos="0">
                  <a:srgbClr val="005E2F"/>
                </a:gs>
                <a:gs pos="100000">
                  <a:srgbClr val="00CC6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9" name="Freeform 8"/>
            <p:cNvSpPr>
              <a:spLocks/>
            </p:cNvSpPr>
            <p:nvPr/>
          </p:nvSpPr>
          <p:spPr bwMode="auto">
            <a:xfrm>
              <a:off x="2880" y="502"/>
              <a:ext cx="1069" cy="960"/>
            </a:xfrm>
            <a:custGeom>
              <a:avLst/>
              <a:gdLst>
                <a:gd name="T0" fmla="*/ 0 w 1069"/>
                <a:gd name="T1" fmla="*/ 0 h 960"/>
                <a:gd name="T2" fmla="*/ 0 w 1069"/>
                <a:gd name="T3" fmla="*/ 349 h 960"/>
                <a:gd name="T4" fmla="*/ 1069 w 1069"/>
                <a:gd name="T5" fmla="*/ 960 h 960"/>
                <a:gd name="T6" fmla="*/ 1069 w 1069"/>
                <a:gd name="T7" fmla="*/ 633 h 960"/>
                <a:gd name="T8" fmla="*/ 0 w 1069"/>
                <a:gd name="T9" fmla="*/ 0 h 9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9" h="960">
                  <a:moveTo>
                    <a:pt x="0" y="0"/>
                  </a:moveTo>
                  <a:lnTo>
                    <a:pt x="0" y="349"/>
                  </a:lnTo>
                  <a:lnTo>
                    <a:pt x="1069" y="960"/>
                  </a:lnTo>
                  <a:lnTo>
                    <a:pt x="1069" y="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0" name="Freeform 9"/>
            <p:cNvSpPr>
              <a:spLocks/>
            </p:cNvSpPr>
            <p:nvPr/>
          </p:nvSpPr>
          <p:spPr bwMode="auto">
            <a:xfrm>
              <a:off x="3600" y="954"/>
              <a:ext cx="630" cy="1516"/>
            </a:xfrm>
            <a:custGeom>
              <a:avLst/>
              <a:gdLst>
                <a:gd name="T0" fmla="*/ 630 w 630"/>
                <a:gd name="T1" fmla="*/ 0 h 1516"/>
                <a:gd name="T2" fmla="*/ 630 w 630"/>
                <a:gd name="T3" fmla="*/ 1152 h 1516"/>
                <a:gd name="T4" fmla="*/ 3 w 630"/>
                <a:gd name="T5" fmla="*/ 1516 h 1516"/>
                <a:gd name="T6" fmla="*/ 0 w 630"/>
                <a:gd name="T7" fmla="*/ 922 h 1516"/>
                <a:gd name="T8" fmla="*/ 334 w 630"/>
                <a:gd name="T9" fmla="*/ 508 h 1516"/>
                <a:gd name="T10" fmla="*/ 334 w 630"/>
                <a:gd name="T11" fmla="*/ 173 h 1516"/>
                <a:gd name="T12" fmla="*/ 630 w 630"/>
                <a:gd name="T13" fmla="*/ 0 h 15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0" h="1516">
                  <a:moveTo>
                    <a:pt x="630" y="0"/>
                  </a:moveTo>
                  <a:lnTo>
                    <a:pt x="630" y="1152"/>
                  </a:lnTo>
                  <a:lnTo>
                    <a:pt x="3" y="1516"/>
                  </a:lnTo>
                  <a:lnTo>
                    <a:pt x="0" y="922"/>
                  </a:lnTo>
                  <a:lnTo>
                    <a:pt x="334" y="508"/>
                  </a:lnTo>
                  <a:lnTo>
                    <a:pt x="334" y="173"/>
                  </a:lnTo>
                  <a:lnTo>
                    <a:pt x="63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66"/>
                </a:gs>
                <a:gs pos="100000">
                  <a:srgbClr val="005E2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1" name="Freeform 10"/>
            <p:cNvSpPr>
              <a:spLocks/>
            </p:cNvSpPr>
            <p:nvPr/>
          </p:nvSpPr>
          <p:spPr bwMode="auto">
            <a:xfrm>
              <a:off x="2211" y="1666"/>
              <a:ext cx="181" cy="487"/>
            </a:xfrm>
            <a:custGeom>
              <a:avLst/>
              <a:gdLst>
                <a:gd name="T0" fmla="*/ 0 w 181"/>
                <a:gd name="T1" fmla="*/ 0 h 487"/>
                <a:gd name="T2" fmla="*/ 181 w 181"/>
                <a:gd name="T3" fmla="*/ 94 h 487"/>
                <a:gd name="T4" fmla="*/ 181 w 181"/>
                <a:gd name="T5" fmla="*/ 487 h 487"/>
                <a:gd name="T6" fmla="*/ 0 w 181"/>
                <a:gd name="T7" fmla="*/ 385 h 487"/>
                <a:gd name="T8" fmla="*/ 0 w 181"/>
                <a:gd name="T9" fmla="*/ 0 h 4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1" h="487">
                  <a:moveTo>
                    <a:pt x="0" y="0"/>
                  </a:moveTo>
                  <a:lnTo>
                    <a:pt x="181" y="94"/>
                  </a:lnTo>
                  <a:lnTo>
                    <a:pt x="181" y="487"/>
                  </a:lnTo>
                  <a:lnTo>
                    <a:pt x="0" y="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2" name="Freeform 11"/>
            <p:cNvSpPr>
              <a:spLocks/>
            </p:cNvSpPr>
            <p:nvPr/>
          </p:nvSpPr>
          <p:spPr bwMode="auto">
            <a:xfrm>
              <a:off x="2714" y="1952"/>
              <a:ext cx="180" cy="493"/>
            </a:xfrm>
            <a:custGeom>
              <a:avLst/>
              <a:gdLst>
                <a:gd name="T0" fmla="*/ 0 w 180"/>
                <a:gd name="T1" fmla="*/ 0 h 493"/>
                <a:gd name="T2" fmla="*/ 180 w 180"/>
                <a:gd name="T3" fmla="*/ 97 h 493"/>
                <a:gd name="T4" fmla="*/ 179 w 180"/>
                <a:gd name="T5" fmla="*/ 493 h 493"/>
                <a:gd name="T6" fmla="*/ 0 w 180"/>
                <a:gd name="T7" fmla="*/ 390 h 493"/>
                <a:gd name="T8" fmla="*/ 0 w 180"/>
                <a:gd name="T9" fmla="*/ 0 h 4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" h="493">
                  <a:moveTo>
                    <a:pt x="0" y="0"/>
                  </a:moveTo>
                  <a:lnTo>
                    <a:pt x="180" y="97"/>
                  </a:lnTo>
                  <a:lnTo>
                    <a:pt x="179" y="493"/>
                  </a:lnTo>
                  <a:lnTo>
                    <a:pt x="0" y="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3" name="Freeform 12"/>
            <p:cNvSpPr>
              <a:spLocks/>
            </p:cNvSpPr>
            <p:nvPr/>
          </p:nvSpPr>
          <p:spPr bwMode="auto">
            <a:xfrm>
              <a:off x="2385" y="1469"/>
              <a:ext cx="240" cy="683"/>
            </a:xfrm>
            <a:custGeom>
              <a:avLst/>
              <a:gdLst>
                <a:gd name="T0" fmla="*/ 0 w 240"/>
                <a:gd name="T1" fmla="*/ 284 h 683"/>
                <a:gd name="T2" fmla="*/ 240 w 240"/>
                <a:gd name="T3" fmla="*/ 0 h 683"/>
                <a:gd name="T4" fmla="*/ 240 w 240"/>
                <a:gd name="T5" fmla="*/ 546 h 683"/>
                <a:gd name="T6" fmla="*/ 0 w 240"/>
                <a:gd name="T7" fmla="*/ 683 h 683"/>
                <a:gd name="T8" fmla="*/ 0 w 240"/>
                <a:gd name="T9" fmla="*/ 284 h 6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683">
                  <a:moveTo>
                    <a:pt x="0" y="284"/>
                  </a:moveTo>
                  <a:lnTo>
                    <a:pt x="240" y="0"/>
                  </a:lnTo>
                  <a:lnTo>
                    <a:pt x="240" y="546"/>
                  </a:lnTo>
                  <a:lnTo>
                    <a:pt x="0" y="683"/>
                  </a:lnTo>
                  <a:lnTo>
                    <a:pt x="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AA8844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4" name="Freeform 13"/>
            <p:cNvSpPr>
              <a:spLocks/>
            </p:cNvSpPr>
            <p:nvPr/>
          </p:nvSpPr>
          <p:spPr bwMode="auto">
            <a:xfrm>
              <a:off x="3295" y="1933"/>
              <a:ext cx="189" cy="236"/>
            </a:xfrm>
            <a:custGeom>
              <a:avLst/>
              <a:gdLst>
                <a:gd name="T0" fmla="*/ 6 w 948"/>
                <a:gd name="T1" fmla="*/ 1 h 1177"/>
                <a:gd name="T2" fmla="*/ 4 w 948"/>
                <a:gd name="T3" fmla="*/ 3 h 1177"/>
                <a:gd name="T4" fmla="*/ 2 w 948"/>
                <a:gd name="T5" fmla="*/ 6 h 1177"/>
                <a:gd name="T6" fmla="*/ 1 w 948"/>
                <a:gd name="T7" fmla="*/ 9 h 1177"/>
                <a:gd name="T8" fmla="*/ 0 w 948"/>
                <a:gd name="T9" fmla="*/ 13 h 1177"/>
                <a:gd name="T10" fmla="*/ 0 w 948"/>
                <a:gd name="T11" fmla="*/ 17 h 1177"/>
                <a:gd name="T12" fmla="*/ 1 w 948"/>
                <a:gd name="T13" fmla="*/ 22 h 1177"/>
                <a:gd name="T14" fmla="*/ 2 w 948"/>
                <a:gd name="T15" fmla="*/ 26 h 1177"/>
                <a:gd name="T16" fmla="*/ 4 w 948"/>
                <a:gd name="T17" fmla="*/ 31 h 1177"/>
                <a:gd name="T18" fmla="*/ 7 w 948"/>
                <a:gd name="T19" fmla="*/ 35 h 1177"/>
                <a:gd name="T20" fmla="*/ 10 w 948"/>
                <a:gd name="T21" fmla="*/ 39 h 1177"/>
                <a:gd name="T22" fmla="*/ 13 w 948"/>
                <a:gd name="T23" fmla="*/ 42 h 1177"/>
                <a:gd name="T24" fmla="*/ 17 w 948"/>
                <a:gd name="T25" fmla="*/ 45 h 1177"/>
                <a:gd name="T26" fmla="*/ 20 w 948"/>
                <a:gd name="T27" fmla="*/ 46 h 1177"/>
                <a:gd name="T28" fmla="*/ 24 w 948"/>
                <a:gd name="T29" fmla="*/ 47 h 1177"/>
                <a:gd name="T30" fmla="*/ 27 w 948"/>
                <a:gd name="T31" fmla="*/ 47 h 1177"/>
                <a:gd name="T32" fmla="*/ 30 w 948"/>
                <a:gd name="T33" fmla="*/ 47 h 1177"/>
                <a:gd name="T34" fmla="*/ 33 w 948"/>
                <a:gd name="T35" fmla="*/ 45 h 1177"/>
                <a:gd name="T36" fmla="*/ 35 w 948"/>
                <a:gd name="T37" fmla="*/ 43 h 1177"/>
                <a:gd name="T38" fmla="*/ 36 w 948"/>
                <a:gd name="T39" fmla="*/ 40 h 1177"/>
                <a:gd name="T40" fmla="*/ 37 w 948"/>
                <a:gd name="T41" fmla="*/ 36 h 1177"/>
                <a:gd name="T42" fmla="*/ 38 w 948"/>
                <a:gd name="T43" fmla="*/ 32 h 1177"/>
                <a:gd name="T44" fmla="*/ 37 w 948"/>
                <a:gd name="T45" fmla="*/ 28 h 1177"/>
                <a:gd name="T46" fmla="*/ 36 w 948"/>
                <a:gd name="T47" fmla="*/ 23 h 1177"/>
                <a:gd name="T48" fmla="*/ 34 w 948"/>
                <a:gd name="T49" fmla="*/ 19 h 1177"/>
                <a:gd name="T50" fmla="*/ 32 w 948"/>
                <a:gd name="T51" fmla="*/ 14 h 1177"/>
                <a:gd name="T52" fmla="*/ 29 w 948"/>
                <a:gd name="T53" fmla="*/ 10 h 1177"/>
                <a:gd name="T54" fmla="*/ 26 w 948"/>
                <a:gd name="T55" fmla="*/ 7 h 1177"/>
                <a:gd name="T56" fmla="*/ 23 w 948"/>
                <a:gd name="T57" fmla="*/ 4 h 1177"/>
                <a:gd name="T58" fmla="*/ 19 w 948"/>
                <a:gd name="T59" fmla="*/ 2 h 1177"/>
                <a:gd name="T60" fmla="*/ 16 w 948"/>
                <a:gd name="T61" fmla="*/ 1 h 1177"/>
                <a:gd name="T62" fmla="*/ 12 w 948"/>
                <a:gd name="T63" fmla="*/ 0 h 1177"/>
                <a:gd name="T64" fmla="*/ 9 w 948"/>
                <a:gd name="T65" fmla="*/ 0 h 1177"/>
                <a:gd name="T66" fmla="*/ 6 w 948"/>
                <a:gd name="T67" fmla="*/ 1 h 1177"/>
                <a:gd name="T68" fmla="*/ 6 w 948"/>
                <a:gd name="T69" fmla="*/ 1 h 117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48" h="1177">
                  <a:moveTo>
                    <a:pt x="155" y="34"/>
                  </a:moveTo>
                  <a:lnTo>
                    <a:pt x="94" y="83"/>
                  </a:lnTo>
                  <a:lnTo>
                    <a:pt x="46" y="150"/>
                  </a:lnTo>
                  <a:lnTo>
                    <a:pt x="15" y="232"/>
                  </a:lnTo>
                  <a:lnTo>
                    <a:pt x="0" y="328"/>
                  </a:lnTo>
                  <a:lnTo>
                    <a:pt x="3" y="433"/>
                  </a:lnTo>
                  <a:lnTo>
                    <a:pt x="22" y="543"/>
                  </a:lnTo>
                  <a:lnTo>
                    <a:pt x="58" y="655"/>
                  </a:lnTo>
                  <a:lnTo>
                    <a:pt x="109" y="765"/>
                  </a:lnTo>
                  <a:lnTo>
                    <a:pt x="172" y="868"/>
                  </a:lnTo>
                  <a:lnTo>
                    <a:pt x="247" y="962"/>
                  </a:lnTo>
                  <a:lnTo>
                    <a:pt x="330" y="1041"/>
                  </a:lnTo>
                  <a:lnTo>
                    <a:pt x="418" y="1105"/>
                  </a:lnTo>
                  <a:lnTo>
                    <a:pt x="508" y="1149"/>
                  </a:lnTo>
                  <a:lnTo>
                    <a:pt x="598" y="1174"/>
                  </a:lnTo>
                  <a:lnTo>
                    <a:pt x="681" y="1177"/>
                  </a:lnTo>
                  <a:lnTo>
                    <a:pt x="758" y="1159"/>
                  </a:lnTo>
                  <a:lnTo>
                    <a:pt x="825" y="1121"/>
                  </a:lnTo>
                  <a:lnTo>
                    <a:pt x="879" y="1064"/>
                  </a:lnTo>
                  <a:lnTo>
                    <a:pt x="919" y="988"/>
                  </a:lnTo>
                  <a:lnTo>
                    <a:pt x="942" y="899"/>
                  </a:lnTo>
                  <a:lnTo>
                    <a:pt x="948" y="799"/>
                  </a:lnTo>
                  <a:lnTo>
                    <a:pt x="937" y="690"/>
                  </a:lnTo>
                  <a:lnTo>
                    <a:pt x="910" y="578"/>
                  </a:lnTo>
                  <a:lnTo>
                    <a:pt x="866" y="468"/>
                  </a:lnTo>
                  <a:lnTo>
                    <a:pt x="809" y="361"/>
                  </a:lnTo>
                  <a:lnTo>
                    <a:pt x="739" y="261"/>
                  </a:lnTo>
                  <a:lnTo>
                    <a:pt x="660" y="174"/>
                  </a:lnTo>
                  <a:lnTo>
                    <a:pt x="574" y="103"/>
                  </a:lnTo>
                  <a:lnTo>
                    <a:pt x="484" y="48"/>
                  </a:lnTo>
                  <a:lnTo>
                    <a:pt x="395" y="13"/>
                  </a:lnTo>
                  <a:lnTo>
                    <a:pt x="308" y="0"/>
                  </a:lnTo>
                  <a:lnTo>
                    <a:pt x="227" y="7"/>
                  </a:lnTo>
                  <a:lnTo>
                    <a:pt x="155" y="34"/>
                  </a:lnTo>
                  <a:lnTo>
                    <a:pt x="156" y="34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5" name="Freeform 14"/>
            <p:cNvSpPr>
              <a:spLocks/>
            </p:cNvSpPr>
            <p:nvPr/>
          </p:nvSpPr>
          <p:spPr bwMode="auto">
            <a:xfrm>
              <a:off x="2886" y="1644"/>
              <a:ext cx="335" cy="807"/>
            </a:xfrm>
            <a:custGeom>
              <a:avLst/>
              <a:gdLst>
                <a:gd name="T0" fmla="*/ 1 w 335"/>
                <a:gd name="T1" fmla="*/ 400 h 807"/>
                <a:gd name="T2" fmla="*/ 0 w 335"/>
                <a:gd name="T3" fmla="*/ 807 h 807"/>
                <a:gd name="T4" fmla="*/ 335 w 335"/>
                <a:gd name="T5" fmla="*/ 603 h 807"/>
                <a:gd name="T6" fmla="*/ 335 w 335"/>
                <a:gd name="T7" fmla="*/ 0 h 807"/>
                <a:gd name="T8" fmla="*/ 1 w 335"/>
                <a:gd name="T9" fmla="*/ 400 h 8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5" h="807">
                  <a:moveTo>
                    <a:pt x="1" y="400"/>
                  </a:moveTo>
                  <a:lnTo>
                    <a:pt x="0" y="807"/>
                  </a:lnTo>
                  <a:lnTo>
                    <a:pt x="335" y="603"/>
                  </a:lnTo>
                  <a:lnTo>
                    <a:pt x="335" y="0"/>
                  </a:lnTo>
                  <a:lnTo>
                    <a:pt x="1" y="4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A88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7887" name="Group 15"/>
          <p:cNvGrpSpPr>
            <a:grpSpLocks/>
          </p:cNvGrpSpPr>
          <p:nvPr/>
        </p:nvGrpSpPr>
        <p:grpSpPr bwMode="auto">
          <a:xfrm>
            <a:off x="3497263" y="2151063"/>
            <a:ext cx="2401887" cy="2786062"/>
            <a:chOff x="2465" y="1334"/>
            <a:chExt cx="1513" cy="1755"/>
          </a:xfrm>
        </p:grpSpPr>
        <p:sp>
          <p:nvSpPr>
            <p:cNvPr id="13382" name="Freeform 16"/>
            <p:cNvSpPr>
              <a:spLocks/>
            </p:cNvSpPr>
            <p:nvPr/>
          </p:nvSpPr>
          <p:spPr bwMode="auto">
            <a:xfrm>
              <a:off x="2465" y="1334"/>
              <a:ext cx="1513" cy="879"/>
            </a:xfrm>
            <a:custGeom>
              <a:avLst/>
              <a:gdLst>
                <a:gd name="T0" fmla="*/ 722 w 1513"/>
                <a:gd name="T1" fmla="*/ 0 h 879"/>
                <a:gd name="T2" fmla="*/ 0 w 1513"/>
                <a:gd name="T3" fmla="*/ 417 h 879"/>
                <a:gd name="T4" fmla="*/ 800 w 1513"/>
                <a:gd name="T5" fmla="*/ 879 h 879"/>
                <a:gd name="T6" fmla="*/ 1513 w 1513"/>
                <a:gd name="T7" fmla="*/ 477 h 879"/>
                <a:gd name="T8" fmla="*/ 722 w 1513"/>
                <a:gd name="T9" fmla="*/ 0 h 8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13" h="879">
                  <a:moveTo>
                    <a:pt x="722" y="0"/>
                  </a:moveTo>
                  <a:lnTo>
                    <a:pt x="0" y="417"/>
                  </a:lnTo>
                  <a:lnTo>
                    <a:pt x="800" y="879"/>
                  </a:lnTo>
                  <a:lnTo>
                    <a:pt x="1513" y="477"/>
                  </a:lnTo>
                  <a:lnTo>
                    <a:pt x="72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83" name="Freeform 17"/>
            <p:cNvSpPr>
              <a:spLocks/>
            </p:cNvSpPr>
            <p:nvPr/>
          </p:nvSpPr>
          <p:spPr bwMode="auto">
            <a:xfrm>
              <a:off x="3265" y="1801"/>
              <a:ext cx="711" cy="1288"/>
            </a:xfrm>
            <a:custGeom>
              <a:avLst/>
              <a:gdLst>
                <a:gd name="T0" fmla="*/ 711 w 711"/>
                <a:gd name="T1" fmla="*/ 0 h 1288"/>
                <a:gd name="T2" fmla="*/ 711 w 711"/>
                <a:gd name="T3" fmla="*/ 844 h 1288"/>
                <a:gd name="T4" fmla="*/ 0 w 711"/>
                <a:gd name="T5" fmla="*/ 1288 h 1288"/>
                <a:gd name="T6" fmla="*/ 0 w 711"/>
                <a:gd name="T7" fmla="*/ 400 h 1288"/>
                <a:gd name="T8" fmla="*/ 711 w 711"/>
                <a:gd name="T9" fmla="*/ 0 h 1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1" h="1288">
                  <a:moveTo>
                    <a:pt x="711" y="0"/>
                  </a:moveTo>
                  <a:lnTo>
                    <a:pt x="711" y="844"/>
                  </a:lnTo>
                  <a:lnTo>
                    <a:pt x="0" y="1288"/>
                  </a:lnTo>
                  <a:lnTo>
                    <a:pt x="0" y="400"/>
                  </a:lnTo>
                  <a:lnTo>
                    <a:pt x="71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9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384" name="Freeform 18"/>
            <p:cNvSpPr>
              <a:spLocks/>
            </p:cNvSpPr>
            <p:nvPr/>
          </p:nvSpPr>
          <p:spPr bwMode="auto">
            <a:xfrm>
              <a:off x="2465" y="1745"/>
              <a:ext cx="800" cy="1344"/>
            </a:xfrm>
            <a:custGeom>
              <a:avLst/>
              <a:gdLst>
                <a:gd name="T0" fmla="*/ 0 w 800"/>
                <a:gd name="T1" fmla="*/ 0 h 1344"/>
                <a:gd name="T2" fmla="*/ 0 w 800"/>
                <a:gd name="T3" fmla="*/ 878 h 1344"/>
                <a:gd name="T4" fmla="*/ 800 w 800"/>
                <a:gd name="T5" fmla="*/ 1344 h 1344"/>
                <a:gd name="T6" fmla="*/ 800 w 800"/>
                <a:gd name="T7" fmla="*/ 467 h 1344"/>
                <a:gd name="T8" fmla="*/ 0 w 800"/>
                <a:gd name="T9" fmla="*/ 0 h 1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0" h="1344">
                  <a:moveTo>
                    <a:pt x="0" y="0"/>
                  </a:moveTo>
                  <a:lnTo>
                    <a:pt x="0" y="878"/>
                  </a:lnTo>
                  <a:lnTo>
                    <a:pt x="800" y="1344"/>
                  </a:lnTo>
                  <a:lnTo>
                    <a:pt x="800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7891" name="Group 19"/>
          <p:cNvGrpSpPr>
            <a:grpSpLocks/>
          </p:cNvGrpSpPr>
          <p:nvPr/>
        </p:nvGrpSpPr>
        <p:grpSpPr bwMode="auto">
          <a:xfrm>
            <a:off x="877888" y="2327275"/>
            <a:ext cx="4687887" cy="2222500"/>
            <a:chOff x="440" y="1218"/>
            <a:chExt cx="2953" cy="1400"/>
          </a:xfrm>
        </p:grpSpPr>
        <p:grpSp>
          <p:nvGrpSpPr>
            <p:cNvPr id="13374" name="Group 20"/>
            <p:cNvGrpSpPr>
              <a:grpSpLocks/>
            </p:cNvGrpSpPr>
            <p:nvPr/>
          </p:nvGrpSpPr>
          <p:grpSpPr bwMode="auto">
            <a:xfrm>
              <a:off x="440" y="1287"/>
              <a:ext cx="1294" cy="1331"/>
              <a:chOff x="2181" y="1386"/>
              <a:chExt cx="1294" cy="1331"/>
            </a:xfrm>
          </p:grpSpPr>
          <p:sp>
            <p:nvSpPr>
              <p:cNvPr id="13379" name="Freeform 21"/>
              <p:cNvSpPr>
                <a:spLocks/>
              </p:cNvSpPr>
              <p:nvPr/>
            </p:nvSpPr>
            <p:spPr bwMode="auto">
              <a:xfrm>
                <a:off x="2181" y="1675"/>
                <a:ext cx="797" cy="1037"/>
              </a:xfrm>
              <a:custGeom>
                <a:avLst/>
                <a:gdLst>
                  <a:gd name="T0" fmla="*/ 0 w 1062"/>
                  <a:gd name="T1" fmla="*/ 0 h 1382"/>
                  <a:gd name="T2" fmla="*/ 0 w 1062"/>
                  <a:gd name="T3" fmla="*/ 434 h 1382"/>
                  <a:gd name="T4" fmla="*/ 598 w 1062"/>
                  <a:gd name="T5" fmla="*/ 778 h 1382"/>
                  <a:gd name="T6" fmla="*/ 598 w 1062"/>
                  <a:gd name="T7" fmla="*/ 344 h 1382"/>
                  <a:gd name="T8" fmla="*/ 0 w 1062"/>
                  <a:gd name="T9" fmla="*/ 0 h 13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2" h="1382">
                    <a:moveTo>
                      <a:pt x="0" y="0"/>
                    </a:moveTo>
                    <a:lnTo>
                      <a:pt x="0" y="771"/>
                    </a:lnTo>
                    <a:lnTo>
                      <a:pt x="1062" y="1382"/>
                    </a:lnTo>
                    <a:lnTo>
                      <a:pt x="1062" y="6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0" name="Freeform 22"/>
              <p:cNvSpPr>
                <a:spLocks/>
              </p:cNvSpPr>
              <p:nvPr/>
            </p:nvSpPr>
            <p:spPr bwMode="auto">
              <a:xfrm>
                <a:off x="2973" y="1830"/>
                <a:ext cx="502" cy="887"/>
              </a:xfrm>
              <a:custGeom>
                <a:avLst/>
                <a:gdLst>
                  <a:gd name="T0" fmla="*/ 3 w 502"/>
                  <a:gd name="T1" fmla="*/ 263 h 887"/>
                  <a:gd name="T2" fmla="*/ 0 w 502"/>
                  <a:gd name="T3" fmla="*/ 887 h 887"/>
                  <a:gd name="T4" fmla="*/ 502 w 502"/>
                  <a:gd name="T5" fmla="*/ 269 h 887"/>
                  <a:gd name="T6" fmla="*/ 502 w 502"/>
                  <a:gd name="T7" fmla="*/ 0 h 887"/>
                  <a:gd name="T8" fmla="*/ 3 w 502"/>
                  <a:gd name="T9" fmla="*/ 263 h 8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02" h="887">
                    <a:moveTo>
                      <a:pt x="3" y="263"/>
                    </a:moveTo>
                    <a:lnTo>
                      <a:pt x="0" y="887"/>
                    </a:lnTo>
                    <a:lnTo>
                      <a:pt x="502" y="269"/>
                    </a:lnTo>
                    <a:lnTo>
                      <a:pt x="502" y="0"/>
                    </a:lnTo>
                    <a:lnTo>
                      <a:pt x="3" y="26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66"/>
                  </a:gs>
                  <a:gs pos="100000">
                    <a:srgbClr val="00542A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1" name="Freeform 23"/>
              <p:cNvSpPr>
                <a:spLocks/>
              </p:cNvSpPr>
              <p:nvPr/>
            </p:nvSpPr>
            <p:spPr bwMode="auto">
              <a:xfrm>
                <a:off x="2181" y="1386"/>
                <a:ext cx="1294" cy="748"/>
              </a:xfrm>
              <a:custGeom>
                <a:avLst/>
                <a:gdLst>
                  <a:gd name="T0" fmla="*/ 0 w 1724"/>
                  <a:gd name="T1" fmla="*/ 218 h 997"/>
                  <a:gd name="T2" fmla="*/ 381 w 1724"/>
                  <a:gd name="T3" fmla="*/ 0 h 997"/>
                  <a:gd name="T4" fmla="*/ 971 w 1724"/>
                  <a:gd name="T5" fmla="*/ 344 h 997"/>
                  <a:gd name="T6" fmla="*/ 594 w 1724"/>
                  <a:gd name="T7" fmla="*/ 561 h 997"/>
                  <a:gd name="T8" fmla="*/ 0 w 1724"/>
                  <a:gd name="T9" fmla="*/ 218 h 9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24" h="997">
                    <a:moveTo>
                      <a:pt x="0" y="386"/>
                    </a:moveTo>
                    <a:lnTo>
                      <a:pt x="677" y="0"/>
                    </a:lnTo>
                    <a:lnTo>
                      <a:pt x="1724" y="611"/>
                    </a:lnTo>
                    <a:lnTo>
                      <a:pt x="1055" y="997"/>
                    </a:lnTo>
                    <a:lnTo>
                      <a:pt x="0" y="3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43A"/>
                  </a:gs>
                  <a:gs pos="100000">
                    <a:srgbClr val="00CC6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75" name="Group 24"/>
            <p:cNvGrpSpPr>
              <a:grpSpLocks/>
            </p:cNvGrpSpPr>
            <p:nvPr/>
          </p:nvGrpSpPr>
          <p:grpSpPr bwMode="auto">
            <a:xfrm>
              <a:off x="1980" y="1218"/>
              <a:ext cx="1413" cy="1321"/>
              <a:chOff x="1980" y="1218"/>
              <a:chExt cx="1413" cy="1321"/>
            </a:xfrm>
          </p:grpSpPr>
          <p:sp>
            <p:nvSpPr>
              <p:cNvPr id="13376" name="Freeform 25"/>
              <p:cNvSpPr>
                <a:spLocks/>
              </p:cNvSpPr>
              <p:nvPr/>
            </p:nvSpPr>
            <p:spPr bwMode="auto">
              <a:xfrm>
                <a:off x="1980" y="1218"/>
                <a:ext cx="622" cy="911"/>
              </a:xfrm>
              <a:custGeom>
                <a:avLst/>
                <a:gdLst>
                  <a:gd name="T0" fmla="*/ 622 w 622"/>
                  <a:gd name="T1" fmla="*/ 0 h 911"/>
                  <a:gd name="T2" fmla="*/ 611 w 622"/>
                  <a:gd name="T3" fmla="*/ 289 h 911"/>
                  <a:gd name="T4" fmla="*/ 100 w 622"/>
                  <a:gd name="T5" fmla="*/ 911 h 911"/>
                  <a:gd name="T6" fmla="*/ 0 w 622"/>
                  <a:gd name="T7" fmla="*/ 222 h 911"/>
                  <a:gd name="T8" fmla="*/ 34 w 622"/>
                  <a:gd name="T9" fmla="*/ 89 h 911"/>
                  <a:gd name="T10" fmla="*/ 622 w 622"/>
                  <a:gd name="T11" fmla="*/ 0 h 9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2" h="911">
                    <a:moveTo>
                      <a:pt x="622" y="0"/>
                    </a:moveTo>
                    <a:lnTo>
                      <a:pt x="611" y="289"/>
                    </a:lnTo>
                    <a:lnTo>
                      <a:pt x="100" y="911"/>
                    </a:lnTo>
                    <a:lnTo>
                      <a:pt x="0" y="222"/>
                    </a:lnTo>
                    <a:lnTo>
                      <a:pt x="34" y="89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77" name="Freeform 26"/>
              <p:cNvSpPr>
                <a:spLocks/>
              </p:cNvSpPr>
              <p:nvPr/>
            </p:nvSpPr>
            <p:spPr bwMode="auto">
              <a:xfrm>
                <a:off x="2591" y="1235"/>
                <a:ext cx="802" cy="720"/>
              </a:xfrm>
              <a:custGeom>
                <a:avLst/>
                <a:gdLst>
                  <a:gd name="T0" fmla="*/ 0 w 1069"/>
                  <a:gd name="T1" fmla="*/ 0 h 960"/>
                  <a:gd name="T2" fmla="*/ 0 w 1069"/>
                  <a:gd name="T3" fmla="*/ 197 h 960"/>
                  <a:gd name="T4" fmla="*/ 602 w 1069"/>
                  <a:gd name="T5" fmla="*/ 540 h 960"/>
                  <a:gd name="T6" fmla="*/ 602 w 1069"/>
                  <a:gd name="T7" fmla="*/ 356 h 960"/>
                  <a:gd name="T8" fmla="*/ 0 w 1069"/>
                  <a:gd name="T9" fmla="*/ 0 h 9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9" h="960">
                    <a:moveTo>
                      <a:pt x="0" y="0"/>
                    </a:moveTo>
                    <a:lnTo>
                      <a:pt x="0" y="349"/>
                    </a:lnTo>
                    <a:lnTo>
                      <a:pt x="1069" y="960"/>
                    </a:lnTo>
                    <a:lnTo>
                      <a:pt x="1069" y="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78" name="Freeform 27"/>
              <p:cNvSpPr>
                <a:spLocks/>
              </p:cNvSpPr>
              <p:nvPr/>
            </p:nvSpPr>
            <p:spPr bwMode="auto">
              <a:xfrm>
                <a:off x="2091" y="1495"/>
                <a:ext cx="1298" cy="1044"/>
              </a:xfrm>
              <a:custGeom>
                <a:avLst/>
                <a:gdLst>
                  <a:gd name="T0" fmla="*/ 500 w 1298"/>
                  <a:gd name="T1" fmla="*/ 0 h 1044"/>
                  <a:gd name="T2" fmla="*/ 1298 w 1298"/>
                  <a:gd name="T3" fmla="*/ 460 h 1044"/>
                  <a:gd name="T4" fmla="*/ 789 w 1298"/>
                  <a:gd name="T5" fmla="*/ 1044 h 1044"/>
                  <a:gd name="T6" fmla="*/ 0 w 1298"/>
                  <a:gd name="T7" fmla="*/ 601 h 1044"/>
                  <a:gd name="T8" fmla="*/ 500 w 1298"/>
                  <a:gd name="T9" fmla="*/ 0 h 10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98" h="1044">
                    <a:moveTo>
                      <a:pt x="500" y="0"/>
                    </a:moveTo>
                    <a:lnTo>
                      <a:pt x="1298" y="460"/>
                    </a:lnTo>
                    <a:lnTo>
                      <a:pt x="789" y="1044"/>
                    </a:lnTo>
                    <a:lnTo>
                      <a:pt x="0" y="601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CC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07900" name="Group 28"/>
          <p:cNvGrpSpPr>
            <a:grpSpLocks/>
          </p:cNvGrpSpPr>
          <p:nvPr/>
        </p:nvGrpSpPr>
        <p:grpSpPr bwMode="auto">
          <a:xfrm>
            <a:off x="4254500" y="3679825"/>
            <a:ext cx="1093788" cy="2481263"/>
            <a:chOff x="3156" y="1713"/>
            <a:chExt cx="689" cy="1563"/>
          </a:xfrm>
        </p:grpSpPr>
        <p:grpSp>
          <p:nvGrpSpPr>
            <p:cNvPr id="13366" name="Group 29"/>
            <p:cNvGrpSpPr>
              <a:grpSpLocks/>
            </p:cNvGrpSpPr>
            <p:nvPr/>
          </p:nvGrpSpPr>
          <p:grpSpPr bwMode="auto">
            <a:xfrm>
              <a:off x="3249" y="2513"/>
              <a:ext cx="540" cy="763"/>
              <a:chOff x="3781" y="2517"/>
              <a:chExt cx="720" cy="1018"/>
            </a:xfrm>
          </p:grpSpPr>
          <p:sp>
            <p:nvSpPr>
              <p:cNvPr id="13371" name="Freeform 30"/>
              <p:cNvSpPr>
                <a:spLocks/>
              </p:cNvSpPr>
              <p:nvPr/>
            </p:nvSpPr>
            <p:spPr bwMode="auto">
              <a:xfrm>
                <a:off x="3789" y="2917"/>
                <a:ext cx="392" cy="618"/>
              </a:xfrm>
              <a:custGeom>
                <a:avLst/>
                <a:gdLst>
                  <a:gd name="T0" fmla="*/ 0 w 392"/>
                  <a:gd name="T1" fmla="*/ 0 h 618"/>
                  <a:gd name="T2" fmla="*/ 0 w 392"/>
                  <a:gd name="T3" fmla="*/ 400 h 618"/>
                  <a:gd name="T4" fmla="*/ 392 w 392"/>
                  <a:gd name="T5" fmla="*/ 618 h 618"/>
                  <a:gd name="T6" fmla="*/ 392 w 392"/>
                  <a:gd name="T7" fmla="*/ 210 h 618"/>
                  <a:gd name="T8" fmla="*/ 0 w 392"/>
                  <a:gd name="T9" fmla="*/ 0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2" h="618">
                    <a:moveTo>
                      <a:pt x="0" y="0"/>
                    </a:moveTo>
                    <a:lnTo>
                      <a:pt x="0" y="400"/>
                    </a:lnTo>
                    <a:lnTo>
                      <a:pt x="392" y="618"/>
                    </a:lnTo>
                    <a:lnTo>
                      <a:pt x="392" y="2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72" name="Freeform 31"/>
              <p:cNvSpPr>
                <a:spLocks/>
              </p:cNvSpPr>
              <p:nvPr/>
            </p:nvSpPr>
            <p:spPr bwMode="auto">
              <a:xfrm>
                <a:off x="4167" y="2735"/>
                <a:ext cx="334" cy="800"/>
              </a:xfrm>
              <a:custGeom>
                <a:avLst/>
                <a:gdLst>
                  <a:gd name="T0" fmla="*/ 334 w 334"/>
                  <a:gd name="T1" fmla="*/ 0 h 800"/>
                  <a:gd name="T2" fmla="*/ 334 w 334"/>
                  <a:gd name="T3" fmla="*/ 611 h 800"/>
                  <a:gd name="T4" fmla="*/ 0 w 334"/>
                  <a:gd name="T5" fmla="*/ 800 h 800"/>
                  <a:gd name="T6" fmla="*/ 0 w 334"/>
                  <a:gd name="T7" fmla="*/ 349 h 800"/>
                  <a:gd name="T8" fmla="*/ 334 w 334"/>
                  <a:gd name="T9" fmla="*/ 0 h 8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4" h="800">
                    <a:moveTo>
                      <a:pt x="334" y="0"/>
                    </a:moveTo>
                    <a:lnTo>
                      <a:pt x="334" y="611"/>
                    </a:lnTo>
                    <a:lnTo>
                      <a:pt x="0" y="800"/>
                    </a:lnTo>
                    <a:lnTo>
                      <a:pt x="0" y="349"/>
                    </a:lnTo>
                    <a:lnTo>
                      <a:pt x="33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66"/>
                  </a:gs>
                  <a:gs pos="100000">
                    <a:srgbClr val="007038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73" name="Freeform 32"/>
              <p:cNvSpPr>
                <a:spLocks/>
              </p:cNvSpPr>
              <p:nvPr/>
            </p:nvSpPr>
            <p:spPr bwMode="auto">
              <a:xfrm>
                <a:off x="3781" y="2517"/>
                <a:ext cx="720" cy="640"/>
              </a:xfrm>
              <a:custGeom>
                <a:avLst/>
                <a:gdLst>
                  <a:gd name="T0" fmla="*/ 328 w 720"/>
                  <a:gd name="T1" fmla="*/ 0 h 640"/>
                  <a:gd name="T2" fmla="*/ 720 w 720"/>
                  <a:gd name="T3" fmla="*/ 225 h 640"/>
                  <a:gd name="T4" fmla="*/ 386 w 720"/>
                  <a:gd name="T5" fmla="*/ 640 h 640"/>
                  <a:gd name="T6" fmla="*/ 0 w 720"/>
                  <a:gd name="T7" fmla="*/ 414 h 640"/>
                  <a:gd name="T8" fmla="*/ 328 w 720"/>
                  <a:gd name="T9" fmla="*/ 0 h 6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0" h="640">
                    <a:moveTo>
                      <a:pt x="328" y="0"/>
                    </a:moveTo>
                    <a:lnTo>
                      <a:pt x="720" y="225"/>
                    </a:lnTo>
                    <a:lnTo>
                      <a:pt x="386" y="640"/>
                    </a:lnTo>
                    <a:lnTo>
                      <a:pt x="0" y="414"/>
                    </a:lnTo>
                    <a:lnTo>
                      <a:pt x="328" y="0"/>
                    </a:lnTo>
                    <a:close/>
                  </a:path>
                </a:pathLst>
              </a:custGeom>
              <a:solidFill>
                <a:srgbClr val="CC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67" name="Group 33"/>
            <p:cNvGrpSpPr>
              <a:grpSpLocks/>
            </p:cNvGrpSpPr>
            <p:nvPr/>
          </p:nvGrpSpPr>
          <p:grpSpPr bwMode="auto">
            <a:xfrm>
              <a:off x="3156" y="1713"/>
              <a:ext cx="689" cy="865"/>
              <a:chOff x="2711" y="1890"/>
              <a:chExt cx="689" cy="865"/>
            </a:xfrm>
          </p:grpSpPr>
          <p:sp>
            <p:nvSpPr>
              <p:cNvPr id="13368" name="Freeform 34"/>
              <p:cNvSpPr>
                <a:spLocks/>
              </p:cNvSpPr>
              <p:nvPr/>
            </p:nvSpPr>
            <p:spPr bwMode="auto">
              <a:xfrm>
                <a:off x="2711" y="2337"/>
                <a:ext cx="689" cy="418"/>
              </a:xfrm>
              <a:custGeom>
                <a:avLst/>
                <a:gdLst>
                  <a:gd name="T0" fmla="*/ 279 w 689"/>
                  <a:gd name="T1" fmla="*/ 0 h 418"/>
                  <a:gd name="T2" fmla="*/ 689 w 689"/>
                  <a:gd name="T3" fmla="*/ 218 h 418"/>
                  <a:gd name="T4" fmla="*/ 256 w 689"/>
                  <a:gd name="T5" fmla="*/ 418 h 418"/>
                  <a:gd name="T6" fmla="*/ 0 w 689"/>
                  <a:gd name="T7" fmla="*/ 241 h 418"/>
                  <a:gd name="T8" fmla="*/ 279 w 689"/>
                  <a:gd name="T9" fmla="*/ 0 h 4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89" h="418">
                    <a:moveTo>
                      <a:pt x="279" y="0"/>
                    </a:moveTo>
                    <a:lnTo>
                      <a:pt x="689" y="218"/>
                    </a:lnTo>
                    <a:lnTo>
                      <a:pt x="256" y="418"/>
                    </a:lnTo>
                    <a:lnTo>
                      <a:pt x="0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69" name="Freeform 35"/>
              <p:cNvSpPr>
                <a:spLocks/>
              </p:cNvSpPr>
              <p:nvPr/>
            </p:nvSpPr>
            <p:spPr bwMode="auto">
              <a:xfrm>
                <a:off x="3006" y="1890"/>
                <a:ext cx="288" cy="615"/>
              </a:xfrm>
              <a:custGeom>
                <a:avLst/>
                <a:gdLst>
                  <a:gd name="T0" fmla="*/ 0 w 383"/>
                  <a:gd name="T1" fmla="*/ 0 h 820"/>
                  <a:gd name="T2" fmla="*/ 217 w 383"/>
                  <a:gd name="T3" fmla="*/ 127 h 820"/>
                  <a:gd name="T4" fmla="*/ 217 w 383"/>
                  <a:gd name="T5" fmla="*/ 461 h 820"/>
                  <a:gd name="T6" fmla="*/ 0 w 383"/>
                  <a:gd name="T7" fmla="*/ 344 h 820"/>
                  <a:gd name="T8" fmla="*/ 0 w 383"/>
                  <a:gd name="T9" fmla="*/ 0 h 8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3" h="820">
                    <a:moveTo>
                      <a:pt x="0" y="0"/>
                    </a:moveTo>
                    <a:lnTo>
                      <a:pt x="383" y="225"/>
                    </a:lnTo>
                    <a:lnTo>
                      <a:pt x="383" y="820"/>
                    </a:lnTo>
                    <a:lnTo>
                      <a:pt x="0" y="6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C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70" name="Freeform 36"/>
              <p:cNvSpPr>
                <a:spLocks/>
              </p:cNvSpPr>
              <p:nvPr/>
            </p:nvSpPr>
            <p:spPr bwMode="auto">
              <a:xfrm>
                <a:off x="2756" y="1890"/>
                <a:ext cx="255" cy="643"/>
              </a:xfrm>
              <a:custGeom>
                <a:avLst/>
                <a:gdLst>
                  <a:gd name="T0" fmla="*/ 4 w 255"/>
                  <a:gd name="T1" fmla="*/ 300 h 643"/>
                  <a:gd name="T2" fmla="*/ 0 w 255"/>
                  <a:gd name="T3" fmla="*/ 643 h 643"/>
                  <a:gd name="T4" fmla="*/ 255 w 255"/>
                  <a:gd name="T5" fmla="*/ 452 h 643"/>
                  <a:gd name="T6" fmla="*/ 255 w 255"/>
                  <a:gd name="T7" fmla="*/ 0 h 643"/>
                  <a:gd name="T8" fmla="*/ 4 w 255"/>
                  <a:gd name="T9" fmla="*/ 300 h 6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5" h="643">
                    <a:moveTo>
                      <a:pt x="4" y="300"/>
                    </a:moveTo>
                    <a:lnTo>
                      <a:pt x="0" y="643"/>
                    </a:lnTo>
                    <a:lnTo>
                      <a:pt x="255" y="452"/>
                    </a:lnTo>
                    <a:lnTo>
                      <a:pt x="255" y="0"/>
                    </a:lnTo>
                    <a:lnTo>
                      <a:pt x="4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AA88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7909" name="Group 37"/>
          <p:cNvGrpSpPr>
            <a:grpSpLocks/>
          </p:cNvGrpSpPr>
          <p:nvPr/>
        </p:nvGrpSpPr>
        <p:grpSpPr bwMode="auto">
          <a:xfrm>
            <a:off x="2901950" y="4017963"/>
            <a:ext cx="2141538" cy="1844675"/>
            <a:chOff x="2294" y="1926"/>
            <a:chExt cx="1349" cy="1162"/>
          </a:xfrm>
        </p:grpSpPr>
        <p:grpSp>
          <p:nvGrpSpPr>
            <p:cNvPr id="13362" name="Group 38"/>
            <p:cNvGrpSpPr>
              <a:grpSpLocks/>
            </p:cNvGrpSpPr>
            <p:nvPr/>
          </p:nvGrpSpPr>
          <p:grpSpPr bwMode="auto">
            <a:xfrm>
              <a:off x="2294" y="2640"/>
              <a:ext cx="615" cy="448"/>
              <a:chOff x="3056" y="3411"/>
              <a:chExt cx="820" cy="597"/>
            </a:xfrm>
          </p:grpSpPr>
          <p:sp>
            <p:nvSpPr>
              <p:cNvPr id="13364" name="Freeform 39"/>
              <p:cNvSpPr>
                <a:spLocks/>
              </p:cNvSpPr>
              <p:nvPr/>
            </p:nvSpPr>
            <p:spPr bwMode="auto">
              <a:xfrm>
                <a:off x="3105" y="3411"/>
                <a:ext cx="771" cy="597"/>
              </a:xfrm>
              <a:custGeom>
                <a:avLst/>
                <a:gdLst>
                  <a:gd name="T0" fmla="*/ 0 w 771"/>
                  <a:gd name="T1" fmla="*/ 364 h 597"/>
                  <a:gd name="T2" fmla="*/ 618 w 771"/>
                  <a:gd name="T3" fmla="*/ 0 h 597"/>
                  <a:gd name="T4" fmla="*/ 684 w 771"/>
                  <a:gd name="T5" fmla="*/ 0 h 597"/>
                  <a:gd name="T6" fmla="*/ 742 w 771"/>
                  <a:gd name="T7" fmla="*/ 51 h 597"/>
                  <a:gd name="T8" fmla="*/ 771 w 771"/>
                  <a:gd name="T9" fmla="*/ 109 h 597"/>
                  <a:gd name="T10" fmla="*/ 771 w 771"/>
                  <a:gd name="T11" fmla="*/ 175 h 597"/>
                  <a:gd name="T12" fmla="*/ 756 w 771"/>
                  <a:gd name="T13" fmla="*/ 226 h 597"/>
                  <a:gd name="T14" fmla="*/ 116 w 771"/>
                  <a:gd name="T15" fmla="*/ 597 h 597"/>
                  <a:gd name="T16" fmla="*/ 0 w 771"/>
                  <a:gd name="T17" fmla="*/ 364 h 59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71" h="597">
                    <a:moveTo>
                      <a:pt x="0" y="364"/>
                    </a:moveTo>
                    <a:lnTo>
                      <a:pt x="618" y="0"/>
                    </a:lnTo>
                    <a:lnTo>
                      <a:pt x="684" y="0"/>
                    </a:lnTo>
                    <a:lnTo>
                      <a:pt x="742" y="51"/>
                    </a:lnTo>
                    <a:lnTo>
                      <a:pt x="771" y="109"/>
                    </a:lnTo>
                    <a:lnTo>
                      <a:pt x="771" y="175"/>
                    </a:lnTo>
                    <a:lnTo>
                      <a:pt x="756" y="226"/>
                    </a:lnTo>
                    <a:lnTo>
                      <a:pt x="116" y="597"/>
                    </a:lnTo>
                    <a:lnTo>
                      <a:pt x="0" y="36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65" name="Freeform 40"/>
              <p:cNvSpPr>
                <a:spLocks/>
              </p:cNvSpPr>
              <p:nvPr/>
            </p:nvSpPr>
            <p:spPr bwMode="auto">
              <a:xfrm>
                <a:off x="3056" y="3772"/>
                <a:ext cx="190" cy="236"/>
              </a:xfrm>
              <a:custGeom>
                <a:avLst/>
                <a:gdLst>
                  <a:gd name="T0" fmla="*/ 6 w 948"/>
                  <a:gd name="T1" fmla="*/ 1 h 1179"/>
                  <a:gd name="T2" fmla="*/ 4 w 948"/>
                  <a:gd name="T3" fmla="*/ 3 h 1179"/>
                  <a:gd name="T4" fmla="*/ 2 w 948"/>
                  <a:gd name="T5" fmla="*/ 6 h 1179"/>
                  <a:gd name="T6" fmla="*/ 1 w 948"/>
                  <a:gd name="T7" fmla="*/ 9 h 1179"/>
                  <a:gd name="T8" fmla="*/ 0 w 948"/>
                  <a:gd name="T9" fmla="*/ 13 h 1179"/>
                  <a:gd name="T10" fmla="*/ 0 w 948"/>
                  <a:gd name="T11" fmla="*/ 17 h 1179"/>
                  <a:gd name="T12" fmla="*/ 1 w 948"/>
                  <a:gd name="T13" fmla="*/ 22 h 1179"/>
                  <a:gd name="T14" fmla="*/ 2 w 948"/>
                  <a:gd name="T15" fmla="*/ 26 h 1179"/>
                  <a:gd name="T16" fmla="*/ 4 w 948"/>
                  <a:gd name="T17" fmla="*/ 31 h 1179"/>
                  <a:gd name="T18" fmla="*/ 7 w 948"/>
                  <a:gd name="T19" fmla="*/ 35 h 1179"/>
                  <a:gd name="T20" fmla="*/ 10 w 948"/>
                  <a:gd name="T21" fmla="*/ 39 h 1179"/>
                  <a:gd name="T22" fmla="*/ 13 w 948"/>
                  <a:gd name="T23" fmla="*/ 42 h 1179"/>
                  <a:gd name="T24" fmla="*/ 17 w 948"/>
                  <a:gd name="T25" fmla="*/ 44 h 1179"/>
                  <a:gd name="T26" fmla="*/ 20 w 948"/>
                  <a:gd name="T27" fmla="*/ 46 h 1179"/>
                  <a:gd name="T28" fmla="*/ 24 w 948"/>
                  <a:gd name="T29" fmla="*/ 47 h 1179"/>
                  <a:gd name="T30" fmla="*/ 27 w 948"/>
                  <a:gd name="T31" fmla="*/ 47 h 1179"/>
                  <a:gd name="T32" fmla="*/ 30 w 948"/>
                  <a:gd name="T33" fmla="*/ 46 h 1179"/>
                  <a:gd name="T34" fmla="*/ 33 w 948"/>
                  <a:gd name="T35" fmla="*/ 45 h 1179"/>
                  <a:gd name="T36" fmla="*/ 35 w 948"/>
                  <a:gd name="T37" fmla="*/ 43 h 1179"/>
                  <a:gd name="T38" fmla="*/ 37 w 948"/>
                  <a:gd name="T39" fmla="*/ 40 h 1179"/>
                  <a:gd name="T40" fmla="*/ 38 w 948"/>
                  <a:gd name="T41" fmla="*/ 36 h 1179"/>
                  <a:gd name="T42" fmla="*/ 38 w 948"/>
                  <a:gd name="T43" fmla="*/ 32 h 1179"/>
                  <a:gd name="T44" fmla="*/ 38 w 948"/>
                  <a:gd name="T45" fmla="*/ 28 h 1179"/>
                  <a:gd name="T46" fmla="*/ 36 w 948"/>
                  <a:gd name="T47" fmla="*/ 23 h 1179"/>
                  <a:gd name="T48" fmla="*/ 35 w 948"/>
                  <a:gd name="T49" fmla="*/ 19 h 1179"/>
                  <a:gd name="T50" fmla="*/ 32 w 948"/>
                  <a:gd name="T51" fmla="*/ 14 h 1179"/>
                  <a:gd name="T52" fmla="*/ 30 w 948"/>
                  <a:gd name="T53" fmla="*/ 11 h 1179"/>
                  <a:gd name="T54" fmla="*/ 26 w 948"/>
                  <a:gd name="T55" fmla="*/ 7 h 1179"/>
                  <a:gd name="T56" fmla="*/ 23 w 948"/>
                  <a:gd name="T57" fmla="*/ 4 h 1179"/>
                  <a:gd name="T58" fmla="*/ 19 w 948"/>
                  <a:gd name="T59" fmla="*/ 2 h 1179"/>
                  <a:gd name="T60" fmla="*/ 16 w 948"/>
                  <a:gd name="T61" fmla="*/ 1 h 1179"/>
                  <a:gd name="T62" fmla="*/ 12 w 948"/>
                  <a:gd name="T63" fmla="*/ 0 h 1179"/>
                  <a:gd name="T64" fmla="*/ 9 w 948"/>
                  <a:gd name="T65" fmla="*/ 0 h 1179"/>
                  <a:gd name="T66" fmla="*/ 6 w 948"/>
                  <a:gd name="T67" fmla="*/ 1 h 1179"/>
                  <a:gd name="T68" fmla="*/ 6 w 948"/>
                  <a:gd name="T69" fmla="*/ 1 h 117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948" h="1179">
                    <a:moveTo>
                      <a:pt x="155" y="36"/>
                    </a:moveTo>
                    <a:lnTo>
                      <a:pt x="94" y="85"/>
                    </a:lnTo>
                    <a:lnTo>
                      <a:pt x="46" y="151"/>
                    </a:lnTo>
                    <a:lnTo>
                      <a:pt x="15" y="234"/>
                    </a:lnTo>
                    <a:lnTo>
                      <a:pt x="0" y="329"/>
                    </a:lnTo>
                    <a:lnTo>
                      <a:pt x="3" y="435"/>
                    </a:lnTo>
                    <a:lnTo>
                      <a:pt x="21" y="544"/>
                    </a:lnTo>
                    <a:lnTo>
                      <a:pt x="58" y="656"/>
                    </a:lnTo>
                    <a:lnTo>
                      <a:pt x="109" y="767"/>
                    </a:lnTo>
                    <a:lnTo>
                      <a:pt x="172" y="870"/>
                    </a:lnTo>
                    <a:lnTo>
                      <a:pt x="247" y="963"/>
                    </a:lnTo>
                    <a:lnTo>
                      <a:pt x="330" y="1043"/>
                    </a:lnTo>
                    <a:lnTo>
                      <a:pt x="418" y="1107"/>
                    </a:lnTo>
                    <a:lnTo>
                      <a:pt x="508" y="1151"/>
                    </a:lnTo>
                    <a:lnTo>
                      <a:pt x="598" y="1175"/>
                    </a:lnTo>
                    <a:lnTo>
                      <a:pt x="682" y="1179"/>
                    </a:lnTo>
                    <a:lnTo>
                      <a:pt x="758" y="1161"/>
                    </a:lnTo>
                    <a:lnTo>
                      <a:pt x="825" y="1123"/>
                    </a:lnTo>
                    <a:lnTo>
                      <a:pt x="879" y="1064"/>
                    </a:lnTo>
                    <a:lnTo>
                      <a:pt x="919" y="990"/>
                    </a:lnTo>
                    <a:lnTo>
                      <a:pt x="942" y="900"/>
                    </a:lnTo>
                    <a:lnTo>
                      <a:pt x="948" y="799"/>
                    </a:lnTo>
                    <a:lnTo>
                      <a:pt x="937" y="691"/>
                    </a:lnTo>
                    <a:lnTo>
                      <a:pt x="910" y="580"/>
                    </a:lnTo>
                    <a:lnTo>
                      <a:pt x="866" y="468"/>
                    </a:lnTo>
                    <a:lnTo>
                      <a:pt x="809" y="361"/>
                    </a:lnTo>
                    <a:lnTo>
                      <a:pt x="739" y="263"/>
                    </a:lnTo>
                    <a:lnTo>
                      <a:pt x="660" y="176"/>
                    </a:lnTo>
                    <a:lnTo>
                      <a:pt x="574" y="104"/>
                    </a:lnTo>
                    <a:lnTo>
                      <a:pt x="484" y="49"/>
                    </a:lnTo>
                    <a:lnTo>
                      <a:pt x="395" y="15"/>
                    </a:lnTo>
                    <a:lnTo>
                      <a:pt x="308" y="0"/>
                    </a:lnTo>
                    <a:lnTo>
                      <a:pt x="227" y="8"/>
                    </a:lnTo>
                    <a:lnTo>
                      <a:pt x="155" y="36"/>
                    </a:lnTo>
                    <a:lnTo>
                      <a:pt x="156" y="36"/>
                    </a:lnTo>
                  </a:path>
                </a:pathLst>
              </a:custGeom>
              <a:solidFill>
                <a:srgbClr val="FF7C80"/>
              </a:solidFill>
              <a:ln w="0">
                <a:solidFill>
                  <a:srgbClr val="FF7C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63" name="Freeform 41"/>
            <p:cNvSpPr>
              <a:spLocks/>
            </p:cNvSpPr>
            <p:nvPr/>
          </p:nvSpPr>
          <p:spPr bwMode="auto">
            <a:xfrm>
              <a:off x="3501" y="1926"/>
              <a:ext cx="142" cy="177"/>
            </a:xfrm>
            <a:custGeom>
              <a:avLst/>
              <a:gdLst>
                <a:gd name="T0" fmla="*/ 3 w 948"/>
                <a:gd name="T1" fmla="*/ 1 h 1177"/>
                <a:gd name="T2" fmla="*/ 2 w 948"/>
                <a:gd name="T3" fmla="*/ 2 h 1177"/>
                <a:gd name="T4" fmla="*/ 1 w 948"/>
                <a:gd name="T5" fmla="*/ 3 h 1177"/>
                <a:gd name="T6" fmla="*/ 0 w 948"/>
                <a:gd name="T7" fmla="*/ 5 h 1177"/>
                <a:gd name="T8" fmla="*/ 0 w 948"/>
                <a:gd name="T9" fmla="*/ 7 h 1177"/>
                <a:gd name="T10" fmla="*/ 0 w 948"/>
                <a:gd name="T11" fmla="*/ 10 h 1177"/>
                <a:gd name="T12" fmla="*/ 0 w 948"/>
                <a:gd name="T13" fmla="*/ 12 h 1177"/>
                <a:gd name="T14" fmla="*/ 1 w 948"/>
                <a:gd name="T15" fmla="*/ 15 h 1177"/>
                <a:gd name="T16" fmla="*/ 2 w 948"/>
                <a:gd name="T17" fmla="*/ 17 h 1177"/>
                <a:gd name="T18" fmla="*/ 4 w 948"/>
                <a:gd name="T19" fmla="*/ 20 h 1177"/>
                <a:gd name="T20" fmla="*/ 6 w 948"/>
                <a:gd name="T21" fmla="*/ 22 h 1177"/>
                <a:gd name="T22" fmla="*/ 7 w 948"/>
                <a:gd name="T23" fmla="*/ 24 h 1177"/>
                <a:gd name="T24" fmla="*/ 9 w 948"/>
                <a:gd name="T25" fmla="*/ 25 h 1177"/>
                <a:gd name="T26" fmla="*/ 11 w 948"/>
                <a:gd name="T27" fmla="*/ 26 h 1177"/>
                <a:gd name="T28" fmla="*/ 13 w 948"/>
                <a:gd name="T29" fmla="*/ 27 h 1177"/>
                <a:gd name="T30" fmla="*/ 15 w 948"/>
                <a:gd name="T31" fmla="*/ 27 h 1177"/>
                <a:gd name="T32" fmla="*/ 17 w 948"/>
                <a:gd name="T33" fmla="*/ 26 h 1177"/>
                <a:gd name="T34" fmla="*/ 19 w 948"/>
                <a:gd name="T35" fmla="*/ 25 h 1177"/>
                <a:gd name="T36" fmla="*/ 20 w 948"/>
                <a:gd name="T37" fmla="*/ 24 h 1177"/>
                <a:gd name="T38" fmla="*/ 21 w 948"/>
                <a:gd name="T39" fmla="*/ 22 h 1177"/>
                <a:gd name="T40" fmla="*/ 21 w 948"/>
                <a:gd name="T41" fmla="*/ 20 h 1177"/>
                <a:gd name="T42" fmla="*/ 21 w 948"/>
                <a:gd name="T43" fmla="*/ 18 h 1177"/>
                <a:gd name="T44" fmla="*/ 21 w 948"/>
                <a:gd name="T45" fmla="*/ 16 h 1177"/>
                <a:gd name="T46" fmla="*/ 20 w 948"/>
                <a:gd name="T47" fmla="*/ 13 h 1177"/>
                <a:gd name="T48" fmla="*/ 19 w 948"/>
                <a:gd name="T49" fmla="*/ 11 h 1177"/>
                <a:gd name="T50" fmla="*/ 18 w 948"/>
                <a:gd name="T51" fmla="*/ 8 h 1177"/>
                <a:gd name="T52" fmla="*/ 17 w 948"/>
                <a:gd name="T53" fmla="*/ 6 h 1177"/>
                <a:gd name="T54" fmla="*/ 15 w 948"/>
                <a:gd name="T55" fmla="*/ 4 h 1177"/>
                <a:gd name="T56" fmla="*/ 13 w 948"/>
                <a:gd name="T57" fmla="*/ 2 h 1177"/>
                <a:gd name="T58" fmla="*/ 11 w 948"/>
                <a:gd name="T59" fmla="*/ 1 h 1177"/>
                <a:gd name="T60" fmla="*/ 9 w 948"/>
                <a:gd name="T61" fmla="*/ 0 h 1177"/>
                <a:gd name="T62" fmla="*/ 7 w 948"/>
                <a:gd name="T63" fmla="*/ 0 h 1177"/>
                <a:gd name="T64" fmla="*/ 5 w 948"/>
                <a:gd name="T65" fmla="*/ 0 h 1177"/>
                <a:gd name="T66" fmla="*/ 3 w 948"/>
                <a:gd name="T67" fmla="*/ 1 h 1177"/>
                <a:gd name="T68" fmla="*/ 3 w 948"/>
                <a:gd name="T69" fmla="*/ 1 h 117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48" h="1177">
                  <a:moveTo>
                    <a:pt x="155" y="34"/>
                  </a:moveTo>
                  <a:lnTo>
                    <a:pt x="94" y="83"/>
                  </a:lnTo>
                  <a:lnTo>
                    <a:pt x="46" y="150"/>
                  </a:lnTo>
                  <a:lnTo>
                    <a:pt x="15" y="232"/>
                  </a:lnTo>
                  <a:lnTo>
                    <a:pt x="0" y="328"/>
                  </a:lnTo>
                  <a:lnTo>
                    <a:pt x="3" y="433"/>
                  </a:lnTo>
                  <a:lnTo>
                    <a:pt x="22" y="543"/>
                  </a:lnTo>
                  <a:lnTo>
                    <a:pt x="58" y="655"/>
                  </a:lnTo>
                  <a:lnTo>
                    <a:pt x="109" y="765"/>
                  </a:lnTo>
                  <a:lnTo>
                    <a:pt x="172" y="868"/>
                  </a:lnTo>
                  <a:lnTo>
                    <a:pt x="247" y="962"/>
                  </a:lnTo>
                  <a:lnTo>
                    <a:pt x="330" y="1041"/>
                  </a:lnTo>
                  <a:lnTo>
                    <a:pt x="418" y="1105"/>
                  </a:lnTo>
                  <a:lnTo>
                    <a:pt x="508" y="1149"/>
                  </a:lnTo>
                  <a:lnTo>
                    <a:pt x="598" y="1174"/>
                  </a:lnTo>
                  <a:lnTo>
                    <a:pt x="681" y="1177"/>
                  </a:lnTo>
                  <a:lnTo>
                    <a:pt x="758" y="1159"/>
                  </a:lnTo>
                  <a:lnTo>
                    <a:pt x="825" y="1121"/>
                  </a:lnTo>
                  <a:lnTo>
                    <a:pt x="879" y="1064"/>
                  </a:lnTo>
                  <a:lnTo>
                    <a:pt x="919" y="988"/>
                  </a:lnTo>
                  <a:lnTo>
                    <a:pt x="942" y="899"/>
                  </a:lnTo>
                  <a:lnTo>
                    <a:pt x="948" y="799"/>
                  </a:lnTo>
                  <a:lnTo>
                    <a:pt x="937" y="690"/>
                  </a:lnTo>
                  <a:lnTo>
                    <a:pt x="910" y="578"/>
                  </a:lnTo>
                  <a:lnTo>
                    <a:pt x="866" y="468"/>
                  </a:lnTo>
                  <a:lnTo>
                    <a:pt x="809" y="361"/>
                  </a:lnTo>
                  <a:lnTo>
                    <a:pt x="739" y="261"/>
                  </a:lnTo>
                  <a:lnTo>
                    <a:pt x="660" y="174"/>
                  </a:lnTo>
                  <a:lnTo>
                    <a:pt x="574" y="103"/>
                  </a:lnTo>
                  <a:lnTo>
                    <a:pt x="484" y="48"/>
                  </a:lnTo>
                  <a:lnTo>
                    <a:pt x="395" y="13"/>
                  </a:lnTo>
                  <a:lnTo>
                    <a:pt x="308" y="0"/>
                  </a:lnTo>
                  <a:lnTo>
                    <a:pt x="227" y="7"/>
                  </a:lnTo>
                  <a:lnTo>
                    <a:pt x="155" y="34"/>
                  </a:lnTo>
                  <a:lnTo>
                    <a:pt x="156" y="34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7914" name="Text Box 42"/>
          <p:cNvSpPr txBox="1">
            <a:spLocks noChangeArrowheads="1"/>
          </p:cNvSpPr>
          <p:nvPr/>
        </p:nvSpPr>
        <p:spPr bwMode="auto">
          <a:xfrm>
            <a:off x="595313" y="1292225"/>
            <a:ext cx="2149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⒈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形体分析</a:t>
            </a:r>
          </a:p>
        </p:txBody>
      </p:sp>
      <p:grpSp>
        <p:nvGrpSpPr>
          <p:cNvPr id="207915" name="Group 43"/>
          <p:cNvGrpSpPr>
            <a:grpSpLocks/>
          </p:cNvGrpSpPr>
          <p:nvPr/>
        </p:nvGrpSpPr>
        <p:grpSpPr bwMode="auto">
          <a:xfrm>
            <a:off x="1387475" y="3522663"/>
            <a:ext cx="2982913" cy="2560637"/>
            <a:chOff x="1350" y="1614"/>
            <a:chExt cx="1879" cy="1613"/>
          </a:xfrm>
        </p:grpSpPr>
        <p:grpSp>
          <p:nvGrpSpPr>
            <p:cNvPr id="13354" name="Group 44"/>
            <p:cNvGrpSpPr>
              <a:grpSpLocks/>
            </p:cNvGrpSpPr>
            <p:nvPr/>
          </p:nvGrpSpPr>
          <p:grpSpPr bwMode="auto">
            <a:xfrm>
              <a:off x="1350" y="2561"/>
              <a:ext cx="431" cy="666"/>
              <a:chOff x="2392" y="2938"/>
              <a:chExt cx="575" cy="888"/>
            </a:xfrm>
          </p:grpSpPr>
          <p:sp>
            <p:nvSpPr>
              <p:cNvPr id="13359" name="Freeform 45"/>
              <p:cNvSpPr>
                <a:spLocks/>
              </p:cNvSpPr>
              <p:nvPr/>
            </p:nvSpPr>
            <p:spPr bwMode="auto">
              <a:xfrm>
                <a:off x="2392" y="3229"/>
                <a:ext cx="342" cy="589"/>
              </a:xfrm>
              <a:custGeom>
                <a:avLst/>
                <a:gdLst>
                  <a:gd name="T0" fmla="*/ 0 w 342"/>
                  <a:gd name="T1" fmla="*/ 0 h 589"/>
                  <a:gd name="T2" fmla="*/ 342 w 342"/>
                  <a:gd name="T3" fmla="*/ 197 h 589"/>
                  <a:gd name="T4" fmla="*/ 335 w 342"/>
                  <a:gd name="T5" fmla="*/ 589 h 589"/>
                  <a:gd name="T6" fmla="*/ 0 w 342"/>
                  <a:gd name="T7" fmla="*/ 400 h 589"/>
                  <a:gd name="T8" fmla="*/ 0 w 342"/>
                  <a:gd name="T9" fmla="*/ 0 h 5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2" h="589">
                    <a:moveTo>
                      <a:pt x="0" y="0"/>
                    </a:moveTo>
                    <a:lnTo>
                      <a:pt x="342" y="197"/>
                    </a:lnTo>
                    <a:lnTo>
                      <a:pt x="335" y="589"/>
                    </a:lnTo>
                    <a:lnTo>
                      <a:pt x="0" y="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60" name="Freeform 46"/>
              <p:cNvSpPr>
                <a:spLocks/>
              </p:cNvSpPr>
              <p:nvPr/>
            </p:nvSpPr>
            <p:spPr bwMode="auto">
              <a:xfrm>
                <a:off x="2720" y="3127"/>
                <a:ext cx="247" cy="699"/>
              </a:xfrm>
              <a:custGeom>
                <a:avLst/>
                <a:gdLst>
                  <a:gd name="T0" fmla="*/ 247 w 247"/>
                  <a:gd name="T1" fmla="*/ 0 h 699"/>
                  <a:gd name="T2" fmla="*/ 0 w 247"/>
                  <a:gd name="T3" fmla="*/ 291 h 699"/>
                  <a:gd name="T4" fmla="*/ 0 w 247"/>
                  <a:gd name="T5" fmla="*/ 699 h 699"/>
                  <a:gd name="T6" fmla="*/ 247 w 247"/>
                  <a:gd name="T7" fmla="*/ 546 h 699"/>
                  <a:gd name="T8" fmla="*/ 247 w 247"/>
                  <a:gd name="T9" fmla="*/ 0 h 6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7" h="699">
                    <a:moveTo>
                      <a:pt x="247" y="0"/>
                    </a:moveTo>
                    <a:lnTo>
                      <a:pt x="0" y="291"/>
                    </a:lnTo>
                    <a:lnTo>
                      <a:pt x="0" y="699"/>
                    </a:lnTo>
                    <a:lnTo>
                      <a:pt x="247" y="546"/>
                    </a:lnTo>
                    <a:lnTo>
                      <a:pt x="24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BE98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61" name="Freeform 47"/>
              <p:cNvSpPr>
                <a:spLocks/>
              </p:cNvSpPr>
              <p:nvPr/>
            </p:nvSpPr>
            <p:spPr bwMode="auto">
              <a:xfrm>
                <a:off x="2392" y="2938"/>
                <a:ext cx="568" cy="488"/>
              </a:xfrm>
              <a:custGeom>
                <a:avLst/>
                <a:gdLst>
                  <a:gd name="T0" fmla="*/ 233 w 568"/>
                  <a:gd name="T1" fmla="*/ 0 h 488"/>
                  <a:gd name="T2" fmla="*/ 0 w 568"/>
                  <a:gd name="T3" fmla="*/ 299 h 488"/>
                  <a:gd name="T4" fmla="*/ 328 w 568"/>
                  <a:gd name="T5" fmla="*/ 488 h 488"/>
                  <a:gd name="T6" fmla="*/ 568 w 568"/>
                  <a:gd name="T7" fmla="*/ 197 h 488"/>
                  <a:gd name="T8" fmla="*/ 233 w 568"/>
                  <a:gd name="T9" fmla="*/ 0 h 4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8" h="488">
                    <a:moveTo>
                      <a:pt x="233" y="0"/>
                    </a:moveTo>
                    <a:lnTo>
                      <a:pt x="0" y="299"/>
                    </a:lnTo>
                    <a:lnTo>
                      <a:pt x="328" y="488"/>
                    </a:lnTo>
                    <a:lnTo>
                      <a:pt x="568" y="197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CC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55" name="Group 48"/>
            <p:cNvGrpSpPr>
              <a:grpSpLocks/>
            </p:cNvGrpSpPr>
            <p:nvPr/>
          </p:nvGrpSpPr>
          <p:grpSpPr bwMode="auto">
            <a:xfrm>
              <a:off x="2757" y="1614"/>
              <a:ext cx="472" cy="685"/>
              <a:chOff x="2312" y="1791"/>
              <a:chExt cx="472" cy="685"/>
            </a:xfrm>
          </p:grpSpPr>
          <p:sp>
            <p:nvSpPr>
              <p:cNvPr id="13356" name="Freeform 49"/>
              <p:cNvSpPr>
                <a:spLocks/>
              </p:cNvSpPr>
              <p:nvPr/>
            </p:nvSpPr>
            <p:spPr bwMode="auto">
              <a:xfrm>
                <a:off x="2373" y="1791"/>
                <a:ext cx="180" cy="513"/>
              </a:xfrm>
              <a:custGeom>
                <a:avLst/>
                <a:gdLst>
                  <a:gd name="T0" fmla="*/ 0 w 240"/>
                  <a:gd name="T1" fmla="*/ 160 h 683"/>
                  <a:gd name="T2" fmla="*/ 135 w 240"/>
                  <a:gd name="T3" fmla="*/ 0 h 683"/>
                  <a:gd name="T4" fmla="*/ 135 w 240"/>
                  <a:gd name="T5" fmla="*/ 308 h 683"/>
                  <a:gd name="T6" fmla="*/ 0 w 240"/>
                  <a:gd name="T7" fmla="*/ 385 h 683"/>
                  <a:gd name="T8" fmla="*/ 0 w 240"/>
                  <a:gd name="T9" fmla="*/ 160 h 6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683">
                    <a:moveTo>
                      <a:pt x="0" y="284"/>
                    </a:moveTo>
                    <a:lnTo>
                      <a:pt x="240" y="0"/>
                    </a:lnTo>
                    <a:lnTo>
                      <a:pt x="240" y="546"/>
                    </a:lnTo>
                    <a:lnTo>
                      <a:pt x="0" y="683"/>
                    </a:lnTo>
                    <a:lnTo>
                      <a:pt x="0" y="2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AA8844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7" name="Freeform 50"/>
              <p:cNvSpPr>
                <a:spLocks/>
              </p:cNvSpPr>
              <p:nvPr/>
            </p:nvSpPr>
            <p:spPr bwMode="auto">
              <a:xfrm>
                <a:off x="2312" y="2203"/>
                <a:ext cx="311" cy="273"/>
              </a:xfrm>
              <a:custGeom>
                <a:avLst/>
                <a:gdLst>
                  <a:gd name="T0" fmla="*/ 222 w 311"/>
                  <a:gd name="T1" fmla="*/ 0 h 273"/>
                  <a:gd name="T2" fmla="*/ 0 w 311"/>
                  <a:gd name="T3" fmla="*/ 123 h 273"/>
                  <a:gd name="T4" fmla="*/ 311 w 311"/>
                  <a:gd name="T5" fmla="*/ 273 h 273"/>
                  <a:gd name="T6" fmla="*/ 311 w 311"/>
                  <a:gd name="T7" fmla="*/ 41 h 273"/>
                  <a:gd name="T8" fmla="*/ 222 w 311"/>
                  <a:gd name="T9" fmla="*/ 0 h 2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1" h="273">
                    <a:moveTo>
                      <a:pt x="222" y="0"/>
                    </a:moveTo>
                    <a:lnTo>
                      <a:pt x="0" y="123"/>
                    </a:lnTo>
                    <a:lnTo>
                      <a:pt x="311" y="273"/>
                    </a:lnTo>
                    <a:lnTo>
                      <a:pt x="311" y="41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58" name="Freeform 51"/>
              <p:cNvSpPr>
                <a:spLocks/>
              </p:cNvSpPr>
              <p:nvPr/>
            </p:nvSpPr>
            <p:spPr bwMode="auto">
              <a:xfrm>
                <a:off x="2539" y="1799"/>
                <a:ext cx="245" cy="441"/>
              </a:xfrm>
              <a:custGeom>
                <a:avLst/>
                <a:gdLst>
                  <a:gd name="T0" fmla="*/ 0 w 245"/>
                  <a:gd name="T1" fmla="*/ 0 h 441"/>
                  <a:gd name="T2" fmla="*/ 245 w 245"/>
                  <a:gd name="T3" fmla="*/ 137 h 441"/>
                  <a:gd name="T4" fmla="*/ 85 w 245"/>
                  <a:gd name="T5" fmla="*/ 345 h 441"/>
                  <a:gd name="T6" fmla="*/ 85 w 245"/>
                  <a:gd name="T7" fmla="*/ 441 h 441"/>
                  <a:gd name="T8" fmla="*/ 0 w 245"/>
                  <a:gd name="T9" fmla="*/ 404 h 441"/>
                  <a:gd name="T10" fmla="*/ 0 w 245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5" h="441">
                    <a:moveTo>
                      <a:pt x="0" y="0"/>
                    </a:moveTo>
                    <a:lnTo>
                      <a:pt x="245" y="137"/>
                    </a:lnTo>
                    <a:lnTo>
                      <a:pt x="85" y="345"/>
                    </a:lnTo>
                    <a:lnTo>
                      <a:pt x="85" y="441"/>
                    </a:lnTo>
                    <a:lnTo>
                      <a:pt x="0" y="40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7C80"/>
                  </a:gs>
                  <a:gs pos="100000">
                    <a:srgbClr val="9B4B4E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7924" name="Group 52"/>
          <p:cNvGrpSpPr>
            <a:grpSpLocks/>
          </p:cNvGrpSpPr>
          <p:nvPr/>
        </p:nvGrpSpPr>
        <p:grpSpPr bwMode="auto">
          <a:xfrm>
            <a:off x="6535738" y="1812925"/>
            <a:ext cx="2054225" cy="2557463"/>
            <a:chOff x="2214" y="510"/>
            <a:chExt cx="1725" cy="2148"/>
          </a:xfrm>
        </p:grpSpPr>
        <p:sp>
          <p:nvSpPr>
            <p:cNvPr id="13324" name="Freeform 53"/>
            <p:cNvSpPr>
              <a:spLocks/>
            </p:cNvSpPr>
            <p:nvPr/>
          </p:nvSpPr>
          <p:spPr bwMode="auto">
            <a:xfrm>
              <a:off x="3603" y="1120"/>
              <a:ext cx="336" cy="193"/>
            </a:xfrm>
            <a:custGeom>
              <a:avLst/>
              <a:gdLst>
                <a:gd name="T0" fmla="*/ 67 w 1679"/>
                <a:gd name="T1" fmla="*/ 0 h 969"/>
                <a:gd name="T2" fmla="*/ 0 w 1679"/>
                <a:gd name="T3" fmla="*/ 38 h 969"/>
                <a:gd name="T4" fmla="*/ 0 w 1679"/>
                <a:gd name="T5" fmla="*/ 38 h 9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79" h="969">
                  <a:moveTo>
                    <a:pt x="1679" y="0"/>
                  </a:moveTo>
                  <a:lnTo>
                    <a:pt x="0" y="969"/>
                  </a:lnTo>
                  <a:lnTo>
                    <a:pt x="1" y="96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" name="Freeform 54"/>
            <p:cNvSpPr>
              <a:spLocks/>
            </p:cNvSpPr>
            <p:nvPr/>
          </p:nvSpPr>
          <p:spPr bwMode="auto">
            <a:xfrm>
              <a:off x="2214" y="898"/>
              <a:ext cx="1" cy="321"/>
            </a:xfrm>
            <a:custGeom>
              <a:avLst/>
              <a:gdLst>
                <a:gd name="T0" fmla="*/ 0 w 1"/>
                <a:gd name="T1" fmla="*/ 64 h 1604"/>
                <a:gd name="T2" fmla="*/ 0 w 1"/>
                <a:gd name="T3" fmla="*/ 0 h 1604"/>
                <a:gd name="T4" fmla="*/ 1 w 1"/>
                <a:gd name="T5" fmla="*/ 0 h 16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604">
                  <a:moveTo>
                    <a:pt x="0" y="16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" name="Freeform 55"/>
            <p:cNvSpPr>
              <a:spLocks/>
            </p:cNvSpPr>
            <p:nvPr/>
          </p:nvSpPr>
          <p:spPr bwMode="auto">
            <a:xfrm>
              <a:off x="2214" y="898"/>
              <a:ext cx="508" cy="293"/>
            </a:xfrm>
            <a:custGeom>
              <a:avLst/>
              <a:gdLst>
                <a:gd name="T0" fmla="*/ 0 w 2540"/>
                <a:gd name="T1" fmla="*/ 0 h 1466"/>
                <a:gd name="T2" fmla="*/ 102 w 2540"/>
                <a:gd name="T3" fmla="*/ 59 h 1466"/>
                <a:gd name="T4" fmla="*/ 102 w 2540"/>
                <a:gd name="T5" fmla="*/ 59 h 1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40" h="1466">
                  <a:moveTo>
                    <a:pt x="0" y="0"/>
                  </a:moveTo>
                  <a:lnTo>
                    <a:pt x="2539" y="1466"/>
                  </a:lnTo>
                  <a:lnTo>
                    <a:pt x="2540" y="146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" name="Freeform 56"/>
            <p:cNvSpPr>
              <a:spLocks/>
            </p:cNvSpPr>
            <p:nvPr/>
          </p:nvSpPr>
          <p:spPr bwMode="auto">
            <a:xfrm>
              <a:off x="2611" y="2278"/>
              <a:ext cx="106" cy="62"/>
            </a:xfrm>
            <a:custGeom>
              <a:avLst/>
              <a:gdLst>
                <a:gd name="T0" fmla="*/ 0 w 532"/>
                <a:gd name="T1" fmla="*/ 0 h 308"/>
                <a:gd name="T2" fmla="*/ 21 w 532"/>
                <a:gd name="T3" fmla="*/ 12 h 308"/>
                <a:gd name="T4" fmla="*/ 21 w 532"/>
                <a:gd name="T5" fmla="*/ 12 h 3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2" h="308">
                  <a:moveTo>
                    <a:pt x="0" y="0"/>
                  </a:moveTo>
                  <a:lnTo>
                    <a:pt x="531" y="308"/>
                  </a:lnTo>
                  <a:lnTo>
                    <a:pt x="532" y="308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" name="Freeform 57"/>
            <p:cNvSpPr>
              <a:spLocks/>
            </p:cNvSpPr>
            <p:nvPr/>
          </p:nvSpPr>
          <p:spPr bwMode="auto">
            <a:xfrm>
              <a:off x="2382" y="2146"/>
              <a:ext cx="126" cy="73"/>
            </a:xfrm>
            <a:custGeom>
              <a:avLst/>
              <a:gdLst>
                <a:gd name="T0" fmla="*/ 0 w 631"/>
                <a:gd name="T1" fmla="*/ 0 h 365"/>
                <a:gd name="T2" fmla="*/ 25 w 631"/>
                <a:gd name="T3" fmla="*/ 15 h 365"/>
                <a:gd name="T4" fmla="*/ 25 w 631"/>
                <a:gd name="T5" fmla="*/ 15 h 3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1" h="365">
                  <a:moveTo>
                    <a:pt x="0" y="0"/>
                  </a:moveTo>
                  <a:lnTo>
                    <a:pt x="629" y="365"/>
                  </a:lnTo>
                  <a:lnTo>
                    <a:pt x="631" y="36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Freeform 58"/>
            <p:cNvSpPr>
              <a:spLocks/>
            </p:cNvSpPr>
            <p:nvPr/>
          </p:nvSpPr>
          <p:spPr bwMode="auto">
            <a:xfrm>
              <a:off x="2543" y="2239"/>
              <a:ext cx="24" cy="14"/>
            </a:xfrm>
            <a:custGeom>
              <a:avLst/>
              <a:gdLst>
                <a:gd name="T0" fmla="*/ 0 w 121"/>
                <a:gd name="T1" fmla="*/ 0 h 69"/>
                <a:gd name="T2" fmla="*/ 5 w 121"/>
                <a:gd name="T3" fmla="*/ 3 h 69"/>
                <a:gd name="T4" fmla="*/ 5 w 121"/>
                <a:gd name="T5" fmla="*/ 3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69">
                  <a:moveTo>
                    <a:pt x="0" y="0"/>
                  </a:moveTo>
                  <a:lnTo>
                    <a:pt x="119" y="69"/>
                  </a:lnTo>
                  <a:lnTo>
                    <a:pt x="121" y="6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Freeform 59"/>
            <p:cNvSpPr>
              <a:spLocks/>
            </p:cNvSpPr>
            <p:nvPr/>
          </p:nvSpPr>
          <p:spPr bwMode="auto">
            <a:xfrm>
              <a:off x="2214" y="1430"/>
              <a:ext cx="1" cy="235"/>
            </a:xfrm>
            <a:custGeom>
              <a:avLst/>
              <a:gdLst>
                <a:gd name="T0" fmla="*/ 0 w 1"/>
                <a:gd name="T1" fmla="*/ 47 h 1178"/>
                <a:gd name="T2" fmla="*/ 0 w 1"/>
                <a:gd name="T3" fmla="*/ 0 h 1178"/>
                <a:gd name="T4" fmla="*/ 1 w 1"/>
                <a:gd name="T5" fmla="*/ 0 h 11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78">
                  <a:moveTo>
                    <a:pt x="0" y="117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Freeform 60"/>
            <p:cNvSpPr>
              <a:spLocks/>
            </p:cNvSpPr>
            <p:nvPr/>
          </p:nvSpPr>
          <p:spPr bwMode="auto">
            <a:xfrm>
              <a:off x="2214" y="1359"/>
              <a:ext cx="1" cy="24"/>
            </a:xfrm>
            <a:custGeom>
              <a:avLst/>
              <a:gdLst>
                <a:gd name="T0" fmla="*/ 0 w 1"/>
                <a:gd name="T1" fmla="*/ 5 h 117"/>
                <a:gd name="T2" fmla="*/ 0 w 1"/>
                <a:gd name="T3" fmla="*/ 0 h 117"/>
                <a:gd name="T4" fmla="*/ 1 w 1"/>
                <a:gd name="T5" fmla="*/ 0 h 1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7">
                  <a:moveTo>
                    <a:pt x="0" y="11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Freeform 61"/>
            <p:cNvSpPr>
              <a:spLocks/>
            </p:cNvSpPr>
            <p:nvPr/>
          </p:nvSpPr>
          <p:spPr bwMode="auto">
            <a:xfrm>
              <a:off x="2214" y="1277"/>
              <a:ext cx="1" cy="24"/>
            </a:xfrm>
            <a:custGeom>
              <a:avLst/>
              <a:gdLst>
                <a:gd name="T0" fmla="*/ 0 w 1"/>
                <a:gd name="T1" fmla="*/ 5 h 117"/>
                <a:gd name="T2" fmla="*/ 0 w 1"/>
                <a:gd name="T3" fmla="*/ 0 h 117"/>
                <a:gd name="T4" fmla="*/ 1 w 1"/>
                <a:gd name="T5" fmla="*/ 0 h 1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7">
                  <a:moveTo>
                    <a:pt x="0" y="11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Freeform 62"/>
            <p:cNvSpPr>
              <a:spLocks/>
            </p:cNvSpPr>
            <p:nvPr/>
          </p:nvSpPr>
          <p:spPr bwMode="auto">
            <a:xfrm>
              <a:off x="3268" y="1507"/>
              <a:ext cx="1" cy="485"/>
            </a:xfrm>
            <a:custGeom>
              <a:avLst/>
              <a:gdLst>
                <a:gd name="T0" fmla="*/ 0 w 1"/>
                <a:gd name="T1" fmla="*/ 97 h 2424"/>
                <a:gd name="T2" fmla="*/ 0 w 1"/>
                <a:gd name="T3" fmla="*/ 0 h 2424"/>
                <a:gd name="T4" fmla="*/ 1 w 1"/>
                <a:gd name="T5" fmla="*/ 0 h 24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424">
                  <a:moveTo>
                    <a:pt x="0" y="242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Freeform 63"/>
            <p:cNvSpPr>
              <a:spLocks/>
            </p:cNvSpPr>
            <p:nvPr/>
          </p:nvSpPr>
          <p:spPr bwMode="auto">
            <a:xfrm>
              <a:off x="2885" y="2437"/>
              <a:ext cx="117" cy="67"/>
            </a:xfrm>
            <a:custGeom>
              <a:avLst/>
              <a:gdLst>
                <a:gd name="T0" fmla="*/ 0 w 587"/>
                <a:gd name="T1" fmla="*/ 0 h 338"/>
                <a:gd name="T2" fmla="*/ 23 w 587"/>
                <a:gd name="T3" fmla="*/ 13 h 338"/>
                <a:gd name="T4" fmla="*/ 23 w 587"/>
                <a:gd name="T5" fmla="*/ 13 h 3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338">
                  <a:moveTo>
                    <a:pt x="0" y="0"/>
                  </a:moveTo>
                  <a:lnTo>
                    <a:pt x="586" y="338"/>
                  </a:lnTo>
                  <a:lnTo>
                    <a:pt x="587" y="338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5" name="Freeform 64"/>
            <p:cNvSpPr>
              <a:spLocks/>
            </p:cNvSpPr>
            <p:nvPr/>
          </p:nvSpPr>
          <p:spPr bwMode="auto">
            <a:xfrm>
              <a:off x="3125" y="2576"/>
              <a:ext cx="19" cy="11"/>
            </a:xfrm>
            <a:custGeom>
              <a:avLst/>
              <a:gdLst>
                <a:gd name="T0" fmla="*/ 0 w 96"/>
                <a:gd name="T1" fmla="*/ 0 h 55"/>
                <a:gd name="T2" fmla="*/ 4 w 96"/>
                <a:gd name="T3" fmla="*/ 2 h 55"/>
                <a:gd name="T4" fmla="*/ 4 w 96"/>
                <a:gd name="T5" fmla="*/ 2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55">
                  <a:moveTo>
                    <a:pt x="0" y="0"/>
                  </a:moveTo>
                  <a:lnTo>
                    <a:pt x="94" y="55"/>
                  </a:lnTo>
                  <a:lnTo>
                    <a:pt x="96" y="5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Freeform 65"/>
            <p:cNvSpPr>
              <a:spLocks/>
            </p:cNvSpPr>
            <p:nvPr/>
          </p:nvSpPr>
          <p:spPr bwMode="auto">
            <a:xfrm>
              <a:off x="3052" y="2533"/>
              <a:ext cx="9" cy="6"/>
            </a:xfrm>
            <a:custGeom>
              <a:avLst/>
              <a:gdLst>
                <a:gd name="T0" fmla="*/ 0 w 46"/>
                <a:gd name="T1" fmla="*/ 0 h 26"/>
                <a:gd name="T2" fmla="*/ 2 w 46"/>
                <a:gd name="T3" fmla="*/ 1 h 26"/>
                <a:gd name="T4" fmla="*/ 2 w 46"/>
                <a:gd name="T5" fmla="*/ 1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26">
                  <a:moveTo>
                    <a:pt x="0" y="0"/>
                  </a:moveTo>
                  <a:lnTo>
                    <a:pt x="45" y="26"/>
                  </a:lnTo>
                  <a:lnTo>
                    <a:pt x="46" y="2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Freeform 66"/>
            <p:cNvSpPr>
              <a:spLocks/>
            </p:cNvSpPr>
            <p:nvPr/>
          </p:nvSpPr>
          <p:spPr bwMode="auto">
            <a:xfrm>
              <a:off x="3268" y="2179"/>
              <a:ext cx="1" cy="479"/>
            </a:xfrm>
            <a:custGeom>
              <a:avLst/>
              <a:gdLst>
                <a:gd name="T0" fmla="*/ 0 w 1"/>
                <a:gd name="T1" fmla="*/ 96 h 2395"/>
                <a:gd name="T2" fmla="*/ 0 w 1"/>
                <a:gd name="T3" fmla="*/ 0 h 2395"/>
                <a:gd name="T4" fmla="*/ 1 w 1"/>
                <a:gd name="T5" fmla="*/ 0 h 23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95">
                  <a:moveTo>
                    <a:pt x="0" y="239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Freeform 67"/>
            <p:cNvSpPr>
              <a:spLocks/>
            </p:cNvSpPr>
            <p:nvPr/>
          </p:nvSpPr>
          <p:spPr bwMode="auto">
            <a:xfrm>
              <a:off x="3446" y="2536"/>
              <a:ext cx="33" cy="19"/>
            </a:xfrm>
            <a:custGeom>
              <a:avLst/>
              <a:gdLst>
                <a:gd name="T0" fmla="*/ 7 w 163"/>
                <a:gd name="T1" fmla="*/ 0 h 94"/>
                <a:gd name="T2" fmla="*/ 0 w 163"/>
                <a:gd name="T3" fmla="*/ 4 h 94"/>
                <a:gd name="T4" fmla="*/ 0 w 163"/>
                <a:gd name="T5" fmla="*/ 4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94">
                  <a:moveTo>
                    <a:pt x="163" y="0"/>
                  </a:moveTo>
                  <a:lnTo>
                    <a:pt x="0" y="94"/>
                  </a:lnTo>
                  <a:lnTo>
                    <a:pt x="1" y="94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Freeform 68"/>
            <p:cNvSpPr>
              <a:spLocks/>
            </p:cNvSpPr>
            <p:nvPr/>
          </p:nvSpPr>
          <p:spPr bwMode="auto">
            <a:xfrm>
              <a:off x="3268" y="2605"/>
              <a:ext cx="93" cy="53"/>
            </a:xfrm>
            <a:custGeom>
              <a:avLst/>
              <a:gdLst>
                <a:gd name="T0" fmla="*/ 19 w 463"/>
                <a:gd name="T1" fmla="*/ 0 h 267"/>
                <a:gd name="T2" fmla="*/ 0 w 463"/>
                <a:gd name="T3" fmla="*/ 11 h 267"/>
                <a:gd name="T4" fmla="*/ 0 w 463"/>
                <a:gd name="T5" fmla="*/ 11 h 2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3" h="267">
                  <a:moveTo>
                    <a:pt x="463" y="0"/>
                  </a:moveTo>
                  <a:lnTo>
                    <a:pt x="0" y="267"/>
                  </a:lnTo>
                  <a:lnTo>
                    <a:pt x="1" y="267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Freeform 69"/>
            <p:cNvSpPr>
              <a:spLocks/>
            </p:cNvSpPr>
            <p:nvPr/>
          </p:nvSpPr>
          <p:spPr bwMode="auto">
            <a:xfrm>
              <a:off x="3193" y="2615"/>
              <a:ext cx="75" cy="43"/>
            </a:xfrm>
            <a:custGeom>
              <a:avLst/>
              <a:gdLst>
                <a:gd name="T0" fmla="*/ 0 w 376"/>
                <a:gd name="T1" fmla="*/ 0 h 216"/>
                <a:gd name="T2" fmla="*/ 15 w 376"/>
                <a:gd name="T3" fmla="*/ 9 h 216"/>
                <a:gd name="T4" fmla="*/ 15 w 376"/>
                <a:gd name="T5" fmla="*/ 9 h 2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216">
                  <a:moveTo>
                    <a:pt x="0" y="0"/>
                  </a:moveTo>
                  <a:lnTo>
                    <a:pt x="375" y="216"/>
                  </a:lnTo>
                  <a:lnTo>
                    <a:pt x="376" y="21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Freeform 70"/>
            <p:cNvSpPr>
              <a:spLocks/>
            </p:cNvSpPr>
            <p:nvPr/>
          </p:nvSpPr>
          <p:spPr bwMode="auto">
            <a:xfrm>
              <a:off x="3410" y="2573"/>
              <a:ext cx="5" cy="3"/>
            </a:xfrm>
            <a:custGeom>
              <a:avLst/>
              <a:gdLst>
                <a:gd name="T0" fmla="*/ 1 w 25"/>
                <a:gd name="T1" fmla="*/ 0 h 15"/>
                <a:gd name="T2" fmla="*/ 0 w 25"/>
                <a:gd name="T3" fmla="*/ 1 h 15"/>
                <a:gd name="T4" fmla="*/ 0 w 25"/>
                <a:gd name="T5" fmla="*/ 1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5">
                  <a:moveTo>
                    <a:pt x="25" y="0"/>
                  </a:moveTo>
                  <a:lnTo>
                    <a:pt x="0" y="15"/>
                  </a:lnTo>
                  <a:lnTo>
                    <a:pt x="1" y="1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Freeform 71"/>
            <p:cNvSpPr>
              <a:spLocks/>
            </p:cNvSpPr>
            <p:nvPr/>
          </p:nvSpPr>
          <p:spPr bwMode="auto">
            <a:xfrm>
              <a:off x="3505" y="2469"/>
              <a:ext cx="90" cy="52"/>
            </a:xfrm>
            <a:custGeom>
              <a:avLst/>
              <a:gdLst>
                <a:gd name="T0" fmla="*/ 18 w 450"/>
                <a:gd name="T1" fmla="*/ 0 h 260"/>
                <a:gd name="T2" fmla="*/ 0 w 450"/>
                <a:gd name="T3" fmla="*/ 10 h 260"/>
                <a:gd name="T4" fmla="*/ 0 w 450"/>
                <a:gd name="T5" fmla="*/ 10 h 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0" h="260">
                  <a:moveTo>
                    <a:pt x="450" y="0"/>
                  </a:moveTo>
                  <a:lnTo>
                    <a:pt x="0" y="260"/>
                  </a:lnTo>
                  <a:lnTo>
                    <a:pt x="1" y="26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Freeform 72"/>
            <p:cNvSpPr>
              <a:spLocks/>
            </p:cNvSpPr>
            <p:nvPr/>
          </p:nvSpPr>
          <p:spPr bwMode="auto">
            <a:xfrm>
              <a:off x="3268" y="2039"/>
              <a:ext cx="1" cy="11"/>
            </a:xfrm>
            <a:custGeom>
              <a:avLst/>
              <a:gdLst>
                <a:gd name="T0" fmla="*/ 0 w 1"/>
                <a:gd name="T1" fmla="*/ 2 h 58"/>
                <a:gd name="T2" fmla="*/ 0 w 1"/>
                <a:gd name="T3" fmla="*/ 0 h 58"/>
                <a:gd name="T4" fmla="*/ 1 w 1"/>
                <a:gd name="T5" fmla="*/ 0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8">
                  <a:moveTo>
                    <a:pt x="0" y="5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Freeform 73"/>
            <p:cNvSpPr>
              <a:spLocks/>
            </p:cNvSpPr>
            <p:nvPr/>
          </p:nvSpPr>
          <p:spPr bwMode="auto">
            <a:xfrm>
              <a:off x="3268" y="2109"/>
              <a:ext cx="1" cy="12"/>
            </a:xfrm>
            <a:custGeom>
              <a:avLst/>
              <a:gdLst>
                <a:gd name="T0" fmla="*/ 0 w 1"/>
                <a:gd name="T1" fmla="*/ 2 h 59"/>
                <a:gd name="T2" fmla="*/ 0 w 1"/>
                <a:gd name="T3" fmla="*/ 0 h 59"/>
                <a:gd name="T4" fmla="*/ 1 w 1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9">
                  <a:moveTo>
                    <a:pt x="0" y="5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5" name="Freeform 74"/>
            <p:cNvSpPr>
              <a:spLocks/>
            </p:cNvSpPr>
            <p:nvPr/>
          </p:nvSpPr>
          <p:spPr bwMode="auto">
            <a:xfrm>
              <a:off x="2906" y="1298"/>
              <a:ext cx="362" cy="209"/>
            </a:xfrm>
            <a:custGeom>
              <a:avLst/>
              <a:gdLst>
                <a:gd name="T0" fmla="*/ 0 w 1810"/>
                <a:gd name="T1" fmla="*/ 0 h 1045"/>
                <a:gd name="T2" fmla="*/ 72 w 1810"/>
                <a:gd name="T3" fmla="*/ 42 h 1045"/>
                <a:gd name="T4" fmla="*/ 72 w 1810"/>
                <a:gd name="T5" fmla="*/ 42 h 10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10" h="1045">
                  <a:moveTo>
                    <a:pt x="0" y="0"/>
                  </a:moveTo>
                  <a:lnTo>
                    <a:pt x="1809" y="1045"/>
                  </a:lnTo>
                  <a:lnTo>
                    <a:pt x="1810" y="104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6" name="Freeform 75"/>
            <p:cNvSpPr>
              <a:spLocks/>
            </p:cNvSpPr>
            <p:nvPr/>
          </p:nvSpPr>
          <p:spPr bwMode="auto">
            <a:xfrm>
              <a:off x="2843" y="1262"/>
              <a:ext cx="11" cy="6"/>
            </a:xfrm>
            <a:custGeom>
              <a:avLst/>
              <a:gdLst>
                <a:gd name="T0" fmla="*/ 0 w 51"/>
                <a:gd name="T1" fmla="*/ 0 h 29"/>
                <a:gd name="T2" fmla="*/ 2 w 51"/>
                <a:gd name="T3" fmla="*/ 1 h 29"/>
                <a:gd name="T4" fmla="*/ 2 w 51"/>
                <a:gd name="T5" fmla="*/ 1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29">
                  <a:moveTo>
                    <a:pt x="0" y="0"/>
                  </a:moveTo>
                  <a:lnTo>
                    <a:pt x="50" y="29"/>
                  </a:lnTo>
                  <a:lnTo>
                    <a:pt x="51" y="2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Freeform 76"/>
            <p:cNvSpPr>
              <a:spLocks/>
            </p:cNvSpPr>
            <p:nvPr/>
          </p:nvSpPr>
          <p:spPr bwMode="auto">
            <a:xfrm>
              <a:off x="2789" y="1231"/>
              <a:ext cx="11" cy="5"/>
            </a:xfrm>
            <a:custGeom>
              <a:avLst/>
              <a:gdLst>
                <a:gd name="T0" fmla="*/ 0 w 51"/>
                <a:gd name="T1" fmla="*/ 0 h 29"/>
                <a:gd name="T2" fmla="*/ 2 w 51"/>
                <a:gd name="T3" fmla="*/ 1 h 29"/>
                <a:gd name="T4" fmla="*/ 2 w 51"/>
                <a:gd name="T5" fmla="*/ 1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29">
                  <a:moveTo>
                    <a:pt x="0" y="0"/>
                  </a:moveTo>
                  <a:lnTo>
                    <a:pt x="50" y="29"/>
                  </a:lnTo>
                  <a:lnTo>
                    <a:pt x="51" y="2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Freeform 77"/>
            <p:cNvSpPr>
              <a:spLocks/>
            </p:cNvSpPr>
            <p:nvPr/>
          </p:nvSpPr>
          <p:spPr bwMode="auto">
            <a:xfrm>
              <a:off x="3268" y="1418"/>
              <a:ext cx="154" cy="89"/>
            </a:xfrm>
            <a:custGeom>
              <a:avLst/>
              <a:gdLst>
                <a:gd name="T0" fmla="*/ 31 w 770"/>
                <a:gd name="T1" fmla="*/ 0 h 444"/>
                <a:gd name="T2" fmla="*/ 0 w 770"/>
                <a:gd name="T3" fmla="*/ 18 h 444"/>
                <a:gd name="T4" fmla="*/ 0 w 770"/>
                <a:gd name="T5" fmla="*/ 18 h 4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0" h="444">
                  <a:moveTo>
                    <a:pt x="770" y="0"/>
                  </a:moveTo>
                  <a:lnTo>
                    <a:pt x="0" y="444"/>
                  </a:lnTo>
                  <a:lnTo>
                    <a:pt x="1" y="444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Freeform 78"/>
            <p:cNvSpPr>
              <a:spLocks/>
            </p:cNvSpPr>
            <p:nvPr/>
          </p:nvSpPr>
          <p:spPr bwMode="auto">
            <a:xfrm>
              <a:off x="3532" y="1340"/>
              <a:ext cx="26" cy="15"/>
            </a:xfrm>
            <a:custGeom>
              <a:avLst/>
              <a:gdLst>
                <a:gd name="T0" fmla="*/ 5 w 132"/>
                <a:gd name="T1" fmla="*/ 0 h 77"/>
                <a:gd name="T2" fmla="*/ 0 w 132"/>
                <a:gd name="T3" fmla="*/ 3 h 77"/>
                <a:gd name="T4" fmla="*/ 0 w 132"/>
                <a:gd name="T5" fmla="*/ 3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77">
                  <a:moveTo>
                    <a:pt x="132" y="0"/>
                  </a:moveTo>
                  <a:lnTo>
                    <a:pt x="0" y="77"/>
                  </a:lnTo>
                  <a:lnTo>
                    <a:pt x="1" y="77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0" name="Freeform 79"/>
            <p:cNvSpPr>
              <a:spLocks/>
            </p:cNvSpPr>
            <p:nvPr/>
          </p:nvSpPr>
          <p:spPr bwMode="auto">
            <a:xfrm>
              <a:off x="2214" y="777"/>
              <a:ext cx="209" cy="121"/>
            </a:xfrm>
            <a:custGeom>
              <a:avLst/>
              <a:gdLst>
                <a:gd name="T0" fmla="*/ 42 w 1047"/>
                <a:gd name="T1" fmla="*/ 0 h 606"/>
                <a:gd name="T2" fmla="*/ 0 w 1047"/>
                <a:gd name="T3" fmla="*/ 24 h 606"/>
                <a:gd name="T4" fmla="*/ 0 w 1047"/>
                <a:gd name="T5" fmla="*/ 24 h 6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7" h="606">
                  <a:moveTo>
                    <a:pt x="1047" y="0"/>
                  </a:moveTo>
                  <a:lnTo>
                    <a:pt x="0" y="606"/>
                  </a:lnTo>
                  <a:lnTo>
                    <a:pt x="1" y="60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Freeform 80"/>
            <p:cNvSpPr>
              <a:spLocks/>
            </p:cNvSpPr>
            <p:nvPr/>
          </p:nvSpPr>
          <p:spPr bwMode="auto">
            <a:xfrm>
              <a:off x="2477" y="731"/>
              <a:ext cx="27" cy="15"/>
            </a:xfrm>
            <a:custGeom>
              <a:avLst/>
              <a:gdLst>
                <a:gd name="T0" fmla="*/ 6 w 132"/>
                <a:gd name="T1" fmla="*/ 0 h 76"/>
                <a:gd name="T2" fmla="*/ 0 w 132"/>
                <a:gd name="T3" fmla="*/ 3 h 76"/>
                <a:gd name="T4" fmla="*/ 0 w 132"/>
                <a:gd name="T5" fmla="*/ 3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76">
                  <a:moveTo>
                    <a:pt x="132" y="0"/>
                  </a:moveTo>
                  <a:lnTo>
                    <a:pt x="0" y="76"/>
                  </a:lnTo>
                  <a:lnTo>
                    <a:pt x="1" y="7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2" name="Freeform 81"/>
            <p:cNvSpPr>
              <a:spLocks/>
            </p:cNvSpPr>
            <p:nvPr/>
          </p:nvSpPr>
          <p:spPr bwMode="auto">
            <a:xfrm>
              <a:off x="2549" y="685"/>
              <a:ext cx="32" cy="19"/>
            </a:xfrm>
            <a:custGeom>
              <a:avLst/>
              <a:gdLst>
                <a:gd name="T0" fmla="*/ 6 w 163"/>
                <a:gd name="T1" fmla="*/ 0 h 95"/>
                <a:gd name="T2" fmla="*/ 0 w 163"/>
                <a:gd name="T3" fmla="*/ 4 h 95"/>
                <a:gd name="T4" fmla="*/ 0 w 163"/>
                <a:gd name="T5" fmla="*/ 4 h 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95">
                  <a:moveTo>
                    <a:pt x="163" y="0"/>
                  </a:moveTo>
                  <a:lnTo>
                    <a:pt x="0" y="95"/>
                  </a:lnTo>
                  <a:lnTo>
                    <a:pt x="1" y="9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Freeform 82"/>
            <p:cNvSpPr>
              <a:spLocks/>
            </p:cNvSpPr>
            <p:nvPr/>
          </p:nvSpPr>
          <p:spPr bwMode="auto">
            <a:xfrm>
              <a:off x="2636" y="510"/>
              <a:ext cx="249" cy="144"/>
            </a:xfrm>
            <a:custGeom>
              <a:avLst/>
              <a:gdLst>
                <a:gd name="T0" fmla="*/ 50 w 1245"/>
                <a:gd name="T1" fmla="*/ 0 h 720"/>
                <a:gd name="T2" fmla="*/ 0 w 1245"/>
                <a:gd name="T3" fmla="*/ 29 h 720"/>
                <a:gd name="T4" fmla="*/ 0 w 1245"/>
                <a:gd name="T5" fmla="*/ 29 h 7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5" h="720">
                  <a:moveTo>
                    <a:pt x="1245" y="0"/>
                  </a:moveTo>
                  <a:lnTo>
                    <a:pt x="0" y="720"/>
                  </a:lnTo>
                  <a:lnTo>
                    <a:pt x="2" y="72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07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0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7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7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0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0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0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14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2C8508C6-9701-4863-90B6-1586B989944E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63525"/>
            <a:ext cx="7772400" cy="573088"/>
          </a:xfrm>
        </p:spPr>
        <p:txBody>
          <a:bodyPr/>
          <a:lstStyle/>
          <a:p>
            <a:pPr eaLnBrk="1" hangingPunct="1"/>
            <a:r>
              <a:rPr lang="en-US" altLang="zh-CN" sz="2800" b="1" smtClean="0">
                <a:latin typeface="黑体" pitchFamily="2" charset="-122"/>
                <a:ea typeface="黑体" pitchFamily="2" charset="-122"/>
              </a:rPr>
              <a:t>⒉ </a:t>
            </a:r>
            <a:r>
              <a:rPr lang="zh-CN" altLang="en-US" sz="2800" b="1" smtClean="0">
                <a:latin typeface="黑体" pitchFamily="2" charset="-122"/>
                <a:ea typeface="黑体" pitchFamily="2" charset="-122"/>
              </a:rPr>
              <a:t>画底稿</a:t>
            </a:r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4506913" y="1295400"/>
            <a:ext cx="1922462" cy="2116138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09924" name="Rectangle 4"/>
          <p:cNvSpPr>
            <a:spLocks noChangeArrowheads="1"/>
          </p:cNvSpPr>
          <p:nvPr/>
        </p:nvSpPr>
        <p:spPr bwMode="auto">
          <a:xfrm>
            <a:off x="1968500" y="1295400"/>
            <a:ext cx="1746250" cy="2116138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09925" name="Line 5"/>
          <p:cNvSpPr>
            <a:spLocks noChangeShapeType="1"/>
          </p:cNvSpPr>
          <p:nvPr/>
        </p:nvSpPr>
        <p:spPr bwMode="auto">
          <a:xfrm>
            <a:off x="6169025" y="2738438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26" name="Line 6"/>
          <p:cNvSpPr>
            <a:spLocks noChangeShapeType="1"/>
          </p:cNvSpPr>
          <p:nvPr/>
        </p:nvSpPr>
        <p:spPr bwMode="auto">
          <a:xfrm>
            <a:off x="5965825" y="2954338"/>
            <a:ext cx="4191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27" name="Oval 7"/>
          <p:cNvSpPr>
            <a:spLocks noChangeArrowheads="1"/>
          </p:cNvSpPr>
          <p:nvPr/>
        </p:nvSpPr>
        <p:spPr bwMode="auto">
          <a:xfrm>
            <a:off x="6045200" y="2827338"/>
            <a:ext cx="244475" cy="2413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09928" name="Line 8"/>
          <p:cNvSpPr>
            <a:spLocks noChangeShapeType="1"/>
          </p:cNvSpPr>
          <p:nvPr/>
        </p:nvSpPr>
        <p:spPr bwMode="auto">
          <a:xfrm>
            <a:off x="2565400" y="5634038"/>
            <a:ext cx="1295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29" name="Line 9"/>
          <p:cNvSpPr>
            <a:spLocks noChangeShapeType="1"/>
          </p:cNvSpPr>
          <p:nvPr/>
        </p:nvSpPr>
        <p:spPr bwMode="auto">
          <a:xfrm>
            <a:off x="2667000" y="5507038"/>
            <a:ext cx="104933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30" name="Line 10"/>
          <p:cNvSpPr>
            <a:spLocks noChangeShapeType="1"/>
          </p:cNvSpPr>
          <p:nvPr/>
        </p:nvSpPr>
        <p:spPr bwMode="auto">
          <a:xfrm>
            <a:off x="2667000" y="5773738"/>
            <a:ext cx="10541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31" name="Line 11"/>
          <p:cNvSpPr>
            <a:spLocks noChangeShapeType="1"/>
          </p:cNvSpPr>
          <p:nvPr/>
        </p:nvSpPr>
        <p:spPr bwMode="auto">
          <a:xfrm flipH="1">
            <a:off x="1955800" y="5367338"/>
            <a:ext cx="711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32" name="Line 12"/>
          <p:cNvSpPr>
            <a:spLocks noChangeShapeType="1"/>
          </p:cNvSpPr>
          <p:nvPr/>
        </p:nvSpPr>
        <p:spPr bwMode="auto">
          <a:xfrm flipV="1">
            <a:off x="2413000" y="4313238"/>
            <a:ext cx="0" cy="6985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33" name="Line 13"/>
          <p:cNvSpPr>
            <a:spLocks noChangeShapeType="1"/>
          </p:cNvSpPr>
          <p:nvPr/>
        </p:nvSpPr>
        <p:spPr bwMode="auto">
          <a:xfrm flipV="1">
            <a:off x="3200400" y="3970338"/>
            <a:ext cx="0" cy="1917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34" name="Line 14"/>
          <p:cNvSpPr>
            <a:spLocks noChangeShapeType="1"/>
          </p:cNvSpPr>
          <p:nvPr/>
        </p:nvSpPr>
        <p:spPr bwMode="auto">
          <a:xfrm>
            <a:off x="2590800" y="2954338"/>
            <a:ext cx="12319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35" name="Line 15"/>
          <p:cNvSpPr>
            <a:spLocks noChangeShapeType="1"/>
          </p:cNvSpPr>
          <p:nvPr/>
        </p:nvSpPr>
        <p:spPr bwMode="auto">
          <a:xfrm>
            <a:off x="2413000" y="2420938"/>
            <a:ext cx="0" cy="10033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36" name="Line 16"/>
          <p:cNvSpPr>
            <a:spLocks noChangeShapeType="1"/>
          </p:cNvSpPr>
          <p:nvPr/>
        </p:nvSpPr>
        <p:spPr bwMode="auto">
          <a:xfrm>
            <a:off x="2692400" y="2814638"/>
            <a:ext cx="10287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37" name="Line 17"/>
          <p:cNvSpPr>
            <a:spLocks noChangeShapeType="1"/>
          </p:cNvSpPr>
          <p:nvPr/>
        </p:nvSpPr>
        <p:spPr bwMode="auto">
          <a:xfrm>
            <a:off x="2667000" y="3081338"/>
            <a:ext cx="10541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38" name="Line 18"/>
          <p:cNvSpPr>
            <a:spLocks noChangeShapeType="1"/>
          </p:cNvSpPr>
          <p:nvPr/>
        </p:nvSpPr>
        <p:spPr bwMode="auto">
          <a:xfrm>
            <a:off x="4505325" y="1943100"/>
            <a:ext cx="1905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39" name="Line 19"/>
          <p:cNvSpPr>
            <a:spLocks noChangeShapeType="1"/>
          </p:cNvSpPr>
          <p:nvPr/>
        </p:nvSpPr>
        <p:spPr bwMode="auto">
          <a:xfrm>
            <a:off x="4860925" y="2420938"/>
            <a:ext cx="6985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40" name="Line 20"/>
          <p:cNvSpPr>
            <a:spLocks noChangeShapeType="1"/>
          </p:cNvSpPr>
          <p:nvPr/>
        </p:nvSpPr>
        <p:spPr bwMode="auto">
          <a:xfrm>
            <a:off x="5902325" y="2255838"/>
            <a:ext cx="533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41" name="Line 21"/>
          <p:cNvSpPr>
            <a:spLocks noChangeShapeType="1"/>
          </p:cNvSpPr>
          <p:nvPr/>
        </p:nvSpPr>
        <p:spPr bwMode="auto">
          <a:xfrm>
            <a:off x="2667000" y="2273300"/>
            <a:ext cx="0" cy="11366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09942" name="Group 22"/>
          <p:cNvGrpSpPr>
            <a:grpSpLocks/>
          </p:cNvGrpSpPr>
          <p:nvPr/>
        </p:nvGrpSpPr>
        <p:grpSpPr bwMode="auto">
          <a:xfrm>
            <a:off x="6242050" y="3424238"/>
            <a:ext cx="2401888" cy="2786062"/>
            <a:chOff x="2465" y="1334"/>
            <a:chExt cx="1513" cy="1755"/>
          </a:xfrm>
        </p:grpSpPr>
        <p:sp>
          <p:nvSpPr>
            <p:cNvPr id="14401" name="Freeform 23"/>
            <p:cNvSpPr>
              <a:spLocks/>
            </p:cNvSpPr>
            <p:nvPr/>
          </p:nvSpPr>
          <p:spPr bwMode="auto">
            <a:xfrm>
              <a:off x="2465" y="1334"/>
              <a:ext cx="1513" cy="879"/>
            </a:xfrm>
            <a:custGeom>
              <a:avLst/>
              <a:gdLst>
                <a:gd name="T0" fmla="*/ 722 w 1513"/>
                <a:gd name="T1" fmla="*/ 0 h 879"/>
                <a:gd name="T2" fmla="*/ 0 w 1513"/>
                <a:gd name="T3" fmla="*/ 417 h 879"/>
                <a:gd name="T4" fmla="*/ 800 w 1513"/>
                <a:gd name="T5" fmla="*/ 879 h 879"/>
                <a:gd name="T6" fmla="*/ 1513 w 1513"/>
                <a:gd name="T7" fmla="*/ 477 h 879"/>
                <a:gd name="T8" fmla="*/ 722 w 1513"/>
                <a:gd name="T9" fmla="*/ 0 h 8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13" h="879">
                  <a:moveTo>
                    <a:pt x="722" y="0"/>
                  </a:moveTo>
                  <a:lnTo>
                    <a:pt x="0" y="417"/>
                  </a:lnTo>
                  <a:lnTo>
                    <a:pt x="800" y="879"/>
                  </a:lnTo>
                  <a:lnTo>
                    <a:pt x="1513" y="477"/>
                  </a:lnTo>
                  <a:lnTo>
                    <a:pt x="72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2" name="Freeform 24"/>
            <p:cNvSpPr>
              <a:spLocks/>
            </p:cNvSpPr>
            <p:nvPr/>
          </p:nvSpPr>
          <p:spPr bwMode="auto">
            <a:xfrm>
              <a:off x="3265" y="1801"/>
              <a:ext cx="711" cy="1288"/>
            </a:xfrm>
            <a:custGeom>
              <a:avLst/>
              <a:gdLst>
                <a:gd name="T0" fmla="*/ 711 w 711"/>
                <a:gd name="T1" fmla="*/ 0 h 1288"/>
                <a:gd name="T2" fmla="*/ 711 w 711"/>
                <a:gd name="T3" fmla="*/ 844 h 1288"/>
                <a:gd name="T4" fmla="*/ 0 w 711"/>
                <a:gd name="T5" fmla="*/ 1288 h 1288"/>
                <a:gd name="T6" fmla="*/ 0 w 711"/>
                <a:gd name="T7" fmla="*/ 400 h 1288"/>
                <a:gd name="T8" fmla="*/ 711 w 711"/>
                <a:gd name="T9" fmla="*/ 0 h 1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1" h="1288">
                  <a:moveTo>
                    <a:pt x="711" y="0"/>
                  </a:moveTo>
                  <a:lnTo>
                    <a:pt x="711" y="844"/>
                  </a:lnTo>
                  <a:lnTo>
                    <a:pt x="0" y="1288"/>
                  </a:lnTo>
                  <a:lnTo>
                    <a:pt x="0" y="400"/>
                  </a:lnTo>
                  <a:lnTo>
                    <a:pt x="71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9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3" name="Freeform 25"/>
            <p:cNvSpPr>
              <a:spLocks/>
            </p:cNvSpPr>
            <p:nvPr/>
          </p:nvSpPr>
          <p:spPr bwMode="auto">
            <a:xfrm>
              <a:off x="2465" y="1745"/>
              <a:ext cx="800" cy="1344"/>
            </a:xfrm>
            <a:custGeom>
              <a:avLst/>
              <a:gdLst>
                <a:gd name="T0" fmla="*/ 0 w 800"/>
                <a:gd name="T1" fmla="*/ 0 h 1344"/>
                <a:gd name="T2" fmla="*/ 0 w 800"/>
                <a:gd name="T3" fmla="*/ 878 h 1344"/>
                <a:gd name="T4" fmla="*/ 800 w 800"/>
                <a:gd name="T5" fmla="*/ 1344 h 1344"/>
                <a:gd name="T6" fmla="*/ 800 w 800"/>
                <a:gd name="T7" fmla="*/ 467 h 1344"/>
                <a:gd name="T8" fmla="*/ 0 w 800"/>
                <a:gd name="T9" fmla="*/ 0 h 1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0" h="1344">
                  <a:moveTo>
                    <a:pt x="0" y="0"/>
                  </a:moveTo>
                  <a:lnTo>
                    <a:pt x="0" y="878"/>
                  </a:lnTo>
                  <a:lnTo>
                    <a:pt x="800" y="1344"/>
                  </a:lnTo>
                  <a:lnTo>
                    <a:pt x="800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9946" name="Group 26"/>
          <p:cNvGrpSpPr>
            <a:grpSpLocks/>
          </p:cNvGrpSpPr>
          <p:nvPr/>
        </p:nvGrpSpPr>
        <p:grpSpPr bwMode="auto">
          <a:xfrm>
            <a:off x="6067425" y="3600450"/>
            <a:ext cx="2243138" cy="2097088"/>
            <a:chOff x="3178" y="2089"/>
            <a:chExt cx="1413" cy="1321"/>
          </a:xfrm>
        </p:grpSpPr>
        <p:sp>
          <p:nvSpPr>
            <p:cNvPr id="14398" name="Freeform 27"/>
            <p:cNvSpPr>
              <a:spLocks/>
            </p:cNvSpPr>
            <p:nvPr/>
          </p:nvSpPr>
          <p:spPr bwMode="auto">
            <a:xfrm>
              <a:off x="3178" y="2089"/>
              <a:ext cx="622" cy="911"/>
            </a:xfrm>
            <a:custGeom>
              <a:avLst/>
              <a:gdLst>
                <a:gd name="T0" fmla="*/ 622 w 622"/>
                <a:gd name="T1" fmla="*/ 0 h 911"/>
                <a:gd name="T2" fmla="*/ 611 w 622"/>
                <a:gd name="T3" fmla="*/ 289 h 911"/>
                <a:gd name="T4" fmla="*/ 100 w 622"/>
                <a:gd name="T5" fmla="*/ 911 h 911"/>
                <a:gd name="T6" fmla="*/ 0 w 622"/>
                <a:gd name="T7" fmla="*/ 222 h 911"/>
                <a:gd name="T8" fmla="*/ 34 w 622"/>
                <a:gd name="T9" fmla="*/ 89 h 911"/>
                <a:gd name="T10" fmla="*/ 622 w 622"/>
                <a:gd name="T11" fmla="*/ 0 h 9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2" h="911">
                  <a:moveTo>
                    <a:pt x="622" y="0"/>
                  </a:moveTo>
                  <a:lnTo>
                    <a:pt x="611" y="289"/>
                  </a:lnTo>
                  <a:lnTo>
                    <a:pt x="100" y="911"/>
                  </a:lnTo>
                  <a:lnTo>
                    <a:pt x="0" y="222"/>
                  </a:lnTo>
                  <a:lnTo>
                    <a:pt x="34" y="89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9" name="Freeform 28"/>
            <p:cNvSpPr>
              <a:spLocks/>
            </p:cNvSpPr>
            <p:nvPr/>
          </p:nvSpPr>
          <p:spPr bwMode="auto">
            <a:xfrm>
              <a:off x="3789" y="2106"/>
              <a:ext cx="802" cy="720"/>
            </a:xfrm>
            <a:custGeom>
              <a:avLst/>
              <a:gdLst>
                <a:gd name="T0" fmla="*/ 0 w 1069"/>
                <a:gd name="T1" fmla="*/ 0 h 960"/>
                <a:gd name="T2" fmla="*/ 0 w 1069"/>
                <a:gd name="T3" fmla="*/ 197 h 960"/>
                <a:gd name="T4" fmla="*/ 602 w 1069"/>
                <a:gd name="T5" fmla="*/ 540 h 960"/>
                <a:gd name="T6" fmla="*/ 602 w 1069"/>
                <a:gd name="T7" fmla="*/ 356 h 960"/>
                <a:gd name="T8" fmla="*/ 0 w 1069"/>
                <a:gd name="T9" fmla="*/ 0 h 9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9" h="960">
                  <a:moveTo>
                    <a:pt x="0" y="0"/>
                  </a:moveTo>
                  <a:lnTo>
                    <a:pt x="0" y="349"/>
                  </a:lnTo>
                  <a:lnTo>
                    <a:pt x="1069" y="960"/>
                  </a:lnTo>
                  <a:lnTo>
                    <a:pt x="1069" y="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0" name="Freeform 29"/>
            <p:cNvSpPr>
              <a:spLocks/>
            </p:cNvSpPr>
            <p:nvPr/>
          </p:nvSpPr>
          <p:spPr bwMode="auto">
            <a:xfrm>
              <a:off x="3300" y="2366"/>
              <a:ext cx="1289" cy="1044"/>
            </a:xfrm>
            <a:custGeom>
              <a:avLst/>
              <a:gdLst>
                <a:gd name="T0" fmla="*/ 500 w 1289"/>
                <a:gd name="T1" fmla="*/ 0 h 1044"/>
                <a:gd name="T2" fmla="*/ 1289 w 1289"/>
                <a:gd name="T3" fmla="*/ 444 h 1044"/>
                <a:gd name="T4" fmla="*/ 789 w 1289"/>
                <a:gd name="T5" fmla="*/ 1044 h 1044"/>
                <a:gd name="T6" fmla="*/ 0 w 1289"/>
                <a:gd name="T7" fmla="*/ 601 h 1044"/>
                <a:gd name="T8" fmla="*/ 500 w 1289"/>
                <a:gd name="T9" fmla="*/ 0 h 10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9" h="1044">
                  <a:moveTo>
                    <a:pt x="500" y="0"/>
                  </a:moveTo>
                  <a:lnTo>
                    <a:pt x="1289" y="444"/>
                  </a:lnTo>
                  <a:lnTo>
                    <a:pt x="789" y="1044"/>
                  </a:lnTo>
                  <a:lnTo>
                    <a:pt x="0" y="601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9950" name="Group 30"/>
          <p:cNvGrpSpPr>
            <a:grpSpLocks/>
          </p:cNvGrpSpPr>
          <p:nvPr/>
        </p:nvGrpSpPr>
        <p:grpSpPr bwMode="auto">
          <a:xfrm>
            <a:off x="6999288" y="4905375"/>
            <a:ext cx="1093787" cy="1373188"/>
            <a:chOff x="2711" y="1890"/>
            <a:chExt cx="689" cy="865"/>
          </a:xfrm>
        </p:grpSpPr>
        <p:sp>
          <p:nvSpPr>
            <p:cNvPr id="14395" name="Freeform 31"/>
            <p:cNvSpPr>
              <a:spLocks/>
            </p:cNvSpPr>
            <p:nvPr/>
          </p:nvSpPr>
          <p:spPr bwMode="auto">
            <a:xfrm>
              <a:off x="2711" y="2337"/>
              <a:ext cx="689" cy="418"/>
            </a:xfrm>
            <a:custGeom>
              <a:avLst/>
              <a:gdLst>
                <a:gd name="T0" fmla="*/ 279 w 689"/>
                <a:gd name="T1" fmla="*/ 0 h 418"/>
                <a:gd name="T2" fmla="*/ 689 w 689"/>
                <a:gd name="T3" fmla="*/ 218 h 418"/>
                <a:gd name="T4" fmla="*/ 256 w 689"/>
                <a:gd name="T5" fmla="*/ 418 h 418"/>
                <a:gd name="T6" fmla="*/ 0 w 689"/>
                <a:gd name="T7" fmla="*/ 241 h 418"/>
                <a:gd name="T8" fmla="*/ 279 w 689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9" h="418">
                  <a:moveTo>
                    <a:pt x="279" y="0"/>
                  </a:moveTo>
                  <a:lnTo>
                    <a:pt x="689" y="218"/>
                  </a:lnTo>
                  <a:lnTo>
                    <a:pt x="256" y="418"/>
                  </a:lnTo>
                  <a:lnTo>
                    <a:pt x="0" y="241"/>
                  </a:lnTo>
                  <a:lnTo>
                    <a:pt x="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6" name="Freeform 32"/>
            <p:cNvSpPr>
              <a:spLocks/>
            </p:cNvSpPr>
            <p:nvPr/>
          </p:nvSpPr>
          <p:spPr bwMode="auto">
            <a:xfrm>
              <a:off x="3006" y="1890"/>
              <a:ext cx="288" cy="615"/>
            </a:xfrm>
            <a:custGeom>
              <a:avLst/>
              <a:gdLst>
                <a:gd name="T0" fmla="*/ 0 w 383"/>
                <a:gd name="T1" fmla="*/ 0 h 820"/>
                <a:gd name="T2" fmla="*/ 217 w 383"/>
                <a:gd name="T3" fmla="*/ 127 h 820"/>
                <a:gd name="T4" fmla="*/ 217 w 383"/>
                <a:gd name="T5" fmla="*/ 461 h 820"/>
                <a:gd name="T6" fmla="*/ 0 w 383"/>
                <a:gd name="T7" fmla="*/ 344 h 820"/>
                <a:gd name="T8" fmla="*/ 0 w 383"/>
                <a:gd name="T9" fmla="*/ 0 h 8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3" h="820">
                  <a:moveTo>
                    <a:pt x="0" y="0"/>
                  </a:moveTo>
                  <a:lnTo>
                    <a:pt x="383" y="225"/>
                  </a:lnTo>
                  <a:lnTo>
                    <a:pt x="383" y="820"/>
                  </a:lnTo>
                  <a:lnTo>
                    <a:pt x="0" y="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7" name="Freeform 33"/>
            <p:cNvSpPr>
              <a:spLocks/>
            </p:cNvSpPr>
            <p:nvPr/>
          </p:nvSpPr>
          <p:spPr bwMode="auto">
            <a:xfrm>
              <a:off x="2756" y="1890"/>
              <a:ext cx="255" cy="643"/>
            </a:xfrm>
            <a:custGeom>
              <a:avLst/>
              <a:gdLst>
                <a:gd name="T0" fmla="*/ 4 w 255"/>
                <a:gd name="T1" fmla="*/ 300 h 643"/>
                <a:gd name="T2" fmla="*/ 0 w 255"/>
                <a:gd name="T3" fmla="*/ 643 h 643"/>
                <a:gd name="T4" fmla="*/ 255 w 255"/>
                <a:gd name="T5" fmla="*/ 452 h 643"/>
                <a:gd name="T6" fmla="*/ 255 w 255"/>
                <a:gd name="T7" fmla="*/ 0 h 643"/>
                <a:gd name="T8" fmla="*/ 4 w 255"/>
                <a:gd name="T9" fmla="*/ 300 h 6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5" h="643">
                  <a:moveTo>
                    <a:pt x="4" y="300"/>
                  </a:moveTo>
                  <a:lnTo>
                    <a:pt x="0" y="643"/>
                  </a:lnTo>
                  <a:lnTo>
                    <a:pt x="255" y="452"/>
                  </a:lnTo>
                  <a:lnTo>
                    <a:pt x="255" y="0"/>
                  </a:lnTo>
                  <a:lnTo>
                    <a:pt x="4" y="3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A88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9954" name="Freeform 34"/>
          <p:cNvSpPr>
            <a:spLocks/>
          </p:cNvSpPr>
          <p:nvPr/>
        </p:nvSpPr>
        <p:spPr bwMode="auto">
          <a:xfrm>
            <a:off x="7562850" y="5291138"/>
            <a:ext cx="225425" cy="280987"/>
          </a:xfrm>
          <a:custGeom>
            <a:avLst/>
            <a:gdLst>
              <a:gd name="T0" fmla="*/ 8764229 w 948"/>
              <a:gd name="T1" fmla="*/ 1937784 h 1177"/>
              <a:gd name="T2" fmla="*/ 5315084 w 948"/>
              <a:gd name="T3" fmla="*/ 4730465 h 1177"/>
              <a:gd name="T4" fmla="*/ 2600948 w 948"/>
              <a:gd name="T5" fmla="*/ 8548976 h 1177"/>
              <a:gd name="T6" fmla="*/ 848197 w 948"/>
              <a:gd name="T7" fmla="*/ 13222384 h 1177"/>
              <a:gd name="T8" fmla="*/ 0 w 948"/>
              <a:gd name="T9" fmla="*/ 18693633 h 1177"/>
              <a:gd name="T10" fmla="*/ 169544 w 948"/>
              <a:gd name="T11" fmla="*/ 24677916 h 1177"/>
              <a:gd name="T12" fmla="*/ 1243880 w 948"/>
              <a:gd name="T13" fmla="*/ 30947006 h 1177"/>
              <a:gd name="T14" fmla="*/ 3279601 w 948"/>
              <a:gd name="T15" fmla="*/ 37330209 h 1177"/>
              <a:gd name="T16" fmla="*/ 6163281 w 948"/>
              <a:gd name="T17" fmla="*/ 43599538 h 1177"/>
              <a:gd name="T18" fmla="*/ 9725614 w 948"/>
              <a:gd name="T19" fmla="*/ 49469707 h 1177"/>
              <a:gd name="T20" fmla="*/ 13966363 w 948"/>
              <a:gd name="T21" fmla="*/ 54827081 h 1177"/>
              <a:gd name="T22" fmla="*/ 18659626 w 948"/>
              <a:gd name="T23" fmla="*/ 59329558 h 1177"/>
              <a:gd name="T24" fmla="*/ 23635383 w 948"/>
              <a:gd name="T25" fmla="*/ 62976898 h 1177"/>
              <a:gd name="T26" fmla="*/ 28724329 w 948"/>
              <a:gd name="T27" fmla="*/ 65484772 h 1177"/>
              <a:gd name="T28" fmla="*/ 33813274 w 948"/>
              <a:gd name="T29" fmla="*/ 66909522 h 1177"/>
              <a:gd name="T30" fmla="*/ 38506537 w 948"/>
              <a:gd name="T31" fmla="*/ 67080454 h 1177"/>
              <a:gd name="T32" fmla="*/ 42860474 w 948"/>
              <a:gd name="T33" fmla="*/ 66054624 h 1177"/>
              <a:gd name="T34" fmla="*/ 46648945 w 948"/>
              <a:gd name="T35" fmla="*/ 63888852 h 1177"/>
              <a:gd name="T36" fmla="*/ 49702170 w 948"/>
              <a:gd name="T37" fmla="*/ 60640194 h 1177"/>
              <a:gd name="T38" fmla="*/ 51964029 w 948"/>
              <a:gd name="T39" fmla="*/ 56308888 h 1177"/>
              <a:gd name="T40" fmla="*/ 53264503 w 948"/>
              <a:gd name="T41" fmla="*/ 51236559 h 1177"/>
              <a:gd name="T42" fmla="*/ 53603830 w 948"/>
              <a:gd name="T43" fmla="*/ 45537083 h 1177"/>
              <a:gd name="T44" fmla="*/ 52981771 w 948"/>
              <a:gd name="T45" fmla="*/ 39325050 h 1177"/>
              <a:gd name="T46" fmla="*/ 51455159 w 948"/>
              <a:gd name="T47" fmla="*/ 32941846 h 1177"/>
              <a:gd name="T48" fmla="*/ 48967161 w 948"/>
              <a:gd name="T49" fmla="*/ 26672518 h 1177"/>
              <a:gd name="T50" fmla="*/ 45744154 w 948"/>
              <a:gd name="T51" fmla="*/ 20574360 h 1177"/>
              <a:gd name="T52" fmla="*/ 41786138 w 948"/>
              <a:gd name="T53" fmla="*/ 14875122 h 1177"/>
              <a:gd name="T54" fmla="*/ 37319014 w 948"/>
              <a:gd name="T55" fmla="*/ 9916669 h 1177"/>
              <a:gd name="T56" fmla="*/ 32456444 w 948"/>
              <a:gd name="T57" fmla="*/ 5870169 h 1177"/>
              <a:gd name="T58" fmla="*/ 27367261 w 948"/>
              <a:gd name="T59" fmla="*/ 2735624 h 1177"/>
              <a:gd name="T60" fmla="*/ 22334909 w 948"/>
              <a:gd name="T61" fmla="*/ 741023 h 1177"/>
              <a:gd name="T62" fmla="*/ 17415508 w 948"/>
              <a:gd name="T63" fmla="*/ 0 h 1177"/>
              <a:gd name="T64" fmla="*/ 12835433 w 948"/>
              <a:gd name="T65" fmla="*/ 398920 h 1177"/>
              <a:gd name="T66" fmla="*/ 8764229 w 948"/>
              <a:gd name="T67" fmla="*/ 1937784 h 1177"/>
              <a:gd name="T68" fmla="*/ 8820823 w 948"/>
              <a:gd name="T69" fmla="*/ 1937784 h 1177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948" h="1177">
                <a:moveTo>
                  <a:pt x="155" y="34"/>
                </a:moveTo>
                <a:lnTo>
                  <a:pt x="94" y="83"/>
                </a:lnTo>
                <a:lnTo>
                  <a:pt x="46" y="150"/>
                </a:lnTo>
                <a:lnTo>
                  <a:pt x="15" y="232"/>
                </a:lnTo>
                <a:lnTo>
                  <a:pt x="0" y="328"/>
                </a:lnTo>
                <a:lnTo>
                  <a:pt x="3" y="433"/>
                </a:lnTo>
                <a:lnTo>
                  <a:pt x="22" y="543"/>
                </a:lnTo>
                <a:lnTo>
                  <a:pt x="58" y="655"/>
                </a:lnTo>
                <a:lnTo>
                  <a:pt x="109" y="765"/>
                </a:lnTo>
                <a:lnTo>
                  <a:pt x="172" y="868"/>
                </a:lnTo>
                <a:lnTo>
                  <a:pt x="247" y="962"/>
                </a:lnTo>
                <a:lnTo>
                  <a:pt x="330" y="1041"/>
                </a:lnTo>
                <a:lnTo>
                  <a:pt x="418" y="1105"/>
                </a:lnTo>
                <a:lnTo>
                  <a:pt x="508" y="1149"/>
                </a:lnTo>
                <a:lnTo>
                  <a:pt x="598" y="1174"/>
                </a:lnTo>
                <a:lnTo>
                  <a:pt x="681" y="1177"/>
                </a:lnTo>
                <a:lnTo>
                  <a:pt x="758" y="1159"/>
                </a:lnTo>
                <a:lnTo>
                  <a:pt x="825" y="1121"/>
                </a:lnTo>
                <a:lnTo>
                  <a:pt x="879" y="1064"/>
                </a:lnTo>
                <a:lnTo>
                  <a:pt x="919" y="988"/>
                </a:lnTo>
                <a:lnTo>
                  <a:pt x="942" y="899"/>
                </a:lnTo>
                <a:lnTo>
                  <a:pt x="948" y="799"/>
                </a:lnTo>
                <a:lnTo>
                  <a:pt x="937" y="690"/>
                </a:lnTo>
                <a:lnTo>
                  <a:pt x="910" y="578"/>
                </a:lnTo>
                <a:lnTo>
                  <a:pt x="866" y="468"/>
                </a:lnTo>
                <a:lnTo>
                  <a:pt x="809" y="361"/>
                </a:lnTo>
                <a:lnTo>
                  <a:pt x="739" y="261"/>
                </a:lnTo>
                <a:lnTo>
                  <a:pt x="660" y="174"/>
                </a:lnTo>
                <a:lnTo>
                  <a:pt x="574" y="103"/>
                </a:lnTo>
                <a:lnTo>
                  <a:pt x="484" y="48"/>
                </a:lnTo>
                <a:lnTo>
                  <a:pt x="395" y="13"/>
                </a:lnTo>
                <a:lnTo>
                  <a:pt x="308" y="0"/>
                </a:lnTo>
                <a:lnTo>
                  <a:pt x="227" y="7"/>
                </a:lnTo>
                <a:lnTo>
                  <a:pt x="155" y="34"/>
                </a:lnTo>
                <a:lnTo>
                  <a:pt x="156" y="34"/>
                </a:lnTo>
              </a:path>
            </a:pathLst>
          </a:custGeom>
          <a:gradFill rotWithShape="0">
            <a:gsLst>
              <a:gs pos="0">
                <a:srgbClr val="765E00"/>
              </a:gs>
              <a:gs pos="50000">
                <a:srgbClr val="FFCC00"/>
              </a:gs>
              <a:gs pos="100000">
                <a:srgbClr val="765E00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9955" name="Group 35"/>
          <p:cNvGrpSpPr>
            <a:grpSpLocks/>
          </p:cNvGrpSpPr>
          <p:nvPr/>
        </p:nvGrpSpPr>
        <p:grpSpPr bwMode="auto">
          <a:xfrm>
            <a:off x="6365875" y="4795838"/>
            <a:ext cx="749300" cy="1087437"/>
            <a:chOff x="2312" y="1791"/>
            <a:chExt cx="472" cy="685"/>
          </a:xfrm>
        </p:grpSpPr>
        <p:sp>
          <p:nvSpPr>
            <p:cNvPr id="14392" name="Freeform 36"/>
            <p:cNvSpPr>
              <a:spLocks/>
            </p:cNvSpPr>
            <p:nvPr/>
          </p:nvSpPr>
          <p:spPr bwMode="auto">
            <a:xfrm>
              <a:off x="2373" y="1791"/>
              <a:ext cx="180" cy="513"/>
            </a:xfrm>
            <a:custGeom>
              <a:avLst/>
              <a:gdLst>
                <a:gd name="T0" fmla="*/ 0 w 240"/>
                <a:gd name="T1" fmla="*/ 160 h 683"/>
                <a:gd name="T2" fmla="*/ 135 w 240"/>
                <a:gd name="T3" fmla="*/ 0 h 683"/>
                <a:gd name="T4" fmla="*/ 135 w 240"/>
                <a:gd name="T5" fmla="*/ 308 h 683"/>
                <a:gd name="T6" fmla="*/ 0 w 240"/>
                <a:gd name="T7" fmla="*/ 385 h 683"/>
                <a:gd name="T8" fmla="*/ 0 w 240"/>
                <a:gd name="T9" fmla="*/ 160 h 6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683">
                  <a:moveTo>
                    <a:pt x="0" y="284"/>
                  </a:moveTo>
                  <a:lnTo>
                    <a:pt x="240" y="0"/>
                  </a:lnTo>
                  <a:lnTo>
                    <a:pt x="240" y="546"/>
                  </a:lnTo>
                  <a:lnTo>
                    <a:pt x="0" y="683"/>
                  </a:lnTo>
                  <a:lnTo>
                    <a:pt x="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AA8844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3" name="Freeform 37"/>
            <p:cNvSpPr>
              <a:spLocks/>
            </p:cNvSpPr>
            <p:nvPr/>
          </p:nvSpPr>
          <p:spPr bwMode="auto">
            <a:xfrm>
              <a:off x="2312" y="2203"/>
              <a:ext cx="311" cy="273"/>
            </a:xfrm>
            <a:custGeom>
              <a:avLst/>
              <a:gdLst>
                <a:gd name="T0" fmla="*/ 222 w 311"/>
                <a:gd name="T1" fmla="*/ 0 h 273"/>
                <a:gd name="T2" fmla="*/ 0 w 311"/>
                <a:gd name="T3" fmla="*/ 123 h 273"/>
                <a:gd name="T4" fmla="*/ 311 w 311"/>
                <a:gd name="T5" fmla="*/ 273 h 273"/>
                <a:gd name="T6" fmla="*/ 311 w 311"/>
                <a:gd name="T7" fmla="*/ 41 h 273"/>
                <a:gd name="T8" fmla="*/ 222 w 311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1" h="273">
                  <a:moveTo>
                    <a:pt x="222" y="0"/>
                  </a:moveTo>
                  <a:lnTo>
                    <a:pt x="0" y="123"/>
                  </a:lnTo>
                  <a:lnTo>
                    <a:pt x="311" y="273"/>
                  </a:lnTo>
                  <a:lnTo>
                    <a:pt x="311" y="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4" name="Freeform 38"/>
            <p:cNvSpPr>
              <a:spLocks/>
            </p:cNvSpPr>
            <p:nvPr/>
          </p:nvSpPr>
          <p:spPr bwMode="auto">
            <a:xfrm>
              <a:off x="2539" y="1799"/>
              <a:ext cx="245" cy="441"/>
            </a:xfrm>
            <a:custGeom>
              <a:avLst/>
              <a:gdLst>
                <a:gd name="T0" fmla="*/ 0 w 245"/>
                <a:gd name="T1" fmla="*/ 0 h 441"/>
                <a:gd name="T2" fmla="*/ 245 w 245"/>
                <a:gd name="T3" fmla="*/ 137 h 441"/>
                <a:gd name="T4" fmla="*/ 85 w 245"/>
                <a:gd name="T5" fmla="*/ 345 h 441"/>
                <a:gd name="T6" fmla="*/ 85 w 245"/>
                <a:gd name="T7" fmla="*/ 441 h 441"/>
                <a:gd name="T8" fmla="*/ 0 w 245"/>
                <a:gd name="T9" fmla="*/ 404 h 441"/>
                <a:gd name="T10" fmla="*/ 0 w 245"/>
                <a:gd name="T11" fmla="*/ 0 h 4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5" h="441">
                  <a:moveTo>
                    <a:pt x="0" y="0"/>
                  </a:moveTo>
                  <a:lnTo>
                    <a:pt x="245" y="137"/>
                  </a:lnTo>
                  <a:lnTo>
                    <a:pt x="85" y="345"/>
                  </a:lnTo>
                  <a:lnTo>
                    <a:pt x="85" y="441"/>
                  </a:lnTo>
                  <a:lnTo>
                    <a:pt x="0" y="40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7C80"/>
                </a:gs>
                <a:gs pos="100000">
                  <a:srgbClr val="9B4B4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9959" name="Text Box 39"/>
          <p:cNvSpPr txBox="1">
            <a:spLocks noChangeArrowheads="1"/>
          </p:cNvSpPr>
          <p:nvPr/>
        </p:nvSpPr>
        <p:spPr bwMode="auto">
          <a:xfrm>
            <a:off x="7137400" y="4194175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1"/>
              <a:t>p</a:t>
            </a:r>
          </a:p>
        </p:txBody>
      </p:sp>
      <p:sp>
        <p:nvSpPr>
          <p:cNvPr id="209960" name="Rectangle 40"/>
          <p:cNvSpPr>
            <a:spLocks noChangeArrowheads="1"/>
          </p:cNvSpPr>
          <p:nvPr/>
        </p:nvSpPr>
        <p:spPr bwMode="auto">
          <a:xfrm>
            <a:off x="1968500" y="3976688"/>
            <a:ext cx="1746250" cy="19050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09961" name="Line 41"/>
          <p:cNvSpPr>
            <a:spLocks noChangeShapeType="1"/>
          </p:cNvSpPr>
          <p:nvPr/>
        </p:nvSpPr>
        <p:spPr bwMode="auto">
          <a:xfrm>
            <a:off x="1968500" y="1206500"/>
            <a:ext cx="0" cy="149860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62" name="Line 42"/>
          <p:cNvSpPr>
            <a:spLocks noChangeShapeType="1"/>
          </p:cNvSpPr>
          <p:nvPr/>
        </p:nvSpPr>
        <p:spPr bwMode="auto">
          <a:xfrm>
            <a:off x="1844675" y="1293813"/>
            <a:ext cx="13589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63" name="Line 43"/>
          <p:cNvSpPr>
            <a:spLocks noChangeShapeType="1"/>
          </p:cNvSpPr>
          <p:nvPr/>
        </p:nvSpPr>
        <p:spPr bwMode="auto">
          <a:xfrm>
            <a:off x="3201988" y="1946275"/>
            <a:ext cx="13589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64" name="Line 44"/>
          <p:cNvSpPr>
            <a:spLocks noChangeShapeType="1"/>
          </p:cNvSpPr>
          <p:nvPr/>
        </p:nvSpPr>
        <p:spPr bwMode="auto">
          <a:xfrm>
            <a:off x="3200400" y="1303338"/>
            <a:ext cx="0" cy="635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65" name="Line 45"/>
          <p:cNvSpPr>
            <a:spLocks noChangeShapeType="1"/>
          </p:cNvSpPr>
          <p:nvPr/>
        </p:nvSpPr>
        <p:spPr bwMode="auto">
          <a:xfrm flipH="1">
            <a:off x="1955800" y="1938338"/>
            <a:ext cx="1244600" cy="774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66" name="Line 46"/>
          <p:cNvSpPr>
            <a:spLocks noChangeShapeType="1"/>
          </p:cNvSpPr>
          <p:nvPr/>
        </p:nvSpPr>
        <p:spPr bwMode="auto">
          <a:xfrm>
            <a:off x="1968500" y="2687638"/>
            <a:ext cx="25400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67" name="Line 47"/>
          <p:cNvSpPr>
            <a:spLocks noChangeShapeType="1"/>
          </p:cNvSpPr>
          <p:nvPr/>
        </p:nvSpPr>
        <p:spPr bwMode="auto">
          <a:xfrm>
            <a:off x="4525963" y="2687638"/>
            <a:ext cx="1905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68" name="Line 48"/>
          <p:cNvSpPr>
            <a:spLocks noChangeShapeType="1"/>
          </p:cNvSpPr>
          <p:nvPr/>
        </p:nvSpPr>
        <p:spPr bwMode="auto">
          <a:xfrm>
            <a:off x="3201988" y="1946275"/>
            <a:ext cx="0" cy="202882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69" name="Line 49"/>
          <p:cNvSpPr>
            <a:spLocks noChangeShapeType="1"/>
          </p:cNvSpPr>
          <p:nvPr/>
        </p:nvSpPr>
        <p:spPr bwMode="auto">
          <a:xfrm flipV="1">
            <a:off x="1968500" y="4327525"/>
            <a:ext cx="0" cy="687388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70" name="Line 50"/>
          <p:cNvSpPr>
            <a:spLocks noChangeShapeType="1"/>
          </p:cNvSpPr>
          <p:nvPr/>
        </p:nvSpPr>
        <p:spPr bwMode="auto">
          <a:xfrm>
            <a:off x="1968500" y="5011738"/>
            <a:ext cx="4445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71" name="Line 51"/>
          <p:cNvSpPr>
            <a:spLocks noChangeShapeType="1"/>
          </p:cNvSpPr>
          <p:nvPr/>
        </p:nvSpPr>
        <p:spPr bwMode="auto">
          <a:xfrm flipH="1">
            <a:off x="1968500" y="4313238"/>
            <a:ext cx="4445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72" name="Line 52"/>
          <p:cNvSpPr>
            <a:spLocks noChangeShapeType="1"/>
          </p:cNvSpPr>
          <p:nvPr/>
        </p:nvSpPr>
        <p:spPr bwMode="auto">
          <a:xfrm flipV="1">
            <a:off x="2408238" y="3409950"/>
            <a:ext cx="0" cy="900113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73" name="Line 53"/>
          <p:cNvSpPr>
            <a:spLocks noChangeShapeType="1"/>
          </p:cNvSpPr>
          <p:nvPr/>
        </p:nvSpPr>
        <p:spPr bwMode="auto">
          <a:xfrm>
            <a:off x="2408238" y="2422525"/>
            <a:ext cx="2452687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74" name="Line 54"/>
          <p:cNvSpPr>
            <a:spLocks noChangeShapeType="1"/>
          </p:cNvSpPr>
          <p:nvPr/>
        </p:nvSpPr>
        <p:spPr bwMode="auto">
          <a:xfrm>
            <a:off x="4860925" y="2687638"/>
            <a:ext cx="70485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75" name="Line 55"/>
          <p:cNvSpPr>
            <a:spLocks noChangeShapeType="1"/>
          </p:cNvSpPr>
          <p:nvPr/>
        </p:nvSpPr>
        <p:spPr bwMode="auto">
          <a:xfrm>
            <a:off x="4860925" y="2420938"/>
            <a:ext cx="0" cy="10033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76" name="Line 56"/>
          <p:cNvSpPr>
            <a:spLocks noChangeShapeType="1"/>
          </p:cNvSpPr>
          <p:nvPr/>
        </p:nvSpPr>
        <p:spPr bwMode="auto">
          <a:xfrm>
            <a:off x="1968500" y="5386388"/>
            <a:ext cx="0" cy="493712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77" name="Line 57"/>
          <p:cNvSpPr>
            <a:spLocks noChangeShapeType="1"/>
          </p:cNvSpPr>
          <p:nvPr/>
        </p:nvSpPr>
        <p:spPr bwMode="auto">
          <a:xfrm>
            <a:off x="1968500" y="5880100"/>
            <a:ext cx="70485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78" name="Line 58"/>
          <p:cNvSpPr>
            <a:spLocks noChangeShapeType="1"/>
          </p:cNvSpPr>
          <p:nvPr/>
        </p:nvSpPr>
        <p:spPr bwMode="auto">
          <a:xfrm flipV="1">
            <a:off x="2673350" y="3427413"/>
            <a:ext cx="0" cy="193992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79" name="Line 59"/>
          <p:cNvSpPr>
            <a:spLocks noChangeShapeType="1"/>
          </p:cNvSpPr>
          <p:nvPr/>
        </p:nvSpPr>
        <p:spPr bwMode="auto">
          <a:xfrm>
            <a:off x="2673350" y="2263775"/>
            <a:ext cx="3228975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80" name="Line 60"/>
          <p:cNvSpPr>
            <a:spLocks noChangeShapeType="1"/>
          </p:cNvSpPr>
          <p:nvPr/>
        </p:nvSpPr>
        <p:spPr bwMode="auto">
          <a:xfrm>
            <a:off x="5902325" y="2687638"/>
            <a:ext cx="528638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81" name="Line 61"/>
          <p:cNvSpPr>
            <a:spLocks noChangeShapeType="1"/>
          </p:cNvSpPr>
          <p:nvPr/>
        </p:nvSpPr>
        <p:spPr bwMode="auto">
          <a:xfrm>
            <a:off x="5902325" y="2255838"/>
            <a:ext cx="0" cy="1155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82" name="Line 62"/>
          <p:cNvSpPr>
            <a:spLocks noChangeShapeType="1"/>
          </p:cNvSpPr>
          <p:nvPr/>
        </p:nvSpPr>
        <p:spPr bwMode="auto">
          <a:xfrm>
            <a:off x="5548313" y="2422525"/>
            <a:ext cx="0" cy="98742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83" name="Line 63"/>
          <p:cNvSpPr>
            <a:spLocks noChangeShapeType="1"/>
          </p:cNvSpPr>
          <p:nvPr/>
        </p:nvSpPr>
        <p:spPr bwMode="auto">
          <a:xfrm flipV="1">
            <a:off x="2667000" y="5362575"/>
            <a:ext cx="0" cy="52546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84" name="Freeform 64"/>
          <p:cNvSpPr>
            <a:spLocks/>
          </p:cNvSpPr>
          <p:nvPr/>
        </p:nvSpPr>
        <p:spPr bwMode="auto">
          <a:xfrm>
            <a:off x="1968500" y="3975100"/>
            <a:ext cx="1233488" cy="1905000"/>
          </a:xfrm>
          <a:custGeom>
            <a:avLst/>
            <a:gdLst>
              <a:gd name="T0" fmla="*/ 0 w 777"/>
              <a:gd name="T1" fmla="*/ 0 h 1200"/>
              <a:gd name="T2" fmla="*/ 1958162994 w 777"/>
              <a:gd name="T3" fmla="*/ 0 h 1200"/>
              <a:gd name="T4" fmla="*/ 1958162994 w 777"/>
              <a:gd name="T5" fmla="*/ 2147483647 h 1200"/>
              <a:gd name="T6" fmla="*/ 1118949829 w 777"/>
              <a:gd name="T7" fmla="*/ 2147483647 h 1200"/>
              <a:gd name="T8" fmla="*/ 1118949829 w 777"/>
              <a:gd name="T9" fmla="*/ 2147483647 h 1200"/>
              <a:gd name="T10" fmla="*/ 0 w 777"/>
              <a:gd name="T11" fmla="*/ 2147483647 h 1200"/>
              <a:gd name="T12" fmla="*/ 0 w 777"/>
              <a:gd name="T13" fmla="*/ 1650703138 h 1200"/>
              <a:gd name="T14" fmla="*/ 698084358 w 777"/>
              <a:gd name="T15" fmla="*/ 1650703138 h 1200"/>
              <a:gd name="T16" fmla="*/ 698084358 w 777"/>
              <a:gd name="T17" fmla="*/ 531753763 h 1200"/>
              <a:gd name="T18" fmla="*/ 0 w 777"/>
              <a:gd name="T19" fmla="*/ 531753763 h 1200"/>
              <a:gd name="T20" fmla="*/ 0 w 777"/>
              <a:gd name="T21" fmla="*/ 0 h 12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77" h="1200">
                <a:moveTo>
                  <a:pt x="0" y="0"/>
                </a:moveTo>
                <a:lnTo>
                  <a:pt x="777" y="0"/>
                </a:lnTo>
                <a:lnTo>
                  <a:pt x="777" y="1200"/>
                </a:lnTo>
                <a:lnTo>
                  <a:pt x="444" y="1200"/>
                </a:lnTo>
                <a:lnTo>
                  <a:pt x="444" y="877"/>
                </a:lnTo>
                <a:lnTo>
                  <a:pt x="0" y="877"/>
                </a:lnTo>
                <a:lnTo>
                  <a:pt x="0" y="655"/>
                </a:lnTo>
                <a:lnTo>
                  <a:pt x="277" y="655"/>
                </a:lnTo>
                <a:lnTo>
                  <a:pt x="277" y="211"/>
                </a:lnTo>
                <a:lnTo>
                  <a:pt x="0" y="211"/>
                </a:lnTo>
                <a:lnTo>
                  <a:pt x="0" y="0"/>
                </a:lnTo>
                <a:close/>
              </a:path>
            </a:pathLst>
          </a:custGeom>
          <a:solidFill>
            <a:srgbClr val="CC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9985" name="Line 65"/>
          <p:cNvSpPr>
            <a:spLocks noChangeShapeType="1"/>
          </p:cNvSpPr>
          <p:nvPr/>
        </p:nvSpPr>
        <p:spPr bwMode="auto">
          <a:xfrm flipV="1">
            <a:off x="1966913" y="1928813"/>
            <a:ext cx="1244600" cy="769937"/>
          </a:xfrm>
          <a:prstGeom prst="line">
            <a:avLst/>
          </a:prstGeom>
          <a:noFill/>
          <a:ln w="38100">
            <a:solidFill>
              <a:srgbClr val="CC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9986" name="Freeform 66"/>
          <p:cNvSpPr>
            <a:spLocks/>
          </p:cNvSpPr>
          <p:nvPr/>
        </p:nvSpPr>
        <p:spPr bwMode="auto">
          <a:xfrm>
            <a:off x="4508500" y="1946275"/>
            <a:ext cx="1922463" cy="741363"/>
          </a:xfrm>
          <a:custGeom>
            <a:avLst/>
            <a:gdLst>
              <a:gd name="T0" fmla="*/ 0 w 1211"/>
              <a:gd name="T1" fmla="*/ 0 h 467"/>
              <a:gd name="T2" fmla="*/ 2147483647 w 1211"/>
              <a:gd name="T3" fmla="*/ 0 h 467"/>
              <a:gd name="T4" fmla="*/ 2147483647 w 1211"/>
              <a:gd name="T5" fmla="*/ 504031590 h 467"/>
              <a:gd name="T6" fmla="*/ 2147483647 w 1211"/>
              <a:gd name="T7" fmla="*/ 504031590 h 467"/>
              <a:gd name="T8" fmla="*/ 2147483647 w 1211"/>
              <a:gd name="T9" fmla="*/ 1176914556 h 467"/>
              <a:gd name="T10" fmla="*/ 1650703567 w 1211"/>
              <a:gd name="T11" fmla="*/ 1176914556 h 467"/>
              <a:gd name="T12" fmla="*/ 1650703567 w 1211"/>
              <a:gd name="T13" fmla="*/ 756047385 h 467"/>
              <a:gd name="T14" fmla="*/ 559474833 w 1211"/>
              <a:gd name="T15" fmla="*/ 756047385 h 467"/>
              <a:gd name="T16" fmla="*/ 559474833 w 1211"/>
              <a:gd name="T17" fmla="*/ 1176914556 h 467"/>
              <a:gd name="T18" fmla="*/ 0 w 1211"/>
              <a:gd name="T19" fmla="*/ 1176914556 h 467"/>
              <a:gd name="T20" fmla="*/ 0 w 1211"/>
              <a:gd name="T21" fmla="*/ 0 h 46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211" h="467">
                <a:moveTo>
                  <a:pt x="0" y="0"/>
                </a:moveTo>
                <a:lnTo>
                  <a:pt x="1211" y="0"/>
                </a:lnTo>
                <a:lnTo>
                  <a:pt x="1211" y="200"/>
                </a:lnTo>
                <a:lnTo>
                  <a:pt x="878" y="200"/>
                </a:lnTo>
                <a:lnTo>
                  <a:pt x="878" y="467"/>
                </a:lnTo>
                <a:lnTo>
                  <a:pt x="655" y="467"/>
                </a:lnTo>
                <a:lnTo>
                  <a:pt x="655" y="300"/>
                </a:lnTo>
                <a:lnTo>
                  <a:pt x="222" y="300"/>
                </a:lnTo>
                <a:lnTo>
                  <a:pt x="222" y="467"/>
                </a:lnTo>
                <a:lnTo>
                  <a:pt x="0" y="467"/>
                </a:lnTo>
                <a:lnTo>
                  <a:pt x="0" y="0"/>
                </a:lnTo>
                <a:close/>
              </a:path>
            </a:pathLst>
          </a:custGeom>
          <a:solidFill>
            <a:srgbClr val="CC66FF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0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9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9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09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0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09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0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0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09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09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09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0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0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0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0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0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09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20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20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0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2099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20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099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0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20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0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20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09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20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0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20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2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75"/>
                                        <p:tgtEl>
                                          <p:spTgt spid="209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20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20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20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3" grpId="0" animBg="1"/>
      <p:bldP spid="209924" grpId="0" animBg="1"/>
      <p:bldP spid="209925" grpId="0" animBg="1"/>
      <p:bldP spid="209926" grpId="0" animBg="1"/>
      <p:bldP spid="209927" grpId="0" animBg="1"/>
      <p:bldP spid="209928" grpId="0" animBg="1"/>
      <p:bldP spid="209929" grpId="0" animBg="1"/>
      <p:bldP spid="209930" grpId="0" animBg="1"/>
      <p:bldP spid="209931" grpId="0" animBg="1"/>
      <p:bldP spid="209932" grpId="0" animBg="1"/>
      <p:bldP spid="209933" grpId="0" animBg="1"/>
      <p:bldP spid="209934" grpId="0" animBg="1"/>
      <p:bldP spid="209935" grpId="0" animBg="1"/>
      <p:bldP spid="209936" grpId="0" animBg="1"/>
      <p:bldP spid="209937" grpId="0" animBg="1"/>
      <p:bldP spid="209938" grpId="0" animBg="1"/>
      <p:bldP spid="209939" grpId="0" animBg="1"/>
      <p:bldP spid="209940" grpId="0" animBg="1"/>
      <p:bldP spid="209941" grpId="0" animBg="1"/>
      <p:bldP spid="209954" grpId="0" animBg="1"/>
      <p:bldP spid="209959" grpId="0" build="p" autoUpdateAnimBg="0"/>
      <p:bldP spid="209960" grpId="0" animBg="1"/>
      <p:bldP spid="209961" grpId="0" animBg="1"/>
      <p:bldP spid="209962" grpId="0" animBg="1"/>
      <p:bldP spid="209963" grpId="0" animBg="1"/>
      <p:bldP spid="209964" grpId="0" animBg="1"/>
      <p:bldP spid="209965" grpId="0" animBg="1"/>
      <p:bldP spid="209966" grpId="0" animBg="1"/>
      <p:bldP spid="209967" grpId="0" animBg="1"/>
      <p:bldP spid="209968" grpId="0" animBg="1"/>
      <p:bldP spid="209969" grpId="0" animBg="1"/>
      <p:bldP spid="209970" grpId="0" animBg="1"/>
      <p:bldP spid="209971" grpId="0" animBg="1"/>
      <p:bldP spid="209972" grpId="0" animBg="1"/>
      <p:bldP spid="209973" grpId="0" animBg="1"/>
      <p:bldP spid="209974" grpId="0" animBg="1"/>
      <p:bldP spid="209975" grpId="0" animBg="1"/>
      <p:bldP spid="209976" grpId="0" animBg="1"/>
      <p:bldP spid="209977" grpId="0" animBg="1"/>
      <p:bldP spid="209978" grpId="0" animBg="1"/>
      <p:bldP spid="209979" grpId="0" animBg="1"/>
      <p:bldP spid="209980" grpId="0" animBg="1"/>
      <p:bldP spid="209981" grpId="0" animBg="1"/>
      <p:bldP spid="209982" grpId="0" animBg="1"/>
      <p:bldP spid="209983" grpId="0" animBg="1"/>
      <p:bldP spid="209984" grpId="0" animBg="1"/>
      <p:bldP spid="209985" grpId="0" animBg="1"/>
      <p:bldP spid="20998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6E8838A1-0CAF-4C8A-897E-00906204D6E7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331788" y="284163"/>
            <a:ext cx="7772400" cy="649287"/>
          </a:xfrm>
        </p:spPr>
        <p:txBody>
          <a:bodyPr/>
          <a:lstStyle/>
          <a:p>
            <a:pPr eaLnBrk="1" hangingPunct="1"/>
            <a:r>
              <a:rPr lang="en-US" altLang="zh-CN" sz="2800" b="1" smtClean="0">
                <a:latin typeface="黑体" pitchFamily="2" charset="-122"/>
                <a:ea typeface="黑体" pitchFamily="2" charset="-122"/>
              </a:rPr>
              <a:t>⒊ </a:t>
            </a:r>
            <a:r>
              <a:rPr lang="zh-CN" altLang="en-US" sz="2800" b="1" smtClean="0">
                <a:latin typeface="黑体" pitchFamily="2" charset="-122"/>
                <a:ea typeface="黑体" pitchFamily="2" charset="-122"/>
              </a:rPr>
              <a:t>检查、加深</a:t>
            </a:r>
          </a:p>
        </p:txBody>
      </p:sp>
      <p:sp>
        <p:nvSpPr>
          <p:cNvPr id="15364" name="Line 3"/>
          <p:cNvSpPr>
            <a:spLocks noChangeShapeType="1"/>
          </p:cNvSpPr>
          <p:nvPr/>
        </p:nvSpPr>
        <p:spPr bwMode="auto">
          <a:xfrm>
            <a:off x="5789613" y="2882900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5586413" y="3098800"/>
            <a:ext cx="4191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6" name="Oval 5"/>
          <p:cNvSpPr>
            <a:spLocks noChangeArrowheads="1"/>
          </p:cNvSpPr>
          <p:nvPr/>
        </p:nvSpPr>
        <p:spPr bwMode="auto">
          <a:xfrm>
            <a:off x="5667375" y="2971800"/>
            <a:ext cx="241300" cy="2413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>
            <a:off x="2185988" y="5778500"/>
            <a:ext cx="1295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8" name="Line 7"/>
          <p:cNvSpPr>
            <a:spLocks noChangeShapeType="1"/>
          </p:cNvSpPr>
          <p:nvPr/>
        </p:nvSpPr>
        <p:spPr bwMode="auto">
          <a:xfrm>
            <a:off x="2287588" y="5651500"/>
            <a:ext cx="1066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>
            <a:off x="2287588" y="5918200"/>
            <a:ext cx="10541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0" name="Line 9"/>
          <p:cNvSpPr>
            <a:spLocks noChangeShapeType="1"/>
          </p:cNvSpPr>
          <p:nvPr/>
        </p:nvSpPr>
        <p:spPr bwMode="auto">
          <a:xfrm>
            <a:off x="1589088" y="4114800"/>
            <a:ext cx="17653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1" name="Line 10"/>
          <p:cNvSpPr>
            <a:spLocks noChangeShapeType="1"/>
          </p:cNvSpPr>
          <p:nvPr/>
        </p:nvSpPr>
        <p:spPr bwMode="auto">
          <a:xfrm>
            <a:off x="3341688" y="4114800"/>
            <a:ext cx="0" cy="1917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2" name="Line 11"/>
          <p:cNvSpPr>
            <a:spLocks noChangeShapeType="1"/>
          </p:cNvSpPr>
          <p:nvPr/>
        </p:nvSpPr>
        <p:spPr bwMode="auto">
          <a:xfrm flipH="1">
            <a:off x="2287588" y="6032500"/>
            <a:ext cx="10541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3" name="Line 12"/>
          <p:cNvSpPr>
            <a:spLocks noChangeShapeType="1"/>
          </p:cNvSpPr>
          <p:nvPr/>
        </p:nvSpPr>
        <p:spPr bwMode="auto">
          <a:xfrm flipV="1">
            <a:off x="2287588" y="5505450"/>
            <a:ext cx="0" cy="54451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74" name="Line 13"/>
          <p:cNvSpPr>
            <a:spLocks noChangeShapeType="1"/>
          </p:cNvSpPr>
          <p:nvPr/>
        </p:nvSpPr>
        <p:spPr bwMode="auto">
          <a:xfrm flipH="1">
            <a:off x="1576388" y="5511800"/>
            <a:ext cx="711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 flipV="1">
            <a:off x="1589088" y="5156200"/>
            <a:ext cx="0" cy="3683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>
            <a:off x="1589088" y="5156200"/>
            <a:ext cx="4445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7" name="Line 16"/>
          <p:cNvSpPr>
            <a:spLocks noChangeShapeType="1"/>
          </p:cNvSpPr>
          <p:nvPr/>
        </p:nvSpPr>
        <p:spPr bwMode="auto">
          <a:xfrm flipV="1">
            <a:off x="2033588" y="4457700"/>
            <a:ext cx="0" cy="6985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78" name="Line 17"/>
          <p:cNvSpPr>
            <a:spLocks noChangeShapeType="1"/>
          </p:cNvSpPr>
          <p:nvPr/>
        </p:nvSpPr>
        <p:spPr bwMode="auto">
          <a:xfrm flipH="1">
            <a:off x="1589088" y="4457700"/>
            <a:ext cx="4445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79" name="Line 18"/>
          <p:cNvSpPr>
            <a:spLocks noChangeShapeType="1"/>
          </p:cNvSpPr>
          <p:nvPr/>
        </p:nvSpPr>
        <p:spPr bwMode="auto">
          <a:xfrm flipV="1">
            <a:off x="1589088" y="4114800"/>
            <a:ext cx="0" cy="3429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80" name="Line 19"/>
          <p:cNvSpPr>
            <a:spLocks noChangeShapeType="1"/>
          </p:cNvSpPr>
          <p:nvPr/>
        </p:nvSpPr>
        <p:spPr bwMode="auto">
          <a:xfrm flipV="1">
            <a:off x="2820988" y="4114800"/>
            <a:ext cx="0" cy="1917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81" name="Line 20"/>
          <p:cNvSpPr>
            <a:spLocks noChangeShapeType="1"/>
          </p:cNvSpPr>
          <p:nvPr/>
        </p:nvSpPr>
        <p:spPr bwMode="auto">
          <a:xfrm>
            <a:off x="2211388" y="3098800"/>
            <a:ext cx="12319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82" name="Line 21"/>
          <p:cNvSpPr>
            <a:spLocks noChangeShapeType="1"/>
          </p:cNvSpPr>
          <p:nvPr/>
        </p:nvSpPr>
        <p:spPr bwMode="auto">
          <a:xfrm>
            <a:off x="2033588" y="2565400"/>
            <a:ext cx="0" cy="10033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83" name="Line 22"/>
          <p:cNvSpPr>
            <a:spLocks noChangeShapeType="1"/>
          </p:cNvSpPr>
          <p:nvPr/>
        </p:nvSpPr>
        <p:spPr bwMode="auto">
          <a:xfrm>
            <a:off x="2312988" y="2959100"/>
            <a:ext cx="10287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84" name="Line 23"/>
          <p:cNvSpPr>
            <a:spLocks noChangeShapeType="1"/>
          </p:cNvSpPr>
          <p:nvPr/>
        </p:nvSpPr>
        <p:spPr bwMode="auto">
          <a:xfrm>
            <a:off x="2287588" y="3225800"/>
            <a:ext cx="10541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85" name="Line 24"/>
          <p:cNvSpPr>
            <a:spLocks noChangeShapeType="1"/>
          </p:cNvSpPr>
          <p:nvPr/>
        </p:nvSpPr>
        <p:spPr bwMode="auto">
          <a:xfrm>
            <a:off x="4125913" y="2070100"/>
            <a:ext cx="1905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86" name="Line 25"/>
          <p:cNvSpPr>
            <a:spLocks noChangeShapeType="1"/>
          </p:cNvSpPr>
          <p:nvPr/>
        </p:nvSpPr>
        <p:spPr bwMode="auto">
          <a:xfrm>
            <a:off x="4481513" y="2565400"/>
            <a:ext cx="6985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87" name="Line 26"/>
          <p:cNvSpPr>
            <a:spLocks noChangeShapeType="1"/>
          </p:cNvSpPr>
          <p:nvPr/>
        </p:nvSpPr>
        <p:spPr bwMode="auto">
          <a:xfrm>
            <a:off x="4481513" y="2565400"/>
            <a:ext cx="0" cy="10033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88" name="Line 27"/>
          <p:cNvSpPr>
            <a:spLocks noChangeShapeType="1"/>
          </p:cNvSpPr>
          <p:nvPr/>
        </p:nvSpPr>
        <p:spPr bwMode="auto">
          <a:xfrm>
            <a:off x="5180013" y="2565400"/>
            <a:ext cx="0" cy="990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89" name="Line 28"/>
          <p:cNvSpPr>
            <a:spLocks noChangeShapeType="1"/>
          </p:cNvSpPr>
          <p:nvPr/>
        </p:nvSpPr>
        <p:spPr bwMode="auto">
          <a:xfrm>
            <a:off x="4138613" y="2857500"/>
            <a:ext cx="3429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90" name="Line 29"/>
          <p:cNvSpPr>
            <a:spLocks noChangeShapeType="1"/>
          </p:cNvSpPr>
          <p:nvPr/>
        </p:nvSpPr>
        <p:spPr bwMode="auto">
          <a:xfrm>
            <a:off x="5192713" y="2857500"/>
            <a:ext cx="330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91" name="Line 30"/>
          <p:cNvSpPr>
            <a:spLocks noChangeShapeType="1"/>
          </p:cNvSpPr>
          <p:nvPr/>
        </p:nvSpPr>
        <p:spPr bwMode="auto">
          <a:xfrm>
            <a:off x="5522913" y="2400300"/>
            <a:ext cx="0" cy="1155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392" name="Line 31"/>
          <p:cNvSpPr>
            <a:spLocks noChangeShapeType="1"/>
          </p:cNvSpPr>
          <p:nvPr/>
        </p:nvSpPr>
        <p:spPr bwMode="auto">
          <a:xfrm>
            <a:off x="5522913" y="2400300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93" name="Line 32"/>
          <p:cNvSpPr>
            <a:spLocks noChangeShapeType="1"/>
          </p:cNvSpPr>
          <p:nvPr/>
        </p:nvSpPr>
        <p:spPr bwMode="auto">
          <a:xfrm>
            <a:off x="2820988" y="1447800"/>
            <a:ext cx="5207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94" name="Line 33"/>
          <p:cNvSpPr>
            <a:spLocks noChangeShapeType="1"/>
          </p:cNvSpPr>
          <p:nvPr/>
        </p:nvSpPr>
        <p:spPr bwMode="auto">
          <a:xfrm>
            <a:off x="4125913" y="1447800"/>
            <a:ext cx="19177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95" name="Line 34"/>
          <p:cNvSpPr>
            <a:spLocks noChangeShapeType="1"/>
          </p:cNvSpPr>
          <p:nvPr/>
        </p:nvSpPr>
        <p:spPr bwMode="auto">
          <a:xfrm>
            <a:off x="3341688" y="1447800"/>
            <a:ext cx="0" cy="21209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96" name="Line 35"/>
          <p:cNvSpPr>
            <a:spLocks noChangeShapeType="1"/>
          </p:cNvSpPr>
          <p:nvPr/>
        </p:nvSpPr>
        <p:spPr bwMode="auto">
          <a:xfrm>
            <a:off x="4125913" y="1447800"/>
            <a:ext cx="0" cy="210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97" name="Line 36"/>
          <p:cNvSpPr>
            <a:spLocks noChangeShapeType="1"/>
          </p:cNvSpPr>
          <p:nvPr/>
        </p:nvSpPr>
        <p:spPr bwMode="auto">
          <a:xfrm>
            <a:off x="4125913" y="3556000"/>
            <a:ext cx="19177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98" name="Line 37"/>
          <p:cNvSpPr>
            <a:spLocks noChangeShapeType="1"/>
          </p:cNvSpPr>
          <p:nvPr/>
        </p:nvSpPr>
        <p:spPr bwMode="auto">
          <a:xfrm>
            <a:off x="6043613" y="1447800"/>
            <a:ext cx="0" cy="210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99" name="Line 38"/>
          <p:cNvSpPr>
            <a:spLocks noChangeShapeType="1"/>
          </p:cNvSpPr>
          <p:nvPr/>
        </p:nvSpPr>
        <p:spPr bwMode="auto">
          <a:xfrm>
            <a:off x="1589088" y="3556000"/>
            <a:ext cx="17653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400" name="Line 39"/>
          <p:cNvSpPr>
            <a:spLocks noChangeShapeType="1"/>
          </p:cNvSpPr>
          <p:nvPr/>
        </p:nvSpPr>
        <p:spPr bwMode="auto">
          <a:xfrm flipV="1">
            <a:off x="1589088" y="2844800"/>
            <a:ext cx="0" cy="711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401" name="Line 40"/>
          <p:cNvSpPr>
            <a:spLocks noChangeShapeType="1"/>
          </p:cNvSpPr>
          <p:nvPr/>
        </p:nvSpPr>
        <p:spPr bwMode="auto">
          <a:xfrm>
            <a:off x="2820988" y="1447800"/>
            <a:ext cx="0" cy="65246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402" name="Line 41"/>
          <p:cNvSpPr>
            <a:spLocks noChangeShapeType="1"/>
          </p:cNvSpPr>
          <p:nvPr/>
        </p:nvSpPr>
        <p:spPr bwMode="auto">
          <a:xfrm flipH="1">
            <a:off x="1576388" y="2082800"/>
            <a:ext cx="1244600" cy="774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403" name="Line 42"/>
          <p:cNvSpPr>
            <a:spLocks noChangeShapeType="1"/>
          </p:cNvSpPr>
          <p:nvPr/>
        </p:nvSpPr>
        <p:spPr bwMode="auto">
          <a:xfrm>
            <a:off x="2287588" y="2400300"/>
            <a:ext cx="0" cy="1155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5404" name="Group 43"/>
          <p:cNvGrpSpPr>
            <a:grpSpLocks/>
          </p:cNvGrpSpPr>
          <p:nvPr/>
        </p:nvGrpSpPr>
        <p:grpSpPr bwMode="auto">
          <a:xfrm>
            <a:off x="5711825" y="3870325"/>
            <a:ext cx="2416175" cy="2533650"/>
            <a:chOff x="2211" y="342"/>
            <a:chExt cx="2029" cy="2128"/>
          </a:xfrm>
        </p:grpSpPr>
        <p:sp>
          <p:nvSpPr>
            <p:cNvPr id="15405" name="Freeform 44"/>
            <p:cNvSpPr>
              <a:spLocks/>
            </p:cNvSpPr>
            <p:nvPr/>
          </p:nvSpPr>
          <p:spPr bwMode="auto">
            <a:xfrm>
              <a:off x="2211" y="851"/>
              <a:ext cx="1730" cy="1200"/>
            </a:xfrm>
            <a:custGeom>
              <a:avLst/>
              <a:gdLst>
                <a:gd name="T0" fmla="*/ 669 w 1730"/>
                <a:gd name="T1" fmla="*/ 0 h 1200"/>
                <a:gd name="T2" fmla="*/ 0 w 1730"/>
                <a:gd name="T3" fmla="*/ 822 h 1200"/>
                <a:gd name="T4" fmla="*/ 181 w 1730"/>
                <a:gd name="T5" fmla="*/ 909 h 1200"/>
                <a:gd name="T6" fmla="*/ 413 w 1730"/>
                <a:gd name="T7" fmla="*/ 647 h 1200"/>
                <a:gd name="T8" fmla="*/ 741 w 1730"/>
                <a:gd name="T9" fmla="*/ 811 h 1200"/>
                <a:gd name="T10" fmla="*/ 477 w 1730"/>
                <a:gd name="T11" fmla="*/ 1095 h 1200"/>
                <a:gd name="T12" fmla="*/ 683 w 1730"/>
                <a:gd name="T13" fmla="*/ 1200 h 1200"/>
                <a:gd name="T14" fmla="*/ 1010 w 1730"/>
                <a:gd name="T15" fmla="*/ 800 h 1200"/>
                <a:gd name="T16" fmla="*/ 1389 w 1730"/>
                <a:gd name="T17" fmla="*/ 1025 h 1200"/>
                <a:gd name="T18" fmla="*/ 1730 w 1730"/>
                <a:gd name="T19" fmla="*/ 604 h 1200"/>
                <a:gd name="T20" fmla="*/ 669 w 1730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30" h="1200">
                  <a:moveTo>
                    <a:pt x="669" y="0"/>
                  </a:moveTo>
                  <a:lnTo>
                    <a:pt x="0" y="822"/>
                  </a:lnTo>
                  <a:lnTo>
                    <a:pt x="181" y="909"/>
                  </a:lnTo>
                  <a:lnTo>
                    <a:pt x="413" y="647"/>
                  </a:lnTo>
                  <a:lnTo>
                    <a:pt x="741" y="811"/>
                  </a:lnTo>
                  <a:lnTo>
                    <a:pt x="477" y="1095"/>
                  </a:lnTo>
                  <a:lnTo>
                    <a:pt x="683" y="1200"/>
                  </a:lnTo>
                  <a:lnTo>
                    <a:pt x="1010" y="800"/>
                  </a:lnTo>
                  <a:lnTo>
                    <a:pt x="1389" y="1025"/>
                  </a:lnTo>
                  <a:lnTo>
                    <a:pt x="1730" y="604"/>
                  </a:lnTo>
                  <a:lnTo>
                    <a:pt x="669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6" name="Freeform 45"/>
            <p:cNvSpPr>
              <a:spLocks/>
            </p:cNvSpPr>
            <p:nvPr/>
          </p:nvSpPr>
          <p:spPr bwMode="auto">
            <a:xfrm>
              <a:off x="3214" y="1644"/>
              <a:ext cx="383" cy="820"/>
            </a:xfrm>
            <a:custGeom>
              <a:avLst/>
              <a:gdLst>
                <a:gd name="T0" fmla="*/ 0 w 383"/>
                <a:gd name="T1" fmla="*/ 0 h 820"/>
                <a:gd name="T2" fmla="*/ 383 w 383"/>
                <a:gd name="T3" fmla="*/ 225 h 820"/>
                <a:gd name="T4" fmla="*/ 383 w 383"/>
                <a:gd name="T5" fmla="*/ 820 h 820"/>
                <a:gd name="T6" fmla="*/ 0 w 383"/>
                <a:gd name="T7" fmla="*/ 611 h 820"/>
                <a:gd name="T8" fmla="*/ 0 w 383"/>
                <a:gd name="T9" fmla="*/ 0 h 8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3" h="820">
                  <a:moveTo>
                    <a:pt x="0" y="0"/>
                  </a:moveTo>
                  <a:lnTo>
                    <a:pt x="383" y="225"/>
                  </a:lnTo>
                  <a:lnTo>
                    <a:pt x="383" y="820"/>
                  </a:lnTo>
                  <a:lnTo>
                    <a:pt x="0" y="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7" name="Freeform 46"/>
            <p:cNvSpPr>
              <a:spLocks/>
            </p:cNvSpPr>
            <p:nvPr/>
          </p:nvSpPr>
          <p:spPr bwMode="auto">
            <a:xfrm>
              <a:off x="2618" y="1469"/>
              <a:ext cx="339" cy="604"/>
            </a:xfrm>
            <a:custGeom>
              <a:avLst/>
              <a:gdLst>
                <a:gd name="T0" fmla="*/ 0 w 339"/>
                <a:gd name="T1" fmla="*/ 0 h 604"/>
                <a:gd name="T2" fmla="*/ 339 w 339"/>
                <a:gd name="T3" fmla="*/ 195 h 604"/>
                <a:gd name="T4" fmla="*/ 96 w 339"/>
                <a:gd name="T5" fmla="*/ 477 h 604"/>
                <a:gd name="T6" fmla="*/ 102 w 339"/>
                <a:gd name="T7" fmla="*/ 604 h 604"/>
                <a:gd name="T8" fmla="*/ 0 w 339"/>
                <a:gd name="T9" fmla="*/ 538 h 604"/>
                <a:gd name="T10" fmla="*/ 0 w 339"/>
                <a:gd name="T11" fmla="*/ 0 h 6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9" h="604">
                  <a:moveTo>
                    <a:pt x="0" y="0"/>
                  </a:moveTo>
                  <a:lnTo>
                    <a:pt x="339" y="195"/>
                  </a:lnTo>
                  <a:lnTo>
                    <a:pt x="96" y="477"/>
                  </a:lnTo>
                  <a:lnTo>
                    <a:pt x="102" y="604"/>
                  </a:lnTo>
                  <a:lnTo>
                    <a:pt x="0" y="53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7C80"/>
                </a:gs>
                <a:gs pos="100000">
                  <a:srgbClr val="9B4B4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8" name="Freeform 47"/>
            <p:cNvSpPr>
              <a:spLocks/>
            </p:cNvSpPr>
            <p:nvPr/>
          </p:nvSpPr>
          <p:spPr bwMode="auto">
            <a:xfrm>
              <a:off x="2887" y="342"/>
              <a:ext cx="1353" cy="793"/>
            </a:xfrm>
            <a:custGeom>
              <a:avLst/>
              <a:gdLst>
                <a:gd name="T0" fmla="*/ 0 w 1353"/>
                <a:gd name="T1" fmla="*/ 167 h 793"/>
                <a:gd name="T2" fmla="*/ 291 w 1353"/>
                <a:gd name="T3" fmla="*/ 0 h 793"/>
                <a:gd name="T4" fmla="*/ 1353 w 1353"/>
                <a:gd name="T5" fmla="*/ 618 h 793"/>
                <a:gd name="T6" fmla="*/ 1054 w 1353"/>
                <a:gd name="T7" fmla="*/ 793 h 793"/>
                <a:gd name="T8" fmla="*/ 0 w 1353"/>
                <a:gd name="T9" fmla="*/ 167 h 7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3" h="793">
                  <a:moveTo>
                    <a:pt x="0" y="167"/>
                  </a:moveTo>
                  <a:lnTo>
                    <a:pt x="291" y="0"/>
                  </a:lnTo>
                  <a:lnTo>
                    <a:pt x="1353" y="618"/>
                  </a:lnTo>
                  <a:lnTo>
                    <a:pt x="1054" y="793"/>
                  </a:lnTo>
                  <a:lnTo>
                    <a:pt x="0" y="167"/>
                  </a:lnTo>
                  <a:close/>
                </a:path>
              </a:pathLst>
            </a:custGeom>
            <a:gradFill rotWithShape="0">
              <a:gsLst>
                <a:gs pos="0">
                  <a:srgbClr val="005E2F"/>
                </a:gs>
                <a:gs pos="100000">
                  <a:srgbClr val="00CC6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9" name="Freeform 48"/>
            <p:cNvSpPr>
              <a:spLocks/>
            </p:cNvSpPr>
            <p:nvPr/>
          </p:nvSpPr>
          <p:spPr bwMode="auto">
            <a:xfrm>
              <a:off x="2880" y="502"/>
              <a:ext cx="1069" cy="960"/>
            </a:xfrm>
            <a:custGeom>
              <a:avLst/>
              <a:gdLst>
                <a:gd name="T0" fmla="*/ 0 w 1069"/>
                <a:gd name="T1" fmla="*/ 0 h 960"/>
                <a:gd name="T2" fmla="*/ 0 w 1069"/>
                <a:gd name="T3" fmla="*/ 349 h 960"/>
                <a:gd name="T4" fmla="*/ 1069 w 1069"/>
                <a:gd name="T5" fmla="*/ 960 h 960"/>
                <a:gd name="T6" fmla="*/ 1069 w 1069"/>
                <a:gd name="T7" fmla="*/ 633 h 960"/>
                <a:gd name="T8" fmla="*/ 0 w 1069"/>
                <a:gd name="T9" fmla="*/ 0 h 9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9" h="960">
                  <a:moveTo>
                    <a:pt x="0" y="0"/>
                  </a:moveTo>
                  <a:lnTo>
                    <a:pt x="0" y="349"/>
                  </a:lnTo>
                  <a:lnTo>
                    <a:pt x="1069" y="960"/>
                  </a:lnTo>
                  <a:lnTo>
                    <a:pt x="1069" y="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0" name="Freeform 49"/>
            <p:cNvSpPr>
              <a:spLocks/>
            </p:cNvSpPr>
            <p:nvPr/>
          </p:nvSpPr>
          <p:spPr bwMode="auto">
            <a:xfrm>
              <a:off x="3600" y="954"/>
              <a:ext cx="630" cy="1516"/>
            </a:xfrm>
            <a:custGeom>
              <a:avLst/>
              <a:gdLst>
                <a:gd name="T0" fmla="*/ 630 w 630"/>
                <a:gd name="T1" fmla="*/ 0 h 1516"/>
                <a:gd name="T2" fmla="*/ 630 w 630"/>
                <a:gd name="T3" fmla="*/ 1152 h 1516"/>
                <a:gd name="T4" fmla="*/ 3 w 630"/>
                <a:gd name="T5" fmla="*/ 1516 h 1516"/>
                <a:gd name="T6" fmla="*/ 0 w 630"/>
                <a:gd name="T7" fmla="*/ 922 h 1516"/>
                <a:gd name="T8" fmla="*/ 334 w 630"/>
                <a:gd name="T9" fmla="*/ 508 h 1516"/>
                <a:gd name="T10" fmla="*/ 334 w 630"/>
                <a:gd name="T11" fmla="*/ 173 h 1516"/>
                <a:gd name="T12" fmla="*/ 630 w 630"/>
                <a:gd name="T13" fmla="*/ 0 h 15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0" h="1516">
                  <a:moveTo>
                    <a:pt x="630" y="0"/>
                  </a:moveTo>
                  <a:lnTo>
                    <a:pt x="630" y="1152"/>
                  </a:lnTo>
                  <a:lnTo>
                    <a:pt x="3" y="1516"/>
                  </a:lnTo>
                  <a:lnTo>
                    <a:pt x="0" y="922"/>
                  </a:lnTo>
                  <a:lnTo>
                    <a:pt x="334" y="508"/>
                  </a:lnTo>
                  <a:lnTo>
                    <a:pt x="334" y="173"/>
                  </a:lnTo>
                  <a:lnTo>
                    <a:pt x="63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66"/>
                </a:gs>
                <a:gs pos="100000">
                  <a:srgbClr val="005E2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1" name="Freeform 50"/>
            <p:cNvSpPr>
              <a:spLocks/>
            </p:cNvSpPr>
            <p:nvPr/>
          </p:nvSpPr>
          <p:spPr bwMode="auto">
            <a:xfrm>
              <a:off x="2211" y="1666"/>
              <a:ext cx="181" cy="487"/>
            </a:xfrm>
            <a:custGeom>
              <a:avLst/>
              <a:gdLst>
                <a:gd name="T0" fmla="*/ 0 w 181"/>
                <a:gd name="T1" fmla="*/ 0 h 487"/>
                <a:gd name="T2" fmla="*/ 181 w 181"/>
                <a:gd name="T3" fmla="*/ 94 h 487"/>
                <a:gd name="T4" fmla="*/ 181 w 181"/>
                <a:gd name="T5" fmla="*/ 487 h 487"/>
                <a:gd name="T6" fmla="*/ 0 w 181"/>
                <a:gd name="T7" fmla="*/ 385 h 487"/>
                <a:gd name="T8" fmla="*/ 0 w 181"/>
                <a:gd name="T9" fmla="*/ 0 h 4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1" h="487">
                  <a:moveTo>
                    <a:pt x="0" y="0"/>
                  </a:moveTo>
                  <a:lnTo>
                    <a:pt x="181" y="94"/>
                  </a:lnTo>
                  <a:lnTo>
                    <a:pt x="181" y="487"/>
                  </a:lnTo>
                  <a:lnTo>
                    <a:pt x="0" y="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2" name="Freeform 51"/>
            <p:cNvSpPr>
              <a:spLocks/>
            </p:cNvSpPr>
            <p:nvPr/>
          </p:nvSpPr>
          <p:spPr bwMode="auto">
            <a:xfrm>
              <a:off x="2714" y="1952"/>
              <a:ext cx="180" cy="493"/>
            </a:xfrm>
            <a:custGeom>
              <a:avLst/>
              <a:gdLst>
                <a:gd name="T0" fmla="*/ 0 w 180"/>
                <a:gd name="T1" fmla="*/ 0 h 493"/>
                <a:gd name="T2" fmla="*/ 180 w 180"/>
                <a:gd name="T3" fmla="*/ 97 h 493"/>
                <a:gd name="T4" fmla="*/ 179 w 180"/>
                <a:gd name="T5" fmla="*/ 493 h 493"/>
                <a:gd name="T6" fmla="*/ 0 w 180"/>
                <a:gd name="T7" fmla="*/ 390 h 493"/>
                <a:gd name="T8" fmla="*/ 0 w 180"/>
                <a:gd name="T9" fmla="*/ 0 h 4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" h="493">
                  <a:moveTo>
                    <a:pt x="0" y="0"/>
                  </a:moveTo>
                  <a:lnTo>
                    <a:pt x="180" y="97"/>
                  </a:lnTo>
                  <a:lnTo>
                    <a:pt x="179" y="493"/>
                  </a:lnTo>
                  <a:lnTo>
                    <a:pt x="0" y="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3" name="Freeform 52"/>
            <p:cNvSpPr>
              <a:spLocks/>
            </p:cNvSpPr>
            <p:nvPr/>
          </p:nvSpPr>
          <p:spPr bwMode="auto">
            <a:xfrm>
              <a:off x="2385" y="1469"/>
              <a:ext cx="240" cy="683"/>
            </a:xfrm>
            <a:custGeom>
              <a:avLst/>
              <a:gdLst>
                <a:gd name="T0" fmla="*/ 0 w 240"/>
                <a:gd name="T1" fmla="*/ 284 h 683"/>
                <a:gd name="T2" fmla="*/ 240 w 240"/>
                <a:gd name="T3" fmla="*/ 0 h 683"/>
                <a:gd name="T4" fmla="*/ 240 w 240"/>
                <a:gd name="T5" fmla="*/ 546 h 683"/>
                <a:gd name="T6" fmla="*/ 0 w 240"/>
                <a:gd name="T7" fmla="*/ 683 h 683"/>
                <a:gd name="T8" fmla="*/ 0 w 240"/>
                <a:gd name="T9" fmla="*/ 284 h 6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683">
                  <a:moveTo>
                    <a:pt x="0" y="284"/>
                  </a:moveTo>
                  <a:lnTo>
                    <a:pt x="240" y="0"/>
                  </a:lnTo>
                  <a:lnTo>
                    <a:pt x="240" y="546"/>
                  </a:lnTo>
                  <a:lnTo>
                    <a:pt x="0" y="683"/>
                  </a:lnTo>
                  <a:lnTo>
                    <a:pt x="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AA8844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4" name="Freeform 53"/>
            <p:cNvSpPr>
              <a:spLocks/>
            </p:cNvSpPr>
            <p:nvPr/>
          </p:nvSpPr>
          <p:spPr bwMode="auto">
            <a:xfrm>
              <a:off x="3295" y="1933"/>
              <a:ext cx="189" cy="236"/>
            </a:xfrm>
            <a:custGeom>
              <a:avLst/>
              <a:gdLst>
                <a:gd name="T0" fmla="*/ 6 w 948"/>
                <a:gd name="T1" fmla="*/ 1 h 1177"/>
                <a:gd name="T2" fmla="*/ 4 w 948"/>
                <a:gd name="T3" fmla="*/ 3 h 1177"/>
                <a:gd name="T4" fmla="*/ 2 w 948"/>
                <a:gd name="T5" fmla="*/ 6 h 1177"/>
                <a:gd name="T6" fmla="*/ 1 w 948"/>
                <a:gd name="T7" fmla="*/ 9 h 1177"/>
                <a:gd name="T8" fmla="*/ 0 w 948"/>
                <a:gd name="T9" fmla="*/ 13 h 1177"/>
                <a:gd name="T10" fmla="*/ 0 w 948"/>
                <a:gd name="T11" fmla="*/ 17 h 1177"/>
                <a:gd name="T12" fmla="*/ 1 w 948"/>
                <a:gd name="T13" fmla="*/ 22 h 1177"/>
                <a:gd name="T14" fmla="*/ 2 w 948"/>
                <a:gd name="T15" fmla="*/ 26 h 1177"/>
                <a:gd name="T16" fmla="*/ 4 w 948"/>
                <a:gd name="T17" fmla="*/ 31 h 1177"/>
                <a:gd name="T18" fmla="*/ 7 w 948"/>
                <a:gd name="T19" fmla="*/ 35 h 1177"/>
                <a:gd name="T20" fmla="*/ 10 w 948"/>
                <a:gd name="T21" fmla="*/ 39 h 1177"/>
                <a:gd name="T22" fmla="*/ 13 w 948"/>
                <a:gd name="T23" fmla="*/ 42 h 1177"/>
                <a:gd name="T24" fmla="*/ 17 w 948"/>
                <a:gd name="T25" fmla="*/ 45 h 1177"/>
                <a:gd name="T26" fmla="*/ 20 w 948"/>
                <a:gd name="T27" fmla="*/ 46 h 1177"/>
                <a:gd name="T28" fmla="*/ 24 w 948"/>
                <a:gd name="T29" fmla="*/ 47 h 1177"/>
                <a:gd name="T30" fmla="*/ 27 w 948"/>
                <a:gd name="T31" fmla="*/ 47 h 1177"/>
                <a:gd name="T32" fmla="*/ 30 w 948"/>
                <a:gd name="T33" fmla="*/ 47 h 1177"/>
                <a:gd name="T34" fmla="*/ 33 w 948"/>
                <a:gd name="T35" fmla="*/ 45 h 1177"/>
                <a:gd name="T36" fmla="*/ 35 w 948"/>
                <a:gd name="T37" fmla="*/ 43 h 1177"/>
                <a:gd name="T38" fmla="*/ 36 w 948"/>
                <a:gd name="T39" fmla="*/ 40 h 1177"/>
                <a:gd name="T40" fmla="*/ 37 w 948"/>
                <a:gd name="T41" fmla="*/ 36 h 1177"/>
                <a:gd name="T42" fmla="*/ 38 w 948"/>
                <a:gd name="T43" fmla="*/ 32 h 1177"/>
                <a:gd name="T44" fmla="*/ 37 w 948"/>
                <a:gd name="T45" fmla="*/ 28 h 1177"/>
                <a:gd name="T46" fmla="*/ 36 w 948"/>
                <a:gd name="T47" fmla="*/ 23 h 1177"/>
                <a:gd name="T48" fmla="*/ 34 w 948"/>
                <a:gd name="T49" fmla="*/ 19 h 1177"/>
                <a:gd name="T50" fmla="*/ 32 w 948"/>
                <a:gd name="T51" fmla="*/ 14 h 1177"/>
                <a:gd name="T52" fmla="*/ 29 w 948"/>
                <a:gd name="T53" fmla="*/ 10 h 1177"/>
                <a:gd name="T54" fmla="*/ 26 w 948"/>
                <a:gd name="T55" fmla="*/ 7 h 1177"/>
                <a:gd name="T56" fmla="*/ 23 w 948"/>
                <a:gd name="T57" fmla="*/ 4 h 1177"/>
                <a:gd name="T58" fmla="*/ 19 w 948"/>
                <a:gd name="T59" fmla="*/ 2 h 1177"/>
                <a:gd name="T60" fmla="*/ 16 w 948"/>
                <a:gd name="T61" fmla="*/ 1 h 1177"/>
                <a:gd name="T62" fmla="*/ 12 w 948"/>
                <a:gd name="T63" fmla="*/ 0 h 1177"/>
                <a:gd name="T64" fmla="*/ 9 w 948"/>
                <a:gd name="T65" fmla="*/ 0 h 1177"/>
                <a:gd name="T66" fmla="*/ 6 w 948"/>
                <a:gd name="T67" fmla="*/ 1 h 1177"/>
                <a:gd name="T68" fmla="*/ 6 w 948"/>
                <a:gd name="T69" fmla="*/ 1 h 117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48" h="1177">
                  <a:moveTo>
                    <a:pt x="155" y="34"/>
                  </a:moveTo>
                  <a:lnTo>
                    <a:pt x="94" y="83"/>
                  </a:lnTo>
                  <a:lnTo>
                    <a:pt x="46" y="150"/>
                  </a:lnTo>
                  <a:lnTo>
                    <a:pt x="15" y="232"/>
                  </a:lnTo>
                  <a:lnTo>
                    <a:pt x="0" y="328"/>
                  </a:lnTo>
                  <a:lnTo>
                    <a:pt x="3" y="433"/>
                  </a:lnTo>
                  <a:lnTo>
                    <a:pt x="22" y="543"/>
                  </a:lnTo>
                  <a:lnTo>
                    <a:pt x="58" y="655"/>
                  </a:lnTo>
                  <a:lnTo>
                    <a:pt x="109" y="765"/>
                  </a:lnTo>
                  <a:lnTo>
                    <a:pt x="172" y="868"/>
                  </a:lnTo>
                  <a:lnTo>
                    <a:pt x="247" y="962"/>
                  </a:lnTo>
                  <a:lnTo>
                    <a:pt x="330" y="1041"/>
                  </a:lnTo>
                  <a:lnTo>
                    <a:pt x="418" y="1105"/>
                  </a:lnTo>
                  <a:lnTo>
                    <a:pt x="508" y="1149"/>
                  </a:lnTo>
                  <a:lnTo>
                    <a:pt x="598" y="1174"/>
                  </a:lnTo>
                  <a:lnTo>
                    <a:pt x="681" y="1177"/>
                  </a:lnTo>
                  <a:lnTo>
                    <a:pt x="758" y="1159"/>
                  </a:lnTo>
                  <a:lnTo>
                    <a:pt x="825" y="1121"/>
                  </a:lnTo>
                  <a:lnTo>
                    <a:pt x="879" y="1064"/>
                  </a:lnTo>
                  <a:lnTo>
                    <a:pt x="919" y="988"/>
                  </a:lnTo>
                  <a:lnTo>
                    <a:pt x="942" y="899"/>
                  </a:lnTo>
                  <a:lnTo>
                    <a:pt x="948" y="799"/>
                  </a:lnTo>
                  <a:lnTo>
                    <a:pt x="937" y="690"/>
                  </a:lnTo>
                  <a:lnTo>
                    <a:pt x="910" y="578"/>
                  </a:lnTo>
                  <a:lnTo>
                    <a:pt x="866" y="468"/>
                  </a:lnTo>
                  <a:lnTo>
                    <a:pt x="809" y="361"/>
                  </a:lnTo>
                  <a:lnTo>
                    <a:pt x="739" y="261"/>
                  </a:lnTo>
                  <a:lnTo>
                    <a:pt x="660" y="174"/>
                  </a:lnTo>
                  <a:lnTo>
                    <a:pt x="574" y="103"/>
                  </a:lnTo>
                  <a:lnTo>
                    <a:pt x="484" y="48"/>
                  </a:lnTo>
                  <a:lnTo>
                    <a:pt x="395" y="13"/>
                  </a:lnTo>
                  <a:lnTo>
                    <a:pt x="308" y="0"/>
                  </a:lnTo>
                  <a:lnTo>
                    <a:pt x="227" y="7"/>
                  </a:lnTo>
                  <a:lnTo>
                    <a:pt x="155" y="34"/>
                  </a:lnTo>
                  <a:lnTo>
                    <a:pt x="156" y="34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Freeform 54"/>
            <p:cNvSpPr>
              <a:spLocks/>
            </p:cNvSpPr>
            <p:nvPr/>
          </p:nvSpPr>
          <p:spPr bwMode="auto">
            <a:xfrm>
              <a:off x="2886" y="1644"/>
              <a:ext cx="335" cy="807"/>
            </a:xfrm>
            <a:custGeom>
              <a:avLst/>
              <a:gdLst>
                <a:gd name="T0" fmla="*/ 1 w 335"/>
                <a:gd name="T1" fmla="*/ 400 h 807"/>
                <a:gd name="T2" fmla="*/ 0 w 335"/>
                <a:gd name="T3" fmla="*/ 807 h 807"/>
                <a:gd name="T4" fmla="*/ 335 w 335"/>
                <a:gd name="T5" fmla="*/ 603 h 807"/>
                <a:gd name="T6" fmla="*/ 335 w 335"/>
                <a:gd name="T7" fmla="*/ 0 h 807"/>
                <a:gd name="T8" fmla="*/ 1 w 335"/>
                <a:gd name="T9" fmla="*/ 400 h 8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5" h="807">
                  <a:moveTo>
                    <a:pt x="1" y="400"/>
                  </a:moveTo>
                  <a:lnTo>
                    <a:pt x="0" y="807"/>
                  </a:lnTo>
                  <a:lnTo>
                    <a:pt x="335" y="603"/>
                  </a:lnTo>
                  <a:lnTo>
                    <a:pt x="335" y="0"/>
                  </a:lnTo>
                  <a:lnTo>
                    <a:pt x="1" y="4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A88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6C6383AA-58DF-4B05-BC24-7DB67138926E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619125" y="1092200"/>
            <a:ext cx="4313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一  看图时需注意的问题</a:t>
            </a:r>
          </a:p>
        </p:txBody>
      </p:sp>
      <p:sp>
        <p:nvSpPr>
          <p:cNvPr id="212995" name="Text Box 3" descr="紫色网格"/>
          <p:cNvSpPr txBox="1">
            <a:spLocks noChangeArrowheads="1"/>
          </p:cNvSpPr>
          <p:nvPr/>
        </p:nvSpPr>
        <p:spPr bwMode="auto">
          <a:xfrm>
            <a:off x="855663" y="1839913"/>
            <a:ext cx="680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1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 dirty="0">
                <a:solidFill>
                  <a:srgbClr val="010000"/>
                </a:solidFill>
                <a:latin typeface="黑体" pitchFamily="2" charset="-122"/>
                <a:ea typeface="黑体" pitchFamily="2" charset="-122"/>
              </a:rPr>
              <a:t>1) </a:t>
            </a:r>
            <a:r>
              <a:rPr lang="zh-CN" altLang="en-US" sz="2800" dirty="0">
                <a:solidFill>
                  <a:srgbClr val="010000"/>
                </a:solidFill>
                <a:latin typeface="黑体" pitchFamily="2" charset="-122"/>
                <a:ea typeface="黑体" pitchFamily="2" charset="-122"/>
              </a:rPr>
              <a:t>结合多个投影，确定真实形状</a:t>
            </a:r>
          </a:p>
        </p:txBody>
      </p:sp>
      <p:grpSp>
        <p:nvGrpSpPr>
          <p:cNvPr id="212996" name="Group 4"/>
          <p:cNvGrpSpPr>
            <a:grpSpLocks/>
          </p:cNvGrpSpPr>
          <p:nvPr/>
        </p:nvGrpSpPr>
        <p:grpSpPr bwMode="auto">
          <a:xfrm>
            <a:off x="1282700" y="3060700"/>
            <a:ext cx="1454150" cy="1931988"/>
            <a:chOff x="703" y="1261"/>
            <a:chExt cx="916" cy="1217"/>
          </a:xfrm>
        </p:grpSpPr>
        <p:sp>
          <p:nvSpPr>
            <p:cNvPr id="16395" name="Rectangle 5"/>
            <p:cNvSpPr>
              <a:spLocks noChangeArrowheads="1"/>
            </p:cNvSpPr>
            <p:nvPr/>
          </p:nvSpPr>
          <p:spPr bwMode="auto">
            <a:xfrm>
              <a:off x="707" y="1261"/>
              <a:ext cx="912" cy="52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16396" name="Rectangle 6"/>
            <p:cNvSpPr>
              <a:spLocks noChangeArrowheads="1"/>
            </p:cNvSpPr>
            <p:nvPr/>
          </p:nvSpPr>
          <p:spPr bwMode="auto">
            <a:xfrm>
              <a:off x="703" y="1950"/>
              <a:ext cx="912" cy="52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212999" name="Rectangle 7"/>
          <p:cNvSpPr>
            <a:spLocks noChangeArrowheads="1"/>
          </p:cNvSpPr>
          <p:nvPr/>
        </p:nvSpPr>
        <p:spPr bwMode="auto">
          <a:xfrm>
            <a:off x="3252788" y="3044825"/>
            <a:ext cx="842962" cy="842963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3000" name="AutoShape 8"/>
          <p:cNvSpPr>
            <a:spLocks noChangeArrowheads="1"/>
          </p:cNvSpPr>
          <p:nvPr/>
        </p:nvSpPr>
        <p:spPr bwMode="auto">
          <a:xfrm>
            <a:off x="4572000" y="3054350"/>
            <a:ext cx="842963" cy="842963"/>
          </a:xfrm>
          <a:prstGeom prst="rtTriangl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3001" name="Freeform 9"/>
          <p:cNvSpPr>
            <a:spLocks/>
          </p:cNvSpPr>
          <p:nvPr/>
        </p:nvSpPr>
        <p:spPr bwMode="auto">
          <a:xfrm>
            <a:off x="5607050" y="3046413"/>
            <a:ext cx="884238" cy="846137"/>
          </a:xfrm>
          <a:custGeom>
            <a:avLst/>
            <a:gdLst>
              <a:gd name="T0" fmla="*/ 0 w 557"/>
              <a:gd name="T1" fmla="*/ 0 h 533"/>
              <a:gd name="T2" fmla="*/ 0 w 557"/>
              <a:gd name="T3" fmla="*/ 1343241694 h 533"/>
              <a:gd name="T4" fmla="*/ 1391127037 w 557"/>
              <a:gd name="T5" fmla="*/ 1343241694 h 533"/>
              <a:gd name="T6" fmla="*/ 1403728619 w 557"/>
              <a:gd name="T7" fmla="*/ 1270157999 h 533"/>
              <a:gd name="T8" fmla="*/ 1391127037 w 557"/>
              <a:gd name="T9" fmla="*/ 1186992099 h 533"/>
              <a:gd name="T10" fmla="*/ 1368446411 w 557"/>
              <a:gd name="T11" fmla="*/ 1066024670 h 533"/>
              <a:gd name="T12" fmla="*/ 1330643252 w 557"/>
              <a:gd name="T13" fmla="*/ 932457261 h 533"/>
              <a:gd name="T14" fmla="*/ 1270159468 w 557"/>
              <a:gd name="T15" fmla="*/ 798888265 h 533"/>
              <a:gd name="T16" fmla="*/ 1234877261 w 557"/>
              <a:gd name="T17" fmla="*/ 715723952 h 533"/>
              <a:gd name="T18" fmla="*/ 1186995059 w 557"/>
              <a:gd name="T19" fmla="*/ 630038690 h 533"/>
              <a:gd name="T20" fmla="*/ 1136591905 w 557"/>
              <a:gd name="T21" fmla="*/ 569554976 h 533"/>
              <a:gd name="T22" fmla="*/ 1076108121 w 557"/>
              <a:gd name="T23" fmla="*/ 483869714 h 533"/>
              <a:gd name="T24" fmla="*/ 1015624337 w 557"/>
              <a:gd name="T25" fmla="*/ 413305381 h 533"/>
              <a:gd name="T26" fmla="*/ 945059922 w 557"/>
              <a:gd name="T27" fmla="*/ 340220099 h 533"/>
              <a:gd name="T28" fmla="*/ 871974556 w 557"/>
              <a:gd name="T29" fmla="*/ 292337952 h 533"/>
              <a:gd name="T30" fmla="*/ 811490771 w 557"/>
              <a:gd name="T31" fmla="*/ 241934857 h 533"/>
              <a:gd name="T32" fmla="*/ 738406993 w 557"/>
              <a:gd name="T33" fmla="*/ 194051123 h 533"/>
              <a:gd name="T34" fmla="*/ 652721632 w 557"/>
              <a:gd name="T35" fmla="*/ 146168976 h 533"/>
              <a:gd name="T36" fmla="*/ 582157217 w 557"/>
              <a:gd name="T37" fmla="*/ 110886809 h 533"/>
              <a:gd name="T38" fmla="*/ 496471856 w 557"/>
              <a:gd name="T39" fmla="*/ 73083694 h 533"/>
              <a:gd name="T40" fmla="*/ 410786495 w 557"/>
              <a:gd name="T41" fmla="*/ 50403095 h 533"/>
              <a:gd name="T42" fmla="*/ 327620498 w 557"/>
              <a:gd name="T43" fmla="*/ 25201548 h 533"/>
              <a:gd name="T44" fmla="*/ 181451353 w 557"/>
              <a:gd name="T45" fmla="*/ 0 h 533"/>
              <a:gd name="T46" fmla="*/ 108367574 w 557"/>
              <a:gd name="T47" fmla="*/ 0 h 533"/>
              <a:gd name="T48" fmla="*/ 0 w 557"/>
              <a:gd name="T49" fmla="*/ 0 h 533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57" h="533">
                <a:moveTo>
                  <a:pt x="0" y="0"/>
                </a:moveTo>
                <a:lnTo>
                  <a:pt x="0" y="533"/>
                </a:lnTo>
                <a:lnTo>
                  <a:pt x="552" y="533"/>
                </a:lnTo>
                <a:lnTo>
                  <a:pt x="557" y="504"/>
                </a:lnTo>
                <a:lnTo>
                  <a:pt x="552" y="471"/>
                </a:lnTo>
                <a:lnTo>
                  <a:pt x="543" y="423"/>
                </a:lnTo>
                <a:lnTo>
                  <a:pt x="528" y="370"/>
                </a:lnTo>
                <a:lnTo>
                  <a:pt x="504" y="317"/>
                </a:lnTo>
                <a:lnTo>
                  <a:pt x="490" y="284"/>
                </a:lnTo>
                <a:lnTo>
                  <a:pt x="471" y="250"/>
                </a:lnTo>
                <a:lnTo>
                  <a:pt x="451" y="226"/>
                </a:lnTo>
                <a:lnTo>
                  <a:pt x="427" y="192"/>
                </a:lnTo>
                <a:lnTo>
                  <a:pt x="403" y="164"/>
                </a:lnTo>
                <a:lnTo>
                  <a:pt x="375" y="135"/>
                </a:lnTo>
                <a:lnTo>
                  <a:pt x="346" y="116"/>
                </a:lnTo>
                <a:lnTo>
                  <a:pt x="322" y="96"/>
                </a:lnTo>
                <a:lnTo>
                  <a:pt x="293" y="77"/>
                </a:lnTo>
                <a:lnTo>
                  <a:pt x="259" y="58"/>
                </a:lnTo>
                <a:lnTo>
                  <a:pt x="231" y="44"/>
                </a:lnTo>
                <a:lnTo>
                  <a:pt x="197" y="29"/>
                </a:lnTo>
                <a:lnTo>
                  <a:pt x="163" y="20"/>
                </a:lnTo>
                <a:lnTo>
                  <a:pt x="130" y="10"/>
                </a:lnTo>
                <a:lnTo>
                  <a:pt x="72" y="0"/>
                </a:lnTo>
                <a:lnTo>
                  <a:pt x="43" y="0"/>
                </a:lnTo>
                <a:lnTo>
                  <a:pt x="0" y="0"/>
                </a:lnTo>
                <a:close/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2" name="Freeform 10"/>
          <p:cNvSpPr>
            <a:spLocks/>
          </p:cNvSpPr>
          <p:nvPr/>
        </p:nvSpPr>
        <p:spPr bwMode="auto">
          <a:xfrm>
            <a:off x="6880225" y="3070225"/>
            <a:ext cx="777875" cy="800100"/>
          </a:xfrm>
          <a:custGeom>
            <a:avLst/>
            <a:gdLst>
              <a:gd name="T0" fmla="*/ 0 w 490"/>
              <a:gd name="T1" fmla="*/ 0 h 504"/>
              <a:gd name="T2" fmla="*/ 0 w 490"/>
              <a:gd name="T3" fmla="*/ 1270158750 h 504"/>
              <a:gd name="T4" fmla="*/ 1234876563 w 490"/>
              <a:gd name="T5" fmla="*/ 1270158750 h 504"/>
              <a:gd name="T6" fmla="*/ 1149191250 w 490"/>
              <a:gd name="T7" fmla="*/ 1257558763 h 504"/>
              <a:gd name="T8" fmla="*/ 1063505938 w 490"/>
              <a:gd name="T9" fmla="*/ 1244957188 h 504"/>
              <a:gd name="T10" fmla="*/ 942538438 w 490"/>
              <a:gd name="T11" fmla="*/ 1222276575 h 504"/>
              <a:gd name="T12" fmla="*/ 871974063 w 490"/>
              <a:gd name="T13" fmla="*/ 1197075013 h 504"/>
              <a:gd name="T14" fmla="*/ 773688763 w 490"/>
              <a:gd name="T15" fmla="*/ 1161792825 h 504"/>
              <a:gd name="T16" fmla="*/ 700603438 w 490"/>
              <a:gd name="T17" fmla="*/ 1123989688 h 504"/>
              <a:gd name="T18" fmla="*/ 617439075 w 490"/>
              <a:gd name="T19" fmla="*/ 1063505938 h 504"/>
              <a:gd name="T20" fmla="*/ 544353750 w 490"/>
              <a:gd name="T21" fmla="*/ 1028223750 h 504"/>
              <a:gd name="T22" fmla="*/ 423386250 w 490"/>
              <a:gd name="T23" fmla="*/ 929938450 h 504"/>
              <a:gd name="T24" fmla="*/ 327620313 w 490"/>
              <a:gd name="T25" fmla="*/ 821570938 h 504"/>
              <a:gd name="T26" fmla="*/ 277217188 w 490"/>
              <a:gd name="T27" fmla="*/ 773688763 h 504"/>
              <a:gd name="T28" fmla="*/ 229335013 w 490"/>
              <a:gd name="T29" fmla="*/ 700603438 h 504"/>
              <a:gd name="T30" fmla="*/ 156249688 w 490"/>
              <a:gd name="T31" fmla="*/ 592237513 h 504"/>
              <a:gd name="T32" fmla="*/ 120967500 w 490"/>
              <a:gd name="T33" fmla="*/ 519152188 h 504"/>
              <a:gd name="T34" fmla="*/ 95765938 w 490"/>
              <a:gd name="T35" fmla="*/ 435987825 h 504"/>
              <a:gd name="T36" fmla="*/ 60483750 w 490"/>
              <a:gd name="T37" fmla="*/ 362902500 h 504"/>
              <a:gd name="T38" fmla="*/ 35282188 w 490"/>
              <a:gd name="T39" fmla="*/ 264617200 h 504"/>
              <a:gd name="T40" fmla="*/ 25201563 w 490"/>
              <a:gd name="T41" fmla="*/ 181451250 h 504"/>
              <a:gd name="T42" fmla="*/ 12601575 w 490"/>
              <a:gd name="T43" fmla="*/ 108367513 h 504"/>
              <a:gd name="T44" fmla="*/ 0 w 490"/>
              <a:gd name="T45" fmla="*/ 0 h 50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490" h="504">
                <a:moveTo>
                  <a:pt x="0" y="0"/>
                </a:moveTo>
                <a:lnTo>
                  <a:pt x="0" y="504"/>
                </a:lnTo>
                <a:lnTo>
                  <a:pt x="490" y="504"/>
                </a:lnTo>
                <a:lnTo>
                  <a:pt x="456" y="499"/>
                </a:lnTo>
                <a:lnTo>
                  <a:pt x="422" y="494"/>
                </a:lnTo>
                <a:lnTo>
                  <a:pt x="374" y="485"/>
                </a:lnTo>
                <a:lnTo>
                  <a:pt x="346" y="475"/>
                </a:lnTo>
                <a:lnTo>
                  <a:pt x="307" y="461"/>
                </a:lnTo>
                <a:lnTo>
                  <a:pt x="278" y="446"/>
                </a:lnTo>
                <a:lnTo>
                  <a:pt x="245" y="422"/>
                </a:lnTo>
                <a:lnTo>
                  <a:pt x="216" y="408"/>
                </a:lnTo>
                <a:lnTo>
                  <a:pt x="168" y="369"/>
                </a:lnTo>
                <a:lnTo>
                  <a:pt x="130" y="326"/>
                </a:lnTo>
                <a:lnTo>
                  <a:pt x="110" y="307"/>
                </a:lnTo>
                <a:lnTo>
                  <a:pt x="91" y="278"/>
                </a:lnTo>
                <a:lnTo>
                  <a:pt x="62" y="235"/>
                </a:lnTo>
                <a:lnTo>
                  <a:pt x="48" y="206"/>
                </a:lnTo>
                <a:lnTo>
                  <a:pt x="38" y="173"/>
                </a:lnTo>
                <a:lnTo>
                  <a:pt x="24" y="144"/>
                </a:lnTo>
                <a:lnTo>
                  <a:pt x="14" y="105"/>
                </a:lnTo>
                <a:lnTo>
                  <a:pt x="10" y="72"/>
                </a:lnTo>
                <a:lnTo>
                  <a:pt x="5" y="43"/>
                </a:lnTo>
                <a:lnTo>
                  <a:pt x="0" y="0"/>
                </a:lnTo>
                <a:close/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Rectangle 12"/>
          <p:cNvSpPr>
            <a:spLocks noChangeArrowheads="1"/>
          </p:cNvSpPr>
          <p:nvPr/>
        </p:nvSpPr>
        <p:spPr bwMode="auto">
          <a:xfrm>
            <a:off x="423863" y="314325"/>
            <a:ext cx="56118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10.3  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读图方法  </a:t>
            </a:r>
          </a:p>
        </p:txBody>
      </p:sp>
      <p:sp>
        <p:nvSpPr>
          <p:cNvPr id="13" name="Text Box 3" descr="紫色网格"/>
          <p:cNvSpPr txBox="1">
            <a:spLocks noChangeArrowheads="1"/>
          </p:cNvSpPr>
          <p:nvPr/>
        </p:nvSpPr>
        <p:spPr bwMode="auto">
          <a:xfrm>
            <a:off x="1211265" y="5740261"/>
            <a:ext cx="6807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提示：遇到多解情况，只需正确画出一种情况。</a:t>
            </a:r>
            <a:endParaRPr lang="zh-CN" altLang="en-US" sz="24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/>
      <p:bldP spid="212995" grpId="0" build="p" autoUpdateAnimBg="0"/>
      <p:bldP spid="212999" grpId="0" animBg="1"/>
      <p:bldP spid="213000" grpId="0" animBg="1"/>
      <p:bldP spid="213001" grpId="0" animBg="1"/>
      <p:bldP spid="213002" grpId="0" animBg="1"/>
      <p:bldP spid="13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78C91FC9-8EF0-4B3D-BFB5-50FF38B5F232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14018" name="Group 2"/>
          <p:cNvGrpSpPr>
            <a:grpSpLocks/>
          </p:cNvGrpSpPr>
          <p:nvPr/>
        </p:nvGrpSpPr>
        <p:grpSpPr bwMode="auto">
          <a:xfrm>
            <a:off x="720725" y="3408363"/>
            <a:ext cx="1560513" cy="1568450"/>
            <a:chOff x="454" y="2147"/>
            <a:chExt cx="983" cy="988"/>
          </a:xfrm>
        </p:grpSpPr>
        <p:grpSp>
          <p:nvGrpSpPr>
            <p:cNvPr id="17487" name="Group 3"/>
            <p:cNvGrpSpPr>
              <a:grpSpLocks/>
            </p:cNvGrpSpPr>
            <p:nvPr/>
          </p:nvGrpSpPr>
          <p:grpSpPr bwMode="auto">
            <a:xfrm>
              <a:off x="539" y="2230"/>
              <a:ext cx="808" cy="808"/>
              <a:chOff x="539" y="2230"/>
              <a:chExt cx="808" cy="808"/>
            </a:xfrm>
          </p:grpSpPr>
          <p:sp>
            <p:nvSpPr>
              <p:cNvPr id="17497" name="Oval 4"/>
              <p:cNvSpPr>
                <a:spLocks noChangeArrowheads="1"/>
              </p:cNvSpPr>
              <p:nvPr/>
            </p:nvSpPr>
            <p:spPr bwMode="auto">
              <a:xfrm>
                <a:off x="539" y="2230"/>
                <a:ext cx="808" cy="808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7498" name="Oval 5"/>
              <p:cNvSpPr>
                <a:spLocks noChangeArrowheads="1"/>
              </p:cNvSpPr>
              <p:nvPr/>
            </p:nvSpPr>
            <p:spPr bwMode="auto">
              <a:xfrm>
                <a:off x="677" y="2371"/>
                <a:ext cx="530" cy="530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17488" name="Group 6"/>
            <p:cNvGrpSpPr>
              <a:grpSpLocks/>
            </p:cNvGrpSpPr>
            <p:nvPr/>
          </p:nvGrpSpPr>
          <p:grpSpPr bwMode="auto">
            <a:xfrm>
              <a:off x="454" y="2147"/>
              <a:ext cx="983" cy="988"/>
              <a:chOff x="454" y="2147"/>
              <a:chExt cx="983" cy="988"/>
            </a:xfrm>
          </p:grpSpPr>
          <p:grpSp>
            <p:nvGrpSpPr>
              <p:cNvPr id="17489" name="Group 7"/>
              <p:cNvGrpSpPr>
                <a:grpSpLocks/>
              </p:cNvGrpSpPr>
              <p:nvPr/>
            </p:nvGrpSpPr>
            <p:grpSpPr bwMode="auto">
              <a:xfrm>
                <a:off x="454" y="2637"/>
                <a:ext cx="983" cy="0"/>
                <a:chOff x="454" y="2637"/>
                <a:chExt cx="983" cy="0"/>
              </a:xfrm>
            </p:grpSpPr>
            <p:sp>
              <p:nvSpPr>
                <p:cNvPr id="17494" name="Line 8"/>
                <p:cNvSpPr>
                  <a:spLocks noChangeShapeType="1"/>
                </p:cNvSpPr>
                <p:nvPr/>
              </p:nvSpPr>
              <p:spPr bwMode="auto">
                <a:xfrm>
                  <a:off x="454" y="2637"/>
                  <a:ext cx="58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95" name="Line 9"/>
                <p:cNvSpPr>
                  <a:spLocks noChangeShapeType="1"/>
                </p:cNvSpPr>
                <p:nvPr/>
              </p:nvSpPr>
              <p:spPr bwMode="auto">
                <a:xfrm>
                  <a:off x="1066" y="2637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96" name="Line 10"/>
                <p:cNvSpPr>
                  <a:spLocks noChangeShapeType="1"/>
                </p:cNvSpPr>
                <p:nvPr/>
              </p:nvSpPr>
              <p:spPr bwMode="auto">
                <a:xfrm>
                  <a:off x="1126" y="2637"/>
                  <a:ext cx="31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90" name="Group 11"/>
              <p:cNvGrpSpPr>
                <a:grpSpLocks/>
              </p:cNvGrpSpPr>
              <p:nvPr/>
            </p:nvGrpSpPr>
            <p:grpSpPr bwMode="auto">
              <a:xfrm>
                <a:off x="944" y="2147"/>
                <a:ext cx="1" cy="988"/>
                <a:chOff x="944" y="2147"/>
                <a:chExt cx="1" cy="988"/>
              </a:xfrm>
            </p:grpSpPr>
            <p:sp>
              <p:nvSpPr>
                <p:cNvPr id="17491" name="Line 12"/>
                <p:cNvSpPr>
                  <a:spLocks noChangeShapeType="1"/>
                </p:cNvSpPr>
                <p:nvPr/>
              </p:nvSpPr>
              <p:spPr bwMode="auto">
                <a:xfrm rot="-5400000">
                  <a:off x="773" y="2964"/>
                  <a:ext cx="3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92" name="Line 13"/>
                <p:cNvSpPr>
                  <a:spLocks noChangeShapeType="1"/>
                </p:cNvSpPr>
                <p:nvPr/>
              </p:nvSpPr>
              <p:spPr bwMode="auto">
                <a:xfrm rot="-5400000">
                  <a:off x="930" y="2746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93" name="Line 14"/>
                <p:cNvSpPr>
                  <a:spLocks noChangeShapeType="1"/>
                </p:cNvSpPr>
                <p:nvPr/>
              </p:nvSpPr>
              <p:spPr bwMode="auto">
                <a:xfrm rot="-5400000">
                  <a:off x="665" y="2427"/>
                  <a:ext cx="5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14031" name="Group 15"/>
          <p:cNvGrpSpPr>
            <a:grpSpLocks/>
          </p:cNvGrpSpPr>
          <p:nvPr/>
        </p:nvGrpSpPr>
        <p:grpSpPr bwMode="auto">
          <a:xfrm>
            <a:off x="854075" y="1733550"/>
            <a:ext cx="1284288" cy="1198563"/>
            <a:chOff x="538" y="1092"/>
            <a:chExt cx="809" cy="755"/>
          </a:xfrm>
        </p:grpSpPr>
        <p:grpSp>
          <p:nvGrpSpPr>
            <p:cNvPr id="17480" name="Group 16"/>
            <p:cNvGrpSpPr>
              <a:grpSpLocks/>
            </p:cNvGrpSpPr>
            <p:nvPr/>
          </p:nvGrpSpPr>
          <p:grpSpPr bwMode="auto">
            <a:xfrm>
              <a:off x="538" y="1157"/>
              <a:ext cx="809" cy="623"/>
              <a:chOff x="538" y="1157"/>
              <a:chExt cx="809" cy="623"/>
            </a:xfrm>
          </p:grpSpPr>
          <p:sp>
            <p:nvSpPr>
              <p:cNvPr id="17485" name="Rectangle 17"/>
              <p:cNvSpPr>
                <a:spLocks noChangeArrowheads="1"/>
              </p:cNvSpPr>
              <p:nvPr/>
            </p:nvSpPr>
            <p:spPr bwMode="auto">
              <a:xfrm>
                <a:off x="538" y="1476"/>
                <a:ext cx="809" cy="304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7486" name="Rectangle 18"/>
              <p:cNvSpPr>
                <a:spLocks noChangeArrowheads="1"/>
              </p:cNvSpPr>
              <p:nvPr/>
            </p:nvSpPr>
            <p:spPr bwMode="auto">
              <a:xfrm>
                <a:off x="671" y="1157"/>
                <a:ext cx="543" cy="318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17481" name="Group 19"/>
            <p:cNvGrpSpPr>
              <a:grpSpLocks/>
            </p:cNvGrpSpPr>
            <p:nvPr/>
          </p:nvGrpSpPr>
          <p:grpSpPr bwMode="auto">
            <a:xfrm>
              <a:off x="944" y="1092"/>
              <a:ext cx="0" cy="755"/>
              <a:chOff x="944" y="1092"/>
              <a:chExt cx="0" cy="755"/>
            </a:xfrm>
          </p:grpSpPr>
          <p:sp>
            <p:nvSpPr>
              <p:cNvPr id="17482" name="Line 20"/>
              <p:cNvSpPr>
                <a:spLocks noChangeShapeType="1"/>
              </p:cNvSpPr>
              <p:nvPr/>
            </p:nvSpPr>
            <p:spPr bwMode="auto">
              <a:xfrm rot="-5400000">
                <a:off x="930" y="157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7483" name="Line 21"/>
              <p:cNvSpPr>
                <a:spLocks noChangeShapeType="1"/>
              </p:cNvSpPr>
              <p:nvPr/>
            </p:nvSpPr>
            <p:spPr bwMode="auto">
              <a:xfrm rot="-5400000">
                <a:off x="720" y="1316"/>
                <a:ext cx="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7484" name="Line 22"/>
              <p:cNvSpPr>
                <a:spLocks noChangeShapeType="1"/>
              </p:cNvSpPr>
              <p:nvPr/>
            </p:nvSpPr>
            <p:spPr bwMode="auto">
              <a:xfrm flipV="1">
                <a:off x="944" y="1616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4039" name="Group 23"/>
          <p:cNvGrpSpPr>
            <a:grpSpLocks/>
          </p:cNvGrpSpPr>
          <p:nvPr/>
        </p:nvGrpSpPr>
        <p:grpSpPr bwMode="auto">
          <a:xfrm>
            <a:off x="2757488" y="3422650"/>
            <a:ext cx="1560512" cy="1568450"/>
            <a:chOff x="1737" y="2156"/>
            <a:chExt cx="983" cy="988"/>
          </a:xfrm>
        </p:grpSpPr>
        <p:grpSp>
          <p:nvGrpSpPr>
            <p:cNvPr id="17468" name="Group 24"/>
            <p:cNvGrpSpPr>
              <a:grpSpLocks/>
            </p:cNvGrpSpPr>
            <p:nvPr/>
          </p:nvGrpSpPr>
          <p:grpSpPr bwMode="auto">
            <a:xfrm>
              <a:off x="1821" y="2240"/>
              <a:ext cx="808" cy="808"/>
              <a:chOff x="1821" y="2240"/>
              <a:chExt cx="808" cy="808"/>
            </a:xfrm>
          </p:grpSpPr>
          <p:sp>
            <p:nvSpPr>
              <p:cNvPr id="17478" name="Oval 25"/>
              <p:cNvSpPr>
                <a:spLocks noChangeArrowheads="1"/>
              </p:cNvSpPr>
              <p:nvPr/>
            </p:nvSpPr>
            <p:spPr bwMode="auto">
              <a:xfrm>
                <a:off x="1821" y="2240"/>
                <a:ext cx="808" cy="808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7479" name="Oval 26"/>
              <p:cNvSpPr>
                <a:spLocks noChangeArrowheads="1"/>
              </p:cNvSpPr>
              <p:nvPr/>
            </p:nvSpPr>
            <p:spPr bwMode="auto">
              <a:xfrm>
                <a:off x="1962" y="2381"/>
                <a:ext cx="530" cy="530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17469" name="Group 27"/>
            <p:cNvGrpSpPr>
              <a:grpSpLocks/>
            </p:cNvGrpSpPr>
            <p:nvPr/>
          </p:nvGrpSpPr>
          <p:grpSpPr bwMode="auto">
            <a:xfrm>
              <a:off x="1737" y="2156"/>
              <a:ext cx="983" cy="988"/>
              <a:chOff x="454" y="2147"/>
              <a:chExt cx="983" cy="988"/>
            </a:xfrm>
          </p:grpSpPr>
          <p:grpSp>
            <p:nvGrpSpPr>
              <p:cNvPr id="17470" name="Group 28"/>
              <p:cNvGrpSpPr>
                <a:grpSpLocks/>
              </p:cNvGrpSpPr>
              <p:nvPr/>
            </p:nvGrpSpPr>
            <p:grpSpPr bwMode="auto">
              <a:xfrm>
                <a:off x="454" y="2637"/>
                <a:ext cx="983" cy="0"/>
                <a:chOff x="454" y="2637"/>
                <a:chExt cx="983" cy="0"/>
              </a:xfrm>
            </p:grpSpPr>
            <p:sp>
              <p:nvSpPr>
                <p:cNvPr id="17475" name="Line 29"/>
                <p:cNvSpPr>
                  <a:spLocks noChangeShapeType="1"/>
                </p:cNvSpPr>
                <p:nvPr/>
              </p:nvSpPr>
              <p:spPr bwMode="auto">
                <a:xfrm>
                  <a:off x="454" y="2637"/>
                  <a:ext cx="58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76" name="Line 30"/>
                <p:cNvSpPr>
                  <a:spLocks noChangeShapeType="1"/>
                </p:cNvSpPr>
                <p:nvPr/>
              </p:nvSpPr>
              <p:spPr bwMode="auto">
                <a:xfrm>
                  <a:off x="1066" y="2637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77" name="Line 31"/>
                <p:cNvSpPr>
                  <a:spLocks noChangeShapeType="1"/>
                </p:cNvSpPr>
                <p:nvPr/>
              </p:nvSpPr>
              <p:spPr bwMode="auto">
                <a:xfrm>
                  <a:off x="1126" y="2637"/>
                  <a:ext cx="31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71" name="Group 32"/>
              <p:cNvGrpSpPr>
                <a:grpSpLocks/>
              </p:cNvGrpSpPr>
              <p:nvPr/>
            </p:nvGrpSpPr>
            <p:grpSpPr bwMode="auto">
              <a:xfrm>
                <a:off x="944" y="2147"/>
                <a:ext cx="1" cy="988"/>
                <a:chOff x="944" y="2147"/>
                <a:chExt cx="1" cy="988"/>
              </a:xfrm>
            </p:grpSpPr>
            <p:sp>
              <p:nvSpPr>
                <p:cNvPr id="17472" name="Line 33"/>
                <p:cNvSpPr>
                  <a:spLocks noChangeShapeType="1"/>
                </p:cNvSpPr>
                <p:nvPr/>
              </p:nvSpPr>
              <p:spPr bwMode="auto">
                <a:xfrm rot="-5400000">
                  <a:off x="773" y="2964"/>
                  <a:ext cx="3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73" name="Line 34"/>
                <p:cNvSpPr>
                  <a:spLocks noChangeShapeType="1"/>
                </p:cNvSpPr>
                <p:nvPr/>
              </p:nvSpPr>
              <p:spPr bwMode="auto">
                <a:xfrm rot="-5400000">
                  <a:off x="930" y="2746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74" name="Line 35"/>
                <p:cNvSpPr>
                  <a:spLocks noChangeShapeType="1"/>
                </p:cNvSpPr>
                <p:nvPr/>
              </p:nvSpPr>
              <p:spPr bwMode="auto">
                <a:xfrm rot="-5400000">
                  <a:off x="665" y="2427"/>
                  <a:ext cx="5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14052" name="Group 36"/>
          <p:cNvGrpSpPr>
            <a:grpSpLocks/>
          </p:cNvGrpSpPr>
          <p:nvPr/>
        </p:nvGrpSpPr>
        <p:grpSpPr bwMode="auto">
          <a:xfrm>
            <a:off x="2890838" y="1770063"/>
            <a:ext cx="1287462" cy="1198562"/>
            <a:chOff x="1821" y="1115"/>
            <a:chExt cx="811" cy="755"/>
          </a:xfrm>
        </p:grpSpPr>
        <p:sp>
          <p:nvSpPr>
            <p:cNvPr id="17463" name="Freeform 37"/>
            <p:cNvSpPr>
              <a:spLocks/>
            </p:cNvSpPr>
            <p:nvPr/>
          </p:nvSpPr>
          <p:spPr bwMode="auto">
            <a:xfrm>
              <a:off x="1821" y="1174"/>
              <a:ext cx="811" cy="609"/>
            </a:xfrm>
            <a:custGeom>
              <a:avLst/>
              <a:gdLst>
                <a:gd name="T0" fmla="*/ 149 w 811"/>
                <a:gd name="T1" fmla="*/ 0 h 609"/>
                <a:gd name="T2" fmla="*/ 0 w 811"/>
                <a:gd name="T3" fmla="*/ 609 h 609"/>
                <a:gd name="T4" fmla="*/ 811 w 811"/>
                <a:gd name="T5" fmla="*/ 609 h 609"/>
                <a:gd name="T6" fmla="*/ 677 w 811"/>
                <a:gd name="T7" fmla="*/ 0 h 609"/>
                <a:gd name="T8" fmla="*/ 149 w 811"/>
                <a:gd name="T9" fmla="*/ 0 h 6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1" h="609">
                  <a:moveTo>
                    <a:pt x="149" y="0"/>
                  </a:moveTo>
                  <a:lnTo>
                    <a:pt x="0" y="609"/>
                  </a:lnTo>
                  <a:lnTo>
                    <a:pt x="811" y="609"/>
                  </a:lnTo>
                  <a:lnTo>
                    <a:pt x="677" y="0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FFFF"/>
            </a:solidFill>
            <a:ln w="5715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64" name="Group 38"/>
            <p:cNvGrpSpPr>
              <a:grpSpLocks/>
            </p:cNvGrpSpPr>
            <p:nvPr/>
          </p:nvGrpSpPr>
          <p:grpSpPr bwMode="auto">
            <a:xfrm>
              <a:off x="2227" y="1115"/>
              <a:ext cx="0" cy="755"/>
              <a:chOff x="944" y="1092"/>
              <a:chExt cx="0" cy="755"/>
            </a:xfrm>
          </p:grpSpPr>
          <p:sp>
            <p:nvSpPr>
              <p:cNvPr id="17465" name="Line 39"/>
              <p:cNvSpPr>
                <a:spLocks noChangeShapeType="1"/>
              </p:cNvSpPr>
              <p:nvPr/>
            </p:nvSpPr>
            <p:spPr bwMode="auto">
              <a:xfrm rot="-5400000">
                <a:off x="930" y="157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7466" name="Line 40"/>
              <p:cNvSpPr>
                <a:spLocks noChangeShapeType="1"/>
              </p:cNvSpPr>
              <p:nvPr/>
            </p:nvSpPr>
            <p:spPr bwMode="auto">
              <a:xfrm rot="-5400000">
                <a:off x="720" y="1316"/>
                <a:ext cx="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7467" name="Line 41"/>
              <p:cNvSpPr>
                <a:spLocks noChangeShapeType="1"/>
              </p:cNvSpPr>
              <p:nvPr/>
            </p:nvSpPr>
            <p:spPr bwMode="auto">
              <a:xfrm flipV="1">
                <a:off x="944" y="1616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4058" name="Group 42"/>
          <p:cNvGrpSpPr>
            <a:grpSpLocks/>
          </p:cNvGrpSpPr>
          <p:nvPr/>
        </p:nvGrpSpPr>
        <p:grpSpPr bwMode="auto">
          <a:xfrm>
            <a:off x="4975225" y="1720850"/>
            <a:ext cx="1290638" cy="1198563"/>
            <a:chOff x="3134" y="1084"/>
            <a:chExt cx="813" cy="755"/>
          </a:xfrm>
        </p:grpSpPr>
        <p:grpSp>
          <p:nvGrpSpPr>
            <p:cNvPr id="17456" name="Group 43"/>
            <p:cNvGrpSpPr>
              <a:grpSpLocks/>
            </p:cNvGrpSpPr>
            <p:nvPr/>
          </p:nvGrpSpPr>
          <p:grpSpPr bwMode="auto">
            <a:xfrm>
              <a:off x="3134" y="1150"/>
              <a:ext cx="813" cy="621"/>
              <a:chOff x="3134" y="1150"/>
              <a:chExt cx="813" cy="621"/>
            </a:xfrm>
          </p:grpSpPr>
          <p:sp>
            <p:nvSpPr>
              <p:cNvPr id="17461" name="Oval 44"/>
              <p:cNvSpPr>
                <a:spLocks noChangeArrowheads="1"/>
              </p:cNvSpPr>
              <p:nvPr/>
            </p:nvSpPr>
            <p:spPr bwMode="auto">
              <a:xfrm>
                <a:off x="3286" y="1150"/>
                <a:ext cx="518" cy="518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7462" name="Rectangle 45"/>
              <p:cNvSpPr>
                <a:spLocks noChangeArrowheads="1"/>
              </p:cNvSpPr>
              <p:nvPr/>
            </p:nvSpPr>
            <p:spPr bwMode="auto">
              <a:xfrm>
                <a:off x="3134" y="1413"/>
                <a:ext cx="813" cy="358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17457" name="Group 46"/>
            <p:cNvGrpSpPr>
              <a:grpSpLocks/>
            </p:cNvGrpSpPr>
            <p:nvPr/>
          </p:nvGrpSpPr>
          <p:grpSpPr bwMode="auto">
            <a:xfrm>
              <a:off x="3546" y="1084"/>
              <a:ext cx="0" cy="755"/>
              <a:chOff x="944" y="1092"/>
              <a:chExt cx="0" cy="755"/>
            </a:xfrm>
          </p:grpSpPr>
          <p:sp>
            <p:nvSpPr>
              <p:cNvPr id="17458" name="Line 47"/>
              <p:cNvSpPr>
                <a:spLocks noChangeShapeType="1"/>
              </p:cNvSpPr>
              <p:nvPr/>
            </p:nvSpPr>
            <p:spPr bwMode="auto">
              <a:xfrm rot="-5400000">
                <a:off x="930" y="157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7459" name="Line 48"/>
              <p:cNvSpPr>
                <a:spLocks noChangeShapeType="1"/>
              </p:cNvSpPr>
              <p:nvPr/>
            </p:nvSpPr>
            <p:spPr bwMode="auto">
              <a:xfrm rot="-5400000">
                <a:off x="720" y="1316"/>
                <a:ext cx="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7460" name="Line 49"/>
              <p:cNvSpPr>
                <a:spLocks noChangeShapeType="1"/>
              </p:cNvSpPr>
              <p:nvPr/>
            </p:nvSpPr>
            <p:spPr bwMode="auto">
              <a:xfrm flipV="1">
                <a:off x="944" y="1616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4066" name="Group 50"/>
          <p:cNvGrpSpPr>
            <a:grpSpLocks/>
          </p:cNvGrpSpPr>
          <p:nvPr/>
        </p:nvGrpSpPr>
        <p:grpSpPr bwMode="auto">
          <a:xfrm>
            <a:off x="4849813" y="3411538"/>
            <a:ext cx="1560512" cy="1568450"/>
            <a:chOff x="3055" y="2149"/>
            <a:chExt cx="983" cy="988"/>
          </a:xfrm>
        </p:grpSpPr>
        <p:grpSp>
          <p:nvGrpSpPr>
            <p:cNvPr id="17444" name="Group 51"/>
            <p:cNvGrpSpPr>
              <a:grpSpLocks/>
            </p:cNvGrpSpPr>
            <p:nvPr/>
          </p:nvGrpSpPr>
          <p:grpSpPr bwMode="auto">
            <a:xfrm>
              <a:off x="3139" y="2236"/>
              <a:ext cx="808" cy="808"/>
              <a:chOff x="3139" y="2236"/>
              <a:chExt cx="808" cy="808"/>
            </a:xfrm>
          </p:grpSpPr>
          <p:sp>
            <p:nvSpPr>
              <p:cNvPr id="17454" name="Oval 52"/>
              <p:cNvSpPr>
                <a:spLocks noChangeArrowheads="1"/>
              </p:cNvSpPr>
              <p:nvPr/>
            </p:nvSpPr>
            <p:spPr bwMode="auto">
              <a:xfrm>
                <a:off x="3139" y="2236"/>
                <a:ext cx="808" cy="808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7455" name="Oval 53"/>
              <p:cNvSpPr>
                <a:spLocks noChangeArrowheads="1"/>
              </p:cNvSpPr>
              <p:nvPr/>
            </p:nvSpPr>
            <p:spPr bwMode="auto">
              <a:xfrm>
                <a:off x="3277" y="2371"/>
                <a:ext cx="530" cy="530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17445" name="Group 54"/>
            <p:cNvGrpSpPr>
              <a:grpSpLocks/>
            </p:cNvGrpSpPr>
            <p:nvPr/>
          </p:nvGrpSpPr>
          <p:grpSpPr bwMode="auto">
            <a:xfrm>
              <a:off x="3055" y="2149"/>
              <a:ext cx="983" cy="988"/>
              <a:chOff x="454" y="2147"/>
              <a:chExt cx="983" cy="988"/>
            </a:xfrm>
          </p:grpSpPr>
          <p:grpSp>
            <p:nvGrpSpPr>
              <p:cNvPr id="17446" name="Group 55"/>
              <p:cNvGrpSpPr>
                <a:grpSpLocks/>
              </p:cNvGrpSpPr>
              <p:nvPr/>
            </p:nvGrpSpPr>
            <p:grpSpPr bwMode="auto">
              <a:xfrm>
                <a:off x="454" y="2637"/>
                <a:ext cx="983" cy="0"/>
                <a:chOff x="454" y="2637"/>
                <a:chExt cx="983" cy="0"/>
              </a:xfrm>
            </p:grpSpPr>
            <p:sp>
              <p:nvSpPr>
                <p:cNvPr id="17451" name="Line 56"/>
                <p:cNvSpPr>
                  <a:spLocks noChangeShapeType="1"/>
                </p:cNvSpPr>
                <p:nvPr/>
              </p:nvSpPr>
              <p:spPr bwMode="auto">
                <a:xfrm>
                  <a:off x="454" y="2637"/>
                  <a:ext cx="58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52" name="Line 57"/>
                <p:cNvSpPr>
                  <a:spLocks noChangeShapeType="1"/>
                </p:cNvSpPr>
                <p:nvPr/>
              </p:nvSpPr>
              <p:spPr bwMode="auto">
                <a:xfrm>
                  <a:off x="1066" y="2637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53" name="Line 58"/>
                <p:cNvSpPr>
                  <a:spLocks noChangeShapeType="1"/>
                </p:cNvSpPr>
                <p:nvPr/>
              </p:nvSpPr>
              <p:spPr bwMode="auto">
                <a:xfrm>
                  <a:off x="1126" y="2637"/>
                  <a:ext cx="31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47" name="Group 59"/>
              <p:cNvGrpSpPr>
                <a:grpSpLocks/>
              </p:cNvGrpSpPr>
              <p:nvPr/>
            </p:nvGrpSpPr>
            <p:grpSpPr bwMode="auto">
              <a:xfrm>
                <a:off x="944" y="2147"/>
                <a:ext cx="1" cy="988"/>
                <a:chOff x="944" y="2147"/>
                <a:chExt cx="1" cy="988"/>
              </a:xfrm>
            </p:grpSpPr>
            <p:sp>
              <p:nvSpPr>
                <p:cNvPr id="17448" name="Line 60"/>
                <p:cNvSpPr>
                  <a:spLocks noChangeShapeType="1"/>
                </p:cNvSpPr>
                <p:nvPr/>
              </p:nvSpPr>
              <p:spPr bwMode="auto">
                <a:xfrm rot="-5400000">
                  <a:off x="773" y="2964"/>
                  <a:ext cx="3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49" name="Line 61"/>
                <p:cNvSpPr>
                  <a:spLocks noChangeShapeType="1"/>
                </p:cNvSpPr>
                <p:nvPr/>
              </p:nvSpPr>
              <p:spPr bwMode="auto">
                <a:xfrm rot="-5400000">
                  <a:off x="930" y="2746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50" name="Line 62"/>
                <p:cNvSpPr>
                  <a:spLocks noChangeShapeType="1"/>
                </p:cNvSpPr>
                <p:nvPr/>
              </p:nvSpPr>
              <p:spPr bwMode="auto">
                <a:xfrm rot="-5400000">
                  <a:off x="665" y="2427"/>
                  <a:ext cx="5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14079" name="Group 63"/>
          <p:cNvGrpSpPr>
            <a:grpSpLocks/>
          </p:cNvGrpSpPr>
          <p:nvPr/>
        </p:nvGrpSpPr>
        <p:grpSpPr bwMode="auto">
          <a:xfrm>
            <a:off x="6884988" y="3424238"/>
            <a:ext cx="1560512" cy="1568450"/>
            <a:chOff x="4337" y="2157"/>
            <a:chExt cx="983" cy="988"/>
          </a:xfrm>
        </p:grpSpPr>
        <p:grpSp>
          <p:nvGrpSpPr>
            <p:cNvPr id="17432" name="Group 64"/>
            <p:cNvGrpSpPr>
              <a:grpSpLocks/>
            </p:cNvGrpSpPr>
            <p:nvPr/>
          </p:nvGrpSpPr>
          <p:grpSpPr bwMode="auto">
            <a:xfrm>
              <a:off x="4424" y="2243"/>
              <a:ext cx="808" cy="808"/>
              <a:chOff x="4424" y="2243"/>
              <a:chExt cx="808" cy="808"/>
            </a:xfrm>
          </p:grpSpPr>
          <p:sp>
            <p:nvSpPr>
              <p:cNvPr id="17442" name="Oval 65"/>
              <p:cNvSpPr>
                <a:spLocks noChangeArrowheads="1"/>
              </p:cNvSpPr>
              <p:nvPr/>
            </p:nvSpPr>
            <p:spPr bwMode="auto">
              <a:xfrm>
                <a:off x="4424" y="2243"/>
                <a:ext cx="808" cy="808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7443" name="Oval 66"/>
              <p:cNvSpPr>
                <a:spLocks noChangeArrowheads="1"/>
              </p:cNvSpPr>
              <p:nvPr/>
            </p:nvSpPr>
            <p:spPr bwMode="auto">
              <a:xfrm>
                <a:off x="4565" y="2378"/>
                <a:ext cx="530" cy="530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17433" name="Group 67"/>
            <p:cNvGrpSpPr>
              <a:grpSpLocks/>
            </p:cNvGrpSpPr>
            <p:nvPr/>
          </p:nvGrpSpPr>
          <p:grpSpPr bwMode="auto">
            <a:xfrm>
              <a:off x="4337" y="2157"/>
              <a:ext cx="983" cy="988"/>
              <a:chOff x="454" y="2147"/>
              <a:chExt cx="983" cy="988"/>
            </a:xfrm>
          </p:grpSpPr>
          <p:grpSp>
            <p:nvGrpSpPr>
              <p:cNvPr id="17434" name="Group 68"/>
              <p:cNvGrpSpPr>
                <a:grpSpLocks/>
              </p:cNvGrpSpPr>
              <p:nvPr/>
            </p:nvGrpSpPr>
            <p:grpSpPr bwMode="auto">
              <a:xfrm>
                <a:off x="454" y="2637"/>
                <a:ext cx="983" cy="0"/>
                <a:chOff x="454" y="2637"/>
                <a:chExt cx="983" cy="0"/>
              </a:xfrm>
            </p:grpSpPr>
            <p:sp>
              <p:nvSpPr>
                <p:cNvPr id="17439" name="Line 69"/>
                <p:cNvSpPr>
                  <a:spLocks noChangeShapeType="1"/>
                </p:cNvSpPr>
                <p:nvPr/>
              </p:nvSpPr>
              <p:spPr bwMode="auto">
                <a:xfrm>
                  <a:off x="454" y="2637"/>
                  <a:ext cx="58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40" name="Line 70"/>
                <p:cNvSpPr>
                  <a:spLocks noChangeShapeType="1"/>
                </p:cNvSpPr>
                <p:nvPr/>
              </p:nvSpPr>
              <p:spPr bwMode="auto">
                <a:xfrm>
                  <a:off x="1066" y="2637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41" name="Line 71"/>
                <p:cNvSpPr>
                  <a:spLocks noChangeShapeType="1"/>
                </p:cNvSpPr>
                <p:nvPr/>
              </p:nvSpPr>
              <p:spPr bwMode="auto">
                <a:xfrm>
                  <a:off x="1126" y="2637"/>
                  <a:ext cx="31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35" name="Group 72"/>
              <p:cNvGrpSpPr>
                <a:grpSpLocks/>
              </p:cNvGrpSpPr>
              <p:nvPr/>
            </p:nvGrpSpPr>
            <p:grpSpPr bwMode="auto">
              <a:xfrm>
                <a:off x="944" y="2147"/>
                <a:ext cx="1" cy="988"/>
                <a:chOff x="944" y="2147"/>
                <a:chExt cx="1" cy="988"/>
              </a:xfrm>
            </p:grpSpPr>
            <p:sp>
              <p:nvSpPr>
                <p:cNvPr id="17436" name="Line 73"/>
                <p:cNvSpPr>
                  <a:spLocks noChangeShapeType="1"/>
                </p:cNvSpPr>
                <p:nvPr/>
              </p:nvSpPr>
              <p:spPr bwMode="auto">
                <a:xfrm rot="-5400000">
                  <a:off x="773" y="2964"/>
                  <a:ext cx="3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37" name="Line 74"/>
                <p:cNvSpPr>
                  <a:spLocks noChangeShapeType="1"/>
                </p:cNvSpPr>
                <p:nvPr/>
              </p:nvSpPr>
              <p:spPr bwMode="auto">
                <a:xfrm rot="-5400000">
                  <a:off x="930" y="2746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7438" name="Line 75"/>
                <p:cNvSpPr>
                  <a:spLocks noChangeShapeType="1"/>
                </p:cNvSpPr>
                <p:nvPr/>
              </p:nvSpPr>
              <p:spPr bwMode="auto">
                <a:xfrm rot="-5400000">
                  <a:off x="665" y="2427"/>
                  <a:ext cx="5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14092" name="Group 76"/>
          <p:cNvGrpSpPr>
            <a:grpSpLocks/>
          </p:cNvGrpSpPr>
          <p:nvPr/>
        </p:nvGrpSpPr>
        <p:grpSpPr bwMode="auto">
          <a:xfrm>
            <a:off x="7027863" y="1457325"/>
            <a:ext cx="1273175" cy="1568450"/>
            <a:chOff x="4427" y="918"/>
            <a:chExt cx="802" cy="988"/>
          </a:xfrm>
        </p:grpSpPr>
        <p:grpSp>
          <p:nvGrpSpPr>
            <p:cNvPr id="17419" name="Group 77"/>
            <p:cNvGrpSpPr>
              <a:grpSpLocks/>
            </p:cNvGrpSpPr>
            <p:nvPr/>
          </p:nvGrpSpPr>
          <p:grpSpPr bwMode="auto">
            <a:xfrm>
              <a:off x="4427" y="1042"/>
              <a:ext cx="802" cy="757"/>
              <a:chOff x="4427" y="1042"/>
              <a:chExt cx="802" cy="757"/>
            </a:xfrm>
          </p:grpSpPr>
          <p:sp>
            <p:nvSpPr>
              <p:cNvPr id="17426" name="Rectangle 78"/>
              <p:cNvSpPr>
                <a:spLocks noChangeArrowheads="1"/>
              </p:cNvSpPr>
              <p:nvPr/>
            </p:nvSpPr>
            <p:spPr bwMode="auto">
              <a:xfrm>
                <a:off x="4427" y="1042"/>
                <a:ext cx="802" cy="757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7427" name="Line 79"/>
              <p:cNvSpPr>
                <a:spLocks noChangeShapeType="1"/>
              </p:cNvSpPr>
              <p:nvPr/>
            </p:nvSpPr>
            <p:spPr bwMode="auto">
              <a:xfrm>
                <a:off x="4564" y="1046"/>
                <a:ext cx="0" cy="27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8" name="Line 80"/>
              <p:cNvSpPr>
                <a:spLocks noChangeShapeType="1"/>
              </p:cNvSpPr>
              <p:nvPr/>
            </p:nvSpPr>
            <p:spPr bwMode="auto">
              <a:xfrm>
                <a:off x="5096" y="1048"/>
                <a:ext cx="0" cy="2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9" name="Line 81"/>
              <p:cNvSpPr>
                <a:spLocks noChangeShapeType="1"/>
              </p:cNvSpPr>
              <p:nvPr/>
            </p:nvSpPr>
            <p:spPr bwMode="auto">
              <a:xfrm>
                <a:off x="4562" y="1315"/>
                <a:ext cx="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0" name="Line 82"/>
              <p:cNvSpPr>
                <a:spLocks noChangeShapeType="1"/>
              </p:cNvSpPr>
              <p:nvPr/>
            </p:nvSpPr>
            <p:spPr bwMode="auto">
              <a:xfrm flipV="1">
                <a:off x="4823" y="1315"/>
                <a:ext cx="270" cy="3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1" name="Line 83"/>
              <p:cNvSpPr>
                <a:spLocks noChangeShapeType="1"/>
              </p:cNvSpPr>
              <p:nvPr/>
            </p:nvSpPr>
            <p:spPr bwMode="auto">
              <a:xfrm>
                <a:off x="4562" y="1315"/>
                <a:ext cx="267" cy="3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420" name="Group 84"/>
            <p:cNvGrpSpPr>
              <a:grpSpLocks/>
            </p:cNvGrpSpPr>
            <p:nvPr/>
          </p:nvGrpSpPr>
          <p:grpSpPr bwMode="auto">
            <a:xfrm>
              <a:off x="4830" y="918"/>
              <a:ext cx="1" cy="988"/>
              <a:chOff x="944" y="2147"/>
              <a:chExt cx="1" cy="988"/>
            </a:xfrm>
          </p:grpSpPr>
          <p:sp>
            <p:nvSpPr>
              <p:cNvPr id="17423" name="Line 85"/>
              <p:cNvSpPr>
                <a:spLocks noChangeShapeType="1"/>
              </p:cNvSpPr>
              <p:nvPr/>
            </p:nvSpPr>
            <p:spPr bwMode="auto">
              <a:xfrm rot="-5400000">
                <a:off x="773" y="2964"/>
                <a:ext cx="3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7424" name="Line 86"/>
              <p:cNvSpPr>
                <a:spLocks noChangeShapeType="1"/>
              </p:cNvSpPr>
              <p:nvPr/>
            </p:nvSpPr>
            <p:spPr bwMode="auto">
              <a:xfrm rot="-5400000">
                <a:off x="930" y="2746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7425" name="Line 87"/>
              <p:cNvSpPr>
                <a:spLocks noChangeShapeType="1"/>
              </p:cNvSpPr>
              <p:nvPr/>
            </p:nvSpPr>
            <p:spPr bwMode="auto">
              <a:xfrm rot="-5400000">
                <a:off x="665" y="2427"/>
                <a:ext cx="5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17421" name="Line 88"/>
            <p:cNvSpPr>
              <a:spLocks noChangeShapeType="1"/>
            </p:cNvSpPr>
            <p:nvPr/>
          </p:nvSpPr>
          <p:spPr bwMode="auto">
            <a:xfrm>
              <a:off x="4564" y="1294"/>
              <a:ext cx="0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422" name="Line 89"/>
            <p:cNvSpPr>
              <a:spLocks noChangeShapeType="1"/>
            </p:cNvSpPr>
            <p:nvPr/>
          </p:nvSpPr>
          <p:spPr bwMode="auto">
            <a:xfrm flipV="1">
              <a:off x="5096" y="1293"/>
              <a:ext cx="0" cy="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C500B98C-C8AF-41ED-AEE6-7CA7B47D1167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15042" name="Group 2"/>
          <p:cNvGrpSpPr>
            <a:grpSpLocks/>
          </p:cNvGrpSpPr>
          <p:nvPr/>
        </p:nvGrpSpPr>
        <p:grpSpPr bwMode="auto">
          <a:xfrm>
            <a:off x="911225" y="1054100"/>
            <a:ext cx="3286125" cy="2625725"/>
            <a:chOff x="574" y="664"/>
            <a:chExt cx="2070" cy="1654"/>
          </a:xfrm>
        </p:grpSpPr>
        <p:grpSp>
          <p:nvGrpSpPr>
            <p:cNvPr id="18467" name="Group 3"/>
            <p:cNvGrpSpPr>
              <a:grpSpLocks/>
            </p:cNvGrpSpPr>
            <p:nvPr/>
          </p:nvGrpSpPr>
          <p:grpSpPr bwMode="auto">
            <a:xfrm>
              <a:off x="574" y="731"/>
              <a:ext cx="2070" cy="1587"/>
              <a:chOff x="574" y="731"/>
              <a:chExt cx="2070" cy="1587"/>
            </a:xfrm>
          </p:grpSpPr>
          <p:grpSp>
            <p:nvGrpSpPr>
              <p:cNvPr id="18472" name="Group 4"/>
              <p:cNvGrpSpPr>
                <a:grpSpLocks/>
              </p:cNvGrpSpPr>
              <p:nvPr/>
            </p:nvGrpSpPr>
            <p:grpSpPr bwMode="auto">
              <a:xfrm>
                <a:off x="574" y="731"/>
                <a:ext cx="1166" cy="664"/>
                <a:chOff x="574" y="731"/>
                <a:chExt cx="1166" cy="664"/>
              </a:xfrm>
            </p:grpSpPr>
            <p:sp>
              <p:nvSpPr>
                <p:cNvPr id="18477" name="Rectangle 5"/>
                <p:cNvSpPr>
                  <a:spLocks noChangeArrowheads="1"/>
                </p:cNvSpPr>
                <p:nvPr/>
              </p:nvSpPr>
              <p:spPr bwMode="auto">
                <a:xfrm>
                  <a:off x="574" y="737"/>
                  <a:ext cx="1166" cy="655"/>
                </a:xfrm>
                <a:prstGeom prst="rect">
                  <a:avLst/>
                </a:prstGeom>
                <a:solidFill>
                  <a:srgbClr val="FFFFFF"/>
                </a:solidFill>
                <a:ln w="571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18478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834" y="735"/>
                  <a:ext cx="0" cy="66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18479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1476" y="731"/>
                  <a:ext cx="0" cy="66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473" name="Group 8"/>
              <p:cNvGrpSpPr>
                <a:grpSpLocks/>
              </p:cNvGrpSpPr>
              <p:nvPr/>
            </p:nvGrpSpPr>
            <p:grpSpPr bwMode="auto">
              <a:xfrm>
                <a:off x="1989" y="734"/>
                <a:ext cx="655" cy="657"/>
                <a:chOff x="1989" y="734"/>
                <a:chExt cx="655" cy="657"/>
              </a:xfrm>
            </p:grpSpPr>
            <p:sp>
              <p:nvSpPr>
                <p:cNvPr id="18475" name="Rectangle 9"/>
                <p:cNvSpPr>
                  <a:spLocks noChangeArrowheads="1"/>
                </p:cNvSpPr>
                <p:nvPr/>
              </p:nvSpPr>
              <p:spPr bwMode="auto">
                <a:xfrm>
                  <a:off x="1989" y="734"/>
                  <a:ext cx="655" cy="655"/>
                </a:xfrm>
                <a:prstGeom prst="rect">
                  <a:avLst/>
                </a:prstGeom>
                <a:solidFill>
                  <a:srgbClr val="FFFFFF"/>
                </a:solidFill>
                <a:ln w="571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18476" name="Line 10"/>
                <p:cNvSpPr>
                  <a:spLocks noChangeShapeType="1"/>
                </p:cNvSpPr>
                <p:nvPr/>
              </p:nvSpPr>
              <p:spPr bwMode="auto">
                <a:xfrm>
                  <a:off x="2316" y="735"/>
                  <a:ext cx="0" cy="6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474" name="Rectangle 13"/>
              <p:cNvSpPr>
                <a:spLocks noChangeArrowheads="1"/>
              </p:cNvSpPr>
              <p:nvPr/>
            </p:nvSpPr>
            <p:spPr bwMode="auto">
              <a:xfrm>
                <a:off x="843" y="2271"/>
                <a:ext cx="619" cy="47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18468" name="Group 17"/>
            <p:cNvGrpSpPr>
              <a:grpSpLocks/>
            </p:cNvGrpSpPr>
            <p:nvPr/>
          </p:nvGrpSpPr>
          <p:grpSpPr bwMode="auto">
            <a:xfrm>
              <a:off x="1156" y="664"/>
              <a:ext cx="2" cy="821"/>
              <a:chOff x="1156" y="664"/>
              <a:chExt cx="2" cy="821"/>
            </a:xfrm>
          </p:grpSpPr>
          <p:sp>
            <p:nvSpPr>
              <p:cNvPr id="18469" name="Line 18"/>
              <p:cNvSpPr>
                <a:spLocks noChangeShapeType="1"/>
              </p:cNvSpPr>
              <p:nvPr/>
            </p:nvSpPr>
            <p:spPr bwMode="auto">
              <a:xfrm rot="-5400000">
                <a:off x="991" y="1320"/>
                <a:ext cx="3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70" name="Line 19"/>
              <p:cNvSpPr>
                <a:spLocks noChangeShapeType="1"/>
              </p:cNvSpPr>
              <p:nvPr/>
            </p:nvSpPr>
            <p:spPr bwMode="auto">
              <a:xfrm rot="-5400000">
                <a:off x="1142" y="1106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71" name="Line 20"/>
              <p:cNvSpPr>
                <a:spLocks noChangeShapeType="1"/>
              </p:cNvSpPr>
              <p:nvPr/>
            </p:nvSpPr>
            <p:spPr bwMode="auto">
              <a:xfrm rot="-5400000">
                <a:off x="956" y="866"/>
                <a:ext cx="4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5065" name="Group 25"/>
          <p:cNvGrpSpPr>
            <a:grpSpLocks/>
          </p:cNvGrpSpPr>
          <p:nvPr/>
        </p:nvGrpSpPr>
        <p:grpSpPr bwMode="auto">
          <a:xfrm>
            <a:off x="4933950" y="1046163"/>
            <a:ext cx="3287713" cy="2701925"/>
            <a:chOff x="3108" y="659"/>
            <a:chExt cx="2071" cy="1702"/>
          </a:xfrm>
        </p:grpSpPr>
        <p:grpSp>
          <p:nvGrpSpPr>
            <p:cNvPr id="18440" name="Group 26"/>
            <p:cNvGrpSpPr>
              <a:grpSpLocks/>
            </p:cNvGrpSpPr>
            <p:nvPr/>
          </p:nvGrpSpPr>
          <p:grpSpPr bwMode="auto">
            <a:xfrm>
              <a:off x="3108" y="723"/>
              <a:ext cx="2071" cy="1587"/>
              <a:chOff x="3108" y="723"/>
              <a:chExt cx="2071" cy="1587"/>
            </a:xfrm>
          </p:grpSpPr>
          <p:grpSp>
            <p:nvGrpSpPr>
              <p:cNvPr id="18455" name="Group 27"/>
              <p:cNvGrpSpPr>
                <a:grpSpLocks/>
              </p:cNvGrpSpPr>
              <p:nvPr/>
            </p:nvGrpSpPr>
            <p:grpSpPr bwMode="auto">
              <a:xfrm>
                <a:off x="3108" y="723"/>
                <a:ext cx="1167" cy="1587"/>
                <a:chOff x="3108" y="723"/>
                <a:chExt cx="1167" cy="1587"/>
              </a:xfrm>
            </p:grpSpPr>
            <p:grpSp>
              <p:nvGrpSpPr>
                <p:cNvPr id="18459" name="Group 28"/>
                <p:cNvGrpSpPr>
                  <a:grpSpLocks/>
                </p:cNvGrpSpPr>
                <p:nvPr/>
              </p:nvGrpSpPr>
              <p:grpSpPr bwMode="auto">
                <a:xfrm>
                  <a:off x="3108" y="1625"/>
                  <a:ext cx="1166" cy="685"/>
                  <a:chOff x="3108" y="1625"/>
                  <a:chExt cx="1166" cy="685"/>
                </a:xfrm>
              </p:grpSpPr>
              <p:sp>
                <p:nvSpPr>
                  <p:cNvPr id="18464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108" y="1625"/>
                    <a:ext cx="1166" cy="655"/>
                  </a:xfrm>
                  <a:prstGeom prst="rect">
                    <a:avLst/>
                  </a:prstGeom>
                  <a:solidFill>
                    <a:srgbClr val="FFFFFF"/>
                  </a:solidFill>
                  <a:ln w="571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000"/>
                  </a:p>
                </p:txBody>
              </p:sp>
              <p:sp>
                <p:nvSpPr>
                  <p:cNvPr id="18465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3399" y="2263"/>
                    <a:ext cx="580" cy="47"/>
                  </a:xfrm>
                  <a:prstGeom prst="rect">
                    <a:avLst/>
                  </a:prstGeom>
                  <a:solidFill>
                    <a:srgbClr val="FFFFFF"/>
                  </a:solidFill>
                  <a:ln w="57150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000"/>
                  </a:p>
                </p:txBody>
              </p:sp>
              <p:sp>
                <p:nvSpPr>
                  <p:cNvPr id="18466" name="Arc 31"/>
                  <p:cNvSpPr>
                    <a:spLocks/>
                  </p:cNvSpPr>
                  <p:nvPr/>
                </p:nvSpPr>
                <p:spPr bwMode="auto">
                  <a:xfrm flipV="1">
                    <a:off x="3364" y="1937"/>
                    <a:ext cx="652" cy="356"/>
                  </a:xfrm>
                  <a:custGeom>
                    <a:avLst/>
                    <a:gdLst>
                      <a:gd name="T0" fmla="*/ 10 w 43200"/>
                      <a:gd name="T1" fmla="*/ 0 h 23579"/>
                      <a:gd name="T2" fmla="*/ 0 w 43200"/>
                      <a:gd name="T3" fmla="*/ 0 h 23579"/>
                      <a:gd name="T4" fmla="*/ 5 w 43200"/>
                      <a:gd name="T5" fmla="*/ 0 h 2357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23579" fill="none" extrusionOk="0">
                        <a:moveTo>
                          <a:pt x="43109" y="-1"/>
                        </a:moveTo>
                        <a:cubicBezTo>
                          <a:pt x="43169" y="657"/>
                          <a:pt x="43200" y="1318"/>
                          <a:pt x="43200" y="1979"/>
                        </a:cubicBezTo>
                        <a:cubicBezTo>
                          <a:pt x="43200" y="13908"/>
                          <a:pt x="33529" y="23579"/>
                          <a:pt x="21600" y="23579"/>
                        </a:cubicBezTo>
                        <a:cubicBezTo>
                          <a:pt x="9670" y="23579"/>
                          <a:pt x="0" y="13908"/>
                          <a:pt x="0" y="1979"/>
                        </a:cubicBezTo>
                        <a:cubicBezTo>
                          <a:pt x="-1" y="1340"/>
                          <a:pt x="28" y="702"/>
                          <a:pt x="84" y="65"/>
                        </a:cubicBezTo>
                      </a:path>
                      <a:path w="43200" h="23579" stroke="0" extrusionOk="0">
                        <a:moveTo>
                          <a:pt x="43109" y="-1"/>
                        </a:moveTo>
                        <a:cubicBezTo>
                          <a:pt x="43169" y="657"/>
                          <a:pt x="43200" y="1318"/>
                          <a:pt x="43200" y="1979"/>
                        </a:cubicBezTo>
                        <a:cubicBezTo>
                          <a:pt x="43200" y="13908"/>
                          <a:pt x="33529" y="23579"/>
                          <a:pt x="21600" y="23579"/>
                        </a:cubicBezTo>
                        <a:cubicBezTo>
                          <a:pt x="9670" y="23579"/>
                          <a:pt x="0" y="13908"/>
                          <a:pt x="0" y="1979"/>
                        </a:cubicBezTo>
                        <a:cubicBezTo>
                          <a:pt x="-1" y="1340"/>
                          <a:pt x="28" y="702"/>
                          <a:pt x="84" y="65"/>
                        </a:cubicBezTo>
                        <a:lnTo>
                          <a:pt x="21600" y="1979"/>
                        </a:lnTo>
                        <a:lnTo>
                          <a:pt x="43109" y="-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571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460" name="Group 32"/>
                <p:cNvGrpSpPr>
                  <a:grpSpLocks/>
                </p:cNvGrpSpPr>
                <p:nvPr/>
              </p:nvGrpSpPr>
              <p:grpSpPr bwMode="auto">
                <a:xfrm>
                  <a:off x="3109" y="723"/>
                  <a:ext cx="1166" cy="664"/>
                  <a:chOff x="3109" y="723"/>
                  <a:chExt cx="1166" cy="664"/>
                </a:xfrm>
              </p:grpSpPr>
              <p:sp>
                <p:nvSpPr>
                  <p:cNvPr id="18461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109" y="729"/>
                    <a:ext cx="1166" cy="655"/>
                  </a:xfrm>
                  <a:prstGeom prst="rect">
                    <a:avLst/>
                  </a:prstGeom>
                  <a:solidFill>
                    <a:srgbClr val="FFFFFF"/>
                  </a:solidFill>
                  <a:ln w="571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Monotype Sorts" pitchFamily="2" charset="2"/>
                      <a:buChar char="§"/>
                      <a:defRPr kumimoji="1" sz="3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50000"/>
                      <a:buFont typeface="Monotype Sorts" pitchFamily="2" charset="2"/>
                      <a:buChar char="l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zh-CN" altLang="en-US" sz="2000"/>
                  </a:p>
                </p:txBody>
              </p:sp>
              <p:sp>
                <p:nvSpPr>
                  <p:cNvPr id="18462" name="Line 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59" y="727"/>
                    <a:ext cx="0" cy="660"/>
                  </a:xfrm>
                  <a:prstGeom prst="lin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63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11" y="723"/>
                    <a:ext cx="0" cy="660"/>
                  </a:xfrm>
                  <a:prstGeom prst="lin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456" name="Group 36"/>
              <p:cNvGrpSpPr>
                <a:grpSpLocks/>
              </p:cNvGrpSpPr>
              <p:nvPr/>
            </p:nvGrpSpPr>
            <p:grpSpPr bwMode="auto">
              <a:xfrm>
                <a:off x="4524" y="726"/>
                <a:ext cx="655" cy="657"/>
                <a:chOff x="4524" y="726"/>
                <a:chExt cx="655" cy="657"/>
              </a:xfrm>
            </p:grpSpPr>
            <p:sp>
              <p:nvSpPr>
                <p:cNvPr id="18457" name="Rectangle 37"/>
                <p:cNvSpPr>
                  <a:spLocks noChangeArrowheads="1"/>
                </p:cNvSpPr>
                <p:nvPr/>
              </p:nvSpPr>
              <p:spPr bwMode="auto">
                <a:xfrm>
                  <a:off x="4524" y="726"/>
                  <a:ext cx="655" cy="655"/>
                </a:xfrm>
                <a:prstGeom prst="rect">
                  <a:avLst/>
                </a:prstGeom>
                <a:solidFill>
                  <a:srgbClr val="FFFFFF"/>
                </a:solidFill>
                <a:ln w="571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18458" name="Line 38"/>
                <p:cNvSpPr>
                  <a:spLocks noChangeShapeType="1"/>
                </p:cNvSpPr>
                <p:nvPr/>
              </p:nvSpPr>
              <p:spPr bwMode="auto">
                <a:xfrm>
                  <a:off x="4851" y="727"/>
                  <a:ext cx="0" cy="6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441" name="Group 39"/>
            <p:cNvGrpSpPr>
              <a:grpSpLocks/>
            </p:cNvGrpSpPr>
            <p:nvPr/>
          </p:nvGrpSpPr>
          <p:grpSpPr bwMode="auto">
            <a:xfrm>
              <a:off x="3410" y="2285"/>
              <a:ext cx="578" cy="0"/>
              <a:chOff x="3410" y="2285"/>
              <a:chExt cx="578" cy="0"/>
            </a:xfrm>
          </p:grpSpPr>
          <p:sp>
            <p:nvSpPr>
              <p:cNvPr id="18452" name="Line 40"/>
              <p:cNvSpPr>
                <a:spLocks noChangeShapeType="1"/>
              </p:cNvSpPr>
              <p:nvPr/>
            </p:nvSpPr>
            <p:spPr bwMode="auto">
              <a:xfrm>
                <a:off x="3410" y="2285"/>
                <a:ext cx="3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53" name="Line 41"/>
              <p:cNvSpPr>
                <a:spLocks noChangeShapeType="1"/>
              </p:cNvSpPr>
              <p:nvPr/>
            </p:nvSpPr>
            <p:spPr bwMode="auto">
              <a:xfrm>
                <a:off x="3843" y="2285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54" name="Line 42"/>
              <p:cNvSpPr>
                <a:spLocks noChangeShapeType="1"/>
              </p:cNvSpPr>
              <p:nvPr/>
            </p:nvSpPr>
            <p:spPr bwMode="auto">
              <a:xfrm>
                <a:off x="3897" y="2285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18442" name="Group 43"/>
            <p:cNvGrpSpPr>
              <a:grpSpLocks/>
            </p:cNvGrpSpPr>
            <p:nvPr/>
          </p:nvGrpSpPr>
          <p:grpSpPr bwMode="auto">
            <a:xfrm>
              <a:off x="3683" y="659"/>
              <a:ext cx="0" cy="821"/>
              <a:chOff x="3693" y="659"/>
              <a:chExt cx="0" cy="821"/>
            </a:xfrm>
          </p:grpSpPr>
          <p:sp>
            <p:nvSpPr>
              <p:cNvPr id="18449" name="Line 44"/>
              <p:cNvSpPr>
                <a:spLocks noChangeShapeType="1"/>
              </p:cNvSpPr>
              <p:nvPr/>
            </p:nvSpPr>
            <p:spPr bwMode="auto">
              <a:xfrm rot="-5400000">
                <a:off x="3527" y="1315"/>
                <a:ext cx="3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50" name="Line 45"/>
              <p:cNvSpPr>
                <a:spLocks noChangeShapeType="1"/>
              </p:cNvSpPr>
              <p:nvPr/>
            </p:nvSpPr>
            <p:spPr bwMode="auto">
              <a:xfrm rot="-5400000">
                <a:off x="3679" y="110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51" name="Line 46"/>
              <p:cNvSpPr>
                <a:spLocks noChangeShapeType="1"/>
              </p:cNvSpPr>
              <p:nvPr/>
            </p:nvSpPr>
            <p:spPr bwMode="auto">
              <a:xfrm rot="-5400000">
                <a:off x="3491" y="861"/>
                <a:ext cx="4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18443" name="Group 47"/>
            <p:cNvGrpSpPr>
              <a:grpSpLocks/>
            </p:cNvGrpSpPr>
            <p:nvPr/>
          </p:nvGrpSpPr>
          <p:grpSpPr bwMode="auto">
            <a:xfrm>
              <a:off x="3691" y="1546"/>
              <a:ext cx="0" cy="815"/>
              <a:chOff x="3691" y="1546"/>
              <a:chExt cx="0" cy="815"/>
            </a:xfrm>
          </p:grpSpPr>
          <p:sp>
            <p:nvSpPr>
              <p:cNvPr id="18444" name="Line 48"/>
              <p:cNvSpPr>
                <a:spLocks noChangeShapeType="1"/>
              </p:cNvSpPr>
              <p:nvPr/>
            </p:nvSpPr>
            <p:spPr bwMode="auto">
              <a:xfrm rot="-5400000">
                <a:off x="3583" y="1957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45" name="Line 49"/>
              <p:cNvSpPr>
                <a:spLocks noChangeShapeType="1"/>
              </p:cNvSpPr>
              <p:nvPr/>
            </p:nvSpPr>
            <p:spPr bwMode="auto">
              <a:xfrm rot="-5400000">
                <a:off x="3677" y="1802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46" name="Line 50"/>
              <p:cNvSpPr>
                <a:spLocks noChangeShapeType="1"/>
              </p:cNvSpPr>
              <p:nvPr/>
            </p:nvSpPr>
            <p:spPr bwMode="auto">
              <a:xfrm rot="-5400000">
                <a:off x="3583" y="1654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47" name="Line 51"/>
              <p:cNvSpPr>
                <a:spLocks noChangeShapeType="1"/>
              </p:cNvSpPr>
              <p:nvPr/>
            </p:nvSpPr>
            <p:spPr bwMode="auto">
              <a:xfrm rot="-5400000">
                <a:off x="3577" y="2247"/>
                <a:ext cx="2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8448" name="Line 52"/>
              <p:cNvSpPr>
                <a:spLocks noChangeShapeType="1"/>
              </p:cNvSpPr>
              <p:nvPr/>
            </p:nvSpPr>
            <p:spPr bwMode="auto">
              <a:xfrm rot="-5400000">
                <a:off x="3677" y="2098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15093" name="Object 53"/>
          <p:cNvGraphicFramePr>
            <a:graphicFrameLocks noChangeAspect="1"/>
          </p:cNvGraphicFramePr>
          <p:nvPr/>
        </p:nvGraphicFramePr>
        <p:xfrm>
          <a:off x="1676400" y="3895725"/>
          <a:ext cx="2097088" cy="200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6" name="位图图像" r:id="rId3" imgW="2209524" imgH="2114845" progId="Paint.Picture">
                  <p:embed/>
                </p:oleObj>
              </mc:Choice>
              <mc:Fallback>
                <p:oleObj name="位图图像" r:id="rId3" imgW="2209524" imgH="2114845" progId="Paint.Picture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895725"/>
                        <a:ext cx="2097088" cy="200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4" name="Object 54"/>
          <p:cNvGraphicFramePr>
            <a:graphicFrameLocks noChangeAspect="1"/>
          </p:cNvGraphicFramePr>
          <p:nvPr/>
        </p:nvGraphicFramePr>
        <p:xfrm>
          <a:off x="5543550" y="3968750"/>
          <a:ext cx="2249488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7" name="位图图像" r:id="rId5" imgW="2371429" imgH="2066667" progId="Paint.Picture">
                  <p:embed/>
                </p:oleObj>
              </mc:Choice>
              <mc:Fallback>
                <p:oleObj name="位图图像" r:id="rId5" imgW="2371429" imgH="2066667" progId="Paint.Picture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3968750"/>
                        <a:ext cx="2249488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097" name="Picture 5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39136"/>
          <a:stretch>
            <a:fillRect/>
          </a:stretch>
        </p:blipFill>
        <p:spPr bwMode="auto">
          <a:xfrm>
            <a:off x="877888" y="2406650"/>
            <a:ext cx="2036762" cy="13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1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40342AC7-3E84-411B-8C3C-8B87C1EF68C0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16066" name="Group 2"/>
          <p:cNvGrpSpPr>
            <a:grpSpLocks/>
          </p:cNvGrpSpPr>
          <p:nvPr/>
        </p:nvGrpSpPr>
        <p:grpSpPr bwMode="auto">
          <a:xfrm>
            <a:off x="4083050" y="2127250"/>
            <a:ext cx="1101725" cy="1987550"/>
            <a:chOff x="2599" y="1069"/>
            <a:chExt cx="694" cy="1252"/>
          </a:xfrm>
        </p:grpSpPr>
        <p:grpSp>
          <p:nvGrpSpPr>
            <p:cNvPr id="19508" name="Group 3"/>
            <p:cNvGrpSpPr>
              <a:grpSpLocks/>
            </p:cNvGrpSpPr>
            <p:nvPr/>
          </p:nvGrpSpPr>
          <p:grpSpPr bwMode="auto">
            <a:xfrm>
              <a:off x="2718" y="1069"/>
              <a:ext cx="575" cy="1252"/>
              <a:chOff x="2718" y="1069"/>
              <a:chExt cx="575" cy="1252"/>
            </a:xfrm>
          </p:grpSpPr>
          <p:sp>
            <p:nvSpPr>
              <p:cNvPr id="19513" name="Rectangle 4"/>
              <p:cNvSpPr>
                <a:spLocks noChangeArrowheads="1"/>
              </p:cNvSpPr>
              <p:nvPr/>
            </p:nvSpPr>
            <p:spPr bwMode="auto">
              <a:xfrm>
                <a:off x="2718" y="1069"/>
                <a:ext cx="338" cy="1252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9514" name="Line 5"/>
              <p:cNvSpPr>
                <a:spLocks noChangeShapeType="1"/>
              </p:cNvSpPr>
              <p:nvPr/>
            </p:nvSpPr>
            <p:spPr bwMode="auto">
              <a:xfrm rot="-5372052">
                <a:off x="2883" y="1121"/>
                <a:ext cx="3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5" name="Line 6"/>
              <p:cNvSpPr>
                <a:spLocks noChangeShapeType="1"/>
              </p:cNvSpPr>
              <p:nvPr/>
            </p:nvSpPr>
            <p:spPr bwMode="auto">
              <a:xfrm rot="-5372052">
                <a:off x="2887" y="1575"/>
                <a:ext cx="2" cy="3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6" name="Rectangle 7"/>
              <p:cNvSpPr>
                <a:spLocks noChangeArrowheads="1"/>
              </p:cNvSpPr>
              <p:nvPr/>
            </p:nvSpPr>
            <p:spPr bwMode="auto">
              <a:xfrm>
                <a:off x="3056" y="1895"/>
                <a:ext cx="237" cy="237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19509" name="Group 8"/>
            <p:cNvGrpSpPr>
              <a:grpSpLocks/>
            </p:cNvGrpSpPr>
            <p:nvPr/>
          </p:nvGrpSpPr>
          <p:grpSpPr bwMode="auto">
            <a:xfrm>
              <a:off x="2599" y="1506"/>
              <a:ext cx="564" cy="0"/>
              <a:chOff x="2599" y="1506"/>
              <a:chExt cx="564" cy="0"/>
            </a:xfrm>
          </p:grpSpPr>
          <p:sp>
            <p:nvSpPr>
              <p:cNvPr id="19510" name="Line 9"/>
              <p:cNvSpPr>
                <a:spLocks noChangeShapeType="1"/>
              </p:cNvSpPr>
              <p:nvPr/>
            </p:nvSpPr>
            <p:spPr bwMode="auto">
              <a:xfrm>
                <a:off x="2599" y="1506"/>
                <a:ext cx="2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511" name="Line 10"/>
              <p:cNvSpPr>
                <a:spLocks noChangeShapeType="1"/>
              </p:cNvSpPr>
              <p:nvPr/>
            </p:nvSpPr>
            <p:spPr bwMode="auto">
              <a:xfrm>
                <a:off x="2856" y="1506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512" name="Line 11"/>
              <p:cNvSpPr>
                <a:spLocks noChangeShapeType="1"/>
              </p:cNvSpPr>
              <p:nvPr/>
            </p:nvSpPr>
            <p:spPr bwMode="auto">
              <a:xfrm>
                <a:off x="2916" y="1506"/>
                <a:ext cx="2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6076" name="Group 12"/>
          <p:cNvGrpSpPr>
            <a:grpSpLocks/>
          </p:cNvGrpSpPr>
          <p:nvPr/>
        </p:nvGrpSpPr>
        <p:grpSpPr bwMode="auto">
          <a:xfrm>
            <a:off x="1465263" y="1936750"/>
            <a:ext cx="1771650" cy="3432175"/>
            <a:chOff x="950" y="949"/>
            <a:chExt cx="1116" cy="2162"/>
          </a:xfrm>
        </p:grpSpPr>
        <p:grpSp>
          <p:nvGrpSpPr>
            <p:cNvPr id="19482" name="Group 13"/>
            <p:cNvGrpSpPr>
              <a:grpSpLocks/>
            </p:cNvGrpSpPr>
            <p:nvPr/>
          </p:nvGrpSpPr>
          <p:grpSpPr bwMode="auto">
            <a:xfrm>
              <a:off x="1062" y="1058"/>
              <a:ext cx="898" cy="1980"/>
              <a:chOff x="1062" y="1058"/>
              <a:chExt cx="898" cy="1980"/>
            </a:xfrm>
          </p:grpSpPr>
          <p:sp>
            <p:nvSpPr>
              <p:cNvPr id="19499" name="Oval 14"/>
              <p:cNvSpPr>
                <a:spLocks noChangeArrowheads="1"/>
              </p:cNvSpPr>
              <p:nvPr/>
            </p:nvSpPr>
            <p:spPr bwMode="auto">
              <a:xfrm>
                <a:off x="1062" y="1058"/>
                <a:ext cx="898" cy="898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9500" name="Rectangle 15"/>
              <p:cNvSpPr>
                <a:spLocks noChangeArrowheads="1"/>
              </p:cNvSpPr>
              <p:nvPr/>
            </p:nvSpPr>
            <p:spPr bwMode="auto">
              <a:xfrm>
                <a:off x="1062" y="1532"/>
                <a:ext cx="898" cy="780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9501" name="Line 16"/>
              <p:cNvSpPr>
                <a:spLocks noChangeShapeType="1"/>
              </p:cNvSpPr>
              <p:nvPr/>
            </p:nvSpPr>
            <p:spPr bwMode="auto">
              <a:xfrm>
                <a:off x="1083" y="1531"/>
                <a:ext cx="860" cy="1"/>
              </a:xfrm>
              <a:prstGeom prst="line">
                <a:avLst/>
              </a:prstGeom>
              <a:noFill/>
              <a:ln w="5715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2" name="Oval 17"/>
              <p:cNvSpPr>
                <a:spLocks noChangeArrowheads="1"/>
              </p:cNvSpPr>
              <p:nvPr/>
            </p:nvSpPr>
            <p:spPr bwMode="auto">
              <a:xfrm>
                <a:off x="1288" y="1276"/>
                <a:ext cx="453" cy="454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9503" name="Rectangle 18"/>
              <p:cNvSpPr>
                <a:spLocks noChangeArrowheads="1"/>
              </p:cNvSpPr>
              <p:nvPr/>
            </p:nvSpPr>
            <p:spPr bwMode="auto">
              <a:xfrm>
                <a:off x="1288" y="1883"/>
                <a:ext cx="452" cy="237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9504" name="Rectangle 19"/>
              <p:cNvSpPr>
                <a:spLocks noChangeArrowheads="1"/>
              </p:cNvSpPr>
              <p:nvPr/>
            </p:nvSpPr>
            <p:spPr bwMode="auto">
              <a:xfrm>
                <a:off x="1062" y="2482"/>
                <a:ext cx="898" cy="318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9505" name="Rectangle 20"/>
              <p:cNvSpPr>
                <a:spLocks noChangeArrowheads="1"/>
              </p:cNvSpPr>
              <p:nvPr/>
            </p:nvSpPr>
            <p:spPr bwMode="auto">
              <a:xfrm>
                <a:off x="1297" y="2801"/>
                <a:ext cx="444" cy="237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9506" name="Line 21"/>
              <p:cNvSpPr>
                <a:spLocks noChangeShapeType="1"/>
              </p:cNvSpPr>
              <p:nvPr/>
            </p:nvSpPr>
            <p:spPr bwMode="auto">
              <a:xfrm>
                <a:off x="1298" y="2473"/>
                <a:ext cx="0" cy="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07" name="Line 22"/>
              <p:cNvSpPr>
                <a:spLocks noChangeShapeType="1"/>
              </p:cNvSpPr>
              <p:nvPr/>
            </p:nvSpPr>
            <p:spPr bwMode="auto">
              <a:xfrm>
                <a:off x="1744" y="2475"/>
                <a:ext cx="0" cy="2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483" name="Group 23"/>
            <p:cNvGrpSpPr>
              <a:grpSpLocks/>
            </p:cNvGrpSpPr>
            <p:nvPr/>
          </p:nvGrpSpPr>
          <p:grpSpPr bwMode="auto">
            <a:xfrm>
              <a:off x="950" y="1505"/>
              <a:ext cx="1116" cy="0"/>
              <a:chOff x="950" y="1505"/>
              <a:chExt cx="1116" cy="0"/>
            </a:xfrm>
          </p:grpSpPr>
          <p:sp>
            <p:nvSpPr>
              <p:cNvPr id="19494" name="Line 24"/>
              <p:cNvSpPr>
                <a:spLocks noChangeShapeType="1"/>
              </p:cNvSpPr>
              <p:nvPr/>
            </p:nvSpPr>
            <p:spPr bwMode="auto">
              <a:xfrm>
                <a:off x="950" y="1505"/>
                <a:ext cx="3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95" name="Line 25"/>
              <p:cNvSpPr>
                <a:spLocks noChangeShapeType="1"/>
              </p:cNvSpPr>
              <p:nvPr/>
            </p:nvSpPr>
            <p:spPr bwMode="auto">
              <a:xfrm>
                <a:off x="1363" y="1505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96" name="Line 26"/>
              <p:cNvSpPr>
                <a:spLocks noChangeShapeType="1"/>
              </p:cNvSpPr>
              <p:nvPr/>
            </p:nvSpPr>
            <p:spPr bwMode="auto">
              <a:xfrm>
                <a:off x="1417" y="1505"/>
                <a:ext cx="4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97" name="Line 27"/>
              <p:cNvSpPr>
                <a:spLocks noChangeShapeType="1"/>
              </p:cNvSpPr>
              <p:nvPr/>
            </p:nvSpPr>
            <p:spPr bwMode="auto">
              <a:xfrm>
                <a:off x="1850" y="1505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98" name="Line 28"/>
              <p:cNvSpPr>
                <a:spLocks noChangeShapeType="1"/>
              </p:cNvSpPr>
              <p:nvPr/>
            </p:nvSpPr>
            <p:spPr bwMode="auto">
              <a:xfrm>
                <a:off x="1903" y="1505"/>
                <a:ext cx="1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19484" name="Group 29"/>
            <p:cNvGrpSpPr>
              <a:grpSpLocks/>
            </p:cNvGrpSpPr>
            <p:nvPr/>
          </p:nvGrpSpPr>
          <p:grpSpPr bwMode="auto">
            <a:xfrm>
              <a:off x="1514" y="949"/>
              <a:ext cx="1" cy="1422"/>
              <a:chOff x="1514" y="949"/>
              <a:chExt cx="1" cy="1422"/>
            </a:xfrm>
          </p:grpSpPr>
          <p:sp>
            <p:nvSpPr>
              <p:cNvPr id="19489" name="Line 30"/>
              <p:cNvSpPr>
                <a:spLocks noChangeShapeType="1"/>
              </p:cNvSpPr>
              <p:nvPr/>
            </p:nvSpPr>
            <p:spPr bwMode="auto">
              <a:xfrm rot="-5400000">
                <a:off x="1348" y="2204"/>
                <a:ext cx="3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90" name="Line 31"/>
              <p:cNvSpPr>
                <a:spLocks noChangeShapeType="1"/>
              </p:cNvSpPr>
              <p:nvPr/>
            </p:nvSpPr>
            <p:spPr bwMode="auto">
              <a:xfrm rot="-5400000">
                <a:off x="1500" y="1987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91" name="Line 32"/>
              <p:cNvSpPr>
                <a:spLocks noChangeShapeType="1"/>
              </p:cNvSpPr>
              <p:nvPr/>
            </p:nvSpPr>
            <p:spPr bwMode="auto">
              <a:xfrm rot="-5400000">
                <a:off x="1252" y="1680"/>
                <a:ext cx="5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92" name="Line 33"/>
              <p:cNvSpPr>
                <a:spLocks noChangeShapeType="1"/>
              </p:cNvSpPr>
              <p:nvPr/>
            </p:nvSpPr>
            <p:spPr bwMode="auto">
              <a:xfrm rot="-5400000">
                <a:off x="1501" y="137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93" name="Line 34"/>
              <p:cNvSpPr>
                <a:spLocks noChangeShapeType="1"/>
              </p:cNvSpPr>
              <p:nvPr/>
            </p:nvSpPr>
            <p:spPr bwMode="auto">
              <a:xfrm rot="-5400000">
                <a:off x="1323" y="1141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19485" name="Group 35"/>
            <p:cNvGrpSpPr>
              <a:grpSpLocks/>
            </p:cNvGrpSpPr>
            <p:nvPr/>
          </p:nvGrpSpPr>
          <p:grpSpPr bwMode="auto">
            <a:xfrm>
              <a:off x="1515" y="2429"/>
              <a:ext cx="0" cy="682"/>
              <a:chOff x="1515" y="2429"/>
              <a:chExt cx="0" cy="682"/>
            </a:xfrm>
          </p:grpSpPr>
          <p:sp>
            <p:nvSpPr>
              <p:cNvPr id="19486" name="Line 36"/>
              <p:cNvSpPr>
                <a:spLocks noChangeShapeType="1"/>
              </p:cNvSpPr>
              <p:nvPr/>
            </p:nvSpPr>
            <p:spPr bwMode="auto">
              <a:xfrm rot="-5400000">
                <a:off x="1327" y="2923"/>
                <a:ext cx="3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87" name="Line 37"/>
              <p:cNvSpPr>
                <a:spLocks noChangeShapeType="1"/>
              </p:cNvSpPr>
              <p:nvPr/>
            </p:nvSpPr>
            <p:spPr bwMode="auto">
              <a:xfrm rot="-5400000">
                <a:off x="1501" y="269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88" name="Line 38"/>
              <p:cNvSpPr>
                <a:spLocks noChangeShapeType="1"/>
              </p:cNvSpPr>
              <p:nvPr/>
            </p:nvSpPr>
            <p:spPr bwMode="auto">
              <a:xfrm rot="-5400000">
                <a:off x="1401" y="2543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6103" name="Group 39"/>
          <p:cNvGrpSpPr>
            <a:grpSpLocks/>
          </p:cNvGrpSpPr>
          <p:nvPr/>
        </p:nvGrpSpPr>
        <p:grpSpPr bwMode="auto">
          <a:xfrm>
            <a:off x="5708650" y="2090738"/>
            <a:ext cx="1258888" cy="1993900"/>
            <a:chOff x="3623" y="1046"/>
            <a:chExt cx="793" cy="1256"/>
          </a:xfrm>
        </p:grpSpPr>
        <p:grpSp>
          <p:nvGrpSpPr>
            <p:cNvPr id="19471" name="Group 40"/>
            <p:cNvGrpSpPr>
              <a:grpSpLocks/>
            </p:cNvGrpSpPr>
            <p:nvPr/>
          </p:nvGrpSpPr>
          <p:grpSpPr bwMode="auto">
            <a:xfrm>
              <a:off x="3726" y="1046"/>
              <a:ext cx="591" cy="1256"/>
              <a:chOff x="3726" y="1046"/>
              <a:chExt cx="591" cy="1256"/>
            </a:xfrm>
          </p:grpSpPr>
          <p:sp>
            <p:nvSpPr>
              <p:cNvPr id="19478" name="Rectangle 41"/>
              <p:cNvSpPr>
                <a:spLocks noChangeArrowheads="1"/>
              </p:cNvSpPr>
              <p:nvPr/>
            </p:nvSpPr>
            <p:spPr bwMode="auto">
              <a:xfrm>
                <a:off x="3726" y="1046"/>
                <a:ext cx="337" cy="1256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19479" name="Line 42"/>
              <p:cNvSpPr>
                <a:spLocks noChangeShapeType="1"/>
              </p:cNvSpPr>
              <p:nvPr/>
            </p:nvSpPr>
            <p:spPr bwMode="auto">
              <a:xfrm rot="-5372052">
                <a:off x="3899" y="1730"/>
                <a:ext cx="3" cy="32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0" name="Line 43"/>
              <p:cNvSpPr>
                <a:spLocks noChangeShapeType="1"/>
              </p:cNvSpPr>
              <p:nvPr/>
            </p:nvSpPr>
            <p:spPr bwMode="auto">
              <a:xfrm rot="-5372052">
                <a:off x="3897" y="1968"/>
                <a:ext cx="3" cy="31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1" name="Rectangle 44"/>
              <p:cNvSpPr>
                <a:spLocks noChangeArrowheads="1"/>
              </p:cNvSpPr>
              <p:nvPr/>
            </p:nvSpPr>
            <p:spPr bwMode="auto">
              <a:xfrm>
                <a:off x="4063" y="1276"/>
                <a:ext cx="254" cy="472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19472" name="Group 45"/>
            <p:cNvGrpSpPr>
              <a:grpSpLocks/>
            </p:cNvGrpSpPr>
            <p:nvPr/>
          </p:nvGrpSpPr>
          <p:grpSpPr bwMode="auto">
            <a:xfrm>
              <a:off x="3623" y="1504"/>
              <a:ext cx="793" cy="0"/>
              <a:chOff x="3623" y="1504"/>
              <a:chExt cx="793" cy="0"/>
            </a:xfrm>
          </p:grpSpPr>
          <p:sp>
            <p:nvSpPr>
              <p:cNvPr id="19473" name="Line 46"/>
              <p:cNvSpPr>
                <a:spLocks noChangeShapeType="1"/>
              </p:cNvSpPr>
              <p:nvPr/>
            </p:nvSpPr>
            <p:spPr bwMode="auto">
              <a:xfrm>
                <a:off x="3623" y="1504"/>
                <a:ext cx="17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74" name="Line 47"/>
              <p:cNvSpPr>
                <a:spLocks noChangeShapeType="1"/>
              </p:cNvSpPr>
              <p:nvPr/>
            </p:nvSpPr>
            <p:spPr bwMode="auto">
              <a:xfrm>
                <a:off x="3822" y="150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75" name="Line 48"/>
              <p:cNvSpPr>
                <a:spLocks noChangeShapeType="1"/>
              </p:cNvSpPr>
              <p:nvPr/>
            </p:nvSpPr>
            <p:spPr bwMode="auto">
              <a:xfrm>
                <a:off x="3880" y="1504"/>
                <a:ext cx="2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76" name="Line 49"/>
              <p:cNvSpPr>
                <a:spLocks noChangeShapeType="1"/>
              </p:cNvSpPr>
              <p:nvPr/>
            </p:nvSpPr>
            <p:spPr bwMode="auto">
              <a:xfrm>
                <a:off x="4152" y="1504"/>
                <a:ext cx="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9477" name="Line 50"/>
              <p:cNvSpPr>
                <a:spLocks noChangeShapeType="1"/>
              </p:cNvSpPr>
              <p:nvPr/>
            </p:nvSpPr>
            <p:spPr bwMode="auto">
              <a:xfrm>
                <a:off x="4205" y="1504"/>
                <a:ext cx="2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16115" name="Freeform 51"/>
          <p:cNvSpPr>
            <a:spLocks/>
          </p:cNvSpPr>
          <p:nvPr/>
        </p:nvSpPr>
        <p:spPr bwMode="auto">
          <a:xfrm>
            <a:off x="2728913" y="1458913"/>
            <a:ext cx="1849437" cy="952500"/>
          </a:xfrm>
          <a:custGeom>
            <a:avLst/>
            <a:gdLst>
              <a:gd name="T0" fmla="*/ 2147483647 w 1165"/>
              <a:gd name="T1" fmla="*/ 17641888 h 600"/>
              <a:gd name="T2" fmla="*/ 0 w 1165"/>
              <a:gd name="T3" fmla="*/ 1512093750 h 600"/>
              <a:gd name="T4" fmla="*/ 2147483647 w 1165"/>
              <a:gd name="T5" fmla="*/ 0 h 600"/>
              <a:gd name="T6" fmla="*/ 2147483647 w 1165"/>
              <a:gd name="T7" fmla="*/ 17641888 h 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65" h="600">
                <a:moveTo>
                  <a:pt x="1165" y="7"/>
                </a:moveTo>
                <a:lnTo>
                  <a:pt x="0" y="600"/>
                </a:lnTo>
                <a:lnTo>
                  <a:pt x="1027" y="0"/>
                </a:lnTo>
                <a:lnTo>
                  <a:pt x="1165" y="7"/>
                </a:lnTo>
                <a:close/>
              </a:path>
            </a:pathLst>
          </a:custGeom>
          <a:solidFill>
            <a:srgbClr val="00006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16116" name="AutoShape 52"/>
          <p:cNvSpPr>
            <a:spLocks noChangeArrowheads="1"/>
          </p:cNvSpPr>
          <p:nvPr/>
        </p:nvSpPr>
        <p:spPr bwMode="auto">
          <a:xfrm>
            <a:off x="4105275" y="1103313"/>
            <a:ext cx="2119313" cy="511175"/>
          </a:xfrm>
          <a:prstGeom prst="roundRect">
            <a:avLst>
              <a:gd name="adj" fmla="val 19759"/>
            </a:avLst>
          </a:prstGeom>
          <a:solidFill>
            <a:srgbClr val="00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9464" name="Text Box 53" descr="紫色网格"/>
          <p:cNvSpPr txBox="1">
            <a:spLocks noChangeArrowheads="1"/>
          </p:cNvSpPr>
          <p:nvPr/>
        </p:nvSpPr>
        <p:spPr bwMode="auto">
          <a:xfrm>
            <a:off x="271463" y="274638"/>
            <a:ext cx="6702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2)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对照特征投影，形成整体框架</a:t>
            </a:r>
          </a:p>
        </p:txBody>
      </p:sp>
      <p:sp>
        <p:nvSpPr>
          <p:cNvPr id="216118" name="Text Box 54" descr="紫色网格"/>
          <p:cNvSpPr txBox="1">
            <a:spLocks noChangeArrowheads="1"/>
          </p:cNvSpPr>
          <p:nvPr/>
        </p:nvSpPr>
        <p:spPr bwMode="auto">
          <a:xfrm>
            <a:off x="3840163" y="1135063"/>
            <a:ext cx="272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ea typeface="黑体" pitchFamily="2" charset="-122"/>
              </a:rPr>
              <a:t>形状特征投影</a:t>
            </a:r>
          </a:p>
        </p:txBody>
      </p:sp>
      <p:sp>
        <p:nvSpPr>
          <p:cNvPr id="216119" name="Text Box 55"/>
          <p:cNvSpPr txBox="1">
            <a:spLocks noChangeArrowheads="1"/>
          </p:cNvSpPr>
          <p:nvPr/>
        </p:nvSpPr>
        <p:spPr bwMode="auto">
          <a:xfrm>
            <a:off x="2014538" y="5853113"/>
            <a:ext cx="559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A50021"/>
                </a:solidFill>
                <a:latin typeface="隶书" pitchFamily="49" charset="-122"/>
                <a:ea typeface="黑体" pitchFamily="2" charset="-122"/>
              </a:rPr>
              <a:t>抓住特征投影</a:t>
            </a:r>
            <a:r>
              <a:rPr lang="zh-CN" altLang="en-US" sz="2400">
                <a:latin typeface="隶书" pitchFamily="49" charset="-122"/>
                <a:ea typeface="黑体" pitchFamily="2" charset="-122"/>
              </a:rPr>
              <a:t>是看懂图的</a:t>
            </a:r>
            <a:r>
              <a:rPr lang="zh-CN" altLang="en-US" sz="2400">
                <a:solidFill>
                  <a:srgbClr val="A50021"/>
                </a:solidFill>
                <a:latin typeface="隶书" pitchFamily="49" charset="-122"/>
                <a:ea typeface="黑体" pitchFamily="2" charset="-122"/>
              </a:rPr>
              <a:t>关键</a:t>
            </a:r>
            <a:endParaRPr lang="zh-CN" altLang="en-US" sz="2400">
              <a:latin typeface="隶书" pitchFamily="49" charset="-122"/>
              <a:ea typeface="黑体" pitchFamily="2" charset="-122"/>
            </a:endParaRPr>
          </a:p>
        </p:txBody>
      </p:sp>
      <p:sp>
        <p:nvSpPr>
          <p:cNvPr id="216120" name="Freeform 56"/>
          <p:cNvSpPr>
            <a:spLocks/>
          </p:cNvSpPr>
          <p:nvPr/>
        </p:nvSpPr>
        <p:spPr bwMode="auto">
          <a:xfrm>
            <a:off x="4519613" y="4114800"/>
            <a:ext cx="1276350" cy="1130300"/>
          </a:xfrm>
          <a:custGeom>
            <a:avLst/>
            <a:gdLst>
              <a:gd name="T0" fmla="*/ 2026205625 w 804"/>
              <a:gd name="T1" fmla="*/ 1628020938 h 712"/>
              <a:gd name="T2" fmla="*/ 0 w 804"/>
              <a:gd name="T3" fmla="*/ 0 h 712"/>
              <a:gd name="T4" fmla="*/ 1915318750 w 804"/>
              <a:gd name="T5" fmla="*/ 1794351250 h 712"/>
              <a:gd name="T6" fmla="*/ 2026205625 w 804"/>
              <a:gd name="T7" fmla="*/ 1628020938 h 71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04" h="712">
                <a:moveTo>
                  <a:pt x="804" y="646"/>
                </a:moveTo>
                <a:lnTo>
                  <a:pt x="0" y="0"/>
                </a:lnTo>
                <a:lnTo>
                  <a:pt x="760" y="712"/>
                </a:lnTo>
                <a:lnTo>
                  <a:pt x="804" y="646"/>
                </a:lnTo>
                <a:close/>
              </a:path>
            </a:pathLst>
          </a:custGeom>
          <a:solidFill>
            <a:srgbClr val="00006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16121" name="AutoShape 57"/>
          <p:cNvSpPr>
            <a:spLocks noChangeArrowheads="1"/>
          </p:cNvSpPr>
          <p:nvPr/>
        </p:nvSpPr>
        <p:spPr bwMode="auto">
          <a:xfrm>
            <a:off x="5130800" y="5119688"/>
            <a:ext cx="2074863" cy="514350"/>
          </a:xfrm>
          <a:prstGeom prst="roundRect">
            <a:avLst>
              <a:gd name="adj" fmla="val 19759"/>
            </a:avLst>
          </a:prstGeom>
          <a:solidFill>
            <a:srgbClr val="00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6122" name="Freeform 58"/>
          <p:cNvSpPr>
            <a:spLocks/>
          </p:cNvSpPr>
          <p:nvPr/>
        </p:nvSpPr>
        <p:spPr bwMode="auto">
          <a:xfrm>
            <a:off x="5902325" y="4106863"/>
            <a:ext cx="242888" cy="1158875"/>
          </a:xfrm>
          <a:custGeom>
            <a:avLst/>
            <a:gdLst>
              <a:gd name="T0" fmla="*/ 279738713 w 153"/>
              <a:gd name="T1" fmla="*/ 1756549700 h 730"/>
              <a:gd name="T2" fmla="*/ 385585494 w 153"/>
              <a:gd name="T3" fmla="*/ 0 h 730"/>
              <a:gd name="T4" fmla="*/ 110887103 w 153"/>
              <a:gd name="T5" fmla="*/ 1723786875 h 730"/>
              <a:gd name="T6" fmla="*/ 0 w 153"/>
              <a:gd name="T7" fmla="*/ 1839714063 h 730"/>
              <a:gd name="T8" fmla="*/ 279738713 w 153"/>
              <a:gd name="T9" fmla="*/ 1756549700 h 7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3" h="730">
                <a:moveTo>
                  <a:pt x="111" y="697"/>
                </a:moveTo>
                <a:lnTo>
                  <a:pt x="153" y="0"/>
                </a:lnTo>
                <a:lnTo>
                  <a:pt x="44" y="684"/>
                </a:lnTo>
                <a:lnTo>
                  <a:pt x="0" y="730"/>
                </a:lnTo>
                <a:lnTo>
                  <a:pt x="111" y="697"/>
                </a:lnTo>
                <a:close/>
              </a:path>
            </a:pathLst>
          </a:custGeom>
          <a:solidFill>
            <a:srgbClr val="00006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16123" name="Text Box 59" descr="紫色网格"/>
          <p:cNvSpPr txBox="1">
            <a:spLocks noChangeArrowheads="1"/>
          </p:cNvSpPr>
          <p:nvPr/>
        </p:nvSpPr>
        <p:spPr bwMode="auto">
          <a:xfrm>
            <a:off x="4702175" y="5127625"/>
            <a:ext cx="294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ea typeface="黑体" pitchFamily="2" charset="-122"/>
              </a:rPr>
              <a:t>位置特征投影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1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21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115" grpId="0" animBg="1"/>
      <p:bldP spid="216116" grpId="0" animBg="1"/>
      <p:bldP spid="216118" grpId="0" autoUpdateAnimBg="0"/>
      <p:bldP spid="216119" grpId="0" autoUpdateAnimBg="0"/>
      <p:bldP spid="216120" grpId="0" animBg="1"/>
      <p:bldP spid="216121" grpId="0" animBg="1"/>
      <p:bldP spid="216122" grpId="0" animBg="1"/>
      <p:bldP spid="21612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56CEF751-4F83-4762-B2AE-36911E3CDFC1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0483" name="Group 2"/>
          <p:cNvGrpSpPr>
            <a:grpSpLocks/>
          </p:cNvGrpSpPr>
          <p:nvPr/>
        </p:nvGrpSpPr>
        <p:grpSpPr bwMode="auto">
          <a:xfrm>
            <a:off x="884238" y="1050925"/>
            <a:ext cx="5289550" cy="4052888"/>
            <a:chOff x="557" y="662"/>
            <a:chExt cx="3332" cy="2553"/>
          </a:xfrm>
        </p:grpSpPr>
        <p:grpSp>
          <p:nvGrpSpPr>
            <p:cNvPr id="20575" name="Group 3"/>
            <p:cNvGrpSpPr>
              <a:grpSpLocks/>
            </p:cNvGrpSpPr>
            <p:nvPr/>
          </p:nvGrpSpPr>
          <p:grpSpPr bwMode="auto">
            <a:xfrm>
              <a:off x="3087" y="677"/>
              <a:ext cx="802" cy="1200"/>
              <a:chOff x="3087" y="677"/>
              <a:chExt cx="802" cy="1200"/>
            </a:xfrm>
          </p:grpSpPr>
          <p:sp>
            <p:nvSpPr>
              <p:cNvPr id="20605" name="Line 4"/>
              <p:cNvSpPr>
                <a:spLocks noChangeShapeType="1"/>
              </p:cNvSpPr>
              <p:nvPr/>
            </p:nvSpPr>
            <p:spPr bwMode="auto">
              <a:xfrm>
                <a:off x="3097" y="1877"/>
                <a:ext cx="79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06" name="Line 5"/>
              <p:cNvSpPr>
                <a:spLocks noChangeShapeType="1"/>
              </p:cNvSpPr>
              <p:nvPr/>
            </p:nvSpPr>
            <p:spPr bwMode="auto">
              <a:xfrm flipV="1">
                <a:off x="3101" y="677"/>
                <a:ext cx="0" cy="120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07" name="Line 6"/>
              <p:cNvSpPr>
                <a:spLocks noChangeShapeType="1"/>
              </p:cNvSpPr>
              <p:nvPr/>
            </p:nvSpPr>
            <p:spPr bwMode="auto">
              <a:xfrm>
                <a:off x="3087" y="677"/>
                <a:ext cx="80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08" name="Line 7"/>
              <p:cNvSpPr>
                <a:spLocks noChangeShapeType="1"/>
              </p:cNvSpPr>
              <p:nvPr/>
            </p:nvSpPr>
            <p:spPr bwMode="auto">
              <a:xfrm>
                <a:off x="3101" y="917"/>
                <a:ext cx="7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09" name="Line 8"/>
              <p:cNvSpPr>
                <a:spLocks noChangeShapeType="1"/>
              </p:cNvSpPr>
              <p:nvPr/>
            </p:nvSpPr>
            <p:spPr bwMode="auto">
              <a:xfrm flipV="1">
                <a:off x="3869" y="677"/>
                <a:ext cx="0" cy="120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10" name="Line 9"/>
              <p:cNvSpPr>
                <a:spLocks noChangeShapeType="1"/>
              </p:cNvSpPr>
              <p:nvPr/>
            </p:nvSpPr>
            <p:spPr bwMode="auto">
              <a:xfrm flipV="1">
                <a:off x="3245" y="677"/>
                <a:ext cx="0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11" name="Line 10"/>
              <p:cNvSpPr>
                <a:spLocks noChangeShapeType="1"/>
              </p:cNvSpPr>
              <p:nvPr/>
            </p:nvSpPr>
            <p:spPr bwMode="auto">
              <a:xfrm>
                <a:off x="3245" y="1205"/>
                <a:ext cx="11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12" name="Line 11"/>
              <p:cNvSpPr>
                <a:spLocks noChangeShapeType="1"/>
              </p:cNvSpPr>
              <p:nvPr/>
            </p:nvSpPr>
            <p:spPr bwMode="auto">
              <a:xfrm>
                <a:off x="3341" y="1197"/>
                <a:ext cx="0" cy="6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13" name="Line 12"/>
              <p:cNvSpPr>
                <a:spLocks noChangeShapeType="1"/>
              </p:cNvSpPr>
              <p:nvPr/>
            </p:nvSpPr>
            <p:spPr bwMode="auto">
              <a:xfrm rot="5400000">
                <a:off x="3214" y="1750"/>
                <a:ext cx="0" cy="25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14" name="Line 13"/>
              <p:cNvSpPr>
                <a:spLocks noChangeShapeType="1"/>
              </p:cNvSpPr>
              <p:nvPr/>
            </p:nvSpPr>
            <p:spPr bwMode="auto">
              <a:xfrm>
                <a:off x="3101" y="1383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15" name="Line 14"/>
              <p:cNvSpPr>
                <a:spLocks noChangeShapeType="1"/>
              </p:cNvSpPr>
              <p:nvPr/>
            </p:nvSpPr>
            <p:spPr bwMode="auto">
              <a:xfrm>
                <a:off x="3122" y="1678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16" name="Line 15"/>
              <p:cNvSpPr>
                <a:spLocks noChangeShapeType="1"/>
              </p:cNvSpPr>
              <p:nvPr/>
            </p:nvSpPr>
            <p:spPr bwMode="auto">
              <a:xfrm>
                <a:off x="3341" y="677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17" name="Line 16"/>
              <p:cNvSpPr>
                <a:spLocks noChangeShapeType="1"/>
              </p:cNvSpPr>
              <p:nvPr/>
            </p:nvSpPr>
            <p:spPr bwMode="auto">
              <a:xfrm>
                <a:off x="3629" y="677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76" name="Group 17"/>
            <p:cNvGrpSpPr>
              <a:grpSpLocks/>
            </p:cNvGrpSpPr>
            <p:nvPr/>
          </p:nvGrpSpPr>
          <p:grpSpPr bwMode="auto">
            <a:xfrm>
              <a:off x="557" y="2393"/>
              <a:ext cx="1924" cy="822"/>
              <a:chOff x="557" y="2393"/>
              <a:chExt cx="1924" cy="822"/>
            </a:xfrm>
          </p:grpSpPr>
          <p:sp>
            <p:nvSpPr>
              <p:cNvPr id="20593" name="Oval 18"/>
              <p:cNvSpPr>
                <a:spLocks noChangeArrowheads="1"/>
              </p:cNvSpPr>
              <p:nvPr/>
            </p:nvSpPr>
            <p:spPr bwMode="auto">
              <a:xfrm>
                <a:off x="1689" y="2405"/>
                <a:ext cx="792" cy="792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0594" name="Rectangle 19"/>
              <p:cNvSpPr>
                <a:spLocks noChangeArrowheads="1"/>
              </p:cNvSpPr>
              <p:nvPr/>
            </p:nvSpPr>
            <p:spPr bwMode="auto">
              <a:xfrm>
                <a:off x="1627" y="2406"/>
                <a:ext cx="499" cy="788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rgbClr val="E6F0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0595" name="Line 20"/>
              <p:cNvSpPr>
                <a:spLocks noChangeShapeType="1"/>
              </p:cNvSpPr>
              <p:nvPr/>
            </p:nvSpPr>
            <p:spPr bwMode="auto">
              <a:xfrm>
                <a:off x="557" y="2393"/>
                <a:ext cx="0" cy="27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6" name="Line 21"/>
              <p:cNvSpPr>
                <a:spLocks noChangeShapeType="1"/>
              </p:cNvSpPr>
              <p:nvPr/>
            </p:nvSpPr>
            <p:spPr bwMode="auto">
              <a:xfrm>
                <a:off x="1373" y="2405"/>
                <a:ext cx="0" cy="81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7" name="Line 22"/>
              <p:cNvSpPr>
                <a:spLocks noChangeShapeType="1"/>
              </p:cNvSpPr>
              <p:nvPr/>
            </p:nvSpPr>
            <p:spPr bwMode="auto">
              <a:xfrm>
                <a:off x="557" y="2645"/>
                <a:ext cx="81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8" name="Line 23"/>
              <p:cNvSpPr>
                <a:spLocks noChangeShapeType="1"/>
              </p:cNvSpPr>
              <p:nvPr/>
            </p:nvSpPr>
            <p:spPr bwMode="auto">
              <a:xfrm>
                <a:off x="705" y="2413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9" name="Line 24"/>
              <p:cNvSpPr>
                <a:spLocks noChangeShapeType="1"/>
              </p:cNvSpPr>
              <p:nvPr/>
            </p:nvSpPr>
            <p:spPr bwMode="auto">
              <a:xfrm>
                <a:off x="994" y="2419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00" name="Line 25"/>
              <p:cNvSpPr>
                <a:spLocks noChangeShapeType="1"/>
              </p:cNvSpPr>
              <p:nvPr/>
            </p:nvSpPr>
            <p:spPr bwMode="auto">
              <a:xfrm>
                <a:off x="653" y="2549"/>
                <a:ext cx="72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01" name="Line 26"/>
              <p:cNvSpPr>
                <a:spLocks noChangeShapeType="1"/>
              </p:cNvSpPr>
              <p:nvPr/>
            </p:nvSpPr>
            <p:spPr bwMode="auto">
              <a:xfrm>
                <a:off x="1360" y="3199"/>
                <a:ext cx="78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02" name="Oval 27"/>
              <p:cNvSpPr>
                <a:spLocks noChangeArrowheads="1"/>
              </p:cNvSpPr>
              <p:nvPr/>
            </p:nvSpPr>
            <p:spPr bwMode="auto">
              <a:xfrm>
                <a:off x="1997" y="2660"/>
                <a:ext cx="288" cy="288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0603" name="Line 28"/>
              <p:cNvSpPr>
                <a:spLocks noChangeShapeType="1"/>
              </p:cNvSpPr>
              <p:nvPr/>
            </p:nvSpPr>
            <p:spPr bwMode="auto">
              <a:xfrm flipV="1">
                <a:off x="1613" y="2405"/>
                <a:ext cx="0" cy="7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04" name="Line 29"/>
              <p:cNvSpPr>
                <a:spLocks noChangeShapeType="1"/>
              </p:cNvSpPr>
              <p:nvPr/>
            </p:nvSpPr>
            <p:spPr bwMode="auto">
              <a:xfrm>
                <a:off x="557" y="2405"/>
                <a:ext cx="158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77" name="Group 30"/>
            <p:cNvGrpSpPr>
              <a:grpSpLocks/>
            </p:cNvGrpSpPr>
            <p:nvPr/>
          </p:nvGrpSpPr>
          <p:grpSpPr bwMode="auto">
            <a:xfrm>
              <a:off x="557" y="662"/>
              <a:ext cx="1920" cy="1215"/>
              <a:chOff x="557" y="662"/>
              <a:chExt cx="1920" cy="1215"/>
            </a:xfrm>
          </p:grpSpPr>
          <p:sp>
            <p:nvSpPr>
              <p:cNvPr id="20578" name="Line 31"/>
              <p:cNvSpPr>
                <a:spLocks noChangeShapeType="1"/>
              </p:cNvSpPr>
              <p:nvPr/>
            </p:nvSpPr>
            <p:spPr bwMode="auto">
              <a:xfrm flipV="1">
                <a:off x="1613" y="902"/>
                <a:ext cx="0" cy="97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79" name="Line 32"/>
              <p:cNvSpPr>
                <a:spLocks noChangeShapeType="1"/>
              </p:cNvSpPr>
              <p:nvPr/>
            </p:nvSpPr>
            <p:spPr bwMode="auto">
              <a:xfrm>
                <a:off x="1367" y="677"/>
                <a:ext cx="111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0" name="Line 33"/>
              <p:cNvSpPr>
                <a:spLocks noChangeShapeType="1"/>
              </p:cNvSpPr>
              <p:nvPr/>
            </p:nvSpPr>
            <p:spPr bwMode="auto">
              <a:xfrm>
                <a:off x="1598" y="917"/>
                <a:ext cx="879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1" name="Line 34"/>
              <p:cNvSpPr>
                <a:spLocks noChangeShapeType="1"/>
              </p:cNvSpPr>
              <p:nvPr/>
            </p:nvSpPr>
            <p:spPr bwMode="auto">
              <a:xfrm flipV="1">
                <a:off x="1997" y="677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2" name="Line 35"/>
              <p:cNvSpPr>
                <a:spLocks noChangeShapeType="1"/>
              </p:cNvSpPr>
              <p:nvPr/>
            </p:nvSpPr>
            <p:spPr bwMode="auto">
              <a:xfrm flipV="1">
                <a:off x="2285" y="677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3" name="Line 36"/>
              <p:cNvSpPr>
                <a:spLocks noChangeShapeType="1"/>
              </p:cNvSpPr>
              <p:nvPr/>
            </p:nvSpPr>
            <p:spPr bwMode="auto">
              <a:xfrm flipV="1">
                <a:off x="2477" y="662"/>
                <a:ext cx="0" cy="27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4" name="Line 37"/>
              <p:cNvSpPr>
                <a:spLocks noChangeShapeType="1"/>
              </p:cNvSpPr>
              <p:nvPr/>
            </p:nvSpPr>
            <p:spPr bwMode="auto">
              <a:xfrm flipH="1">
                <a:off x="653" y="677"/>
                <a:ext cx="720" cy="63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5" name="Oval 38"/>
              <p:cNvSpPr>
                <a:spLocks noChangeArrowheads="1"/>
              </p:cNvSpPr>
              <p:nvPr/>
            </p:nvSpPr>
            <p:spPr bwMode="auto">
              <a:xfrm>
                <a:off x="557" y="1205"/>
                <a:ext cx="672" cy="672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0586" name="Line 39"/>
              <p:cNvSpPr>
                <a:spLocks noChangeShapeType="1"/>
              </p:cNvSpPr>
              <p:nvPr/>
            </p:nvSpPr>
            <p:spPr bwMode="auto">
              <a:xfrm>
                <a:off x="893" y="1877"/>
                <a:ext cx="739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7" name="Rectangle 40"/>
              <p:cNvSpPr>
                <a:spLocks noChangeArrowheads="1"/>
              </p:cNvSpPr>
              <p:nvPr/>
            </p:nvSpPr>
            <p:spPr bwMode="auto">
              <a:xfrm>
                <a:off x="879" y="1205"/>
                <a:ext cx="494" cy="672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0588" name="Line 41"/>
              <p:cNvSpPr>
                <a:spLocks noChangeShapeType="1"/>
              </p:cNvSpPr>
              <p:nvPr/>
            </p:nvSpPr>
            <p:spPr bwMode="auto">
              <a:xfrm flipV="1">
                <a:off x="1373" y="677"/>
                <a:ext cx="0" cy="120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9" name="Line 42"/>
              <p:cNvSpPr>
                <a:spLocks noChangeShapeType="1"/>
              </p:cNvSpPr>
              <p:nvPr/>
            </p:nvSpPr>
            <p:spPr bwMode="auto">
              <a:xfrm>
                <a:off x="911" y="1205"/>
                <a:ext cx="45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0" name="Line 43"/>
              <p:cNvSpPr>
                <a:spLocks noChangeShapeType="1"/>
              </p:cNvSpPr>
              <p:nvPr/>
            </p:nvSpPr>
            <p:spPr bwMode="auto">
              <a:xfrm>
                <a:off x="890" y="1223"/>
                <a:ext cx="0" cy="637"/>
              </a:xfrm>
              <a:prstGeom prst="line">
                <a:avLst/>
              </a:prstGeom>
              <a:noFill/>
              <a:ln w="57150">
                <a:solidFill>
                  <a:srgbClr val="E6F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1" name="Line 44"/>
              <p:cNvSpPr>
                <a:spLocks noChangeShapeType="1"/>
              </p:cNvSpPr>
              <p:nvPr/>
            </p:nvSpPr>
            <p:spPr bwMode="auto">
              <a:xfrm>
                <a:off x="868" y="1222"/>
                <a:ext cx="0" cy="634"/>
              </a:xfrm>
              <a:prstGeom prst="line">
                <a:avLst/>
              </a:prstGeom>
              <a:noFill/>
              <a:ln w="57150">
                <a:solidFill>
                  <a:srgbClr val="E6F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92" name="Oval 45"/>
              <p:cNvSpPr>
                <a:spLocks noChangeArrowheads="1"/>
              </p:cNvSpPr>
              <p:nvPr/>
            </p:nvSpPr>
            <p:spPr bwMode="auto">
              <a:xfrm>
                <a:off x="717" y="1395"/>
                <a:ext cx="286" cy="293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</p:grpSp>
      <p:sp>
        <p:nvSpPr>
          <p:cNvPr id="217134" name="Rectangle 46"/>
          <p:cNvSpPr>
            <a:spLocks noChangeArrowheads="1"/>
          </p:cNvSpPr>
          <p:nvPr/>
        </p:nvSpPr>
        <p:spPr bwMode="auto">
          <a:xfrm>
            <a:off x="4924425" y="1068388"/>
            <a:ext cx="1219200" cy="1909762"/>
          </a:xfrm>
          <a:prstGeom prst="rect">
            <a:avLst/>
          </a:prstGeom>
          <a:solidFill>
            <a:srgbClr val="FF99CC">
              <a:alpha val="50195"/>
            </a:srgbClr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35" name="Rectangle 47"/>
          <p:cNvSpPr>
            <a:spLocks noChangeArrowheads="1"/>
          </p:cNvSpPr>
          <p:nvPr/>
        </p:nvSpPr>
        <p:spPr bwMode="auto">
          <a:xfrm>
            <a:off x="890588" y="3832225"/>
            <a:ext cx="1266825" cy="352425"/>
          </a:xfrm>
          <a:prstGeom prst="rect">
            <a:avLst/>
          </a:prstGeom>
          <a:solidFill>
            <a:srgbClr val="66FFCC"/>
          </a:solidFill>
          <a:ln w="9525">
            <a:solidFill>
              <a:srgbClr val="66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36" name="Rectangle 48"/>
          <p:cNvSpPr>
            <a:spLocks noChangeArrowheads="1"/>
          </p:cNvSpPr>
          <p:nvPr/>
        </p:nvSpPr>
        <p:spPr bwMode="auto">
          <a:xfrm>
            <a:off x="890588" y="3835400"/>
            <a:ext cx="1271587" cy="352425"/>
          </a:xfrm>
          <a:prstGeom prst="rect">
            <a:avLst/>
          </a:prstGeom>
          <a:solidFill>
            <a:srgbClr val="66FFCC"/>
          </a:solidFill>
          <a:ln w="9525">
            <a:solidFill>
              <a:srgbClr val="66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37" name="Rectangle 49"/>
          <p:cNvSpPr>
            <a:spLocks noChangeArrowheads="1"/>
          </p:cNvSpPr>
          <p:nvPr/>
        </p:nvSpPr>
        <p:spPr bwMode="auto">
          <a:xfrm>
            <a:off x="4935538" y="1920875"/>
            <a:ext cx="371475" cy="1038225"/>
          </a:xfrm>
          <a:prstGeom prst="rect">
            <a:avLst/>
          </a:prstGeom>
          <a:solidFill>
            <a:srgbClr val="66FFCC"/>
          </a:solidFill>
          <a:ln w="9525">
            <a:solidFill>
              <a:srgbClr val="66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38" name="Rectangle 50"/>
          <p:cNvSpPr>
            <a:spLocks noChangeArrowheads="1"/>
          </p:cNvSpPr>
          <p:nvPr/>
        </p:nvSpPr>
        <p:spPr bwMode="auto">
          <a:xfrm>
            <a:off x="4926013" y="1925638"/>
            <a:ext cx="371475" cy="1038225"/>
          </a:xfrm>
          <a:prstGeom prst="rect">
            <a:avLst/>
          </a:prstGeom>
          <a:solidFill>
            <a:srgbClr val="66FFCC"/>
          </a:solidFill>
          <a:ln w="9525">
            <a:solidFill>
              <a:srgbClr val="66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39" name="Rectangle 51"/>
          <p:cNvSpPr>
            <a:spLocks noChangeArrowheads="1"/>
          </p:cNvSpPr>
          <p:nvPr/>
        </p:nvSpPr>
        <p:spPr bwMode="auto">
          <a:xfrm>
            <a:off x="2540000" y="1096963"/>
            <a:ext cx="1381125" cy="342900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40" name="Rectangle 52"/>
          <p:cNvSpPr>
            <a:spLocks noChangeArrowheads="1"/>
          </p:cNvSpPr>
          <p:nvPr/>
        </p:nvSpPr>
        <p:spPr bwMode="auto">
          <a:xfrm>
            <a:off x="2547938" y="1090613"/>
            <a:ext cx="1381125" cy="352425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41" name="Rectangle 53"/>
          <p:cNvSpPr>
            <a:spLocks noChangeArrowheads="1"/>
          </p:cNvSpPr>
          <p:nvPr/>
        </p:nvSpPr>
        <p:spPr bwMode="auto">
          <a:xfrm>
            <a:off x="4935538" y="1098550"/>
            <a:ext cx="1209675" cy="342900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42" name="Rectangle 54"/>
          <p:cNvSpPr>
            <a:spLocks noChangeArrowheads="1"/>
          </p:cNvSpPr>
          <p:nvPr/>
        </p:nvSpPr>
        <p:spPr bwMode="auto">
          <a:xfrm>
            <a:off x="4926013" y="1089025"/>
            <a:ext cx="1209675" cy="342900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43" name="Rectangle 55"/>
          <p:cNvSpPr>
            <a:spLocks noChangeArrowheads="1"/>
          </p:cNvSpPr>
          <p:nvPr/>
        </p:nvSpPr>
        <p:spPr bwMode="auto">
          <a:xfrm>
            <a:off x="2187575" y="1076325"/>
            <a:ext cx="361950" cy="1885950"/>
          </a:xfrm>
          <a:prstGeom prst="rect">
            <a:avLst/>
          </a:prstGeom>
          <a:solidFill>
            <a:srgbClr val="FF99CC">
              <a:alpha val="50195"/>
            </a:srgbClr>
          </a:solidFill>
          <a:ln w="9525">
            <a:solidFill>
              <a:srgbClr val="FF0066">
                <a:alpha val="50195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44" name="Rectangle 56"/>
          <p:cNvSpPr>
            <a:spLocks noChangeArrowheads="1"/>
          </p:cNvSpPr>
          <p:nvPr/>
        </p:nvSpPr>
        <p:spPr bwMode="auto">
          <a:xfrm>
            <a:off x="2165350" y="1049338"/>
            <a:ext cx="361950" cy="1885950"/>
          </a:xfrm>
          <a:prstGeom prst="rect">
            <a:avLst/>
          </a:prstGeom>
          <a:solidFill>
            <a:srgbClr val="FF99CC">
              <a:alpha val="50195"/>
            </a:srgbClr>
          </a:solidFill>
          <a:ln w="9525">
            <a:solidFill>
              <a:srgbClr val="FF0066">
                <a:alpha val="50195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45" name="Rectangle 57"/>
          <p:cNvSpPr>
            <a:spLocks noChangeArrowheads="1"/>
          </p:cNvSpPr>
          <p:nvPr/>
        </p:nvSpPr>
        <p:spPr bwMode="auto">
          <a:xfrm>
            <a:off x="2185988" y="3827463"/>
            <a:ext cx="361950" cy="1247775"/>
          </a:xfrm>
          <a:prstGeom prst="rect">
            <a:avLst/>
          </a:prstGeom>
          <a:solidFill>
            <a:srgbClr val="FF99CC">
              <a:alpha val="50195"/>
            </a:srgbClr>
          </a:solidFill>
          <a:ln w="9525">
            <a:solidFill>
              <a:srgbClr val="FF0066">
                <a:alpha val="50195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46" name="Rectangle 58"/>
          <p:cNvSpPr>
            <a:spLocks noChangeArrowheads="1"/>
          </p:cNvSpPr>
          <p:nvPr/>
        </p:nvSpPr>
        <p:spPr bwMode="auto">
          <a:xfrm>
            <a:off x="2179638" y="3813175"/>
            <a:ext cx="361950" cy="1247775"/>
          </a:xfrm>
          <a:prstGeom prst="rect">
            <a:avLst/>
          </a:prstGeom>
          <a:solidFill>
            <a:srgbClr val="FF99CC">
              <a:alpha val="50195"/>
            </a:srgbClr>
          </a:solidFill>
          <a:ln w="9525">
            <a:solidFill>
              <a:srgbClr val="FF0066">
                <a:alpha val="50195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47" name="Freeform 59"/>
          <p:cNvSpPr>
            <a:spLocks/>
          </p:cNvSpPr>
          <p:nvPr/>
        </p:nvSpPr>
        <p:spPr bwMode="auto">
          <a:xfrm>
            <a:off x="1154113" y="1084263"/>
            <a:ext cx="1011237" cy="882650"/>
          </a:xfrm>
          <a:custGeom>
            <a:avLst/>
            <a:gdLst>
              <a:gd name="T0" fmla="*/ 1757045138 w 582"/>
              <a:gd name="T1" fmla="*/ 0 h 510"/>
              <a:gd name="T2" fmla="*/ 0 w 582"/>
              <a:gd name="T3" fmla="*/ 1527590240 h 510"/>
              <a:gd name="T4" fmla="*/ 126797305 w 582"/>
              <a:gd name="T5" fmla="*/ 1473675901 h 510"/>
              <a:gd name="T6" fmla="*/ 214347494 w 582"/>
              <a:gd name="T7" fmla="*/ 1458698542 h 510"/>
              <a:gd name="T8" fmla="*/ 1757045138 w 582"/>
              <a:gd name="T9" fmla="*/ 1458698542 h 510"/>
              <a:gd name="T10" fmla="*/ 1757045138 w 582"/>
              <a:gd name="T11" fmla="*/ 0 h 51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82" h="510">
                <a:moveTo>
                  <a:pt x="582" y="0"/>
                </a:moveTo>
                <a:lnTo>
                  <a:pt x="0" y="510"/>
                </a:lnTo>
                <a:lnTo>
                  <a:pt x="42" y="492"/>
                </a:lnTo>
                <a:lnTo>
                  <a:pt x="71" y="487"/>
                </a:lnTo>
                <a:lnTo>
                  <a:pt x="582" y="487"/>
                </a:lnTo>
                <a:lnTo>
                  <a:pt x="582" y="0"/>
                </a:lnTo>
                <a:close/>
              </a:path>
            </a:pathLst>
          </a:custGeom>
          <a:solidFill>
            <a:srgbClr val="FF9999"/>
          </a:solidFill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48" name="Rectangle 60"/>
          <p:cNvSpPr>
            <a:spLocks noChangeArrowheads="1"/>
          </p:cNvSpPr>
          <p:nvPr/>
        </p:nvSpPr>
        <p:spPr bwMode="auto">
          <a:xfrm>
            <a:off x="1038225" y="3814763"/>
            <a:ext cx="1136650" cy="231775"/>
          </a:xfrm>
          <a:prstGeom prst="rect">
            <a:avLst/>
          </a:prstGeom>
          <a:solidFill>
            <a:srgbClr val="FF9999"/>
          </a:solidFill>
          <a:ln w="9525">
            <a:solidFill>
              <a:srgbClr val="FF99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b="0">
              <a:ea typeface="隶书" pitchFamily="49" charset="-122"/>
            </a:endParaRPr>
          </a:p>
        </p:txBody>
      </p:sp>
      <p:sp>
        <p:nvSpPr>
          <p:cNvPr id="217149" name="Rectangle 61"/>
          <p:cNvSpPr>
            <a:spLocks noChangeArrowheads="1"/>
          </p:cNvSpPr>
          <p:nvPr/>
        </p:nvSpPr>
        <p:spPr bwMode="auto">
          <a:xfrm>
            <a:off x="1033463" y="3824288"/>
            <a:ext cx="1136650" cy="231775"/>
          </a:xfrm>
          <a:prstGeom prst="rect">
            <a:avLst/>
          </a:prstGeom>
          <a:solidFill>
            <a:srgbClr val="FF9999"/>
          </a:solidFill>
          <a:ln w="9525">
            <a:solidFill>
              <a:srgbClr val="FF99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b="0">
              <a:ea typeface="隶书" pitchFamily="49" charset="-122"/>
            </a:endParaRPr>
          </a:p>
        </p:txBody>
      </p:sp>
      <p:sp>
        <p:nvSpPr>
          <p:cNvPr id="217150" name="Rectangle 62"/>
          <p:cNvSpPr>
            <a:spLocks noChangeArrowheads="1"/>
          </p:cNvSpPr>
          <p:nvPr/>
        </p:nvSpPr>
        <p:spPr bwMode="auto">
          <a:xfrm>
            <a:off x="4930775" y="1108075"/>
            <a:ext cx="217488" cy="979488"/>
          </a:xfrm>
          <a:prstGeom prst="rect">
            <a:avLst/>
          </a:prstGeom>
          <a:solidFill>
            <a:srgbClr val="FF9999"/>
          </a:solidFill>
          <a:ln w="9525">
            <a:solidFill>
              <a:srgbClr val="FF99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b="0">
              <a:ea typeface="隶书" pitchFamily="49" charset="-122"/>
            </a:endParaRPr>
          </a:p>
        </p:txBody>
      </p:sp>
      <p:sp>
        <p:nvSpPr>
          <p:cNvPr id="217151" name="Rectangle 63"/>
          <p:cNvSpPr>
            <a:spLocks noChangeArrowheads="1"/>
          </p:cNvSpPr>
          <p:nvPr/>
        </p:nvSpPr>
        <p:spPr bwMode="auto">
          <a:xfrm>
            <a:off x="4929188" y="1074738"/>
            <a:ext cx="222250" cy="977900"/>
          </a:xfrm>
          <a:prstGeom prst="rect">
            <a:avLst/>
          </a:prstGeom>
          <a:solidFill>
            <a:srgbClr val="FF9999"/>
          </a:solidFill>
          <a:ln w="9525">
            <a:solidFill>
              <a:srgbClr val="FF99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17152" name="Text Box 64" descr="紫色网格"/>
          <p:cNvSpPr txBox="1">
            <a:spLocks noChangeArrowheads="1"/>
          </p:cNvSpPr>
          <p:nvPr/>
        </p:nvSpPr>
        <p:spPr bwMode="auto">
          <a:xfrm>
            <a:off x="6364288" y="1895475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6699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  <a:ea typeface="黑体" pitchFamily="2" charset="-122"/>
              </a:rPr>
              <a:t>3</a:t>
            </a:r>
            <a:endParaRPr lang="en-US" altLang="zh-CN" sz="2400" b="0" i="1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17153" name="Text Box 65" descr="紫色网格"/>
          <p:cNvSpPr txBox="1">
            <a:spLocks noChangeArrowheads="1"/>
          </p:cNvSpPr>
          <p:nvPr/>
        </p:nvSpPr>
        <p:spPr bwMode="auto">
          <a:xfrm>
            <a:off x="460375" y="1725613"/>
            <a:ext cx="34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  <a:ea typeface="黑体" pitchFamily="2" charset="-122"/>
              </a:rPr>
              <a:t>1</a:t>
            </a:r>
            <a:endParaRPr lang="en-US" altLang="zh-CN" sz="2400" b="0" i="1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17154" name="Line 66"/>
          <p:cNvSpPr>
            <a:spLocks noChangeShapeType="1"/>
          </p:cNvSpPr>
          <p:nvPr/>
        </p:nvSpPr>
        <p:spPr bwMode="auto">
          <a:xfrm>
            <a:off x="5969000" y="1971675"/>
            <a:ext cx="452438" cy="95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55" name="Text Box 67" descr="紫色网格"/>
          <p:cNvSpPr txBox="1">
            <a:spLocks noChangeArrowheads="1"/>
          </p:cNvSpPr>
          <p:nvPr/>
        </p:nvSpPr>
        <p:spPr bwMode="auto">
          <a:xfrm>
            <a:off x="3976688" y="3613150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  <a:ea typeface="黑体" pitchFamily="2" charset="-122"/>
              </a:rPr>
              <a:t>2</a:t>
            </a:r>
            <a:endParaRPr lang="en-US" altLang="zh-CN" sz="2400" b="0" i="1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17156" name="Line 68"/>
          <p:cNvSpPr>
            <a:spLocks noChangeShapeType="1"/>
          </p:cNvSpPr>
          <p:nvPr/>
        </p:nvSpPr>
        <p:spPr bwMode="auto">
          <a:xfrm flipH="1" flipV="1">
            <a:off x="1658938" y="1165225"/>
            <a:ext cx="239712" cy="514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7" name="Text Box 69"/>
          <p:cNvSpPr txBox="1">
            <a:spLocks noChangeArrowheads="1"/>
          </p:cNvSpPr>
          <p:nvPr/>
        </p:nvSpPr>
        <p:spPr bwMode="auto">
          <a:xfrm>
            <a:off x="384175" y="374650"/>
            <a:ext cx="717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3</a:t>
            </a:r>
          </a:p>
        </p:txBody>
      </p:sp>
      <p:sp>
        <p:nvSpPr>
          <p:cNvPr id="217158" name="Text Box 70"/>
          <p:cNvSpPr txBox="1">
            <a:spLocks noChangeArrowheads="1"/>
          </p:cNvSpPr>
          <p:nvPr/>
        </p:nvSpPr>
        <p:spPr bwMode="auto">
          <a:xfrm>
            <a:off x="3663950" y="285750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A6CFA6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ea typeface="黑体" pitchFamily="2" charset="-122"/>
              </a:rPr>
              <a:t>找特征投影</a:t>
            </a:r>
          </a:p>
        </p:txBody>
      </p:sp>
      <p:sp>
        <p:nvSpPr>
          <p:cNvPr id="217159" name="Text Box 71"/>
          <p:cNvSpPr txBox="1">
            <a:spLocks noChangeArrowheads="1"/>
          </p:cNvSpPr>
          <p:nvPr/>
        </p:nvSpPr>
        <p:spPr bwMode="auto">
          <a:xfrm>
            <a:off x="263525" y="5534025"/>
            <a:ext cx="4168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A6CFA6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ea typeface="黑体" pitchFamily="2" charset="-122"/>
              </a:rPr>
              <a:t>形状特征可能分散在不同投影图中</a:t>
            </a:r>
          </a:p>
        </p:txBody>
      </p:sp>
      <p:sp>
        <p:nvSpPr>
          <p:cNvPr id="217160" name="Text Box 72"/>
          <p:cNvSpPr txBox="1">
            <a:spLocks noChangeArrowheads="1"/>
          </p:cNvSpPr>
          <p:nvPr/>
        </p:nvSpPr>
        <p:spPr bwMode="auto">
          <a:xfrm>
            <a:off x="268288" y="6015038"/>
            <a:ext cx="76469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A6CFA6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ea typeface="黑体" pitchFamily="2" charset="-122"/>
              </a:rPr>
              <a:t>用“三等”关系对投影，确定每部分的形状和位置</a:t>
            </a:r>
          </a:p>
        </p:txBody>
      </p:sp>
      <p:grpSp>
        <p:nvGrpSpPr>
          <p:cNvPr id="217162" name="Group 74"/>
          <p:cNvGrpSpPr>
            <a:grpSpLocks/>
          </p:cNvGrpSpPr>
          <p:nvPr/>
        </p:nvGrpSpPr>
        <p:grpSpPr bwMode="auto">
          <a:xfrm>
            <a:off x="876300" y="1905000"/>
            <a:ext cx="1304925" cy="1093788"/>
            <a:chOff x="1788" y="1440"/>
            <a:chExt cx="822" cy="689"/>
          </a:xfrm>
        </p:grpSpPr>
        <p:grpSp>
          <p:nvGrpSpPr>
            <p:cNvPr id="20568" name="Group 75"/>
            <p:cNvGrpSpPr>
              <a:grpSpLocks/>
            </p:cNvGrpSpPr>
            <p:nvPr/>
          </p:nvGrpSpPr>
          <p:grpSpPr bwMode="auto">
            <a:xfrm>
              <a:off x="1788" y="1440"/>
              <a:ext cx="814" cy="685"/>
              <a:chOff x="1788" y="1440"/>
              <a:chExt cx="814" cy="685"/>
            </a:xfrm>
          </p:grpSpPr>
          <p:sp>
            <p:nvSpPr>
              <p:cNvPr id="20572" name="Oval 76"/>
              <p:cNvSpPr>
                <a:spLocks noChangeArrowheads="1"/>
              </p:cNvSpPr>
              <p:nvPr/>
            </p:nvSpPr>
            <p:spPr bwMode="auto">
              <a:xfrm>
                <a:off x="1788" y="1450"/>
                <a:ext cx="660" cy="662"/>
              </a:xfrm>
              <a:prstGeom prst="ellipse">
                <a:avLst/>
              </a:prstGeom>
              <a:solidFill>
                <a:srgbClr val="66FFCC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0573" name="Rectangle 77"/>
              <p:cNvSpPr>
                <a:spLocks noChangeArrowheads="1"/>
              </p:cNvSpPr>
              <p:nvPr/>
            </p:nvSpPr>
            <p:spPr bwMode="auto">
              <a:xfrm>
                <a:off x="2101" y="1440"/>
                <a:ext cx="501" cy="685"/>
              </a:xfrm>
              <a:prstGeom prst="rect">
                <a:avLst/>
              </a:prstGeom>
              <a:solidFill>
                <a:srgbClr val="66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0574" name="Oval 78"/>
              <p:cNvSpPr>
                <a:spLocks noChangeArrowheads="1"/>
              </p:cNvSpPr>
              <p:nvPr/>
            </p:nvSpPr>
            <p:spPr bwMode="auto">
              <a:xfrm>
                <a:off x="1964" y="1639"/>
                <a:ext cx="277" cy="279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sp>
          <p:nvSpPr>
            <p:cNvPr id="20569" name="Line 79"/>
            <p:cNvSpPr>
              <a:spLocks noChangeShapeType="1"/>
            </p:cNvSpPr>
            <p:nvPr/>
          </p:nvSpPr>
          <p:spPr bwMode="auto">
            <a:xfrm>
              <a:off x="2088" y="2114"/>
              <a:ext cx="51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0570" name="Line 80"/>
            <p:cNvSpPr>
              <a:spLocks noChangeShapeType="1"/>
            </p:cNvSpPr>
            <p:nvPr/>
          </p:nvSpPr>
          <p:spPr bwMode="auto">
            <a:xfrm>
              <a:off x="2091" y="1451"/>
              <a:ext cx="51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0571" name="Line 81"/>
            <p:cNvSpPr>
              <a:spLocks noChangeShapeType="1"/>
            </p:cNvSpPr>
            <p:nvPr/>
          </p:nvSpPr>
          <p:spPr bwMode="auto">
            <a:xfrm>
              <a:off x="2610" y="1442"/>
              <a:ext cx="0" cy="6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aphicFrame>
        <p:nvGraphicFramePr>
          <p:cNvPr id="217170" name="Object 82"/>
          <p:cNvGraphicFramePr>
            <a:graphicFrameLocks noChangeAspect="1"/>
          </p:cNvGraphicFramePr>
          <p:nvPr/>
        </p:nvGraphicFramePr>
        <p:xfrm>
          <a:off x="5254625" y="3435350"/>
          <a:ext cx="2708275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1" name="位图图像" r:id="rId4" imgW="4247619" imgH="3761905" progId="Paint.Picture">
                  <p:embed/>
                </p:oleObj>
              </mc:Choice>
              <mc:Fallback>
                <p:oleObj name="位图图像" r:id="rId4" imgW="4247619" imgH="3761905" progId="Paint.Picture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5" y="3435350"/>
                        <a:ext cx="2708275" cy="239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71" name="Line 83"/>
          <p:cNvSpPr>
            <a:spLocks noChangeShapeType="1"/>
          </p:cNvSpPr>
          <p:nvPr/>
        </p:nvSpPr>
        <p:spPr bwMode="auto">
          <a:xfrm flipH="1" flipV="1">
            <a:off x="744538" y="1958975"/>
            <a:ext cx="444500" cy="195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7172" name="Group 84"/>
          <p:cNvGrpSpPr>
            <a:grpSpLocks/>
          </p:cNvGrpSpPr>
          <p:nvPr/>
        </p:nvGrpSpPr>
        <p:grpSpPr bwMode="auto">
          <a:xfrm>
            <a:off x="2578100" y="3819525"/>
            <a:ext cx="1371600" cy="1257300"/>
            <a:chOff x="1624" y="2406"/>
            <a:chExt cx="864" cy="792"/>
          </a:xfrm>
        </p:grpSpPr>
        <p:grpSp>
          <p:nvGrpSpPr>
            <p:cNvPr id="20562" name="Group 85"/>
            <p:cNvGrpSpPr>
              <a:grpSpLocks/>
            </p:cNvGrpSpPr>
            <p:nvPr/>
          </p:nvGrpSpPr>
          <p:grpSpPr bwMode="auto">
            <a:xfrm>
              <a:off x="1624" y="2406"/>
              <a:ext cx="864" cy="789"/>
              <a:chOff x="1624" y="2406"/>
              <a:chExt cx="864" cy="789"/>
            </a:xfrm>
          </p:grpSpPr>
          <p:sp>
            <p:nvSpPr>
              <p:cNvPr id="20565" name="Oval 86"/>
              <p:cNvSpPr>
                <a:spLocks noChangeArrowheads="1"/>
              </p:cNvSpPr>
              <p:nvPr/>
            </p:nvSpPr>
            <p:spPr bwMode="auto">
              <a:xfrm>
                <a:off x="1699" y="2406"/>
                <a:ext cx="789" cy="789"/>
              </a:xfrm>
              <a:prstGeom prst="ellipse">
                <a:avLst/>
              </a:prstGeom>
              <a:solidFill>
                <a:srgbClr val="99CC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0566" name="Rectangle 87"/>
              <p:cNvSpPr>
                <a:spLocks noChangeArrowheads="1"/>
              </p:cNvSpPr>
              <p:nvPr/>
            </p:nvSpPr>
            <p:spPr bwMode="auto">
              <a:xfrm>
                <a:off x="1624" y="2420"/>
                <a:ext cx="492" cy="768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0567" name="Oval 88"/>
              <p:cNvSpPr>
                <a:spLocks noChangeArrowheads="1"/>
              </p:cNvSpPr>
              <p:nvPr/>
            </p:nvSpPr>
            <p:spPr bwMode="auto">
              <a:xfrm>
                <a:off x="1998" y="2666"/>
                <a:ext cx="286" cy="286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sp>
          <p:nvSpPr>
            <p:cNvPr id="20563" name="Line 89"/>
            <p:cNvSpPr>
              <a:spLocks noChangeShapeType="1"/>
            </p:cNvSpPr>
            <p:nvPr/>
          </p:nvSpPr>
          <p:spPr bwMode="auto">
            <a:xfrm flipH="1">
              <a:off x="1626" y="2406"/>
              <a:ext cx="52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0564" name="Line 90"/>
            <p:cNvSpPr>
              <a:spLocks noChangeShapeType="1"/>
            </p:cNvSpPr>
            <p:nvPr/>
          </p:nvSpPr>
          <p:spPr bwMode="auto">
            <a:xfrm flipH="1">
              <a:off x="1626" y="3198"/>
              <a:ext cx="51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217179" name="Text Box 91" descr="紫色网格"/>
          <p:cNvSpPr txBox="1">
            <a:spLocks noChangeArrowheads="1"/>
          </p:cNvSpPr>
          <p:nvPr/>
        </p:nvSpPr>
        <p:spPr bwMode="auto">
          <a:xfrm>
            <a:off x="1335088" y="904875"/>
            <a:ext cx="347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FF99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  <a:ea typeface="黑体" pitchFamily="2" charset="-122"/>
              </a:rPr>
              <a:t>4</a:t>
            </a:r>
            <a:endParaRPr lang="en-US" altLang="zh-CN" sz="2400" b="0" i="1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17180" name="Line 92"/>
          <p:cNvSpPr>
            <a:spLocks noChangeShapeType="1"/>
          </p:cNvSpPr>
          <p:nvPr/>
        </p:nvSpPr>
        <p:spPr bwMode="auto">
          <a:xfrm flipV="1">
            <a:off x="3635375" y="3822700"/>
            <a:ext cx="404813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517" name="Group 93"/>
          <p:cNvGrpSpPr>
            <a:grpSpLocks/>
          </p:cNvGrpSpPr>
          <p:nvPr/>
        </p:nvGrpSpPr>
        <p:grpSpPr bwMode="auto">
          <a:xfrm>
            <a:off x="722313" y="852488"/>
            <a:ext cx="4813300" cy="4445000"/>
            <a:chOff x="455" y="537"/>
            <a:chExt cx="3032" cy="2800"/>
          </a:xfrm>
        </p:grpSpPr>
        <p:grpSp>
          <p:nvGrpSpPr>
            <p:cNvPr id="20530" name="Group 94"/>
            <p:cNvGrpSpPr>
              <a:grpSpLocks/>
            </p:cNvGrpSpPr>
            <p:nvPr/>
          </p:nvGrpSpPr>
          <p:grpSpPr bwMode="auto">
            <a:xfrm>
              <a:off x="2143" y="556"/>
              <a:ext cx="0" cy="465"/>
              <a:chOff x="2144" y="556"/>
              <a:chExt cx="0" cy="465"/>
            </a:xfrm>
          </p:grpSpPr>
          <p:sp>
            <p:nvSpPr>
              <p:cNvPr id="20559" name="Line 95"/>
              <p:cNvSpPr>
                <a:spLocks noChangeShapeType="1"/>
              </p:cNvSpPr>
              <p:nvPr/>
            </p:nvSpPr>
            <p:spPr bwMode="auto">
              <a:xfrm rot="-5400000">
                <a:off x="2048" y="926"/>
                <a:ext cx="1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60" name="Line 96"/>
              <p:cNvSpPr>
                <a:spLocks noChangeShapeType="1"/>
              </p:cNvSpPr>
              <p:nvPr/>
            </p:nvSpPr>
            <p:spPr bwMode="auto">
              <a:xfrm rot="-5400000">
                <a:off x="2130" y="79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61" name="Line 97"/>
              <p:cNvSpPr>
                <a:spLocks noChangeShapeType="1"/>
              </p:cNvSpPr>
              <p:nvPr/>
            </p:nvSpPr>
            <p:spPr bwMode="auto">
              <a:xfrm rot="-5400000">
                <a:off x="2044" y="656"/>
                <a:ext cx="1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0531" name="Group 98"/>
            <p:cNvGrpSpPr>
              <a:grpSpLocks/>
            </p:cNvGrpSpPr>
            <p:nvPr/>
          </p:nvGrpSpPr>
          <p:grpSpPr bwMode="auto">
            <a:xfrm>
              <a:off x="851" y="2294"/>
              <a:ext cx="0" cy="426"/>
              <a:chOff x="851" y="2294"/>
              <a:chExt cx="0" cy="426"/>
            </a:xfrm>
          </p:grpSpPr>
          <p:sp>
            <p:nvSpPr>
              <p:cNvPr id="20556" name="Line 99"/>
              <p:cNvSpPr>
                <a:spLocks noChangeShapeType="1"/>
              </p:cNvSpPr>
              <p:nvPr/>
            </p:nvSpPr>
            <p:spPr bwMode="auto">
              <a:xfrm rot="-5400000">
                <a:off x="755" y="2625"/>
                <a:ext cx="1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57" name="Line 100"/>
              <p:cNvSpPr>
                <a:spLocks noChangeShapeType="1"/>
              </p:cNvSpPr>
              <p:nvPr/>
            </p:nvSpPr>
            <p:spPr bwMode="auto">
              <a:xfrm rot="-5400000">
                <a:off x="837" y="2493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58" name="Line 101"/>
              <p:cNvSpPr>
                <a:spLocks noChangeShapeType="1"/>
              </p:cNvSpPr>
              <p:nvPr/>
            </p:nvSpPr>
            <p:spPr bwMode="auto">
              <a:xfrm rot="-5400000">
                <a:off x="771" y="2374"/>
                <a:ext cx="1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0532" name="Group 102"/>
            <p:cNvGrpSpPr>
              <a:grpSpLocks/>
            </p:cNvGrpSpPr>
            <p:nvPr/>
          </p:nvGrpSpPr>
          <p:grpSpPr bwMode="auto">
            <a:xfrm>
              <a:off x="2143" y="2283"/>
              <a:ext cx="1" cy="1054"/>
              <a:chOff x="2143" y="2283"/>
              <a:chExt cx="1" cy="1054"/>
            </a:xfrm>
          </p:grpSpPr>
          <p:sp>
            <p:nvSpPr>
              <p:cNvPr id="20551" name="Line 103"/>
              <p:cNvSpPr>
                <a:spLocks noChangeShapeType="1"/>
              </p:cNvSpPr>
              <p:nvPr/>
            </p:nvSpPr>
            <p:spPr bwMode="auto">
              <a:xfrm rot="-5400000">
                <a:off x="2040" y="3234"/>
                <a:ext cx="2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52" name="Line 104"/>
              <p:cNvSpPr>
                <a:spLocks noChangeShapeType="1"/>
              </p:cNvSpPr>
              <p:nvPr/>
            </p:nvSpPr>
            <p:spPr bwMode="auto">
              <a:xfrm rot="-5400000">
                <a:off x="2129" y="308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53" name="Line 105"/>
              <p:cNvSpPr>
                <a:spLocks noChangeShapeType="1"/>
              </p:cNvSpPr>
              <p:nvPr/>
            </p:nvSpPr>
            <p:spPr bwMode="auto">
              <a:xfrm rot="-5400000">
                <a:off x="1929" y="2822"/>
                <a:ext cx="43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54" name="Line 106"/>
              <p:cNvSpPr>
                <a:spLocks noChangeShapeType="1"/>
              </p:cNvSpPr>
              <p:nvPr/>
            </p:nvSpPr>
            <p:spPr bwMode="auto">
              <a:xfrm rot="-5400000">
                <a:off x="2129" y="255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55" name="Line 107"/>
              <p:cNvSpPr>
                <a:spLocks noChangeShapeType="1"/>
              </p:cNvSpPr>
              <p:nvPr/>
            </p:nvSpPr>
            <p:spPr bwMode="auto">
              <a:xfrm rot="-5400000">
                <a:off x="2024" y="2402"/>
                <a:ext cx="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0533" name="Group 108"/>
            <p:cNvGrpSpPr>
              <a:grpSpLocks/>
            </p:cNvGrpSpPr>
            <p:nvPr/>
          </p:nvGrpSpPr>
          <p:grpSpPr bwMode="auto">
            <a:xfrm>
              <a:off x="455" y="1542"/>
              <a:ext cx="1000" cy="0"/>
              <a:chOff x="455" y="1542"/>
              <a:chExt cx="1000" cy="0"/>
            </a:xfrm>
          </p:grpSpPr>
          <p:sp>
            <p:nvSpPr>
              <p:cNvPr id="20546" name="Line 109"/>
              <p:cNvSpPr>
                <a:spLocks noChangeShapeType="1"/>
              </p:cNvSpPr>
              <p:nvPr/>
            </p:nvSpPr>
            <p:spPr bwMode="auto">
              <a:xfrm>
                <a:off x="455" y="1542"/>
                <a:ext cx="13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47" name="Line 110"/>
              <p:cNvSpPr>
                <a:spLocks noChangeShapeType="1"/>
              </p:cNvSpPr>
              <p:nvPr/>
            </p:nvSpPr>
            <p:spPr bwMode="auto">
              <a:xfrm>
                <a:off x="627" y="1542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48" name="Line 111"/>
              <p:cNvSpPr>
                <a:spLocks noChangeShapeType="1"/>
              </p:cNvSpPr>
              <p:nvPr/>
            </p:nvSpPr>
            <p:spPr bwMode="auto">
              <a:xfrm>
                <a:off x="681" y="154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49" name="Line 112"/>
              <p:cNvSpPr>
                <a:spLocks noChangeShapeType="1"/>
              </p:cNvSpPr>
              <p:nvPr/>
            </p:nvSpPr>
            <p:spPr bwMode="auto">
              <a:xfrm>
                <a:off x="1194" y="1542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50" name="Line 113"/>
              <p:cNvSpPr>
                <a:spLocks noChangeShapeType="1"/>
              </p:cNvSpPr>
              <p:nvPr/>
            </p:nvSpPr>
            <p:spPr bwMode="auto">
              <a:xfrm>
                <a:off x="1251" y="1542"/>
                <a:ext cx="2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0534" name="Group 114"/>
            <p:cNvGrpSpPr>
              <a:grpSpLocks/>
            </p:cNvGrpSpPr>
            <p:nvPr/>
          </p:nvGrpSpPr>
          <p:grpSpPr bwMode="auto">
            <a:xfrm>
              <a:off x="1598" y="2808"/>
              <a:ext cx="983" cy="0"/>
              <a:chOff x="454" y="2637"/>
              <a:chExt cx="983" cy="0"/>
            </a:xfrm>
          </p:grpSpPr>
          <p:sp>
            <p:nvSpPr>
              <p:cNvPr id="20543" name="Line 115"/>
              <p:cNvSpPr>
                <a:spLocks noChangeShapeType="1"/>
              </p:cNvSpPr>
              <p:nvPr/>
            </p:nvSpPr>
            <p:spPr bwMode="auto">
              <a:xfrm>
                <a:off x="454" y="2637"/>
                <a:ext cx="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44" name="Line 116"/>
              <p:cNvSpPr>
                <a:spLocks noChangeShapeType="1"/>
              </p:cNvSpPr>
              <p:nvPr/>
            </p:nvSpPr>
            <p:spPr bwMode="auto">
              <a:xfrm>
                <a:off x="1066" y="2637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45" name="Line 117"/>
              <p:cNvSpPr>
                <a:spLocks noChangeShapeType="1"/>
              </p:cNvSpPr>
              <p:nvPr/>
            </p:nvSpPr>
            <p:spPr bwMode="auto">
              <a:xfrm>
                <a:off x="1126" y="2637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0535" name="Group 118"/>
            <p:cNvGrpSpPr>
              <a:grpSpLocks/>
            </p:cNvGrpSpPr>
            <p:nvPr/>
          </p:nvGrpSpPr>
          <p:grpSpPr bwMode="auto">
            <a:xfrm>
              <a:off x="3487" y="537"/>
              <a:ext cx="0" cy="465"/>
              <a:chOff x="2144" y="556"/>
              <a:chExt cx="0" cy="465"/>
            </a:xfrm>
          </p:grpSpPr>
          <p:sp>
            <p:nvSpPr>
              <p:cNvPr id="20540" name="Line 119"/>
              <p:cNvSpPr>
                <a:spLocks noChangeShapeType="1"/>
              </p:cNvSpPr>
              <p:nvPr/>
            </p:nvSpPr>
            <p:spPr bwMode="auto">
              <a:xfrm rot="-5400000">
                <a:off x="2048" y="926"/>
                <a:ext cx="1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41" name="Line 120"/>
              <p:cNvSpPr>
                <a:spLocks noChangeShapeType="1"/>
              </p:cNvSpPr>
              <p:nvPr/>
            </p:nvSpPr>
            <p:spPr bwMode="auto">
              <a:xfrm rot="-5400000">
                <a:off x="2130" y="79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42" name="Line 121"/>
              <p:cNvSpPr>
                <a:spLocks noChangeShapeType="1"/>
              </p:cNvSpPr>
              <p:nvPr/>
            </p:nvSpPr>
            <p:spPr bwMode="auto">
              <a:xfrm rot="-5400000">
                <a:off x="2044" y="656"/>
                <a:ext cx="1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0536" name="Group 122"/>
            <p:cNvGrpSpPr>
              <a:grpSpLocks/>
            </p:cNvGrpSpPr>
            <p:nvPr/>
          </p:nvGrpSpPr>
          <p:grpSpPr bwMode="auto">
            <a:xfrm>
              <a:off x="2968" y="1538"/>
              <a:ext cx="499" cy="0"/>
              <a:chOff x="2968" y="1538"/>
              <a:chExt cx="499" cy="0"/>
            </a:xfrm>
          </p:grpSpPr>
          <p:sp>
            <p:nvSpPr>
              <p:cNvPr id="20537" name="Line 123"/>
              <p:cNvSpPr>
                <a:spLocks noChangeShapeType="1"/>
              </p:cNvSpPr>
              <p:nvPr/>
            </p:nvSpPr>
            <p:spPr bwMode="auto">
              <a:xfrm>
                <a:off x="2968" y="1538"/>
                <a:ext cx="23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38" name="Line 124"/>
              <p:cNvSpPr>
                <a:spLocks noChangeShapeType="1"/>
              </p:cNvSpPr>
              <p:nvPr/>
            </p:nvSpPr>
            <p:spPr bwMode="auto">
              <a:xfrm>
                <a:off x="3230" y="1538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0539" name="Line 125"/>
              <p:cNvSpPr>
                <a:spLocks noChangeShapeType="1"/>
              </p:cNvSpPr>
              <p:nvPr/>
            </p:nvSpPr>
            <p:spPr bwMode="auto">
              <a:xfrm>
                <a:off x="3290" y="1538"/>
                <a:ext cx="1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518" name="Group 126"/>
          <p:cNvGrpSpPr>
            <a:grpSpLocks/>
          </p:cNvGrpSpPr>
          <p:nvPr/>
        </p:nvGrpSpPr>
        <p:grpSpPr bwMode="auto">
          <a:xfrm>
            <a:off x="1358900" y="1803400"/>
            <a:ext cx="1588" cy="1344613"/>
            <a:chOff x="283" y="1403"/>
            <a:chExt cx="1" cy="847"/>
          </a:xfrm>
        </p:grpSpPr>
        <p:sp>
          <p:nvSpPr>
            <p:cNvPr id="20527" name="Line 127"/>
            <p:cNvSpPr>
              <a:spLocks noChangeShapeType="1"/>
            </p:cNvSpPr>
            <p:nvPr/>
          </p:nvSpPr>
          <p:spPr bwMode="auto">
            <a:xfrm rot="-5400000">
              <a:off x="132" y="2100"/>
              <a:ext cx="3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0528" name="Line 128"/>
            <p:cNvSpPr>
              <a:spLocks noChangeShapeType="1"/>
            </p:cNvSpPr>
            <p:nvPr/>
          </p:nvSpPr>
          <p:spPr bwMode="auto">
            <a:xfrm rot="-5400000">
              <a:off x="270" y="1907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0529" name="Line 129"/>
            <p:cNvSpPr>
              <a:spLocks noChangeShapeType="1"/>
            </p:cNvSpPr>
            <p:nvPr/>
          </p:nvSpPr>
          <p:spPr bwMode="auto">
            <a:xfrm rot="-5400000">
              <a:off x="52" y="1635"/>
              <a:ext cx="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217218" name="AutoShape 130"/>
          <p:cNvSpPr>
            <a:spLocks noChangeArrowheads="1"/>
          </p:cNvSpPr>
          <p:nvPr/>
        </p:nvSpPr>
        <p:spPr bwMode="auto">
          <a:xfrm>
            <a:off x="5302250" y="3532188"/>
            <a:ext cx="358775" cy="533400"/>
          </a:xfrm>
          <a:prstGeom prst="wedgeRoundRectCallout">
            <a:avLst>
              <a:gd name="adj1" fmla="val 171241"/>
              <a:gd name="adj2" fmla="val 77681"/>
              <a:gd name="adj3" fmla="val 16667"/>
            </a:avLst>
          </a:prstGeom>
          <a:solidFill>
            <a:srgbClr val="000066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/>
          </a:p>
        </p:txBody>
      </p:sp>
      <p:sp>
        <p:nvSpPr>
          <p:cNvPr id="217219" name="Text Box 131"/>
          <p:cNvSpPr txBox="1">
            <a:spLocks noChangeArrowheads="1"/>
          </p:cNvSpPr>
          <p:nvPr/>
        </p:nvSpPr>
        <p:spPr bwMode="auto">
          <a:xfrm>
            <a:off x="5299075" y="35194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CCFFCC">
                        <a:gamma/>
                        <a:shade val="81176"/>
                        <a:invGamma/>
                      </a:srgbClr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1" lang="en-US" altLang="zh-CN"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4</a:t>
            </a:r>
          </a:p>
        </p:txBody>
      </p:sp>
      <p:sp>
        <p:nvSpPr>
          <p:cNvPr id="217220" name="AutoShape 132"/>
          <p:cNvSpPr>
            <a:spLocks noChangeArrowheads="1"/>
          </p:cNvSpPr>
          <p:nvPr/>
        </p:nvSpPr>
        <p:spPr bwMode="auto">
          <a:xfrm>
            <a:off x="7783513" y="5305425"/>
            <a:ext cx="374650" cy="533400"/>
          </a:xfrm>
          <a:prstGeom prst="wedgeRoundRectCallout">
            <a:avLst>
              <a:gd name="adj1" fmla="val -217796"/>
              <a:gd name="adj2" fmla="val -119940"/>
              <a:gd name="adj3" fmla="val 16667"/>
            </a:avLst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/>
          </a:p>
        </p:txBody>
      </p:sp>
      <p:sp>
        <p:nvSpPr>
          <p:cNvPr id="217221" name="Text Box 133"/>
          <p:cNvSpPr txBox="1">
            <a:spLocks noChangeArrowheads="1"/>
          </p:cNvSpPr>
          <p:nvPr/>
        </p:nvSpPr>
        <p:spPr bwMode="auto">
          <a:xfrm>
            <a:off x="7780338" y="52832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CCFFCC">
                        <a:gamma/>
                        <a:shade val="81176"/>
                        <a:invGamma/>
                      </a:srgbClr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kumimoji="1" lang="en-US" altLang="zh-CN"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3</a:t>
            </a:r>
          </a:p>
        </p:txBody>
      </p:sp>
      <p:sp>
        <p:nvSpPr>
          <p:cNvPr id="217222" name="AutoShape 134"/>
          <p:cNvSpPr>
            <a:spLocks noChangeArrowheads="1"/>
          </p:cNvSpPr>
          <p:nvPr/>
        </p:nvSpPr>
        <p:spPr bwMode="auto">
          <a:xfrm>
            <a:off x="8059738" y="2860675"/>
            <a:ext cx="358775" cy="533400"/>
          </a:xfrm>
          <a:prstGeom prst="wedgeRoundRectCallout">
            <a:avLst>
              <a:gd name="adj1" fmla="val -181417"/>
              <a:gd name="adj2" fmla="val 110417"/>
              <a:gd name="adj3" fmla="val 16667"/>
            </a:avLst>
          </a:prstGeom>
          <a:solidFill>
            <a:srgbClr val="000066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/>
          </a:p>
        </p:txBody>
      </p:sp>
      <p:sp>
        <p:nvSpPr>
          <p:cNvPr id="217223" name="Text Box 135"/>
          <p:cNvSpPr txBox="1">
            <a:spLocks noChangeArrowheads="1"/>
          </p:cNvSpPr>
          <p:nvPr/>
        </p:nvSpPr>
        <p:spPr bwMode="auto">
          <a:xfrm>
            <a:off x="8074025" y="28479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CCFFCC">
                        <a:gamma/>
                        <a:shade val="81176"/>
                        <a:invGamma/>
                      </a:srgbClr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1" lang="en-US" altLang="zh-CN"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2</a:t>
            </a:r>
          </a:p>
        </p:txBody>
      </p:sp>
      <p:sp>
        <p:nvSpPr>
          <p:cNvPr id="217224" name="AutoShape 136"/>
          <p:cNvSpPr>
            <a:spLocks noChangeArrowheads="1"/>
          </p:cNvSpPr>
          <p:nvPr/>
        </p:nvSpPr>
        <p:spPr bwMode="auto">
          <a:xfrm>
            <a:off x="4791075" y="5337175"/>
            <a:ext cx="360363" cy="498475"/>
          </a:xfrm>
          <a:prstGeom prst="wedgeRoundRectCallout">
            <a:avLst>
              <a:gd name="adj1" fmla="val 209472"/>
              <a:gd name="adj2" fmla="val -104139"/>
              <a:gd name="adj3" fmla="val 16667"/>
            </a:avLst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/>
          </a:p>
        </p:txBody>
      </p:sp>
      <p:sp>
        <p:nvSpPr>
          <p:cNvPr id="217225" name="Text Box 137"/>
          <p:cNvSpPr txBox="1">
            <a:spLocks noChangeArrowheads="1"/>
          </p:cNvSpPr>
          <p:nvPr/>
        </p:nvSpPr>
        <p:spPr bwMode="auto">
          <a:xfrm>
            <a:off x="4783138" y="53038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CCFFCC">
                        <a:gamma/>
                        <a:shade val="81176"/>
                        <a:invGamma/>
                      </a:srgbClr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1" lang="en-US" altLang="zh-CN"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7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7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7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7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5" dur="500"/>
                                        <p:tgtEl>
                                          <p:spTgt spid="21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1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17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21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217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21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21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1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21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34" grpId="0" animBg="1"/>
      <p:bldP spid="217135" grpId="0" animBg="1"/>
      <p:bldP spid="217136" grpId="0" animBg="1"/>
      <p:bldP spid="217137" grpId="0" animBg="1"/>
      <p:bldP spid="217138" grpId="0" animBg="1"/>
      <p:bldP spid="217139" grpId="0" animBg="1"/>
      <p:bldP spid="217140" grpId="0" animBg="1"/>
      <p:bldP spid="217141" grpId="0" animBg="1"/>
      <p:bldP spid="217142" grpId="0" animBg="1"/>
      <p:bldP spid="217143" grpId="0" animBg="1"/>
      <p:bldP spid="217144" grpId="0" animBg="1"/>
      <p:bldP spid="217145" grpId="0" animBg="1"/>
      <p:bldP spid="217146" grpId="0" animBg="1"/>
      <p:bldP spid="217147" grpId="0" animBg="1"/>
      <p:bldP spid="217148" grpId="0" animBg="1" autoUpdateAnimBg="0"/>
      <p:bldP spid="217149" grpId="0" animBg="1" autoUpdateAnimBg="0"/>
      <p:bldP spid="217150" grpId="0" animBg="1" autoUpdateAnimBg="0"/>
      <p:bldP spid="217151" grpId="0" animBg="1"/>
      <p:bldP spid="217152" grpId="0" autoUpdateAnimBg="0"/>
      <p:bldP spid="217153" grpId="0" autoUpdateAnimBg="0"/>
      <p:bldP spid="217154" grpId="0" animBg="1"/>
      <p:bldP spid="217155" grpId="0" autoUpdateAnimBg="0"/>
      <p:bldP spid="217156" grpId="0" animBg="1"/>
      <p:bldP spid="217158" grpId="0" autoUpdateAnimBg="0"/>
      <p:bldP spid="217159" grpId="0" build="p" autoUpdateAnimBg="0"/>
      <p:bldP spid="217160" grpId="0" build="p" autoUpdateAnimBg="0"/>
      <p:bldP spid="217171" grpId="0" animBg="1"/>
      <p:bldP spid="217179" grpId="0" autoUpdateAnimBg="0"/>
      <p:bldP spid="217180" grpId="0" animBg="1"/>
      <p:bldP spid="217218" grpId="0" animBg="1" autoUpdateAnimBg="0"/>
      <p:bldP spid="217219" grpId="0" build="p" autoUpdateAnimBg="0" advAuto="0"/>
      <p:bldP spid="217220" grpId="0" animBg="1" autoUpdateAnimBg="0"/>
      <p:bldP spid="217221" grpId="0" autoUpdateAnimBg="0"/>
      <p:bldP spid="217222" grpId="0" animBg="1" autoUpdateAnimBg="0"/>
      <p:bldP spid="217223" grpId="0" build="p" autoUpdateAnimBg="0" advAuto="0"/>
      <p:bldP spid="217224" grpId="0" animBg="1" autoUpdateAnimBg="0"/>
      <p:bldP spid="217225" grpId="0" build="p" autoUpdateAnimBg="0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00BC93B5-7C8E-46C0-843C-2D1D0E93C7B3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19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1507" name="Text Box 2" descr="紫色网格"/>
          <p:cNvSpPr txBox="1">
            <a:spLocks noChangeArrowheads="1"/>
          </p:cNvSpPr>
          <p:nvPr/>
        </p:nvSpPr>
        <p:spPr bwMode="auto">
          <a:xfrm>
            <a:off x="354013" y="444500"/>
            <a:ext cx="6419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3)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抓住封闭线框，确定准确形位</a:t>
            </a:r>
            <a:endParaRPr lang="zh-CN" altLang="en-US" sz="2800">
              <a:ea typeface="黑体" pitchFamily="2" charset="-122"/>
            </a:endParaRPr>
          </a:p>
        </p:txBody>
      </p:sp>
      <p:grpSp>
        <p:nvGrpSpPr>
          <p:cNvPr id="218115" name="Group 3"/>
          <p:cNvGrpSpPr>
            <a:grpSpLocks/>
          </p:cNvGrpSpPr>
          <p:nvPr/>
        </p:nvGrpSpPr>
        <p:grpSpPr bwMode="auto">
          <a:xfrm>
            <a:off x="630238" y="2859088"/>
            <a:ext cx="1363662" cy="822325"/>
            <a:chOff x="443" y="1428"/>
            <a:chExt cx="859" cy="518"/>
          </a:xfrm>
        </p:grpSpPr>
        <p:sp>
          <p:nvSpPr>
            <p:cNvPr id="21595" name="Rectangle 4"/>
            <p:cNvSpPr>
              <a:spLocks noChangeArrowheads="1"/>
            </p:cNvSpPr>
            <p:nvPr/>
          </p:nvSpPr>
          <p:spPr bwMode="auto">
            <a:xfrm>
              <a:off x="443" y="1428"/>
              <a:ext cx="859" cy="518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96" name="Rectangle 5"/>
            <p:cNvSpPr>
              <a:spLocks noChangeArrowheads="1"/>
            </p:cNvSpPr>
            <p:nvPr/>
          </p:nvSpPr>
          <p:spPr bwMode="auto">
            <a:xfrm>
              <a:off x="625" y="1429"/>
              <a:ext cx="486" cy="24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97" name="Line 6"/>
            <p:cNvSpPr>
              <a:spLocks noChangeShapeType="1"/>
            </p:cNvSpPr>
            <p:nvPr/>
          </p:nvSpPr>
          <p:spPr bwMode="auto">
            <a:xfrm>
              <a:off x="646" y="1428"/>
              <a:ext cx="451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8119" name="Group 7"/>
          <p:cNvGrpSpPr>
            <a:grpSpLocks/>
          </p:cNvGrpSpPr>
          <p:nvPr/>
        </p:nvGrpSpPr>
        <p:grpSpPr bwMode="auto">
          <a:xfrm>
            <a:off x="628650" y="4022725"/>
            <a:ext cx="1363663" cy="833438"/>
            <a:chOff x="442" y="2161"/>
            <a:chExt cx="859" cy="525"/>
          </a:xfrm>
        </p:grpSpPr>
        <p:sp>
          <p:nvSpPr>
            <p:cNvPr id="21592" name="Rectangle 8"/>
            <p:cNvSpPr>
              <a:spLocks noChangeArrowheads="1"/>
            </p:cNvSpPr>
            <p:nvPr/>
          </p:nvSpPr>
          <p:spPr bwMode="auto">
            <a:xfrm>
              <a:off x="442" y="2164"/>
              <a:ext cx="859" cy="518"/>
            </a:xfrm>
            <a:prstGeom prst="rect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93" name="Line 9"/>
            <p:cNvSpPr>
              <a:spLocks noChangeShapeType="1"/>
            </p:cNvSpPr>
            <p:nvPr/>
          </p:nvSpPr>
          <p:spPr bwMode="auto">
            <a:xfrm>
              <a:off x="623" y="2161"/>
              <a:ext cx="0" cy="5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94" name="Line 10"/>
            <p:cNvSpPr>
              <a:spLocks noChangeShapeType="1"/>
            </p:cNvSpPr>
            <p:nvPr/>
          </p:nvSpPr>
          <p:spPr bwMode="auto">
            <a:xfrm>
              <a:off x="1111" y="2161"/>
              <a:ext cx="0" cy="51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8123" name="Group 11"/>
          <p:cNvGrpSpPr>
            <a:grpSpLocks/>
          </p:cNvGrpSpPr>
          <p:nvPr/>
        </p:nvGrpSpPr>
        <p:grpSpPr bwMode="auto">
          <a:xfrm>
            <a:off x="2178050" y="4022725"/>
            <a:ext cx="1382713" cy="852488"/>
            <a:chOff x="1427" y="1368"/>
            <a:chExt cx="859" cy="537"/>
          </a:xfrm>
        </p:grpSpPr>
        <p:sp>
          <p:nvSpPr>
            <p:cNvPr id="21589" name="Rectangle 12"/>
            <p:cNvSpPr>
              <a:spLocks noChangeArrowheads="1"/>
            </p:cNvSpPr>
            <p:nvPr/>
          </p:nvSpPr>
          <p:spPr bwMode="auto">
            <a:xfrm>
              <a:off x="1427" y="1377"/>
              <a:ext cx="859" cy="518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90" name="Line 13"/>
            <p:cNvSpPr>
              <a:spLocks noChangeShapeType="1"/>
            </p:cNvSpPr>
            <p:nvPr/>
          </p:nvSpPr>
          <p:spPr bwMode="auto">
            <a:xfrm flipV="1">
              <a:off x="1609" y="1368"/>
              <a:ext cx="0" cy="53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91" name="Line 14"/>
            <p:cNvSpPr>
              <a:spLocks noChangeShapeType="1"/>
            </p:cNvSpPr>
            <p:nvPr/>
          </p:nvSpPr>
          <p:spPr bwMode="auto">
            <a:xfrm>
              <a:off x="2096" y="1374"/>
              <a:ext cx="0" cy="53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8127" name="Group 15"/>
          <p:cNvGrpSpPr>
            <a:grpSpLocks/>
          </p:cNvGrpSpPr>
          <p:nvPr/>
        </p:nvGrpSpPr>
        <p:grpSpPr bwMode="auto">
          <a:xfrm>
            <a:off x="3806825" y="4027488"/>
            <a:ext cx="1382713" cy="842962"/>
            <a:chOff x="575" y="1469"/>
            <a:chExt cx="859" cy="531"/>
          </a:xfrm>
        </p:grpSpPr>
        <p:sp>
          <p:nvSpPr>
            <p:cNvPr id="21586" name="Rectangle 16"/>
            <p:cNvSpPr>
              <a:spLocks noChangeArrowheads="1"/>
            </p:cNvSpPr>
            <p:nvPr/>
          </p:nvSpPr>
          <p:spPr bwMode="auto">
            <a:xfrm>
              <a:off x="575" y="1472"/>
              <a:ext cx="859" cy="518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87" name="Line 17"/>
            <p:cNvSpPr>
              <a:spLocks noChangeShapeType="1"/>
            </p:cNvSpPr>
            <p:nvPr/>
          </p:nvSpPr>
          <p:spPr bwMode="auto">
            <a:xfrm>
              <a:off x="756" y="1469"/>
              <a:ext cx="0" cy="53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8" name="Line 18"/>
            <p:cNvSpPr>
              <a:spLocks noChangeShapeType="1"/>
            </p:cNvSpPr>
            <p:nvPr/>
          </p:nvSpPr>
          <p:spPr bwMode="auto">
            <a:xfrm>
              <a:off x="1244" y="1469"/>
              <a:ext cx="0" cy="53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8131" name="Group 19"/>
          <p:cNvGrpSpPr>
            <a:grpSpLocks/>
          </p:cNvGrpSpPr>
          <p:nvPr/>
        </p:nvGrpSpPr>
        <p:grpSpPr bwMode="auto">
          <a:xfrm>
            <a:off x="3525838" y="2827338"/>
            <a:ext cx="1654175" cy="868362"/>
            <a:chOff x="2267" y="1408"/>
            <a:chExt cx="1042" cy="547"/>
          </a:xfrm>
        </p:grpSpPr>
        <p:sp>
          <p:nvSpPr>
            <p:cNvPr id="21581" name="Rectangle 20"/>
            <p:cNvSpPr>
              <a:spLocks noChangeArrowheads="1"/>
            </p:cNvSpPr>
            <p:nvPr/>
          </p:nvSpPr>
          <p:spPr bwMode="auto">
            <a:xfrm>
              <a:off x="2443" y="1438"/>
              <a:ext cx="866" cy="517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82" name="AutoShape 21"/>
            <p:cNvSpPr>
              <a:spLocks noChangeArrowheads="1"/>
            </p:cNvSpPr>
            <p:nvPr/>
          </p:nvSpPr>
          <p:spPr bwMode="auto">
            <a:xfrm rot="5411873">
              <a:off x="2713" y="1328"/>
              <a:ext cx="317" cy="477"/>
            </a:xfrm>
            <a:prstGeom prst="rtTriangle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83" name="Rectangle 22"/>
            <p:cNvSpPr>
              <a:spLocks noChangeArrowheads="1"/>
            </p:cNvSpPr>
            <p:nvPr/>
          </p:nvSpPr>
          <p:spPr bwMode="auto">
            <a:xfrm>
              <a:off x="2267" y="1418"/>
              <a:ext cx="366" cy="307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84" name="Line 23"/>
            <p:cNvSpPr>
              <a:spLocks noChangeShapeType="1"/>
            </p:cNvSpPr>
            <p:nvPr/>
          </p:nvSpPr>
          <p:spPr bwMode="auto">
            <a:xfrm>
              <a:off x="2425" y="1744"/>
              <a:ext cx="21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5" name="Line 24"/>
            <p:cNvSpPr>
              <a:spLocks noChangeShapeType="1"/>
            </p:cNvSpPr>
            <p:nvPr/>
          </p:nvSpPr>
          <p:spPr bwMode="auto">
            <a:xfrm flipV="1">
              <a:off x="2627" y="1436"/>
              <a:ext cx="505" cy="3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8137" name="Text Box 25"/>
          <p:cNvSpPr txBox="1">
            <a:spLocks noChangeArrowheads="1"/>
          </p:cNvSpPr>
          <p:nvPr/>
        </p:nvSpPr>
        <p:spPr bwMode="auto">
          <a:xfrm>
            <a:off x="512763" y="5534025"/>
            <a:ext cx="4808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三个线框代表三个面的投影</a:t>
            </a:r>
          </a:p>
        </p:txBody>
      </p:sp>
      <p:grpSp>
        <p:nvGrpSpPr>
          <p:cNvPr id="218138" name="Group 26"/>
          <p:cNvGrpSpPr>
            <a:grpSpLocks/>
          </p:cNvGrpSpPr>
          <p:nvPr/>
        </p:nvGrpSpPr>
        <p:grpSpPr bwMode="auto">
          <a:xfrm>
            <a:off x="2168525" y="2773363"/>
            <a:ext cx="1433513" cy="914400"/>
            <a:chOff x="1412" y="1374"/>
            <a:chExt cx="903" cy="576"/>
          </a:xfrm>
        </p:grpSpPr>
        <p:sp>
          <p:nvSpPr>
            <p:cNvPr id="21572" name="Line 27"/>
            <p:cNvSpPr>
              <a:spLocks noChangeShapeType="1"/>
            </p:cNvSpPr>
            <p:nvPr/>
          </p:nvSpPr>
          <p:spPr bwMode="auto">
            <a:xfrm>
              <a:off x="2114" y="1699"/>
              <a:ext cx="180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3" name="Line 28"/>
            <p:cNvSpPr>
              <a:spLocks noChangeShapeType="1"/>
            </p:cNvSpPr>
            <p:nvPr/>
          </p:nvSpPr>
          <p:spPr bwMode="auto">
            <a:xfrm>
              <a:off x="1446" y="1707"/>
              <a:ext cx="189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4" name="Rectangle 29"/>
            <p:cNvSpPr>
              <a:spLocks noChangeArrowheads="1"/>
            </p:cNvSpPr>
            <p:nvPr/>
          </p:nvSpPr>
          <p:spPr bwMode="auto">
            <a:xfrm>
              <a:off x="1428" y="1426"/>
              <a:ext cx="859" cy="524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75" name="Rectangle 30"/>
            <p:cNvSpPr>
              <a:spLocks noChangeArrowheads="1"/>
            </p:cNvSpPr>
            <p:nvPr/>
          </p:nvSpPr>
          <p:spPr bwMode="auto">
            <a:xfrm>
              <a:off x="1420" y="1395"/>
              <a:ext cx="182" cy="283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76" name="Rectangle 31"/>
            <p:cNvSpPr>
              <a:spLocks noChangeArrowheads="1"/>
            </p:cNvSpPr>
            <p:nvPr/>
          </p:nvSpPr>
          <p:spPr bwMode="auto">
            <a:xfrm>
              <a:off x="2133" y="1374"/>
              <a:ext cx="182" cy="306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77" name="Line 32"/>
            <p:cNvSpPr>
              <a:spLocks noChangeShapeType="1"/>
            </p:cNvSpPr>
            <p:nvPr/>
          </p:nvSpPr>
          <p:spPr bwMode="auto">
            <a:xfrm>
              <a:off x="1412" y="1692"/>
              <a:ext cx="22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8" name="Line 33"/>
            <p:cNvSpPr>
              <a:spLocks noChangeShapeType="1"/>
            </p:cNvSpPr>
            <p:nvPr/>
          </p:nvSpPr>
          <p:spPr bwMode="auto">
            <a:xfrm flipV="1">
              <a:off x="1618" y="1412"/>
              <a:ext cx="0" cy="29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9" name="Line 34"/>
            <p:cNvSpPr>
              <a:spLocks noChangeShapeType="1"/>
            </p:cNvSpPr>
            <p:nvPr/>
          </p:nvSpPr>
          <p:spPr bwMode="auto">
            <a:xfrm flipH="1">
              <a:off x="2084" y="1692"/>
              <a:ext cx="2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0" name="Line 35"/>
            <p:cNvSpPr>
              <a:spLocks noChangeShapeType="1"/>
            </p:cNvSpPr>
            <p:nvPr/>
          </p:nvSpPr>
          <p:spPr bwMode="auto">
            <a:xfrm flipV="1">
              <a:off x="2099" y="1417"/>
              <a:ext cx="1" cy="28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8148" name="Group 36"/>
          <p:cNvGrpSpPr>
            <a:grpSpLocks/>
          </p:cNvGrpSpPr>
          <p:nvPr/>
        </p:nvGrpSpPr>
        <p:grpSpPr bwMode="auto">
          <a:xfrm>
            <a:off x="650875" y="4040188"/>
            <a:ext cx="1322388" cy="796925"/>
            <a:chOff x="456" y="2172"/>
            <a:chExt cx="833" cy="502"/>
          </a:xfrm>
        </p:grpSpPr>
        <p:sp>
          <p:nvSpPr>
            <p:cNvPr id="21569" name="Rectangle 37"/>
            <p:cNvSpPr>
              <a:spLocks noChangeArrowheads="1"/>
            </p:cNvSpPr>
            <p:nvPr/>
          </p:nvSpPr>
          <p:spPr bwMode="auto">
            <a:xfrm flipH="1">
              <a:off x="456" y="2173"/>
              <a:ext cx="154" cy="501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FF7C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70" name="Rectangle 38"/>
            <p:cNvSpPr>
              <a:spLocks noChangeArrowheads="1"/>
            </p:cNvSpPr>
            <p:nvPr/>
          </p:nvSpPr>
          <p:spPr bwMode="auto">
            <a:xfrm flipH="1">
              <a:off x="635" y="2174"/>
              <a:ext cx="463" cy="49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99CC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1571" name="Rectangle 39"/>
            <p:cNvSpPr>
              <a:spLocks noChangeArrowheads="1"/>
            </p:cNvSpPr>
            <p:nvPr/>
          </p:nvSpPr>
          <p:spPr bwMode="auto">
            <a:xfrm flipH="1">
              <a:off x="1127" y="2172"/>
              <a:ext cx="162" cy="4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grpSp>
        <p:nvGrpSpPr>
          <p:cNvPr id="218152" name="Group 40"/>
          <p:cNvGrpSpPr>
            <a:grpSpLocks/>
          </p:cNvGrpSpPr>
          <p:nvPr/>
        </p:nvGrpSpPr>
        <p:grpSpPr bwMode="auto">
          <a:xfrm>
            <a:off x="600075" y="2857500"/>
            <a:ext cx="1425575" cy="385763"/>
            <a:chOff x="426" y="1427"/>
            <a:chExt cx="898" cy="243"/>
          </a:xfrm>
        </p:grpSpPr>
        <p:sp>
          <p:nvSpPr>
            <p:cNvPr id="21566" name="Line 41"/>
            <p:cNvSpPr>
              <a:spLocks noChangeShapeType="1"/>
            </p:cNvSpPr>
            <p:nvPr/>
          </p:nvSpPr>
          <p:spPr bwMode="auto">
            <a:xfrm>
              <a:off x="426" y="1428"/>
              <a:ext cx="220" cy="0"/>
            </a:xfrm>
            <a:prstGeom prst="line">
              <a:avLst/>
            </a:prstGeom>
            <a:noFill/>
            <a:ln w="7620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7" name="Line 42"/>
            <p:cNvSpPr>
              <a:spLocks noChangeShapeType="1"/>
            </p:cNvSpPr>
            <p:nvPr/>
          </p:nvSpPr>
          <p:spPr bwMode="auto">
            <a:xfrm>
              <a:off x="607" y="1670"/>
              <a:ext cx="525" cy="0"/>
            </a:xfrm>
            <a:prstGeom prst="line">
              <a:avLst/>
            </a:prstGeom>
            <a:noFill/>
            <a:ln w="76200">
              <a:solidFill>
                <a:srgbClr val="33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8" name="Line 43"/>
            <p:cNvSpPr>
              <a:spLocks noChangeShapeType="1"/>
            </p:cNvSpPr>
            <p:nvPr/>
          </p:nvSpPr>
          <p:spPr bwMode="auto">
            <a:xfrm>
              <a:off x="1095" y="1427"/>
              <a:ext cx="229" cy="0"/>
            </a:xfrm>
            <a:prstGeom prst="line">
              <a:avLst/>
            </a:prstGeom>
            <a:noFill/>
            <a:ln w="76200">
              <a:solidFill>
                <a:srgbClr val="3399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8156" name="Rectangle 44"/>
          <p:cNvSpPr>
            <a:spLocks noChangeArrowheads="1"/>
          </p:cNvSpPr>
          <p:nvPr/>
        </p:nvSpPr>
        <p:spPr bwMode="auto">
          <a:xfrm>
            <a:off x="441325" y="1447800"/>
            <a:ext cx="8480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A6CFA6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A50021"/>
                </a:solidFill>
                <a:ea typeface="黑体" pitchFamily="2" charset="-122"/>
              </a:rPr>
              <a:t>一般情况下，投影图中一个封闭线框代表空间一个面的投影</a:t>
            </a:r>
            <a:r>
              <a:rPr lang="zh-CN" altLang="en-US" sz="24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218157" name="Rectangle 45"/>
          <p:cNvSpPr>
            <a:spLocks noChangeArrowheads="1"/>
          </p:cNvSpPr>
          <p:nvPr/>
        </p:nvSpPr>
        <p:spPr bwMode="auto">
          <a:xfrm>
            <a:off x="4537075" y="5561013"/>
            <a:ext cx="384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ea typeface="黑体" pitchFamily="2" charset="-122"/>
              </a:rPr>
              <a:t>——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平面或回转曲面</a:t>
            </a:r>
          </a:p>
        </p:txBody>
      </p:sp>
      <p:grpSp>
        <p:nvGrpSpPr>
          <p:cNvPr id="218158" name="Group 46"/>
          <p:cNvGrpSpPr>
            <a:grpSpLocks/>
          </p:cNvGrpSpPr>
          <p:nvPr/>
        </p:nvGrpSpPr>
        <p:grpSpPr bwMode="auto">
          <a:xfrm>
            <a:off x="5438775" y="3906838"/>
            <a:ext cx="1404938" cy="1108075"/>
            <a:chOff x="3472" y="2088"/>
            <a:chExt cx="885" cy="698"/>
          </a:xfrm>
        </p:grpSpPr>
        <p:grpSp>
          <p:nvGrpSpPr>
            <p:cNvPr id="21558" name="Group 47"/>
            <p:cNvGrpSpPr>
              <a:grpSpLocks/>
            </p:cNvGrpSpPr>
            <p:nvPr/>
          </p:nvGrpSpPr>
          <p:grpSpPr bwMode="auto">
            <a:xfrm>
              <a:off x="3472" y="2162"/>
              <a:ext cx="885" cy="531"/>
              <a:chOff x="3472" y="2162"/>
              <a:chExt cx="885" cy="531"/>
            </a:xfrm>
          </p:grpSpPr>
          <p:sp>
            <p:nvSpPr>
              <p:cNvPr id="21563" name="Rectangle 48"/>
              <p:cNvSpPr>
                <a:spLocks noChangeArrowheads="1"/>
              </p:cNvSpPr>
              <p:nvPr/>
            </p:nvSpPr>
            <p:spPr bwMode="auto">
              <a:xfrm>
                <a:off x="3472" y="2165"/>
                <a:ext cx="885" cy="518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1564" name="Line 49"/>
              <p:cNvSpPr>
                <a:spLocks noChangeShapeType="1"/>
              </p:cNvSpPr>
              <p:nvPr/>
            </p:nvSpPr>
            <p:spPr bwMode="auto">
              <a:xfrm>
                <a:off x="3664" y="2162"/>
                <a:ext cx="0" cy="53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5" name="Line 50"/>
              <p:cNvSpPr>
                <a:spLocks noChangeShapeType="1"/>
              </p:cNvSpPr>
              <p:nvPr/>
            </p:nvSpPr>
            <p:spPr bwMode="auto">
              <a:xfrm>
                <a:off x="4161" y="2162"/>
                <a:ext cx="0" cy="53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559" name="Group 51"/>
            <p:cNvGrpSpPr>
              <a:grpSpLocks/>
            </p:cNvGrpSpPr>
            <p:nvPr/>
          </p:nvGrpSpPr>
          <p:grpSpPr bwMode="auto">
            <a:xfrm>
              <a:off x="3917" y="2088"/>
              <a:ext cx="0" cy="698"/>
              <a:chOff x="3917" y="2088"/>
              <a:chExt cx="0" cy="698"/>
            </a:xfrm>
          </p:grpSpPr>
          <p:sp>
            <p:nvSpPr>
              <p:cNvPr id="21560" name="Line 52"/>
              <p:cNvSpPr>
                <a:spLocks noChangeShapeType="1"/>
              </p:cNvSpPr>
              <p:nvPr/>
            </p:nvSpPr>
            <p:spPr bwMode="auto">
              <a:xfrm rot="-5400000">
                <a:off x="3765" y="2634"/>
                <a:ext cx="3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1561" name="Line 53"/>
              <p:cNvSpPr>
                <a:spLocks noChangeShapeType="1"/>
              </p:cNvSpPr>
              <p:nvPr/>
            </p:nvSpPr>
            <p:spPr bwMode="auto">
              <a:xfrm rot="-5400000">
                <a:off x="3903" y="2446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1562" name="Line 54"/>
              <p:cNvSpPr>
                <a:spLocks noChangeShapeType="1"/>
              </p:cNvSpPr>
              <p:nvPr/>
            </p:nvSpPr>
            <p:spPr bwMode="auto">
              <a:xfrm rot="-5400000">
                <a:off x="3761" y="2244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8167" name="Group 55"/>
          <p:cNvGrpSpPr>
            <a:grpSpLocks/>
          </p:cNvGrpSpPr>
          <p:nvPr/>
        </p:nvGrpSpPr>
        <p:grpSpPr bwMode="auto">
          <a:xfrm>
            <a:off x="5435600" y="2749550"/>
            <a:ext cx="1401763" cy="1062038"/>
            <a:chOff x="3470" y="1359"/>
            <a:chExt cx="883" cy="669"/>
          </a:xfrm>
        </p:grpSpPr>
        <p:grpSp>
          <p:nvGrpSpPr>
            <p:cNvPr id="21544" name="Group 56"/>
            <p:cNvGrpSpPr>
              <a:grpSpLocks/>
            </p:cNvGrpSpPr>
            <p:nvPr/>
          </p:nvGrpSpPr>
          <p:grpSpPr bwMode="auto">
            <a:xfrm>
              <a:off x="3470" y="1432"/>
              <a:ext cx="883" cy="508"/>
              <a:chOff x="3470" y="1432"/>
              <a:chExt cx="883" cy="508"/>
            </a:xfrm>
          </p:grpSpPr>
          <p:sp>
            <p:nvSpPr>
              <p:cNvPr id="21554" name="Line 57"/>
              <p:cNvSpPr>
                <a:spLocks noChangeShapeType="1"/>
              </p:cNvSpPr>
              <p:nvPr/>
            </p:nvSpPr>
            <p:spPr bwMode="auto">
              <a:xfrm>
                <a:off x="3652" y="1720"/>
                <a:ext cx="480" cy="0"/>
              </a:xfrm>
              <a:prstGeom prst="line">
                <a:avLst/>
              </a:prstGeom>
              <a:noFill/>
              <a:ln w="5715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5" name="Oval 58"/>
              <p:cNvSpPr>
                <a:spLocks noChangeArrowheads="1"/>
              </p:cNvSpPr>
              <p:nvPr/>
            </p:nvSpPr>
            <p:spPr bwMode="auto">
              <a:xfrm>
                <a:off x="3667" y="1432"/>
                <a:ext cx="494" cy="494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1556" name="Rectangle 59"/>
              <p:cNvSpPr>
                <a:spLocks noChangeArrowheads="1"/>
              </p:cNvSpPr>
              <p:nvPr/>
            </p:nvSpPr>
            <p:spPr bwMode="auto">
              <a:xfrm>
                <a:off x="3470" y="1686"/>
                <a:ext cx="883" cy="254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1557" name="Line 60"/>
              <p:cNvSpPr>
                <a:spLocks noChangeShapeType="1"/>
              </p:cNvSpPr>
              <p:nvPr/>
            </p:nvSpPr>
            <p:spPr bwMode="auto">
              <a:xfrm>
                <a:off x="3686" y="1685"/>
                <a:ext cx="458" cy="0"/>
              </a:xfrm>
              <a:prstGeom prst="line">
                <a:avLst/>
              </a:prstGeom>
              <a:noFill/>
              <a:ln w="762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545" name="Group 61"/>
            <p:cNvGrpSpPr>
              <a:grpSpLocks/>
            </p:cNvGrpSpPr>
            <p:nvPr/>
          </p:nvGrpSpPr>
          <p:grpSpPr bwMode="auto">
            <a:xfrm>
              <a:off x="3916" y="1359"/>
              <a:ext cx="0" cy="669"/>
              <a:chOff x="3915" y="1359"/>
              <a:chExt cx="0" cy="669"/>
            </a:xfrm>
          </p:grpSpPr>
          <p:sp>
            <p:nvSpPr>
              <p:cNvPr id="21551" name="Line 62"/>
              <p:cNvSpPr>
                <a:spLocks noChangeShapeType="1"/>
              </p:cNvSpPr>
              <p:nvPr/>
            </p:nvSpPr>
            <p:spPr bwMode="auto">
              <a:xfrm rot="-5400000">
                <a:off x="3806" y="1919"/>
                <a:ext cx="2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1552" name="Line 63"/>
              <p:cNvSpPr>
                <a:spLocks noChangeShapeType="1"/>
              </p:cNvSpPr>
              <p:nvPr/>
            </p:nvSpPr>
            <p:spPr bwMode="auto">
              <a:xfrm rot="-5400000">
                <a:off x="3901" y="177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1553" name="Line 64"/>
              <p:cNvSpPr>
                <a:spLocks noChangeShapeType="1"/>
              </p:cNvSpPr>
              <p:nvPr/>
            </p:nvSpPr>
            <p:spPr bwMode="auto">
              <a:xfrm rot="-5400000">
                <a:off x="3731" y="1543"/>
                <a:ext cx="3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1546" name="Group 65"/>
            <p:cNvGrpSpPr>
              <a:grpSpLocks/>
            </p:cNvGrpSpPr>
            <p:nvPr/>
          </p:nvGrpSpPr>
          <p:grpSpPr bwMode="auto">
            <a:xfrm>
              <a:off x="3699" y="1692"/>
              <a:ext cx="416" cy="0"/>
              <a:chOff x="3699" y="1692"/>
              <a:chExt cx="416" cy="0"/>
            </a:xfrm>
          </p:grpSpPr>
          <p:grpSp>
            <p:nvGrpSpPr>
              <p:cNvPr id="21547" name="Group 66"/>
              <p:cNvGrpSpPr>
                <a:grpSpLocks/>
              </p:cNvGrpSpPr>
              <p:nvPr/>
            </p:nvGrpSpPr>
            <p:grpSpPr bwMode="auto">
              <a:xfrm>
                <a:off x="3985" y="1692"/>
                <a:ext cx="130" cy="0"/>
                <a:chOff x="3985" y="1692"/>
                <a:chExt cx="130" cy="0"/>
              </a:xfrm>
            </p:grpSpPr>
            <p:sp>
              <p:nvSpPr>
                <p:cNvPr id="21549" name="Line 67"/>
                <p:cNvSpPr>
                  <a:spLocks noChangeShapeType="1"/>
                </p:cNvSpPr>
                <p:nvPr/>
              </p:nvSpPr>
              <p:spPr bwMode="auto">
                <a:xfrm rot="10800000">
                  <a:off x="4035" y="1692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1550" name="Line 68"/>
                <p:cNvSpPr>
                  <a:spLocks noChangeShapeType="1"/>
                </p:cNvSpPr>
                <p:nvPr/>
              </p:nvSpPr>
              <p:spPr bwMode="auto">
                <a:xfrm rot="10800000">
                  <a:off x="3985" y="1692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548" name="Line 69"/>
              <p:cNvSpPr>
                <a:spLocks noChangeShapeType="1"/>
              </p:cNvSpPr>
              <p:nvPr/>
            </p:nvSpPr>
            <p:spPr bwMode="auto">
              <a:xfrm rot="10800000">
                <a:off x="3699" y="1692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8182" name="Group 70"/>
          <p:cNvGrpSpPr>
            <a:grpSpLocks/>
          </p:cNvGrpSpPr>
          <p:nvPr/>
        </p:nvGrpSpPr>
        <p:grpSpPr bwMode="auto">
          <a:xfrm>
            <a:off x="7092950" y="3892550"/>
            <a:ext cx="1336675" cy="1108075"/>
            <a:chOff x="4514" y="2079"/>
            <a:chExt cx="842" cy="698"/>
          </a:xfrm>
        </p:grpSpPr>
        <p:grpSp>
          <p:nvGrpSpPr>
            <p:cNvPr id="21536" name="Group 71"/>
            <p:cNvGrpSpPr>
              <a:grpSpLocks/>
            </p:cNvGrpSpPr>
            <p:nvPr/>
          </p:nvGrpSpPr>
          <p:grpSpPr bwMode="auto">
            <a:xfrm>
              <a:off x="4514" y="2171"/>
              <a:ext cx="842" cy="531"/>
              <a:chOff x="4503" y="1414"/>
              <a:chExt cx="842" cy="531"/>
            </a:xfrm>
          </p:grpSpPr>
          <p:sp>
            <p:nvSpPr>
              <p:cNvPr id="21541" name="Rectangle 72"/>
              <p:cNvSpPr>
                <a:spLocks noChangeArrowheads="1"/>
              </p:cNvSpPr>
              <p:nvPr/>
            </p:nvSpPr>
            <p:spPr bwMode="auto">
              <a:xfrm>
                <a:off x="4503" y="1417"/>
                <a:ext cx="842" cy="518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1542" name="Line 73"/>
              <p:cNvSpPr>
                <a:spLocks noChangeShapeType="1"/>
              </p:cNvSpPr>
              <p:nvPr/>
            </p:nvSpPr>
            <p:spPr bwMode="auto">
              <a:xfrm>
                <a:off x="4676" y="1414"/>
                <a:ext cx="0" cy="53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3" name="Line 74"/>
              <p:cNvSpPr>
                <a:spLocks noChangeShapeType="1"/>
              </p:cNvSpPr>
              <p:nvPr/>
            </p:nvSpPr>
            <p:spPr bwMode="auto">
              <a:xfrm>
                <a:off x="5170" y="1414"/>
                <a:ext cx="0" cy="53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537" name="Group 75"/>
            <p:cNvGrpSpPr>
              <a:grpSpLocks/>
            </p:cNvGrpSpPr>
            <p:nvPr/>
          </p:nvGrpSpPr>
          <p:grpSpPr bwMode="auto">
            <a:xfrm>
              <a:off x="4935" y="2079"/>
              <a:ext cx="0" cy="698"/>
              <a:chOff x="3917" y="2088"/>
              <a:chExt cx="0" cy="698"/>
            </a:xfrm>
          </p:grpSpPr>
          <p:sp>
            <p:nvSpPr>
              <p:cNvPr id="21538" name="Line 76"/>
              <p:cNvSpPr>
                <a:spLocks noChangeShapeType="1"/>
              </p:cNvSpPr>
              <p:nvPr/>
            </p:nvSpPr>
            <p:spPr bwMode="auto">
              <a:xfrm rot="-5400000">
                <a:off x="3765" y="2634"/>
                <a:ext cx="3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1539" name="Line 77"/>
              <p:cNvSpPr>
                <a:spLocks noChangeShapeType="1"/>
              </p:cNvSpPr>
              <p:nvPr/>
            </p:nvSpPr>
            <p:spPr bwMode="auto">
              <a:xfrm rot="-5400000">
                <a:off x="3903" y="2446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1540" name="Line 78"/>
              <p:cNvSpPr>
                <a:spLocks noChangeShapeType="1"/>
              </p:cNvSpPr>
              <p:nvPr/>
            </p:nvSpPr>
            <p:spPr bwMode="auto">
              <a:xfrm rot="-5400000">
                <a:off x="3761" y="2244"/>
                <a:ext cx="3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8191" name="Group 79"/>
          <p:cNvGrpSpPr>
            <a:grpSpLocks/>
          </p:cNvGrpSpPr>
          <p:nvPr/>
        </p:nvGrpSpPr>
        <p:grpSpPr bwMode="auto">
          <a:xfrm>
            <a:off x="7086600" y="2333625"/>
            <a:ext cx="1330325" cy="1492250"/>
            <a:chOff x="4510" y="1097"/>
            <a:chExt cx="838" cy="940"/>
          </a:xfrm>
        </p:grpSpPr>
        <p:grpSp>
          <p:nvGrpSpPr>
            <p:cNvPr id="21523" name="Group 80"/>
            <p:cNvGrpSpPr>
              <a:grpSpLocks/>
            </p:cNvGrpSpPr>
            <p:nvPr/>
          </p:nvGrpSpPr>
          <p:grpSpPr bwMode="auto">
            <a:xfrm>
              <a:off x="4510" y="1097"/>
              <a:ext cx="838" cy="849"/>
              <a:chOff x="4510" y="1097"/>
              <a:chExt cx="838" cy="849"/>
            </a:xfrm>
          </p:grpSpPr>
          <p:sp>
            <p:nvSpPr>
              <p:cNvPr id="21533" name="Rectangle 81"/>
              <p:cNvSpPr>
                <a:spLocks noChangeArrowheads="1"/>
              </p:cNvSpPr>
              <p:nvPr/>
            </p:nvSpPr>
            <p:spPr bwMode="auto">
              <a:xfrm>
                <a:off x="4510" y="1438"/>
                <a:ext cx="838" cy="508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1534" name="Oval 82"/>
              <p:cNvSpPr>
                <a:spLocks noChangeArrowheads="1"/>
              </p:cNvSpPr>
              <p:nvPr/>
            </p:nvSpPr>
            <p:spPr bwMode="auto">
              <a:xfrm>
                <a:off x="4695" y="1200"/>
                <a:ext cx="480" cy="480"/>
              </a:xfrm>
              <a:prstGeom prst="ellipse">
                <a:avLst/>
              </a:prstGeom>
              <a:solidFill>
                <a:srgbClr val="FFFF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1535" name="Rectangle 83"/>
              <p:cNvSpPr>
                <a:spLocks noChangeArrowheads="1"/>
              </p:cNvSpPr>
              <p:nvPr/>
            </p:nvSpPr>
            <p:spPr bwMode="auto">
              <a:xfrm>
                <a:off x="4601" y="1097"/>
                <a:ext cx="669" cy="307"/>
              </a:xfrm>
              <a:prstGeom prst="rect">
                <a:avLst/>
              </a:prstGeom>
              <a:solidFill>
                <a:srgbClr val="FFFFFF"/>
              </a:solidFill>
              <a:ln w="57150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</p:grpSp>
        <p:grpSp>
          <p:nvGrpSpPr>
            <p:cNvPr id="21524" name="Group 84"/>
            <p:cNvGrpSpPr>
              <a:grpSpLocks/>
            </p:cNvGrpSpPr>
            <p:nvPr/>
          </p:nvGrpSpPr>
          <p:grpSpPr bwMode="auto">
            <a:xfrm>
              <a:off x="4934" y="1365"/>
              <a:ext cx="1" cy="672"/>
              <a:chOff x="4934" y="1365"/>
              <a:chExt cx="1" cy="672"/>
            </a:xfrm>
          </p:grpSpPr>
          <p:sp>
            <p:nvSpPr>
              <p:cNvPr id="21530" name="Line 85"/>
              <p:cNvSpPr>
                <a:spLocks noChangeShapeType="1"/>
              </p:cNvSpPr>
              <p:nvPr/>
            </p:nvSpPr>
            <p:spPr bwMode="auto">
              <a:xfrm rot="-5400000">
                <a:off x="4825" y="1928"/>
                <a:ext cx="2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1531" name="Line 86"/>
              <p:cNvSpPr>
                <a:spLocks noChangeShapeType="1"/>
              </p:cNvSpPr>
              <p:nvPr/>
            </p:nvSpPr>
            <p:spPr bwMode="auto">
              <a:xfrm rot="-5400000">
                <a:off x="4921" y="1780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1532" name="Line 87"/>
              <p:cNvSpPr>
                <a:spLocks noChangeShapeType="1"/>
              </p:cNvSpPr>
              <p:nvPr/>
            </p:nvSpPr>
            <p:spPr bwMode="auto">
              <a:xfrm rot="-5400000">
                <a:off x="4751" y="1549"/>
                <a:ext cx="3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1525" name="Group 88"/>
            <p:cNvGrpSpPr>
              <a:grpSpLocks/>
            </p:cNvGrpSpPr>
            <p:nvPr/>
          </p:nvGrpSpPr>
          <p:grpSpPr bwMode="auto">
            <a:xfrm>
              <a:off x="4727" y="1443"/>
              <a:ext cx="416" cy="0"/>
              <a:chOff x="3699" y="1692"/>
              <a:chExt cx="416" cy="0"/>
            </a:xfrm>
          </p:grpSpPr>
          <p:grpSp>
            <p:nvGrpSpPr>
              <p:cNvPr id="21526" name="Group 89"/>
              <p:cNvGrpSpPr>
                <a:grpSpLocks/>
              </p:cNvGrpSpPr>
              <p:nvPr/>
            </p:nvGrpSpPr>
            <p:grpSpPr bwMode="auto">
              <a:xfrm>
                <a:off x="3985" y="1692"/>
                <a:ext cx="130" cy="0"/>
                <a:chOff x="3985" y="1692"/>
                <a:chExt cx="130" cy="0"/>
              </a:xfrm>
            </p:grpSpPr>
            <p:sp>
              <p:nvSpPr>
                <p:cNvPr id="21528" name="Line 90"/>
                <p:cNvSpPr>
                  <a:spLocks noChangeShapeType="1"/>
                </p:cNvSpPr>
                <p:nvPr/>
              </p:nvSpPr>
              <p:spPr bwMode="auto">
                <a:xfrm rot="10800000">
                  <a:off x="4035" y="1692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1529" name="Line 91"/>
                <p:cNvSpPr>
                  <a:spLocks noChangeShapeType="1"/>
                </p:cNvSpPr>
                <p:nvPr/>
              </p:nvSpPr>
              <p:spPr bwMode="auto">
                <a:xfrm rot="10800000">
                  <a:off x="3985" y="1692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1527" name="Line 92"/>
              <p:cNvSpPr>
                <a:spLocks noChangeShapeType="1"/>
              </p:cNvSpPr>
              <p:nvPr/>
            </p:nvSpPr>
            <p:spPr bwMode="auto">
              <a:xfrm rot="10800000">
                <a:off x="3699" y="1692"/>
                <a:ext cx="2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8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21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21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37" grpId="0" build="p" autoUpdateAnimBg="0"/>
      <p:bldP spid="218156" grpId="0" autoUpdateAnimBg="0"/>
      <p:bldP spid="21815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5BE5EA49-7822-440B-9202-336E961703E5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220162" name="Object 2"/>
          <p:cNvGraphicFramePr>
            <a:graphicFrameLocks noChangeAspect="1"/>
          </p:cNvGraphicFramePr>
          <p:nvPr/>
        </p:nvGraphicFramePr>
        <p:xfrm>
          <a:off x="6210300" y="4410075"/>
          <a:ext cx="2009775" cy="216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4" name="位图图像" r:id="rId3" imgW="3180952" imgH="3428571" progId="Paint.Picture">
                  <p:embed/>
                </p:oleObj>
              </mc:Choice>
              <mc:Fallback>
                <p:oleObj name="位图图像" r:id="rId3" imgW="3180952" imgH="342857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0" y="4410075"/>
                        <a:ext cx="2009775" cy="216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0163" name="Group 3"/>
          <p:cNvGrpSpPr>
            <a:grpSpLocks/>
          </p:cNvGrpSpPr>
          <p:nvPr/>
        </p:nvGrpSpPr>
        <p:grpSpPr bwMode="auto">
          <a:xfrm>
            <a:off x="4814888" y="2205038"/>
            <a:ext cx="2516187" cy="2182812"/>
            <a:chOff x="3033" y="1389"/>
            <a:chExt cx="1585" cy="1375"/>
          </a:xfrm>
        </p:grpSpPr>
        <p:sp>
          <p:nvSpPr>
            <p:cNvPr id="22572" name="Rectangle 4"/>
            <p:cNvSpPr>
              <a:spLocks noChangeArrowheads="1"/>
            </p:cNvSpPr>
            <p:nvPr/>
          </p:nvSpPr>
          <p:spPr bwMode="auto">
            <a:xfrm>
              <a:off x="3045" y="2160"/>
              <a:ext cx="753" cy="60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b="0">
                <a:ea typeface="隶书" pitchFamily="49" charset="-122"/>
              </a:endParaRPr>
            </a:p>
          </p:txBody>
        </p:sp>
        <p:sp>
          <p:nvSpPr>
            <p:cNvPr id="22573" name="Line 5"/>
            <p:cNvSpPr>
              <a:spLocks noChangeShapeType="1"/>
            </p:cNvSpPr>
            <p:nvPr/>
          </p:nvSpPr>
          <p:spPr bwMode="auto">
            <a:xfrm>
              <a:off x="3583" y="2160"/>
              <a:ext cx="0" cy="60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4" name="Line 6"/>
            <p:cNvSpPr>
              <a:spLocks noChangeShapeType="1"/>
            </p:cNvSpPr>
            <p:nvPr/>
          </p:nvSpPr>
          <p:spPr bwMode="auto">
            <a:xfrm>
              <a:off x="3039" y="2361"/>
              <a:ext cx="5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5" name="Line 7"/>
            <p:cNvSpPr>
              <a:spLocks noChangeShapeType="1"/>
            </p:cNvSpPr>
            <p:nvPr/>
          </p:nvSpPr>
          <p:spPr bwMode="auto">
            <a:xfrm>
              <a:off x="3051" y="2563"/>
              <a:ext cx="53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6" name="Line 8"/>
            <p:cNvSpPr>
              <a:spLocks noChangeShapeType="1"/>
            </p:cNvSpPr>
            <p:nvPr/>
          </p:nvSpPr>
          <p:spPr bwMode="auto">
            <a:xfrm>
              <a:off x="3039" y="1958"/>
              <a:ext cx="75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7" name="Line 9"/>
            <p:cNvSpPr>
              <a:spLocks noChangeShapeType="1"/>
            </p:cNvSpPr>
            <p:nvPr/>
          </p:nvSpPr>
          <p:spPr bwMode="auto">
            <a:xfrm>
              <a:off x="3798" y="1389"/>
              <a:ext cx="0" cy="5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8" name="Line 10"/>
            <p:cNvSpPr>
              <a:spLocks noChangeShapeType="1"/>
            </p:cNvSpPr>
            <p:nvPr/>
          </p:nvSpPr>
          <p:spPr bwMode="auto">
            <a:xfrm>
              <a:off x="3571" y="1404"/>
              <a:ext cx="2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9" name="Line 11"/>
            <p:cNvSpPr>
              <a:spLocks noChangeShapeType="1"/>
            </p:cNvSpPr>
            <p:nvPr/>
          </p:nvSpPr>
          <p:spPr bwMode="auto">
            <a:xfrm flipV="1">
              <a:off x="3583" y="1401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0" name="Line 12"/>
            <p:cNvSpPr>
              <a:spLocks noChangeShapeType="1"/>
            </p:cNvSpPr>
            <p:nvPr/>
          </p:nvSpPr>
          <p:spPr bwMode="auto">
            <a:xfrm>
              <a:off x="3033" y="1757"/>
              <a:ext cx="5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1" name="Line 13"/>
            <p:cNvSpPr>
              <a:spLocks noChangeShapeType="1"/>
            </p:cNvSpPr>
            <p:nvPr/>
          </p:nvSpPr>
          <p:spPr bwMode="auto">
            <a:xfrm flipH="1">
              <a:off x="3039" y="1404"/>
              <a:ext cx="544" cy="35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2" name="Line 14"/>
            <p:cNvSpPr>
              <a:spLocks noChangeShapeType="1"/>
            </p:cNvSpPr>
            <p:nvPr/>
          </p:nvSpPr>
          <p:spPr bwMode="auto">
            <a:xfrm flipV="1">
              <a:off x="3048" y="1738"/>
              <a:ext cx="0" cy="2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583" name="Group 15"/>
            <p:cNvGrpSpPr>
              <a:grpSpLocks/>
            </p:cNvGrpSpPr>
            <p:nvPr/>
          </p:nvGrpSpPr>
          <p:grpSpPr bwMode="auto">
            <a:xfrm>
              <a:off x="4014" y="1404"/>
              <a:ext cx="604" cy="554"/>
              <a:chOff x="1632" y="1526"/>
              <a:chExt cx="604" cy="554"/>
            </a:xfrm>
          </p:grpSpPr>
          <p:sp>
            <p:nvSpPr>
              <p:cNvPr id="22584" name="Rectangle 16"/>
              <p:cNvSpPr>
                <a:spLocks noChangeArrowheads="1"/>
              </p:cNvSpPr>
              <p:nvPr/>
            </p:nvSpPr>
            <p:spPr bwMode="auto">
              <a:xfrm>
                <a:off x="1632" y="1526"/>
                <a:ext cx="604" cy="554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2585" name="Line 17"/>
              <p:cNvSpPr>
                <a:spLocks noChangeShapeType="1"/>
              </p:cNvSpPr>
              <p:nvPr/>
            </p:nvSpPr>
            <p:spPr bwMode="auto">
              <a:xfrm>
                <a:off x="1632" y="1879"/>
                <a:ext cx="60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6" name="Line 18"/>
              <p:cNvSpPr>
                <a:spLocks noChangeShapeType="1"/>
              </p:cNvSpPr>
              <p:nvPr/>
            </p:nvSpPr>
            <p:spPr bwMode="auto">
              <a:xfrm>
                <a:off x="2035" y="1526"/>
                <a:ext cx="0" cy="35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7" name="Line 19"/>
              <p:cNvSpPr>
                <a:spLocks noChangeShapeType="1"/>
              </p:cNvSpPr>
              <p:nvPr/>
            </p:nvSpPr>
            <p:spPr bwMode="auto">
              <a:xfrm>
                <a:off x="1837" y="1526"/>
                <a:ext cx="0" cy="35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20180" name="Object 20"/>
          <p:cNvGraphicFramePr>
            <a:graphicFrameLocks noChangeAspect="1"/>
          </p:cNvGraphicFramePr>
          <p:nvPr/>
        </p:nvGraphicFramePr>
        <p:xfrm>
          <a:off x="2311400" y="4329113"/>
          <a:ext cx="2016125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5" name="位图图像" r:id="rId5" imgW="3161905" imgH="3419952" progId="Paint.Picture">
                  <p:embed/>
                </p:oleObj>
              </mc:Choice>
              <mc:Fallback>
                <p:oleObj name="位图图像" r:id="rId5" imgW="3161905" imgH="3419952" progId="Paint.Picture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4329113"/>
                        <a:ext cx="2016125" cy="218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21" descr="紫色网格"/>
          <p:cNvSpPr txBox="1">
            <a:spLocks noChangeArrowheads="1"/>
          </p:cNvSpPr>
          <p:nvPr/>
        </p:nvSpPr>
        <p:spPr bwMode="auto">
          <a:xfrm>
            <a:off x="180975" y="473075"/>
            <a:ext cx="8886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7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4)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重视关键交线，区分易混图形。</a:t>
            </a:r>
          </a:p>
        </p:txBody>
      </p:sp>
      <p:grpSp>
        <p:nvGrpSpPr>
          <p:cNvPr id="220182" name="Group 22"/>
          <p:cNvGrpSpPr>
            <a:grpSpLocks/>
          </p:cNvGrpSpPr>
          <p:nvPr/>
        </p:nvGrpSpPr>
        <p:grpSpPr bwMode="auto">
          <a:xfrm>
            <a:off x="1089025" y="1925638"/>
            <a:ext cx="787400" cy="777875"/>
            <a:chOff x="686" y="1285"/>
            <a:chExt cx="496" cy="490"/>
          </a:xfrm>
        </p:grpSpPr>
        <p:sp>
          <p:nvSpPr>
            <p:cNvPr id="22570" name="Line 23"/>
            <p:cNvSpPr>
              <a:spLocks noChangeShapeType="1"/>
            </p:cNvSpPr>
            <p:nvPr/>
          </p:nvSpPr>
          <p:spPr bwMode="auto">
            <a:xfrm flipH="1" flipV="1">
              <a:off x="686" y="1285"/>
              <a:ext cx="496" cy="355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1" name="Line 24"/>
            <p:cNvSpPr>
              <a:spLocks noChangeShapeType="1"/>
            </p:cNvSpPr>
            <p:nvPr/>
          </p:nvSpPr>
          <p:spPr bwMode="auto">
            <a:xfrm>
              <a:off x="688" y="1289"/>
              <a:ext cx="152" cy="486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0185" name="Group 25"/>
          <p:cNvGrpSpPr>
            <a:grpSpLocks/>
          </p:cNvGrpSpPr>
          <p:nvPr/>
        </p:nvGrpSpPr>
        <p:grpSpPr bwMode="auto">
          <a:xfrm>
            <a:off x="4564063" y="1957388"/>
            <a:ext cx="1116012" cy="806450"/>
            <a:chOff x="2875" y="1305"/>
            <a:chExt cx="703" cy="508"/>
          </a:xfrm>
        </p:grpSpPr>
        <p:sp>
          <p:nvSpPr>
            <p:cNvPr id="22568" name="Line 26"/>
            <p:cNvSpPr>
              <a:spLocks noChangeShapeType="1"/>
            </p:cNvSpPr>
            <p:nvPr/>
          </p:nvSpPr>
          <p:spPr bwMode="auto">
            <a:xfrm flipH="1" flipV="1">
              <a:off x="2876" y="1309"/>
              <a:ext cx="702" cy="341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9" name="Line 27"/>
            <p:cNvSpPr>
              <a:spLocks noChangeShapeType="1"/>
            </p:cNvSpPr>
            <p:nvPr/>
          </p:nvSpPr>
          <p:spPr bwMode="auto">
            <a:xfrm>
              <a:off x="2875" y="1305"/>
              <a:ext cx="347" cy="508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0188" name="Text Box 28"/>
          <p:cNvSpPr txBox="1">
            <a:spLocks noChangeArrowheads="1"/>
          </p:cNvSpPr>
          <p:nvPr/>
        </p:nvSpPr>
        <p:spPr bwMode="auto">
          <a:xfrm>
            <a:off x="461963" y="1470025"/>
            <a:ext cx="1252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ea typeface="黑体" pitchFamily="2" charset="-122"/>
              </a:rPr>
              <a:t>实线</a:t>
            </a:r>
          </a:p>
        </p:txBody>
      </p:sp>
      <p:sp>
        <p:nvSpPr>
          <p:cNvPr id="220189" name="Text Box 29"/>
          <p:cNvSpPr txBox="1">
            <a:spLocks noChangeArrowheads="1"/>
          </p:cNvSpPr>
          <p:nvPr/>
        </p:nvSpPr>
        <p:spPr bwMode="auto">
          <a:xfrm>
            <a:off x="3881438" y="1503363"/>
            <a:ext cx="1352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ea typeface="黑体" pitchFamily="2" charset="-122"/>
              </a:rPr>
              <a:t>虚线</a:t>
            </a:r>
          </a:p>
        </p:txBody>
      </p:sp>
      <p:grpSp>
        <p:nvGrpSpPr>
          <p:cNvPr id="220190" name="Group 30"/>
          <p:cNvGrpSpPr>
            <a:grpSpLocks/>
          </p:cNvGrpSpPr>
          <p:nvPr/>
        </p:nvGrpSpPr>
        <p:grpSpPr bwMode="auto">
          <a:xfrm>
            <a:off x="1042988" y="2109788"/>
            <a:ext cx="2506662" cy="2182812"/>
            <a:chOff x="657" y="1401"/>
            <a:chExt cx="1579" cy="1375"/>
          </a:xfrm>
        </p:grpSpPr>
        <p:sp>
          <p:nvSpPr>
            <p:cNvPr id="22552" name="Rectangle 31"/>
            <p:cNvSpPr>
              <a:spLocks noChangeArrowheads="1"/>
            </p:cNvSpPr>
            <p:nvPr/>
          </p:nvSpPr>
          <p:spPr bwMode="auto">
            <a:xfrm>
              <a:off x="663" y="2172"/>
              <a:ext cx="753" cy="60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b="0">
                <a:ea typeface="隶书" pitchFamily="49" charset="-122"/>
              </a:endParaRPr>
            </a:p>
          </p:txBody>
        </p:sp>
        <p:sp>
          <p:nvSpPr>
            <p:cNvPr id="22553" name="Line 32"/>
            <p:cNvSpPr>
              <a:spLocks noChangeShapeType="1"/>
            </p:cNvSpPr>
            <p:nvPr/>
          </p:nvSpPr>
          <p:spPr bwMode="auto">
            <a:xfrm>
              <a:off x="1201" y="2172"/>
              <a:ext cx="0" cy="60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4" name="Line 33"/>
            <p:cNvSpPr>
              <a:spLocks noChangeShapeType="1"/>
            </p:cNvSpPr>
            <p:nvPr/>
          </p:nvSpPr>
          <p:spPr bwMode="auto">
            <a:xfrm>
              <a:off x="657" y="2373"/>
              <a:ext cx="5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5" name="Line 34"/>
            <p:cNvSpPr>
              <a:spLocks noChangeShapeType="1"/>
            </p:cNvSpPr>
            <p:nvPr/>
          </p:nvSpPr>
          <p:spPr bwMode="auto">
            <a:xfrm>
              <a:off x="669" y="2575"/>
              <a:ext cx="53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6" name="Line 35"/>
            <p:cNvSpPr>
              <a:spLocks noChangeShapeType="1"/>
            </p:cNvSpPr>
            <p:nvPr/>
          </p:nvSpPr>
          <p:spPr bwMode="auto">
            <a:xfrm>
              <a:off x="657" y="1970"/>
              <a:ext cx="75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7" name="Line 36"/>
            <p:cNvSpPr>
              <a:spLocks noChangeShapeType="1"/>
            </p:cNvSpPr>
            <p:nvPr/>
          </p:nvSpPr>
          <p:spPr bwMode="auto">
            <a:xfrm>
              <a:off x="1416" y="1401"/>
              <a:ext cx="0" cy="5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8" name="Line 37"/>
            <p:cNvSpPr>
              <a:spLocks noChangeShapeType="1"/>
            </p:cNvSpPr>
            <p:nvPr/>
          </p:nvSpPr>
          <p:spPr bwMode="auto">
            <a:xfrm>
              <a:off x="1189" y="1416"/>
              <a:ext cx="2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9" name="Line 38"/>
            <p:cNvSpPr>
              <a:spLocks noChangeShapeType="1"/>
            </p:cNvSpPr>
            <p:nvPr/>
          </p:nvSpPr>
          <p:spPr bwMode="auto">
            <a:xfrm flipV="1">
              <a:off x="1201" y="1413"/>
              <a:ext cx="0" cy="37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0" name="Line 39"/>
            <p:cNvSpPr>
              <a:spLocks noChangeShapeType="1"/>
            </p:cNvSpPr>
            <p:nvPr/>
          </p:nvSpPr>
          <p:spPr bwMode="auto">
            <a:xfrm>
              <a:off x="657" y="1769"/>
              <a:ext cx="5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1" name="Line 40"/>
            <p:cNvSpPr>
              <a:spLocks noChangeShapeType="1"/>
            </p:cNvSpPr>
            <p:nvPr/>
          </p:nvSpPr>
          <p:spPr bwMode="auto">
            <a:xfrm flipH="1">
              <a:off x="657" y="1414"/>
              <a:ext cx="541" cy="35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2" name="Line 41"/>
            <p:cNvSpPr>
              <a:spLocks noChangeShapeType="1"/>
            </p:cNvSpPr>
            <p:nvPr/>
          </p:nvSpPr>
          <p:spPr bwMode="auto">
            <a:xfrm flipV="1">
              <a:off x="666" y="1750"/>
              <a:ext cx="0" cy="2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563" name="Group 42"/>
            <p:cNvGrpSpPr>
              <a:grpSpLocks/>
            </p:cNvGrpSpPr>
            <p:nvPr/>
          </p:nvGrpSpPr>
          <p:grpSpPr bwMode="auto">
            <a:xfrm>
              <a:off x="1632" y="1416"/>
              <a:ext cx="604" cy="554"/>
              <a:chOff x="1632" y="1526"/>
              <a:chExt cx="604" cy="554"/>
            </a:xfrm>
          </p:grpSpPr>
          <p:sp>
            <p:nvSpPr>
              <p:cNvPr id="22564" name="Rectangle 43"/>
              <p:cNvSpPr>
                <a:spLocks noChangeArrowheads="1"/>
              </p:cNvSpPr>
              <p:nvPr/>
            </p:nvSpPr>
            <p:spPr bwMode="auto">
              <a:xfrm>
                <a:off x="1632" y="1526"/>
                <a:ext cx="604" cy="554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2565" name="Line 44"/>
              <p:cNvSpPr>
                <a:spLocks noChangeShapeType="1"/>
              </p:cNvSpPr>
              <p:nvPr/>
            </p:nvSpPr>
            <p:spPr bwMode="auto">
              <a:xfrm>
                <a:off x="1632" y="1879"/>
                <a:ext cx="60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6" name="Line 45"/>
              <p:cNvSpPr>
                <a:spLocks noChangeShapeType="1"/>
              </p:cNvSpPr>
              <p:nvPr/>
            </p:nvSpPr>
            <p:spPr bwMode="auto">
              <a:xfrm>
                <a:off x="2035" y="1526"/>
                <a:ext cx="0" cy="35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7" name="Line 46"/>
              <p:cNvSpPr>
                <a:spLocks noChangeShapeType="1"/>
              </p:cNvSpPr>
              <p:nvPr/>
            </p:nvSpPr>
            <p:spPr bwMode="auto">
              <a:xfrm>
                <a:off x="1837" y="1526"/>
                <a:ext cx="0" cy="35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20207" name="Group 47"/>
          <p:cNvGrpSpPr>
            <a:grpSpLocks/>
          </p:cNvGrpSpPr>
          <p:nvPr/>
        </p:nvGrpSpPr>
        <p:grpSpPr bwMode="auto">
          <a:xfrm>
            <a:off x="1023938" y="2103438"/>
            <a:ext cx="904875" cy="627062"/>
            <a:chOff x="645" y="1507"/>
            <a:chExt cx="570" cy="395"/>
          </a:xfrm>
        </p:grpSpPr>
        <p:sp>
          <p:nvSpPr>
            <p:cNvPr id="22550" name="Line 48"/>
            <p:cNvSpPr>
              <a:spLocks noChangeShapeType="1"/>
            </p:cNvSpPr>
            <p:nvPr/>
          </p:nvSpPr>
          <p:spPr bwMode="auto">
            <a:xfrm>
              <a:off x="645" y="1877"/>
              <a:ext cx="570" cy="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" name="Line 49"/>
            <p:cNvSpPr>
              <a:spLocks noChangeShapeType="1"/>
            </p:cNvSpPr>
            <p:nvPr/>
          </p:nvSpPr>
          <p:spPr bwMode="auto">
            <a:xfrm>
              <a:off x="1201" y="1507"/>
              <a:ext cx="0" cy="395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0210" name="Group 50"/>
          <p:cNvGrpSpPr>
            <a:grpSpLocks/>
          </p:cNvGrpSpPr>
          <p:nvPr/>
        </p:nvGrpSpPr>
        <p:grpSpPr bwMode="auto">
          <a:xfrm>
            <a:off x="4821238" y="2255838"/>
            <a:ext cx="866775" cy="542925"/>
            <a:chOff x="3033" y="1603"/>
            <a:chExt cx="546" cy="342"/>
          </a:xfrm>
        </p:grpSpPr>
        <p:sp>
          <p:nvSpPr>
            <p:cNvPr id="22548" name="Line 51"/>
            <p:cNvSpPr>
              <a:spLocks noChangeShapeType="1"/>
            </p:cNvSpPr>
            <p:nvPr/>
          </p:nvSpPr>
          <p:spPr bwMode="auto">
            <a:xfrm>
              <a:off x="3033" y="1938"/>
              <a:ext cx="54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9" name="Line 52"/>
            <p:cNvSpPr>
              <a:spLocks noChangeShapeType="1"/>
            </p:cNvSpPr>
            <p:nvPr/>
          </p:nvSpPr>
          <p:spPr bwMode="auto">
            <a:xfrm>
              <a:off x="3579" y="1603"/>
              <a:ext cx="0" cy="34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0213" name="Group 53"/>
          <p:cNvGrpSpPr>
            <a:grpSpLocks/>
          </p:cNvGrpSpPr>
          <p:nvPr/>
        </p:nvGrpSpPr>
        <p:grpSpPr bwMode="auto">
          <a:xfrm>
            <a:off x="4830763" y="2255838"/>
            <a:ext cx="866775" cy="536575"/>
            <a:chOff x="3039" y="1129"/>
            <a:chExt cx="546" cy="338"/>
          </a:xfrm>
        </p:grpSpPr>
        <p:sp>
          <p:nvSpPr>
            <p:cNvPr id="22546" name="Line 54"/>
            <p:cNvSpPr>
              <a:spLocks noChangeShapeType="1"/>
            </p:cNvSpPr>
            <p:nvPr/>
          </p:nvSpPr>
          <p:spPr bwMode="auto">
            <a:xfrm>
              <a:off x="3039" y="1460"/>
              <a:ext cx="54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7" name="Line 55"/>
            <p:cNvSpPr>
              <a:spLocks noChangeShapeType="1"/>
            </p:cNvSpPr>
            <p:nvPr/>
          </p:nvSpPr>
          <p:spPr bwMode="auto">
            <a:xfrm>
              <a:off x="3585" y="1129"/>
              <a:ext cx="0" cy="33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0216" name="Group 56"/>
          <p:cNvGrpSpPr>
            <a:grpSpLocks/>
          </p:cNvGrpSpPr>
          <p:nvPr/>
        </p:nvGrpSpPr>
        <p:grpSpPr bwMode="auto">
          <a:xfrm>
            <a:off x="1023938" y="2103438"/>
            <a:ext cx="904875" cy="627062"/>
            <a:chOff x="645" y="1507"/>
            <a:chExt cx="570" cy="395"/>
          </a:xfrm>
        </p:grpSpPr>
        <p:sp>
          <p:nvSpPr>
            <p:cNvPr id="22544" name="Line 57"/>
            <p:cNvSpPr>
              <a:spLocks noChangeShapeType="1"/>
            </p:cNvSpPr>
            <p:nvPr/>
          </p:nvSpPr>
          <p:spPr bwMode="auto">
            <a:xfrm>
              <a:off x="645" y="1877"/>
              <a:ext cx="570" cy="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5" name="Line 58"/>
            <p:cNvSpPr>
              <a:spLocks noChangeShapeType="1"/>
            </p:cNvSpPr>
            <p:nvPr/>
          </p:nvSpPr>
          <p:spPr bwMode="auto">
            <a:xfrm>
              <a:off x="1201" y="1507"/>
              <a:ext cx="0" cy="395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2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2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88" grpId="0" autoUpdateAnimBg="0"/>
      <p:bldP spid="22018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B63785D6-C719-4750-8A80-80C1A838FF2D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221186" name="Object 2"/>
          <p:cNvGraphicFramePr>
            <a:graphicFrameLocks noChangeAspect="1"/>
          </p:cNvGraphicFramePr>
          <p:nvPr/>
        </p:nvGraphicFramePr>
        <p:xfrm>
          <a:off x="6572250" y="4208463"/>
          <a:ext cx="2047875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2" name="位图图像" r:id="rId3" imgW="3371429" imgH="3400900" progId="Paint.Picture">
                  <p:embed/>
                </p:oleObj>
              </mc:Choice>
              <mc:Fallback>
                <p:oleObj name="位图图像" r:id="rId3" imgW="3371429" imgH="340090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4208463"/>
                        <a:ext cx="2047875" cy="206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7" name="Object 3"/>
          <p:cNvGraphicFramePr>
            <a:graphicFrameLocks noChangeAspect="1"/>
          </p:cNvGraphicFramePr>
          <p:nvPr/>
        </p:nvGraphicFramePr>
        <p:xfrm>
          <a:off x="2476500" y="4256088"/>
          <a:ext cx="2011363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" name="位图图像" r:id="rId5" imgW="3315163" imgH="3315163" progId="Paint.Picture">
                  <p:embed/>
                </p:oleObj>
              </mc:Choice>
              <mc:Fallback>
                <p:oleObj name="位图图像" r:id="rId5" imgW="3315163" imgH="3315163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4256088"/>
                        <a:ext cx="2011363" cy="201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7" name="Group 4"/>
          <p:cNvGrpSpPr>
            <a:grpSpLocks/>
          </p:cNvGrpSpPr>
          <p:nvPr/>
        </p:nvGrpSpPr>
        <p:grpSpPr bwMode="auto">
          <a:xfrm>
            <a:off x="787400" y="1082675"/>
            <a:ext cx="2212975" cy="3708400"/>
            <a:chOff x="496" y="742"/>
            <a:chExt cx="1394" cy="2336"/>
          </a:xfrm>
        </p:grpSpPr>
        <p:grpSp>
          <p:nvGrpSpPr>
            <p:cNvPr id="23609" name="Group 5"/>
            <p:cNvGrpSpPr>
              <a:grpSpLocks/>
            </p:cNvGrpSpPr>
            <p:nvPr/>
          </p:nvGrpSpPr>
          <p:grpSpPr bwMode="auto">
            <a:xfrm>
              <a:off x="634" y="826"/>
              <a:ext cx="1142" cy="2154"/>
              <a:chOff x="634" y="826"/>
              <a:chExt cx="1142" cy="2154"/>
            </a:xfrm>
          </p:grpSpPr>
          <p:sp>
            <p:nvSpPr>
              <p:cNvPr id="23632" name="Line 6"/>
              <p:cNvSpPr>
                <a:spLocks noChangeShapeType="1"/>
              </p:cNvSpPr>
              <p:nvPr/>
            </p:nvSpPr>
            <p:spPr bwMode="auto">
              <a:xfrm>
                <a:off x="1092" y="826"/>
                <a:ext cx="68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3" name="Line 7"/>
              <p:cNvSpPr>
                <a:spLocks noChangeShapeType="1"/>
              </p:cNvSpPr>
              <p:nvPr/>
            </p:nvSpPr>
            <p:spPr bwMode="auto">
              <a:xfrm>
                <a:off x="1758" y="829"/>
                <a:ext cx="0" cy="112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4" name="Line 8"/>
              <p:cNvSpPr>
                <a:spLocks noChangeShapeType="1"/>
              </p:cNvSpPr>
              <p:nvPr/>
            </p:nvSpPr>
            <p:spPr bwMode="auto">
              <a:xfrm flipH="1">
                <a:off x="1104" y="1938"/>
                <a:ext cx="65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5" name="Line 9"/>
              <p:cNvSpPr>
                <a:spLocks noChangeShapeType="1"/>
              </p:cNvSpPr>
              <p:nvPr/>
            </p:nvSpPr>
            <p:spPr bwMode="auto">
              <a:xfrm flipV="1">
                <a:off x="1104" y="1676"/>
                <a:ext cx="0" cy="28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6" name="Line 10"/>
              <p:cNvSpPr>
                <a:spLocks noChangeShapeType="1"/>
              </p:cNvSpPr>
              <p:nvPr/>
            </p:nvSpPr>
            <p:spPr bwMode="auto">
              <a:xfrm>
                <a:off x="646" y="1007"/>
                <a:ext cx="0" cy="68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7" name="Line 11"/>
              <p:cNvSpPr>
                <a:spLocks noChangeShapeType="1"/>
              </p:cNvSpPr>
              <p:nvPr/>
            </p:nvSpPr>
            <p:spPr bwMode="auto">
              <a:xfrm>
                <a:off x="641" y="1022"/>
                <a:ext cx="46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8" name="Line 12"/>
              <p:cNvSpPr>
                <a:spLocks noChangeShapeType="1"/>
              </p:cNvSpPr>
              <p:nvPr/>
            </p:nvSpPr>
            <p:spPr bwMode="auto">
              <a:xfrm>
                <a:off x="640" y="1676"/>
                <a:ext cx="46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39" name="Line 13"/>
              <p:cNvSpPr>
                <a:spLocks noChangeShapeType="1"/>
              </p:cNvSpPr>
              <p:nvPr/>
            </p:nvSpPr>
            <p:spPr bwMode="auto">
              <a:xfrm>
                <a:off x="1104" y="1022"/>
                <a:ext cx="333" cy="33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40" name="Line 14"/>
              <p:cNvSpPr>
                <a:spLocks noChangeShapeType="1"/>
              </p:cNvSpPr>
              <p:nvPr/>
            </p:nvSpPr>
            <p:spPr bwMode="auto">
              <a:xfrm flipH="1">
                <a:off x="1102" y="1340"/>
                <a:ext cx="338" cy="34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41" name="Line 15"/>
              <p:cNvSpPr>
                <a:spLocks noChangeShapeType="1"/>
              </p:cNvSpPr>
              <p:nvPr/>
            </p:nvSpPr>
            <p:spPr bwMode="auto">
              <a:xfrm flipV="1">
                <a:off x="1104" y="826"/>
                <a:ext cx="0" cy="1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42" name="Oval 16"/>
              <p:cNvSpPr>
                <a:spLocks noChangeArrowheads="1"/>
              </p:cNvSpPr>
              <p:nvPr/>
            </p:nvSpPr>
            <p:spPr bwMode="auto">
              <a:xfrm>
                <a:off x="1104" y="2326"/>
                <a:ext cx="654" cy="654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3643" name="Line 17"/>
              <p:cNvSpPr>
                <a:spLocks noChangeShapeType="1"/>
              </p:cNvSpPr>
              <p:nvPr/>
            </p:nvSpPr>
            <p:spPr bwMode="auto">
              <a:xfrm flipH="1">
                <a:off x="634" y="2326"/>
                <a:ext cx="797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44" name="Line 18"/>
              <p:cNvSpPr>
                <a:spLocks noChangeShapeType="1"/>
              </p:cNvSpPr>
              <p:nvPr/>
            </p:nvSpPr>
            <p:spPr bwMode="auto">
              <a:xfrm>
                <a:off x="646" y="2326"/>
                <a:ext cx="0" cy="65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45" name="Line 19"/>
              <p:cNvSpPr>
                <a:spLocks noChangeShapeType="1"/>
              </p:cNvSpPr>
              <p:nvPr/>
            </p:nvSpPr>
            <p:spPr bwMode="auto">
              <a:xfrm>
                <a:off x="634" y="2980"/>
                <a:ext cx="794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610" name="Group 20"/>
            <p:cNvGrpSpPr>
              <a:grpSpLocks/>
            </p:cNvGrpSpPr>
            <p:nvPr/>
          </p:nvGrpSpPr>
          <p:grpSpPr bwMode="auto">
            <a:xfrm>
              <a:off x="496" y="742"/>
              <a:ext cx="1047" cy="1310"/>
              <a:chOff x="496" y="742"/>
              <a:chExt cx="1047" cy="1310"/>
            </a:xfrm>
          </p:grpSpPr>
          <p:grpSp>
            <p:nvGrpSpPr>
              <p:cNvPr id="23622" name="Group 21"/>
              <p:cNvGrpSpPr>
                <a:grpSpLocks/>
              </p:cNvGrpSpPr>
              <p:nvPr/>
            </p:nvGrpSpPr>
            <p:grpSpPr bwMode="auto">
              <a:xfrm>
                <a:off x="496" y="1344"/>
                <a:ext cx="1047" cy="0"/>
                <a:chOff x="481" y="1344"/>
                <a:chExt cx="1047" cy="0"/>
              </a:xfrm>
            </p:grpSpPr>
            <p:sp>
              <p:nvSpPr>
                <p:cNvPr id="23629" name="Line 22"/>
                <p:cNvSpPr>
                  <a:spLocks noChangeShapeType="1"/>
                </p:cNvSpPr>
                <p:nvPr/>
              </p:nvSpPr>
              <p:spPr bwMode="auto">
                <a:xfrm>
                  <a:off x="481" y="13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30" name="Line 23"/>
                <p:cNvSpPr>
                  <a:spLocks noChangeShapeType="1"/>
                </p:cNvSpPr>
                <p:nvPr/>
              </p:nvSpPr>
              <p:spPr bwMode="auto">
                <a:xfrm>
                  <a:off x="994" y="1344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31" name="Line 24"/>
                <p:cNvSpPr>
                  <a:spLocks noChangeShapeType="1"/>
                </p:cNvSpPr>
                <p:nvPr/>
              </p:nvSpPr>
              <p:spPr bwMode="auto">
                <a:xfrm>
                  <a:off x="1048" y="13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23" name="Group 25"/>
              <p:cNvGrpSpPr>
                <a:grpSpLocks/>
              </p:cNvGrpSpPr>
              <p:nvPr/>
            </p:nvGrpSpPr>
            <p:grpSpPr bwMode="auto">
              <a:xfrm>
                <a:off x="1428" y="742"/>
                <a:ext cx="1" cy="1310"/>
                <a:chOff x="1428" y="742"/>
                <a:chExt cx="1" cy="1310"/>
              </a:xfrm>
            </p:grpSpPr>
            <p:sp>
              <p:nvSpPr>
                <p:cNvPr id="23624" name="Line 26"/>
                <p:cNvSpPr>
                  <a:spLocks noChangeShapeType="1"/>
                </p:cNvSpPr>
                <p:nvPr/>
              </p:nvSpPr>
              <p:spPr bwMode="auto">
                <a:xfrm rot="-5400000">
                  <a:off x="1266" y="1889"/>
                  <a:ext cx="32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25" name="Line 27"/>
                <p:cNvSpPr>
                  <a:spLocks noChangeShapeType="1"/>
                </p:cNvSpPr>
                <p:nvPr/>
              </p:nvSpPr>
              <p:spPr bwMode="auto">
                <a:xfrm rot="-5400000">
                  <a:off x="1415" y="1679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26" name="Line 28"/>
                <p:cNvSpPr>
                  <a:spLocks noChangeShapeType="1"/>
                </p:cNvSpPr>
                <p:nvPr/>
              </p:nvSpPr>
              <p:spPr bwMode="auto">
                <a:xfrm rot="-5400000">
                  <a:off x="1189" y="1400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27" name="Line 29"/>
                <p:cNvSpPr>
                  <a:spLocks noChangeShapeType="1"/>
                </p:cNvSpPr>
                <p:nvPr/>
              </p:nvSpPr>
              <p:spPr bwMode="auto">
                <a:xfrm rot="-5400000">
                  <a:off x="1414" y="1112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28" name="Line 30"/>
                <p:cNvSpPr>
                  <a:spLocks noChangeShapeType="1"/>
                </p:cNvSpPr>
                <p:nvPr/>
              </p:nvSpPr>
              <p:spPr bwMode="auto">
                <a:xfrm rot="-5400000">
                  <a:off x="1262" y="908"/>
                  <a:ext cx="33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3611" name="Group 31"/>
            <p:cNvGrpSpPr>
              <a:grpSpLocks/>
            </p:cNvGrpSpPr>
            <p:nvPr/>
          </p:nvGrpSpPr>
          <p:grpSpPr bwMode="auto">
            <a:xfrm>
              <a:off x="517" y="2232"/>
              <a:ext cx="1373" cy="846"/>
              <a:chOff x="517" y="2232"/>
              <a:chExt cx="1373" cy="846"/>
            </a:xfrm>
          </p:grpSpPr>
          <p:grpSp>
            <p:nvGrpSpPr>
              <p:cNvPr id="23612" name="Group 32"/>
              <p:cNvGrpSpPr>
                <a:grpSpLocks/>
              </p:cNvGrpSpPr>
              <p:nvPr/>
            </p:nvGrpSpPr>
            <p:grpSpPr bwMode="auto">
              <a:xfrm>
                <a:off x="517" y="2655"/>
                <a:ext cx="1373" cy="0"/>
                <a:chOff x="517" y="2655"/>
                <a:chExt cx="1373" cy="0"/>
              </a:xfrm>
            </p:grpSpPr>
            <p:sp>
              <p:nvSpPr>
                <p:cNvPr id="23617" name="Line 33"/>
                <p:cNvSpPr>
                  <a:spLocks noChangeShapeType="1"/>
                </p:cNvSpPr>
                <p:nvPr/>
              </p:nvSpPr>
              <p:spPr bwMode="auto">
                <a:xfrm>
                  <a:off x="517" y="2655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18" name="Line 34"/>
                <p:cNvSpPr>
                  <a:spLocks noChangeShapeType="1"/>
                </p:cNvSpPr>
                <p:nvPr/>
              </p:nvSpPr>
              <p:spPr bwMode="auto">
                <a:xfrm>
                  <a:off x="934" y="2655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19" name="Line 35"/>
                <p:cNvSpPr>
                  <a:spLocks noChangeShapeType="1"/>
                </p:cNvSpPr>
                <p:nvPr/>
              </p:nvSpPr>
              <p:spPr bwMode="auto">
                <a:xfrm>
                  <a:off x="988" y="2655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20" name="Line 36"/>
                <p:cNvSpPr>
                  <a:spLocks noChangeShapeType="1"/>
                </p:cNvSpPr>
                <p:nvPr/>
              </p:nvSpPr>
              <p:spPr bwMode="auto">
                <a:xfrm>
                  <a:off x="1501" y="2655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21" name="Line 37"/>
                <p:cNvSpPr>
                  <a:spLocks noChangeShapeType="1"/>
                </p:cNvSpPr>
                <p:nvPr/>
              </p:nvSpPr>
              <p:spPr bwMode="auto">
                <a:xfrm>
                  <a:off x="1554" y="2655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13" name="Group 38"/>
              <p:cNvGrpSpPr>
                <a:grpSpLocks/>
              </p:cNvGrpSpPr>
              <p:nvPr/>
            </p:nvGrpSpPr>
            <p:grpSpPr bwMode="auto">
              <a:xfrm>
                <a:off x="1431" y="2232"/>
                <a:ext cx="1" cy="846"/>
                <a:chOff x="1431" y="2232"/>
                <a:chExt cx="1" cy="846"/>
              </a:xfrm>
            </p:grpSpPr>
            <p:sp>
              <p:nvSpPr>
                <p:cNvPr id="23614" name="Line 39"/>
                <p:cNvSpPr>
                  <a:spLocks noChangeShapeType="1"/>
                </p:cNvSpPr>
                <p:nvPr/>
              </p:nvSpPr>
              <p:spPr bwMode="auto">
                <a:xfrm rot="-5400000">
                  <a:off x="1192" y="2838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15" name="Line 40"/>
                <p:cNvSpPr>
                  <a:spLocks noChangeShapeType="1"/>
                </p:cNvSpPr>
                <p:nvPr/>
              </p:nvSpPr>
              <p:spPr bwMode="auto">
                <a:xfrm rot="-5400000">
                  <a:off x="1417" y="2550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616" name="Line 41"/>
                <p:cNvSpPr>
                  <a:spLocks noChangeShapeType="1"/>
                </p:cNvSpPr>
                <p:nvPr/>
              </p:nvSpPr>
              <p:spPr bwMode="auto">
                <a:xfrm rot="-5400000">
                  <a:off x="1291" y="2372"/>
                  <a:ext cx="2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3558" name="Group 42"/>
          <p:cNvGrpSpPr>
            <a:grpSpLocks/>
          </p:cNvGrpSpPr>
          <p:nvPr/>
        </p:nvGrpSpPr>
        <p:grpSpPr bwMode="auto">
          <a:xfrm>
            <a:off x="4713288" y="1108075"/>
            <a:ext cx="2179637" cy="3686175"/>
            <a:chOff x="2969" y="758"/>
            <a:chExt cx="1373" cy="2322"/>
          </a:xfrm>
        </p:grpSpPr>
        <p:grpSp>
          <p:nvGrpSpPr>
            <p:cNvPr id="23579" name="Group 43"/>
            <p:cNvGrpSpPr>
              <a:grpSpLocks/>
            </p:cNvGrpSpPr>
            <p:nvPr/>
          </p:nvGrpSpPr>
          <p:grpSpPr bwMode="auto">
            <a:xfrm>
              <a:off x="3087" y="849"/>
              <a:ext cx="1139" cy="2145"/>
              <a:chOff x="3087" y="849"/>
              <a:chExt cx="1139" cy="2145"/>
            </a:xfrm>
          </p:grpSpPr>
          <p:sp>
            <p:nvSpPr>
              <p:cNvPr id="23597" name="Line 44"/>
              <p:cNvSpPr>
                <a:spLocks noChangeShapeType="1"/>
              </p:cNvSpPr>
              <p:nvPr/>
            </p:nvSpPr>
            <p:spPr bwMode="auto">
              <a:xfrm>
                <a:off x="3547" y="849"/>
                <a:ext cx="679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8" name="Line 45"/>
              <p:cNvSpPr>
                <a:spLocks noChangeShapeType="1"/>
              </p:cNvSpPr>
              <p:nvPr/>
            </p:nvSpPr>
            <p:spPr bwMode="auto">
              <a:xfrm>
                <a:off x="4208" y="849"/>
                <a:ext cx="0" cy="110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9" name="Line 46"/>
              <p:cNvSpPr>
                <a:spLocks noChangeShapeType="1"/>
              </p:cNvSpPr>
              <p:nvPr/>
            </p:nvSpPr>
            <p:spPr bwMode="auto">
              <a:xfrm flipH="1">
                <a:off x="3556" y="1951"/>
                <a:ext cx="67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0" name="Line 47"/>
              <p:cNvSpPr>
                <a:spLocks noChangeShapeType="1"/>
              </p:cNvSpPr>
              <p:nvPr/>
            </p:nvSpPr>
            <p:spPr bwMode="auto">
              <a:xfrm>
                <a:off x="3105" y="1031"/>
                <a:ext cx="0" cy="66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1" name="Line 48"/>
              <p:cNvSpPr>
                <a:spLocks noChangeShapeType="1"/>
              </p:cNvSpPr>
              <p:nvPr/>
            </p:nvSpPr>
            <p:spPr bwMode="auto">
              <a:xfrm>
                <a:off x="3105" y="1043"/>
                <a:ext cx="77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2" name="Line 49"/>
              <p:cNvSpPr>
                <a:spLocks noChangeShapeType="1"/>
              </p:cNvSpPr>
              <p:nvPr/>
            </p:nvSpPr>
            <p:spPr bwMode="auto">
              <a:xfrm>
                <a:off x="3087" y="1692"/>
                <a:ext cx="79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3" name="Line 50"/>
              <p:cNvSpPr>
                <a:spLocks noChangeShapeType="1"/>
              </p:cNvSpPr>
              <p:nvPr/>
            </p:nvSpPr>
            <p:spPr bwMode="auto">
              <a:xfrm flipV="1">
                <a:off x="3559" y="849"/>
                <a:ext cx="0" cy="19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4" name="Oval 51"/>
              <p:cNvSpPr>
                <a:spLocks noChangeArrowheads="1"/>
              </p:cNvSpPr>
              <p:nvPr/>
            </p:nvSpPr>
            <p:spPr bwMode="auto">
              <a:xfrm>
                <a:off x="3559" y="2331"/>
                <a:ext cx="649" cy="648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3605" name="Line 52"/>
              <p:cNvSpPr>
                <a:spLocks noChangeShapeType="1"/>
              </p:cNvSpPr>
              <p:nvPr/>
            </p:nvSpPr>
            <p:spPr bwMode="auto">
              <a:xfrm flipH="1">
                <a:off x="3094" y="2331"/>
                <a:ext cx="789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6" name="Line 53"/>
              <p:cNvSpPr>
                <a:spLocks noChangeShapeType="1"/>
              </p:cNvSpPr>
              <p:nvPr/>
            </p:nvSpPr>
            <p:spPr bwMode="auto">
              <a:xfrm>
                <a:off x="3105" y="2316"/>
                <a:ext cx="0" cy="67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7" name="Line 54"/>
              <p:cNvSpPr>
                <a:spLocks noChangeShapeType="1"/>
              </p:cNvSpPr>
              <p:nvPr/>
            </p:nvSpPr>
            <p:spPr bwMode="auto">
              <a:xfrm>
                <a:off x="3091" y="2979"/>
                <a:ext cx="79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8" name="Line 55"/>
              <p:cNvSpPr>
                <a:spLocks noChangeShapeType="1"/>
              </p:cNvSpPr>
              <p:nvPr/>
            </p:nvSpPr>
            <p:spPr bwMode="auto">
              <a:xfrm flipV="1">
                <a:off x="3570" y="1696"/>
                <a:ext cx="0" cy="26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580" name="Group 56"/>
            <p:cNvGrpSpPr>
              <a:grpSpLocks/>
            </p:cNvGrpSpPr>
            <p:nvPr/>
          </p:nvGrpSpPr>
          <p:grpSpPr bwMode="auto">
            <a:xfrm>
              <a:off x="3880" y="758"/>
              <a:ext cx="1" cy="1298"/>
              <a:chOff x="3880" y="758"/>
              <a:chExt cx="1" cy="1298"/>
            </a:xfrm>
          </p:grpSpPr>
          <p:sp>
            <p:nvSpPr>
              <p:cNvPr id="23592" name="Line 57"/>
              <p:cNvSpPr>
                <a:spLocks noChangeShapeType="1"/>
              </p:cNvSpPr>
              <p:nvPr/>
            </p:nvSpPr>
            <p:spPr bwMode="auto">
              <a:xfrm rot="-5400000">
                <a:off x="3682" y="1857"/>
                <a:ext cx="3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3593" name="Line 58"/>
              <p:cNvSpPr>
                <a:spLocks noChangeShapeType="1"/>
              </p:cNvSpPr>
              <p:nvPr/>
            </p:nvSpPr>
            <p:spPr bwMode="auto">
              <a:xfrm rot="-5400000">
                <a:off x="3867" y="1611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3594" name="Line 59"/>
              <p:cNvSpPr>
                <a:spLocks noChangeShapeType="1"/>
              </p:cNvSpPr>
              <p:nvPr/>
            </p:nvSpPr>
            <p:spPr bwMode="auto">
              <a:xfrm rot="-5400000">
                <a:off x="3684" y="1373"/>
                <a:ext cx="39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3595" name="Line 60"/>
              <p:cNvSpPr>
                <a:spLocks noChangeShapeType="1"/>
              </p:cNvSpPr>
              <p:nvPr/>
            </p:nvSpPr>
            <p:spPr bwMode="auto">
              <a:xfrm rot="-5400000">
                <a:off x="3866" y="1128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3596" name="Line 61"/>
              <p:cNvSpPr>
                <a:spLocks noChangeShapeType="1"/>
              </p:cNvSpPr>
              <p:nvPr/>
            </p:nvSpPr>
            <p:spPr bwMode="auto">
              <a:xfrm rot="-5400000">
                <a:off x="3714" y="924"/>
                <a:ext cx="3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3581" name="Group 62"/>
            <p:cNvGrpSpPr>
              <a:grpSpLocks/>
            </p:cNvGrpSpPr>
            <p:nvPr/>
          </p:nvGrpSpPr>
          <p:grpSpPr bwMode="auto">
            <a:xfrm>
              <a:off x="2969" y="2234"/>
              <a:ext cx="1373" cy="846"/>
              <a:chOff x="517" y="2232"/>
              <a:chExt cx="1373" cy="846"/>
            </a:xfrm>
          </p:grpSpPr>
          <p:grpSp>
            <p:nvGrpSpPr>
              <p:cNvPr id="23582" name="Group 63"/>
              <p:cNvGrpSpPr>
                <a:grpSpLocks/>
              </p:cNvGrpSpPr>
              <p:nvPr/>
            </p:nvGrpSpPr>
            <p:grpSpPr bwMode="auto">
              <a:xfrm>
                <a:off x="517" y="2655"/>
                <a:ext cx="1373" cy="0"/>
                <a:chOff x="517" y="2655"/>
                <a:chExt cx="1373" cy="0"/>
              </a:xfrm>
            </p:grpSpPr>
            <p:sp>
              <p:nvSpPr>
                <p:cNvPr id="23587" name="Line 64"/>
                <p:cNvSpPr>
                  <a:spLocks noChangeShapeType="1"/>
                </p:cNvSpPr>
                <p:nvPr/>
              </p:nvSpPr>
              <p:spPr bwMode="auto">
                <a:xfrm>
                  <a:off x="517" y="2655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588" name="Line 65"/>
                <p:cNvSpPr>
                  <a:spLocks noChangeShapeType="1"/>
                </p:cNvSpPr>
                <p:nvPr/>
              </p:nvSpPr>
              <p:spPr bwMode="auto">
                <a:xfrm>
                  <a:off x="934" y="2655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589" name="Line 66"/>
                <p:cNvSpPr>
                  <a:spLocks noChangeShapeType="1"/>
                </p:cNvSpPr>
                <p:nvPr/>
              </p:nvSpPr>
              <p:spPr bwMode="auto">
                <a:xfrm>
                  <a:off x="988" y="2655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590" name="Line 67"/>
                <p:cNvSpPr>
                  <a:spLocks noChangeShapeType="1"/>
                </p:cNvSpPr>
                <p:nvPr/>
              </p:nvSpPr>
              <p:spPr bwMode="auto">
                <a:xfrm>
                  <a:off x="1501" y="2655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591" name="Line 68"/>
                <p:cNvSpPr>
                  <a:spLocks noChangeShapeType="1"/>
                </p:cNvSpPr>
                <p:nvPr/>
              </p:nvSpPr>
              <p:spPr bwMode="auto">
                <a:xfrm>
                  <a:off x="1554" y="2655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83" name="Group 69"/>
              <p:cNvGrpSpPr>
                <a:grpSpLocks/>
              </p:cNvGrpSpPr>
              <p:nvPr/>
            </p:nvGrpSpPr>
            <p:grpSpPr bwMode="auto">
              <a:xfrm>
                <a:off x="1431" y="2232"/>
                <a:ext cx="1" cy="846"/>
                <a:chOff x="1431" y="2232"/>
                <a:chExt cx="1" cy="846"/>
              </a:xfrm>
            </p:grpSpPr>
            <p:sp>
              <p:nvSpPr>
                <p:cNvPr id="23584" name="Line 70"/>
                <p:cNvSpPr>
                  <a:spLocks noChangeShapeType="1"/>
                </p:cNvSpPr>
                <p:nvPr/>
              </p:nvSpPr>
              <p:spPr bwMode="auto">
                <a:xfrm rot="-5400000">
                  <a:off x="1192" y="2838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585" name="Line 71"/>
                <p:cNvSpPr>
                  <a:spLocks noChangeShapeType="1"/>
                </p:cNvSpPr>
                <p:nvPr/>
              </p:nvSpPr>
              <p:spPr bwMode="auto">
                <a:xfrm rot="-5400000">
                  <a:off x="1417" y="2550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3586" name="Line 72"/>
                <p:cNvSpPr>
                  <a:spLocks noChangeShapeType="1"/>
                </p:cNvSpPr>
                <p:nvPr/>
              </p:nvSpPr>
              <p:spPr bwMode="auto">
                <a:xfrm rot="-5400000">
                  <a:off x="1291" y="2372"/>
                  <a:ext cx="2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21257" name="Group 73"/>
          <p:cNvGrpSpPr>
            <a:grpSpLocks/>
          </p:cNvGrpSpPr>
          <p:nvPr/>
        </p:nvGrpSpPr>
        <p:grpSpPr bwMode="auto">
          <a:xfrm>
            <a:off x="1731963" y="1514475"/>
            <a:ext cx="560387" cy="1063625"/>
            <a:chOff x="1017" y="1020"/>
            <a:chExt cx="353" cy="670"/>
          </a:xfrm>
        </p:grpSpPr>
        <p:sp>
          <p:nvSpPr>
            <p:cNvPr id="23577" name="Line 74"/>
            <p:cNvSpPr>
              <a:spLocks noChangeShapeType="1"/>
            </p:cNvSpPr>
            <p:nvPr/>
          </p:nvSpPr>
          <p:spPr bwMode="auto">
            <a:xfrm>
              <a:off x="1017" y="1020"/>
              <a:ext cx="345" cy="345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Line 75"/>
            <p:cNvSpPr>
              <a:spLocks noChangeShapeType="1"/>
            </p:cNvSpPr>
            <p:nvPr/>
          </p:nvSpPr>
          <p:spPr bwMode="auto">
            <a:xfrm flipH="1">
              <a:off x="1022" y="1342"/>
              <a:ext cx="348" cy="348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1260" name="Line 76"/>
          <p:cNvSpPr>
            <a:spLocks noChangeShapeType="1"/>
          </p:cNvSpPr>
          <p:nvPr/>
        </p:nvSpPr>
        <p:spPr bwMode="auto">
          <a:xfrm flipV="1">
            <a:off x="2084388" y="930275"/>
            <a:ext cx="752475" cy="89535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61" name="Text Box 77"/>
          <p:cNvSpPr txBox="1">
            <a:spLocks noChangeArrowheads="1"/>
          </p:cNvSpPr>
          <p:nvPr/>
        </p:nvSpPr>
        <p:spPr bwMode="auto">
          <a:xfrm>
            <a:off x="2273300" y="500063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A50021"/>
                </a:solidFill>
                <a:ea typeface="黑体" pitchFamily="2" charset="-122"/>
              </a:rPr>
              <a:t>有交线</a:t>
            </a:r>
          </a:p>
        </p:txBody>
      </p:sp>
      <p:sp>
        <p:nvSpPr>
          <p:cNvPr id="221262" name="Text Box 78" descr="紫色网格"/>
          <p:cNvSpPr txBox="1">
            <a:spLocks noChangeArrowheads="1"/>
          </p:cNvSpPr>
          <p:nvPr/>
        </p:nvSpPr>
        <p:spPr bwMode="auto">
          <a:xfrm>
            <a:off x="3097213" y="193675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7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相交</a:t>
            </a:r>
          </a:p>
        </p:txBody>
      </p:sp>
      <p:sp>
        <p:nvSpPr>
          <p:cNvPr id="221263" name="Line 79"/>
          <p:cNvSpPr>
            <a:spLocks noChangeShapeType="1"/>
          </p:cNvSpPr>
          <p:nvPr/>
        </p:nvSpPr>
        <p:spPr bwMode="auto">
          <a:xfrm>
            <a:off x="6161088" y="1544638"/>
            <a:ext cx="0" cy="106838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64" name="Line 80"/>
          <p:cNvSpPr>
            <a:spLocks noChangeShapeType="1"/>
          </p:cNvSpPr>
          <p:nvPr/>
        </p:nvSpPr>
        <p:spPr bwMode="auto">
          <a:xfrm flipV="1">
            <a:off x="6165850" y="922338"/>
            <a:ext cx="615950" cy="87312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1265" name="Text Box 81"/>
          <p:cNvSpPr txBox="1">
            <a:spLocks noChangeArrowheads="1"/>
          </p:cNvSpPr>
          <p:nvPr/>
        </p:nvSpPr>
        <p:spPr bwMode="auto">
          <a:xfrm>
            <a:off x="6537325" y="509588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A50021"/>
                </a:solidFill>
                <a:ea typeface="黑体" pitchFamily="2" charset="-122"/>
              </a:rPr>
              <a:t>无线</a:t>
            </a:r>
          </a:p>
        </p:txBody>
      </p:sp>
      <p:sp>
        <p:nvSpPr>
          <p:cNvPr id="221266" name="Text Box 82" descr="紫色网格"/>
          <p:cNvSpPr txBox="1">
            <a:spLocks noChangeArrowheads="1"/>
          </p:cNvSpPr>
          <p:nvPr/>
        </p:nvSpPr>
        <p:spPr bwMode="auto">
          <a:xfrm>
            <a:off x="7110413" y="1946275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7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相切</a:t>
            </a:r>
          </a:p>
        </p:txBody>
      </p:sp>
      <p:sp>
        <p:nvSpPr>
          <p:cNvPr id="221267" name="Line 83"/>
          <p:cNvSpPr>
            <a:spLocks noChangeShapeType="1"/>
          </p:cNvSpPr>
          <p:nvPr/>
        </p:nvSpPr>
        <p:spPr bwMode="auto">
          <a:xfrm>
            <a:off x="6161088" y="1546225"/>
            <a:ext cx="0" cy="10668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1268" name="Group 84"/>
          <p:cNvGrpSpPr>
            <a:grpSpLocks/>
          </p:cNvGrpSpPr>
          <p:nvPr/>
        </p:nvGrpSpPr>
        <p:grpSpPr bwMode="auto">
          <a:xfrm>
            <a:off x="481013" y="696913"/>
            <a:ext cx="927100" cy="1192212"/>
            <a:chOff x="303" y="499"/>
            <a:chExt cx="584" cy="751"/>
          </a:xfrm>
        </p:grpSpPr>
        <p:sp>
          <p:nvSpPr>
            <p:cNvPr id="23575" name="Text Box 85" descr="紫色网格"/>
            <p:cNvSpPr txBox="1">
              <a:spLocks noChangeArrowheads="1"/>
            </p:cNvSpPr>
            <p:nvPr/>
          </p:nvSpPr>
          <p:spPr bwMode="auto">
            <a:xfrm>
              <a:off x="303" y="499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7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ea typeface="黑体" pitchFamily="2" charset="-122"/>
                </a:rPr>
                <a:t>圆柱</a:t>
              </a:r>
            </a:p>
          </p:txBody>
        </p:sp>
        <p:sp>
          <p:nvSpPr>
            <p:cNvPr id="23576" name="Line 86"/>
            <p:cNvSpPr>
              <a:spLocks noChangeShapeType="1"/>
            </p:cNvSpPr>
            <p:nvPr/>
          </p:nvSpPr>
          <p:spPr bwMode="auto">
            <a:xfrm flipH="1" flipV="1">
              <a:off x="705" y="809"/>
              <a:ext cx="182" cy="4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1271" name="Group 87"/>
          <p:cNvGrpSpPr>
            <a:grpSpLocks/>
          </p:cNvGrpSpPr>
          <p:nvPr/>
        </p:nvGrpSpPr>
        <p:grpSpPr bwMode="auto">
          <a:xfrm>
            <a:off x="4633913" y="658813"/>
            <a:ext cx="898525" cy="1206500"/>
            <a:chOff x="2919" y="475"/>
            <a:chExt cx="566" cy="760"/>
          </a:xfrm>
        </p:grpSpPr>
        <p:sp>
          <p:nvSpPr>
            <p:cNvPr id="23573" name="Text Box 88" descr="紫色网格"/>
            <p:cNvSpPr txBox="1">
              <a:spLocks noChangeArrowheads="1"/>
            </p:cNvSpPr>
            <p:nvPr/>
          </p:nvSpPr>
          <p:spPr bwMode="auto">
            <a:xfrm>
              <a:off x="2919" y="475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7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ea typeface="黑体" pitchFamily="2" charset="-122"/>
                </a:rPr>
                <a:t>棱柱</a:t>
              </a:r>
            </a:p>
          </p:txBody>
        </p:sp>
        <p:sp>
          <p:nvSpPr>
            <p:cNvPr id="23574" name="Line 89"/>
            <p:cNvSpPr>
              <a:spLocks noChangeShapeType="1"/>
            </p:cNvSpPr>
            <p:nvPr/>
          </p:nvSpPr>
          <p:spPr bwMode="auto">
            <a:xfrm flipH="1" flipV="1">
              <a:off x="3202" y="802"/>
              <a:ext cx="95" cy="4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1274" name="Group 90"/>
          <p:cNvGrpSpPr>
            <a:grpSpLocks/>
          </p:cNvGrpSpPr>
          <p:nvPr/>
        </p:nvGrpSpPr>
        <p:grpSpPr bwMode="auto">
          <a:xfrm>
            <a:off x="1731963" y="1514475"/>
            <a:ext cx="560387" cy="1063625"/>
            <a:chOff x="1017" y="1020"/>
            <a:chExt cx="353" cy="670"/>
          </a:xfrm>
        </p:grpSpPr>
        <p:sp>
          <p:nvSpPr>
            <p:cNvPr id="23571" name="Line 91"/>
            <p:cNvSpPr>
              <a:spLocks noChangeShapeType="1"/>
            </p:cNvSpPr>
            <p:nvPr/>
          </p:nvSpPr>
          <p:spPr bwMode="auto">
            <a:xfrm>
              <a:off x="1017" y="1020"/>
              <a:ext cx="345" cy="345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92"/>
            <p:cNvSpPr>
              <a:spLocks noChangeShapeType="1"/>
            </p:cNvSpPr>
            <p:nvPr/>
          </p:nvSpPr>
          <p:spPr bwMode="auto">
            <a:xfrm flipH="1">
              <a:off x="1022" y="1342"/>
              <a:ext cx="348" cy="348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1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1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60" grpId="0" animBg="1"/>
      <p:bldP spid="221261" grpId="0" autoUpdateAnimBg="0"/>
      <p:bldP spid="221262" grpId="0" autoUpdateAnimBg="0"/>
      <p:bldP spid="221263" grpId="0" animBg="1"/>
      <p:bldP spid="221264" grpId="0" animBg="1"/>
      <p:bldP spid="221265" grpId="0" autoUpdateAnimBg="0"/>
      <p:bldP spid="221266" grpId="0" autoUpdateAnimBg="0"/>
      <p:bldP spid="22126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68F5A615-F370-4345-9712-C2F11F074B34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4579" name="Group 2"/>
          <p:cNvGrpSpPr>
            <a:grpSpLocks/>
          </p:cNvGrpSpPr>
          <p:nvPr/>
        </p:nvGrpSpPr>
        <p:grpSpPr bwMode="auto">
          <a:xfrm>
            <a:off x="809625" y="1390650"/>
            <a:ext cx="4152900" cy="3176588"/>
            <a:chOff x="510" y="876"/>
            <a:chExt cx="2616" cy="2001"/>
          </a:xfrm>
        </p:grpSpPr>
        <p:grpSp>
          <p:nvGrpSpPr>
            <p:cNvPr id="24610" name="Group 3"/>
            <p:cNvGrpSpPr>
              <a:grpSpLocks/>
            </p:cNvGrpSpPr>
            <p:nvPr/>
          </p:nvGrpSpPr>
          <p:grpSpPr bwMode="auto">
            <a:xfrm>
              <a:off x="2387" y="942"/>
              <a:ext cx="739" cy="817"/>
              <a:chOff x="2387" y="942"/>
              <a:chExt cx="739" cy="817"/>
            </a:xfrm>
          </p:grpSpPr>
          <p:sp>
            <p:nvSpPr>
              <p:cNvPr id="24669" name="Freeform 4"/>
              <p:cNvSpPr>
                <a:spLocks/>
              </p:cNvSpPr>
              <p:nvPr/>
            </p:nvSpPr>
            <p:spPr bwMode="auto">
              <a:xfrm>
                <a:off x="2388" y="1346"/>
                <a:ext cx="738" cy="413"/>
              </a:xfrm>
              <a:custGeom>
                <a:avLst/>
                <a:gdLst>
                  <a:gd name="T0" fmla="*/ 0 w 738"/>
                  <a:gd name="T1" fmla="*/ 0 h 413"/>
                  <a:gd name="T2" fmla="*/ 738 w 738"/>
                  <a:gd name="T3" fmla="*/ 0 h 413"/>
                  <a:gd name="T4" fmla="*/ 737 w 738"/>
                  <a:gd name="T5" fmla="*/ 411 h 413"/>
                  <a:gd name="T6" fmla="*/ 528 w 738"/>
                  <a:gd name="T7" fmla="*/ 413 h 413"/>
                  <a:gd name="T8" fmla="*/ 528 w 738"/>
                  <a:gd name="T9" fmla="*/ 204 h 413"/>
                  <a:gd name="T10" fmla="*/ 0 w 738"/>
                  <a:gd name="T11" fmla="*/ 204 h 413"/>
                  <a:gd name="T12" fmla="*/ 0 w 738"/>
                  <a:gd name="T13" fmla="*/ 0 h 4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8" h="413">
                    <a:moveTo>
                      <a:pt x="0" y="0"/>
                    </a:moveTo>
                    <a:lnTo>
                      <a:pt x="738" y="0"/>
                    </a:lnTo>
                    <a:lnTo>
                      <a:pt x="737" y="411"/>
                    </a:lnTo>
                    <a:lnTo>
                      <a:pt x="528" y="413"/>
                    </a:lnTo>
                    <a:lnTo>
                      <a:pt x="528" y="204"/>
                    </a:lnTo>
                    <a:lnTo>
                      <a:pt x="0" y="2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F0FF"/>
              </a:solidFill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70" name="Line 5"/>
              <p:cNvSpPr>
                <a:spLocks noChangeShapeType="1"/>
              </p:cNvSpPr>
              <p:nvPr/>
            </p:nvSpPr>
            <p:spPr bwMode="auto">
              <a:xfrm>
                <a:off x="2838" y="1344"/>
                <a:ext cx="0" cy="21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71" name="Line 6"/>
              <p:cNvSpPr>
                <a:spLocks noChangeShapeType="1"/>
              </p:cNvSpPr>
              <p:nvPr/>
            </p:nvSpPr>
            <p:spPr bwMode="auto">
              <a:xfrm>
                <a:off x="2628" y="1344"/>
                <a:ext cx="0" cy="21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72" name="Rectangle 7"/>
              <p:cNvSpPr>
                <a:spLocks noChangeArrowheads="1"/>
              </p:cNvSpPr>
              <p:nvPr/>
            </p:nvSpPr>
            <p:spPr bwMode="auto">
              <a:xfrm>
                <a:off x="2387" y="944"/>
                <a:ext cx="529" cy="402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4673" name="Line 8"/>
              <p:cNvSpPr>
                <a:spLocks noChangeShapeType="1"/>
              </p:cNvSpPr>
              <p:nvPr/>
            </p:nvSpPr>
            <p:spPr bwMode="auto">
              <a:xfrm>
                <a:off x="2550" y="942"/>
                <a:ext cx="0" cy="40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74" name="Line 9"/>
              <p:cNvSpPr>
                <a:spLocks noChangeShapeType="1"/>
              </p:cNvSpPr>
              <p:nvPr/>
            </p:nvSpPr>
            <p:spPr bwMode="auto">
              <a:xfrm rot="5400000" flipV="1">
                <a:off x="2655" y="975"/>
                <a:ext cx="1" cy="5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11" name="Rectangle 10"/>
            <p:cNvSpPr>
              <a:spLocks noChangeArrowheads="1"/>
            </p:cNvSpPr>
            <p:nvPr/>
          </p:nvSpPr>
          <p:spPr bwMode="auto">
            <a:xfrm>
              <a:off x="520" y="2048"/>
              <a:ext cx="1610" cy="728"/>
            </a:xfrm>
            <a:prstGeom prst="rect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4612" name="Rectangle 11"/>
            <p:cNvSpPr>
              <a:spLocks noChangeArrowheads="1"/>
            </p:cNvSpPr>
            <p:nvPr/>
          </p:nvSpPr>
          <p:spPr bwMode="auto">
            <a:xfrm>
              <a:off x="965" y="2048"/>
              <a:ext cx="726" cy="522"/>
            </a:xfrm>
            <a:prstGeom prst="rect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4613" name="Line 12"/>
            <p:cNvSpPr>
              <a:spLocks noChangeShapeType="1"/>
            </p:cNvSpPr>
            <p:nvPr/>
          </p:nvSpPr>
          <p:spPr bwMode="auto">
            <a:xfrm>
              <a:off x="510" y="2566"/>
              <a:ext cx="16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4" name="Line 13"/>
            <p:cNvSpPr>
              <a:spLocks noChangeShapeType="1"/>
            </p:cNvSpPr>
            <p:nvPr/>
          </p:nvSpPr>
          <p:spPr bwMode="auto">
            <a:xfrm>
              <a:off x="1038" y="2046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5" name="Line 14"/>
            <p:cNvSpPr>
              <a:spLocks noChangeShapeType="1"/>
            </p:cNvSpPr>
            <p:nvPr/>
          </p:nvSpPr>
          <p:spPr bwMode="auto">
            <a:xfrm>
              <a:off x="1614" y="2040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6" name="Line 15"/>
            <p:cNvSpPr>
              <a:spLocks noChangeShapeType="1"/>
            </p:cNvSpPr>
            <p:nvPr/>
          </p:nvSpPr>
          <p:spPr bwMode="auto">
            <a:xfrm>
              <a:off x="516" y="2208"/>
              <a:ext cx="4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7" name="Line 16"/>
            <p:cNvSpPr>
              <a:spLocks noChangeShapeType="1"/>
            </p:cNvSpPr>
            <p:nvPr/>
          </p:nvSpPr>
          <p:spPr bwMode="auto">
            <a:xfrm>
              <a:off x="1698" y="2208"/>
              <a:ext cx="43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8" name="Oval 17"/>
            <p:cNvSpPr>
              <a:spLocks noChangeArrowheads="1"/>
            </p:cNvSpPr>
            <p:nvPr/>
          </p:nvSpPr>
          <p:spPr bwMode="auto">
            <a:xfrm>
              <a:off x="624" y="2286"/>
              <a:ext cx="216" cy="216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4619" name="Oval 18"/>
            <p:cNvSpPr>
              <a:spLocks noChangeArrowheads="1"/>
            </p:cNvSpPr>
            <p:nvPr/>
          </p:nvSpPr>
          <p:spPr bwMode="auto">
            <a:xfrm>
              <a:off x="1800" y="2286"/>
              <a:ext cx="216" cy="216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grpSp>
          <p:nvGrpSpPr>
            <p:cNvPr id="24620" name="Group 19"/>
            <p:cNvGrpSpPr>
              <a:grpSpLocks/>
            </p:cNvGrpSpPr>
            <p:nvPr/>
          </p:nvGrpSpPr>
          <p:grpSpPr bwMode="auto">
            <a:xfrm>
              <a:off x="516" y="946"/>
              <a:ext cx="1614" cy="814"/>
              <a:chOff x="516" y="946"/>
              <a:chExt cx="1614" cy="814"/>
            </a:xfrm>
          </p:grpSpPr>
          <p:sp>
            <p:nvSpPr>
              <p:cNvPr id="24656" name="Rectangle 20"/>
              <p:cNvSpPr>
                <a:spLocks noChangeArrowheads="1"/>
              </p:cNvSpPr>
              <p:nvPr/>
            </p:nvSpPr>
            <p:spPr bwMode="auto">
              <a:xfrm>
                <a:off x="522" y="1355"/>
                <a:ext cx="1607" cy="405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4657" name="Line 21"/>
              <p:cNvSpPr>
                <a:spLocks noChangeShapeType="1"/>
              </p:cNvSpPr>
              <p:nvPr/>
            </p:nvSpPr>
            <p:spPr bwMode="auto">
              <a:xfrm>
                <a:off x="518" y="1548"/>
                <a:ext cx="16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58" name="Arc 22"/>
              <p:cNvSpPr>
                <a:spLocks/>
              </p:cNvSpPr>
              <p:nvPr/>
            </p:nvSpPr>
            <p:spPr bwMode="auto">
              <a:xfrm flipV="1">
                <a:off x="1039" y="946"/>
                <a:ext cx="570" cy="294"/>
              </a:xfrm>
              <a:custGeom>
                <a:avLst/>
                <a:gdLst>
                  <a:gd name="T0" fmla="*/ 0 w 43200"/>
                  <a:gd name="T1" fmla="*/ 3 h 25161"/>
                  <a:gd name="T2" fmla="*/ 7 w 43200"/>
                  <a:gd name="T3" fmla="*/ 3 h 25161"/>
                  <a:gd name="T4" fmla="*/ 4 w 43200"/>
                  <a:gd name="T5" fmla="*/ 3 h 251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25161" fill="none" extrusionOk="0">
                    <a:moveTo>
                      <a:pt x="295" y="25161"/>
                    </a:moveTo>
                    <a:cubicBezTo>
                      <a:pt x="98" y="23984"/>
                      <a:pt x="0" y="2279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424"/>
                      <a:pt x="43152" y="23248"/>
                      <a:pt x="43058" y="24067"/>
                    </a:cubicBezTo>
                  </a:path>
                  <a:path w="43200" h="25161" stroke="0" extrusionOk="0">
                    <a:moveTo>
                      <a:pt x="295" y="25161"/>
                    </a:moveTo>
                    <a:cubicBezTo>
                      <a:pt x="98" y="23984"/>
                      <a:pt x="0" y="2279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424"/>
                      <a:pt x="43152" y="23248"/>
                      <a:pt x="43058" y="24067"/>
                    </a:cubicBezTo>
                    <a:lnTo>
                      <a:pt x="21600" y="21600"/>
                    </a:lnTo>
                    <a:lnTo>
                      <a:pt x="295" y="25161"/>
                    </a:lnTo>
                    <a:close/>
                  </a:path>
                </a:pathLst>
              </a:custGeom>
              <a:solidFill>
                <a:srgbClr val="E6F0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59" name="Line 23"/>
              <p:cNvSpPr>
                <a:spLocks noChangeShapeType="1"/>
              </p:cNvSpPr>
              <p:nvPr/>
            </p:nvSpPr>
            <p:spPr bwMode="auto">
              <a:xfrm flipV="1">
                <a:off x="966" y="948"/>
                <a:ext cx="0" cy="41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0" name="Line 24"/>
              <p:cNvSpPr>
                <a:spLocks noChangeShapeType="1"/>
              </p:cNvSpPr>
              <p:nvPr/>
            </p:nvSpPr>
            <p:spPr bwMode="auto">
              <a:xfrm flipV="1">
                <a:off x="1686" y="96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1" name="Line 25"/>
              <p:cNvSpPr>
                <a:spLocks noChangeShapeType="1"/>
              </p:cNvSpPr>
              <p:nvPr/>
            </p:nvSpPr>
            <p:spPr bwMode="auto">
              <a:xfrm>
                <a:off x="960" y="954"/>
                <a:ext cx="9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2" name="Line 26"/>
              <p:cNvSpPr>
                <a:spLocks noChangeShapeType="1"/>
              </p:cNvSpPr>
              <p:nvPr/>
            </p:nvSpPr>
            <p:spPr bwMode="auto">
              <a:xfrm>
                <a:off x="1596" y="954"/>
                <a:ext cx="10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3" name="Line 27"/>
              <p:cNvSpPr>
                <a:spLocks noChangeShapeType="1"/>
              </p:cNvSpPr>
              <p:nvPr/>
            </p:nvSpPr>
            <p:spPr bwMode="auto">
              <a:xfrm flipH="1">
                <a:off x="516" y="948"/>
                <a:ext cx="450" cy="40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4" name="Line 28"/>
              <p:cNvSpPr>
                <a:spLocks noChangeShapeType="1"/>
              </p:cNvSpPr>
              <p:nvPr/>
            </p:nvSpPr>
            <p:spPr bwMode="auto">
              <a:xfrm>
                <a:off x="1680" y="948"/>
                <a:ext cx="450" cy="40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5" name="Line 29"/>
              <p:cNvSpPr>
                <a:spLocks noChangeShapeType="1"/>
              </p:cNvSpPr>
              <p:nvPr/>
            </p:nvSpPr>
            <p:spPr bwMode="auto">
              <a:xfrm flipV="1">
                <a:off x="618" y="135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6" name="Line 30"/>
              <p:cNvSpPr>
                <a:spLocks noChangeShapeType="1"/>
              </p:cNvSpPr>
              <p:nvPr/>
            </p:nvSpPr>
            <p:spPr bwMode="auto">
              <a:xfrm flipV="1">
                <a:off x="852" y="135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7" name="Line 31"/>
              <p:cNvSpPr>
                <a:spLocks noChangeShapeType="1"/>
              </p:cNvSpPr>
              <p:nvPr/>
            </p:nvSpPr>
            <p:spPr bwMode="auto">
              <a:xfrm flipV="1">
                <a:off x="2022" y="135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68" name="Line 32"/>
              <p:cNvSpPr>
                <a:spLocks noChangeShapeType="1"/>
              </p:cNvSpPr>
              <p:nvPr/>
            </p:nvSpPr>
            <p:spPr bwMode="auto">
              <a:xfrm flipV="1">
                <a:off x="1794" y="135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621" name="Group 33"/>
            <p:cNvGrpSpPr>
              <a:grpSpLocks/>
            </p:cNvGrpSpPr>
            <p:nvPr/>
          </p:nvGrpSpPr>
          <p:grpSpPr bwMode="auto">
            <a:xfrm>
              <a:off x="969" y="954"/>
              <a:ext cx="636" cy="0"/>
              <a:chOff x="969" y="954"/>
              <a:chExt cx="636" cy="0"/>
            </a:xfrm>
          </p:grpSpPr>
          <p:sp>
            <p:nvSpPr>
              <p:cNvPr id="24653" name="Line 34"/>
              <p:cNvSpPr>
                <a:spLocks noChangeShapeType="1"/>
              </p:cNvSpPr>
              <p:nvPr/>
            </p:nvSpPr>
            <p:spPr bwMode="auto">
              <a:xfrm>
                <a:off x="969" y="95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54" name="Line 35"/>
              <p:cNvSpPr>
                <a:spLocks noChangeShapeType="1"/>
              </p:cNvSpPr>
              <p:nvPr/>
            </p:nvSpPr>
            <p:spPr bwMode="auto">
              <a:xfrm>
                <a:off x="1482" y="95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55" name="Line 36"/>
              <p:cNvSpPr>
                <a:spLocks noChangeShapeType="1"/>
              </p:cNvSpPr>
              <p:nvPr/>
            </p:nvSpPr>
            <p:spPr bwMode="auto">
              <a:xfrm>
                <a:off x="1536" y="954"/>
                <a:ext cx="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24622" name="Line 37"/>
            <p:cNvSpPr>
              <a:spLocks noChangeShapeType="1"/>
            </p:cNvSpPr>
            <p:nvPr/>
          </p:nvSpPr>
          <p:spPr bwMode="auto">
            <a:xfrm>
              <a:off x="2304" y="946"/>
              <a:ext cx="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pSp>
          <p:nvGrpSpPr>
            <p:cNvPr id="24623" name="Group 38"/>
            <p:cNvGrpSpPr>
              <a:grpSpLocks/>
            </p:cNvGrpSpPr>
            <p:nvPr/>
          </p:nvGrpSpPr>
          <p:grpSpPr bwMode="auto">
            <a:xfrm>
              <a:off x="1323" y="876"/>
              <a:ext cx="0" cy="989"/>
              <a:chOff x="1325" y="876"/>
              <a:chExt cx="0" cy="989"/>
            </a:xfrm>
          </p:grpSpPr>
          <p:sp>
            <p:nvSpPr>
              <p:cNvPr id="24648" name="Line 39"/>
              <p:cNvSpPr>
                <a:spLocks noChangeShapeType="1"/>
              </p:cNvSpPr>
              <p:nvPr/>
            </p:nvSpPr>
            <p:spPr bwMode="auto">
              <a:xfrm rot="-5400000">
                <a:off x="1238" y="1779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49" name="Line 40"/>
              <p:cNvSpPr>
                <a:spLocks noChangeShapeType="1"/>
              </p:cNvSpPr>
              <p:nvPr/>
            </p:nvSpPr>
            <p:spPr bwMode="auto">
              <a:xfrm rot="-5400000">
                <a:off x="1311" y="1647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50" name="Line 41"/>
              <p:cNvSpPr>
                <a:spLocks noChangeShapeType="1"/>
              </p:cNvSpPr>
              <p:nvPr/>
            </p:nvSpPr>
            <p:spPr bwMode="auto">
              <a:xfrm rot="-5400000">
                <a:off x="1085" y="136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51" name="Line 42"/>
              <p:cNvSpPr>
                <a:spLocks noChangeShapeType="1"/>
              </p:cNvSpPr>
              <p:nvPr/>
            </p:nvSpPr>
            <p:spPr bwMode="auto">
              <a:xfrm rot="-5400000">
                <a:off x="1311" y="1078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52" name="Line 43"/>
              <p:cNvSpPr>
                <a:spLocks noChangeShapeType="1"/>
              </p:cNvSpPr>
              <p:nvPr/>
            </p:nvSpPr>
            <p:spPr bwMode="auto">
              <a:xfrm rot="-5400000">
                <a:off x="1243" y="958"/>
                <a:ext cx="1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4624" name="Group 44"/>
            <p:cNvGrpSpPr>
              <a:grpSpLocks/>
            </p:cNvGrpSpPr>
            <p:nvPr/>
          </p:nvGrpSpPr>
          <p:grpSpPr bwMode="auto">
            <a:xfrm>
              <a:off x="1324" y="1974"/>
              <a:ext cx="0" cy="903"/>
              <a:chOff x="1324" y="1974"/>
              <a:chExt cx="0" cy="903"/>
            </a:xfrm>
          </p:grpSpPr>
          <p:sp>
            <p:nvSpPr>
              <p:cNvPr id="24643" name="Line 45"/>
              <p:cNvSpPr>
                <a:spLocks noChangeShapeType="1"/>
              </p:cNvSpPr>
              <p:nvPr/>
            </p:nvSpPr>
            <p:spPr bwMode="auto">
              <a:xfrm rot="-5400000">
                <a:off x="1237" y="2791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44" name="Line 46"/>
              <p:cNvSpPr>
                <a:spLocks noChangeShapeType="1"/>
              </p:cNvSpPr>
              <p:nvPr/>
            </p:nvSpPr>
            <p:spPr bwMode="auto">
              <a:xfrm rot="-5400000">
                <a:off x="1310" y="2657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45" name="Line 47"/>
              <p:cNvSpPr>
                <a:spLocks noChangeShapeType="1"/>
              </p:cNvSpPr>
              <p:nvPr/>
            </p:nvSpPr>
            <p:spPr bwMode="auto">
              <a:xfrm rot="-5400000">
                <a:off x="1125" y="2423"/>
                <a:ext cx="3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46" name="Line 48"/>
              <p:cNvSpPr>
                <a:spLocks noChangeShapeType="1"/>
              </p:cNvSpPr>
              <p:nvPr/>
            </p:nvSpPr>
            <p:spPr bwMode="auto">
              <a:xfrm rot="-5400000">
                <a:off x="1310" y="2176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47" name="Line 49"/>
              <p:cNvSpPr>
                <a:spLocks noChangeShapeType="1"/>
              </p:cNvSpPr>
              <p:nvPr/>
            </p:nvSpPr>
            <p:spPr bwMode="auto">
              <a:xfrm rot="-5400000">
                <a:off x="1242" y="2056"/>
                <a:ext cx="1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4625" name="Group 50"/>
            <p:cNvGrpSpPr>
              <a:grpSpLocks/>
            </p:cNvGrpSpPr>
            <p:nvPr/>
          </p:nvGrpSpPr>
          <p:grpSpPr bwMode="auto">
            <a:xfrm>
              <a:off x="553" y="2229"/>
              <a:ext cx="362" cy="355"/>
              <a:chOff x="553" y="2229"/>
              <a:chExt cx="362" cy="355"/>
            </a:xfrm>
          </p:grpSpPr>
          <p:sp>
            <p:nvSpPr>
              <p:cNvPr id="24641" name="Line 51"/>
              <p:cNvSpPr>
                <a:spLocks noChangeShapeType="1"/>
              </p:cNvSpPr>
              <p:nvPr/>
            </p:nvSpPr>
            <p:spPr bwMode="auto">
              <a:xfrm rot="-5400000">
                <a:off x="554" y="2407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42" name="Line 52"/>
              <p:cNvSpPr>
                <a:spLocks noChangeShapeType="1"/>
              </p:cNvSpPr>
              <p:nvPr/>
            </p:nvSpPr>
            <p:spPr bwMode="auto">
              <a:xfrm rot="10800000">
                <a:off x="553" y="2396"/>
                <a:ext cx="3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4626" name="Group 53"/>
            <p:cNvGrpSpPr>
              <a:grpSpLocks/>
            </p:cNvGrpSpPr>
            <p:nvPr/>
          </p:nvGrpSpPr>
          <p:grpSpPr bwMode="auto">
            <a:xfrm>
              <a:off x="1731" y="2230"/>
              <a:ext cx="362" cy="355"/>
              <a:chOff x="553" y="2229"/>
              <a:chExt cx="362" cy="355"/>
            </a:xfrm>
          </p:grpSpPr>
          <p:sp>
            <p:nvSpPr>
              <p:cNvPr id="24639" name="Line 54"/>
              <p:cNvSpPr>
                <a:spLocks noChangeShapeType="1"/>
              </p:cNvSpPr>
              <p:nvPr/>
            </p:nvSpPr>
            <p:spPr bwMode="auto">
              <a:xfrm rot="-5400000">
                <a:off x="554" y="2407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40" name="Line 55"/>
              <p:cNvSpPr>
                <a:spLocks noChangeShapeType="1"/>
              </p:cNvSpPr>
              <p:nvPr/>
            </p:nvSpPr>
            <p:spPr bwMode="auto">
              <a:xfrm rot="10800000">
                <a:off x="553" y="2396"/>
                <a:ext cx="3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4627" name="Group 56"/>
            <p:cNvGrpSpPr>
              <a:grpSpLocks/>
            </p:cNvGrpSpPr>
            <p:nvPr/>
          </p:nvGrpSpPr>
          <p:grpSpPr bwMode="auto">
            <a:xfrm>
              <a:off x="2732" y="1271"/>
              <a:ext cx="0" cy="390"/>
              <a:chOff x="2726" y="1273"/>
              <a:chExt cx="0" cy="390"/>
            </a:xfrm>
          </p:grpSpPr>
          <p:sp>
            <p:nvSpPr>
              <p:cNvPr id="24636" name="Line 57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37" name="Line 58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38" name="Line 59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4628" name="Group 60"/>
            <p:cNvGrpSpPr>
              <a:grpSpLocks/>
            </p:cNvGrpSpPr>
            <p:nvPr/>
          </p:nvGrpSpPr>
          <p:grpSpPr bwMode="auto">
            <a:xfrm>
              <a:off x="1908" y="1268"/>
              <a:ext cx="0" cy="390"/>
              <a:chOff x="2726" y="1273"/>
              <a:chExt cx="0" cy="390"/>
            </a:xfrm>
          </p:grpSpPr>
          <p:sp>
            <p:nvSpPr>
              <p:cNvPr id="24633" name="Line 61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34" name="Line 62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35" name="Line 63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4629" name="Group 64"/>
            <p:cNvGrpSpPr>
              <a:grpSpLocks/>
            </p:cNvGrpSpPr>
            <p:nvPr/>
          </p:nvGrpSpPr>
          <p:grpSpPr bwMode="auto">
            <a:xfrm>
              <a:off x="736" y="1265"/>
              <a:ext cx="0" cy="390"/>
              <a:chOff x="2726" y="1273"/>
              <a:chExt cx="0" cy="390"/>
            </a:xfrm>
          </p:grpSpPr>
          <p:sp>
            <p:nvSpPr>
              <p:cNvPr id="24630" name="Line 65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31" name="Line 66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632" name="Line 67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4580" name="Text Box 68"/>
          <p:cNvSpPr txBox="1">
            <a:spLocks noChangeArrowheads="1"/>
          </p:cNvSpPr>
          <p:nvPr/>
        </p:nvSpPr>
        <p:spPr bwMode="auto">
          <a:xfrm>
            <a:off x="315913" y="233363"/>
            <a:ext cx="50149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itchFamily="2" charset="-122"/>
              </a:rPr>
              <a:t>二  看图的基本方法</a:t>
            </a:r>
          </a:p>
        </p:txBody>
      </p:sp>
      <p:sp>
        <p:nvSpPr>
          <p:cNvPr id="222277" name="Text Box 69"/>
          <p:cNvSpPr txBox="1">
            <a:spLocks noChangeArrowheads="1"/>
          </p:cNvSpPr>
          <p:nvPr/>
        </p:nvSpPr>
        <p:spPr bwMode="auto">
          <a:xfrm>
            <a:off x="357188" y="908050"/>
            <a:ext cx="974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4</a:t>
            </a:r>
          </a:p>
        </p:txBody>
      </p:sp>
      <p:sp>
        <p:nvSpPr>
          <p:cNvPr id="222278" name="Rectangle 70" descr="紫色网格"/>
          <p:cNvSpPr>
            <a:spLocks noChangeArrowheads="1"/>
          </p:cNvSpPr>
          <p:nvPr/>
        </p:nvSpPr>
        <p:spPr bwMode="auto">
          <a:xfrm>
            <a:off x="5421313" y="1157288"/>
            <a:ext cx="231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A50021"/>
                </a:solidFill>
                <a:ea typeface="黑体" pitchFamily="2" charset="-122"/>
                <a:sym typeface="Monotype Sorts" pitchFamily="2" charset="2"/>
              </a:rPr>
              <a:t>抓特征，分形体</a:t>
            </a:r>
          </a:p>
        </p:txBody>
      </p:sp>
      <p:sp>
        <p:nvSpPr>
          <p:cNvPr id="222279" name="Rectangle 71"/>
          <p:cNvSpPr>
            <a:spLocks noChangeArrowheads="1"/>
          </p:cNvSpPr>
          <p:nvPr/>
        </p:nvSpPr>
        <p:spPr bwMode="auto">
          <a:xfrm>
            <a:off x="5556250" y="1757363"/>
            <a:ext cx="33369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  <a:sym typeface="Monotype Sorts" pitchFamily="2" charset="2"/>
              </a:rPr>
              <a:t>从特征投影入手，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  <a:sym typeface="Monotype Sorts" pitchFamily="2" charset="2"/>
              </a:rPr>
              <a:t>将形体分解成几部分。</a:t>
            </a:r>
          </a:p>
        </p:txBody>
      </p:sp>
      <p:sp>
        <p:nvSpPr>
          <p:cNvPr id="222280" name="Rectangle 72"/>
          <p:cNvSpPr>
            <a:spLocks noChangeArrowheads="1"/>
          </p:cNvSpPr>
          <p:nvPr/>
        </p:nvSpPr>
        <p:spPr bwMode="auto">
          <a:xfrm>
            <a:off x="174625" y="254000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  <a:sym typeface="Monotype Sorts" pitchFamily="2" charset="2"/>
              </a:rPr>
              <a:t>①</a:t>
            </a:r>
          </a:p>
        </p:txBody>
      </p:sp>
      <p:sp>
        <p:nvSpPr>
          <p:cNvPr id="222281" name="Rectangle 73"/>
          <p:cNvSpPr>
            <a:spLocks noChangeArrowheads="1"/>
          </p:cNvSpPr>
          <p:nvPr/>
        </p:nvSpPr>
        <p:spPr bwMode="auto">
          <a:xfrm>
            <a:off x="469900" y="1443038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  <a:sym typeface="Monotype Sorts" pitchFamily="2" charset="2"/>
              </a:rPr>
              <a:t>③</a:t>
            </a:r>
          </a:p>
        </p:txBody>
      </p:sp>
      <p:sp>
        <p:nvSpPr>
          <p:cNvPr id="222282" name="Rectangle 74"/>
          <p:cNvSpPr>
            <a:spLocks noChangeArrowheads="1"/>
          </p:cNvSpPr>
          <p:nvPr/>
        </p:nvSpPr>
        <p:spPr bwMode="auto">
          <a:xfrm>
            <a:off x="1639888" y="927100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  <a:sym typeface="Monotype Sorts" pitchFamily="2" charset="2"/>
              </a:rPr>
              <a:t>②</a:t>
            </a:r>
          </a:p>
        </p:txBody>
      </p:sp>
      <p:sp>
        <p:nvSpPr>
          <p:cNvPr id="222283" name="Rectangle 75" descr="紫色网格"/>
          <p:cNvSpPr>
            <a:spLocks noChangeArrowheads="1"/>
          </p:cNvSpPr>
          <p:nvPr/>
        </p:nvSpPr>
        <p:spPr bwMode="auto">
          <a:xfrm>
            <a:off x="5422900" y="2857500"/>
            <a:ext cx="2970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A50021"/>
                </a:solidFill>
                <a:ea typeface="黑体" pitchFamily="2" charset="-122"/>
                <a:sym typeface="Monotype Sorts" pitchFamily="2" charset="2"/>
              </a:rPr>
              <a:t>对投影，定形位</a:t>
            </a:r>
          </a:p>
        </p:txBody>
      </p:sp>
      <p:sp>
        <p:nvSpPr>
          <p:cNvPr id="222284" name="Rectangle 76"/>
          <p:cNvSpPr>
            <a:spLocks noChangeArrowheads="1"/>
          </p:cNvSpPr>
          <p:nvPr/>
        </p:nvSpPr>
        <p:spPr bwMode="auto">
          <a:xfrm>
            <a:off x="5570538" y="3465513"/>
            <a:ext cx="35734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  <a:sym typeface="Monotype Sorts" pitchFamily="2" charset="2"/>
              </a:rPr>
              <a:t>用“三等”关系对投影，确定各部分的形状位置。</a:t>
            </a:r>
          </a:p>
        </p:txBody>
      </p:sp>
      <p:sp>
        <p:nvSpPr>
          <p:cNvPr id="222285" name="Line 77"/>
          <p:cNvSpPr>
            <a:spLocks noChangeShapeType="1"/>
          </p:cNvSpPr>
          <p:nvPr/>
        </p:nvSpPr>
        <p:spPr bwMode="auto">
          <a:xfrm flipH="1">
            <a:off x="635000" y="2682875"/>
            <a:ext cx="346075" cy="115888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86" name="Line 78"/>
          <p:cNvSpPr>
            <a:spLocks noChangeShapeType="1"/>
          </p:cNvSpPr>
          <p:nvPr/>
        </p:nvSpPr>
        <p:spPr bwMode="auto">
          <a:xfrm flipV="1">
            <a:off x="1616075" y="1355725"/>
            <a:ext cx="231775" cy="461963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87" name="Line 79"/>
          <p:cNvSpPr>
            <a:spLocks noChangeShapeType="1"/>
          </p:cNvSpPr>
          <p:nvPr/>
        </p:nvSpPr>
        <p:spPr bwMode="auto">
          <a:xfrm flipH="1" flipV="1">
            <a:off x="895350" y="1817688"/>
            <a:ext cx="346075" cy="144462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88" name="Rectangle 80"/>
          <p:cNvSpPr>
            <a:spLocks noChangeArrowheads="1"/>
          </p:cNvSpPr>
          <p:nvPr/>
        </p:nvSpPr>
        <p:spPr bwMode="auto">
          <a:xfrm>
            <a:off x="854075" y="2163763"/>
            <a:ext cx="2540000" cy="635000"/>
          </a:xfrm>
          <a:prstGeom prst="rect">
            <a:avLst/>
          </a:prstGeom>
          <a:solidFill>
            <a:srgbClr val="00CC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2289" name="Rectangle 81"/>
          <p:cNvSpPr>
            <a:spLocks noChangeArrowheads="1"/>
          </p:cNvSpPr>
          <p:nvPr/>
        </p:nvSpPr>
        <p:spPr bwMode="auto">
          <a:xfrm>
            <a:off x="823913" y="3243263"/>
            <a:ext cx="2540000" cy="1154112"/>
          </a:xfrm>
          <a:prstGeom prst="rect">
            <a:avLst/>
          </a:prstGeom>
          <a:solidFill>
            <a:srgbClr val="00CC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2290" name="Freeform 82"/>
          <p:cNvSpPr>
            <a:spLocks/>
          </p:cNvSpPr>
          <p:nvPr/>
        </p:nvSpPr>
        <p:spPr bwMode="auto">
          <a:xfrm>
            <a:off x="3797300" y="2151063"/>
            <a:ext cx="1162050" cy="633412"/>
          </a:xfrm>
          <a:custGeom>
            <a:avLst/>
            <a:gdLst>
              <a:gd name="T0" fmla="*/ 0 w 732"/>
              <a:gd name="T1" fmla="*/ 0 h 399"/>
              <a:gd name="T2" fmla="*/ 1844754375 w 732"/>
              <a:gd name="T3" fmla="*/ 0 h 399"/>
              <a:gd name="T4" fmla="*/ 1844754375 w 732"/>
              <a:gd name="T5" fmla="*/ 997981087 h 399"/>
              <a:gd name="T6" fmla="*/ 1315521563 w 732"/>
              <a:gd name="T7" fmla="*/ 1005540756 h 399"/>
              <a:gd name="T8" fmla="*/ 1307961888 w 732"/>
              <a:gd name="T9" fmla="*/ 486388979 h 399"/>
              <a:gd name="T10" fmla="*/ 0 w 732"/>
              <a:gd name="T11" fmla="*/ 483869618 h 399"/>
              <a:gd name="T12" fmla="*/ 0 w 732"/>
              <a:gd name="T13" fmla="*/ 0 h 3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32" h="399">
                <a:moveTo>
                  <a:pt x="0" y="0"/>
                </a:moveTo>
                <a:lnTo>
                  <a:pt x="732" y="0"/>
                </a:lnTo>
                <a:lnTo>
                  <a:pt x="732" y="396"/>
                </a:lnTo>
                <a:lnTo>
                  <a:pt x="522" y="399"/>
                </a:lnTo>
                <a:lnTo>
                  <a:pt x="519" y="193"/>
                </a:lnTo>
                <a:lnTo>
                  <a:pt x="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00CC66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91" name="Freeform 83"/>
          <p:cNvSpPr>
            <a:spLocks/>
          </p:cNvSpPr>
          <p:nvPr/>
        </p:nvSpPr>
        <p:spPr bwMode="auto">
          <a:xfrm>
            <a:off x="1533525" y="1504950"/>
            <a:ext cx="1133475" cy="638175"/>
          </a:xfrm>
          <a:custGeom>
            <a:avLst/>
            <a:gdLst>
              <a:gd name="T0" fmla="*/ 0 w 714"/>
              <a:gd name="T1" fmla="*/ 15120938 h 402"/>
              <a:gd name="T2" fmla="*/ 0 w 714"/>
              <a:gd name="T3" fmla="*/ 1013102813 h 402"/>
              <a:gd name="T4" fmla="*/ 1799391563 w 714"/>
              <a:gd name="T5" fmla="*/ 1013102813 h 402"/>
              <a:gd name="T6" fmla="*/ 1799391563 w 714"/>
              <a:gd name="T7" fmla="*/ 0 h 402"/>
              <a:gd name="T8" fmla="*/ 1602819375 w 714"/>
              <a:gd name="T9" fmla="*/ 0 h 402"/>
              <a:gd name="T10" fmla="*/ 1587698438 w 714"/>
              <a:gd name="T11" fmla="*/ 151209375 h 402"/>
              <a:gd name="T12" fmla="*/ 1557456563 w 714"/>
              <a:gd name="T13" fmla="*/ 332660625 h 402"/>
              <a:gd name="T14" fmla="*/ 1466730938 w 714"/>
              <a:gd name="T15" fmla="*/ 468749063 h 402"/>
              <a:gd name="T16" fmla="*/ 1391126250 w 714"/>
              <a:gd name="T17" fmla="*/ 551915013 h 402"/>
              <a:gd name="T18" fmla="*/ 1277720013 w 714"/>
              <a:gd name="T19" fmla="*/ 627519700 h 402"/>
              <a:gd name="T20" fmla="*/ 1179433125 w 714"/>
              <a:gd name="T21" fmla="*/ 680442188 h 402"/>
              <a:gd name="T22" fmla="*/ 1058465625 w 714"/>
              <a:gd name="T23" fmla="*/ 710684063 h 402"/>
              <a:gd name="T24" fmla="*/ 907256250 w 714"/>
              <a:gd name="T25" fmla="*/ 718245325 h 402"/>
              <a:gd name="T26" fmla="*/ 763608138 w 714"/>
              <a:gd name="T27" fmla="*/ 718245325 h 402"/>
              <a:gd name="T28" fmla="*/ 619958438 w 714"/>
              <a:gd name="T29" fmla="*/ 680442188 h 402"/>
              <a:gd name="T30" fmla="*/ 483870000 w 714"/>
              <a:gd name="T31" fmla="*/ 604837500 h 402"/>
              <a:gd name="T32" fmla="*/ 378023438 w 714"/>
              <a:gd name="T33" fmla="*/ 498990938 h 402"/>
              <a:gd name="T34" fmla="*/ 272176875 w 714"/>
              <a:gd name="T35" fmla="*/ 378023438 h 402"/>
              <a:gd name="T36" fmla="*/ 226814063 w 714"/>
              <a:gd name="T37" fmla="*/ 272176875 h 402"/>
              <a:gd name="T38" fmla="*/ 196572188 w 714"/>
              <a:gd name="T39" fmla="*/ 136088438 h 402"/>
              <a:gd name="T40" fmla="*/ 196572188 w 714"/>
              <a:gd name="T41" fmla="*/ 15120938 h 402"/>
              <a:gd name="T42" fmla="*/ 0 w 714"/>
              <a:gd name="T43" fmla="*/ 15120938 h 402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714" h="402">
                <a:moveTo>
                  <a:pt x="0" y="6"/>
                </a:moveTo>
                <a:lnTo>
                  <a:pt x="0" y="402"/>
                </a:lnTo>
                <a:lnTo>
                  <a:pt x="714" y="402"/>
                </a:lnTo>
                <a:lnTo>
                  <a:pt x="714" y="0"/>
                </a:lnTo>
                <a:lnTo>
                  <a:pt x="636" y="0"/>
                </a:lnTo>
                <a:lnTo>
                  <a:pt x="630" y="60"/>
                </a:lnTo>
                <a:lnTo>
                  <a:pt x="618" y="132"/>
                </a:lnTo>
                <a:lnTo>
                  <a:pt x="582" y="186"/>
                </a:lnTo>
                <a:lnTo>
                  <a:pt x="552" y="219"/>
                </a:lnTo>
                <a:lnTo>
                  <a:pt x="507" y="249"/>
                </a:lnTo>
                <a:lnTo>
                  <a:pt x="468" y="270"/>
                </a:lnTo>
                <a:lnTo>
                  <a:pt x="420" y="282"/>
                </a:lnTo>
                <a:lnTo>
                  <a:pt x="360" y="285"/>
                </a:lnTo>
                <a:lnTo>
                  <a:pt x="303" y="285"/>
                </a:lnTo>
                <a:lnTo>
                  <a:pt x="246" y="270"/>
                </a:lnTo>
                <a:lnTo>
                  <a:pt x="192" y="240"/>
                </a:lnTo>
                <a:lnTo>
                  <a:pt x="150" y="198"/>
                </a:lnTo>
                <a:lnTo>
                  <a:pt x="108" y="150"/>
                </a:lnTo>
                <a:lnTo>
                  <a:pt x="90" y="108"/>
                </a:lnTo>
                <a:lnTo>
                  <a:pt x="78" y="54"/>
                </a:lnTo>
                <a:lnTo>
                  <a:pt x="78" y="6"/>
                </a:lnTo>
                <a:lnTo>
                  <a:pt x="0" y="6"/>
                </a:lnTo>
                <a:close/>
              </a:path>
            </a:pathLst>
          </a:custGeom>
          <a:solidFill>
            <a:srgbClr val="FF6699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92" name="Rectangle 84"/>
          <p:cNvSpPr>
            <a:spLocks noChangeArrowheads="1"/>
          </p:cNvSpPr>
          <p:nvPr/>
        </p:nvSpPr>
        <p:spPr bwMode="auto">
          <a:xfrm>
            <a:off x="1524000" y="3270250"/>
            <a:ext cx="1162050" cy="819150"/>
          </a:xfrm>
          <a:prstGeom prst="rect">
            <a:avLst/>
          </a:prstGeom>
          <a:solidFill>
            <a:srgbClr val="FF66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2293" name="Rectangle 85"/>
          <p:cNvSpPr>
            <a:spLocks noChangeArrowheads="1"/>
          </p:cNvSpPr>
          <p:nvPr/>
        </p:nvSpPr>
        <p:spPr bwMode="auto">
          <a:xfrm>
            <a:off x="3797300" y="1500188"/>
            <a:ext cx="847725" cy="638175"/>
          </a:xfrm>
          <a:prstGeom prst="rect">
            <a:avLst/>
          </a:prstGeom>
          <a:solidFill>
            <a:srgbClr val="FF66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2294" name="Rectangle 86"/>
          <p:cNvSpPr>
            <a:spLocks noChangeArrowheads="1"/>
          </p:cNvSpPr>
          <p:nvPr/>
        </p:nvSpPr>
        <p:spPr bwMode="auto">
          <a:xfrm>
            <a:off x="3929063" y="4751388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  <a:sym typeface="Monotype Sorts" pitchFamily="2" charset="2"/>
              </a:rPr>
              <a:t>②</a:t>
            </a:r>
          </a:p>
        </p:txBody>
      </p:sp>
      <p:sp>
        <p:nvSpPr>
          <p:cNvPr id="222295" name="Freeform 87"/>
          <p:cNvSpPr>
            <a:spLocks/>
          </p:cNvSpPr>
          <p:nvPr/>
        </p:nvSpPr>
        <p:spPr bwMode="auto">
          <a:xfrm>
            <a:off x="828675" y="1524000"/>
            <a:ext cx="695325" cy="628650"/>
          </a:xfrm>
          <a:custGeom>
            <a:avLst/>
            <a:gdLst>
              <a:gd name="T0" fmla="*/ 1103828438 w 438"/>
              <a:gd name="T1" fmla="*/ 0 h 396"/>
              <a:gd name="T2" fmla="*/ 1103828438 w 438"/>
              <a:gd name="T3" fmla="*/ 997981875 h 396"/>
              <a:gd name="T4" fmla="*/ 0 w 438"/>
              <a:gd name="T5" fmla="*/ 997981875 h 396"/>
              <a:gd name="T6" fmla="*/ 1103828438 w 438"/>
              <a:gd name="T7" fmla="*/ 0 h 3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8" h="396">
                <a:moveTo>
                  <a:pt x="438" y="0"/>
                </a:moveTo>
                <a:lnTo>
                  <a:pt x="438" y="396"/>
                </a:lnTo>
                <a:lnTo>
                  <a:pt x="0" y="396"/>
                </a:lnTo>
                <a:lnTo>
                  <a:pt x="438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96" name="Rectangle 88"/>
          <p:cNvSpPr>
            <a:spLocks noChangeArrowheads="1"/>
          </p:cNvSpPr>
          <p:nvPr/>
        </p:nvSpPr>
        <p:spPr bwMode="auto">
          <a:xfrm>
            <a:off x="828675" y="3270250"/>
            <a:ext cx="695325" cy="21907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2297" name="Freeform 89"/>
          <p:cNvSpPr>
            <a:spLocks/>
          </p:cNvSpPr>
          <p:nvPr/>
        </p:nvSpPr>
        <p:spPr bwMode="auto">
          <a:xfrm>
            <a:off x="2686050" y="1524000"/>
            <a:ext cx="685800" cy="619125"/>
          </a:xfrm>
          <a:custGeom>
            <a:avLst/>
            <a:gdLst>
              <a:gd name="T0" fmla="*/ 0 w 432"/>
              <a:gd name="T1" fmla="*/ 0 h 390"/>
              <a:gd name="T2" fmla="*/ 0 w 432"/>
              <a:gd name="T3" fmla="*/ 982860938 h 390"/>
              <a:gd name="T4" fmla="*/ 1088707500 w 432"/>
              <a:gd name="T5" fmla="*/ 982860938 h 390"/>
              <a:gd name="T6" fmla="*/ 0 w 432"/>
              <a:gd name="T7" fmla="*/ 0 h 3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2" h="390">
                <a:moveTo>
                  <a:pt x="0" y="0"/>
                </a:moveTo>
                <a:lnTo>
                  <a:pt x="0" y="390"/>
                </a:lnTo>
                <a:lnTo>
                  <a:pt x="432" y="390"/>
                </a:lnTo>
                <a:lnTo>
                  <a:pt x="0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2298" name="Rectangle 90"/>
          <p:cNvSpPr>
            <a:spLocks noChangeArrowheads="1"/>
          </p:cNvSpPr>
          <p:nvPr/>
        </p:nvSpPr>
        <p:spPr bwMode="auto">
          <a:xfrm>
            <a:off x="2686050" y="3248025"/>
            <a:ext cx="688975" cy="23812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2299" name="Rectangle 91"/>
          <p:cNvSpPr>
            <a:spLocks noChangeArrowheads="1"/>
          </p:cNvSpPr>
          <p:nvPr/>
        </p:nvSpPr>
        <p:spPr bwMode="auto">
          <a:xfrm>
            <a:off x="3790950" y="1504950"/>
            <a:ext cx="257175" cy="61912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2301" name="Rectangle 93"/>
          <p:cNvSpPr>
            <a:spLocks noChangeArrowheads="1"/>
          </p:cNvSpPr>
          <p:nvPr/>
        </p:nvSpPr>
        <p:spPr bwMode="auto">
          <a:xfrm>
            <a:off x="5110163" y="469900"/>
            <a:ext cx="2541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ea typeface="黑体" pitchFamily="2" charset="-122"/>
              </a:rPr>
              <a:t>形体分析法</a:t>
            </a:r>
          </a:p>
        </p:txBody>
      </p:sp>
      <p:graphicFrame>
        <p:nvGraphicFramePr>
          <p:cNvPr id="222302" name="Object 94"/>
          <p:cNvGraphicFramePr>
            <a:graphicFrameLocks noChangeAspect="1"/>
          </p:cNvGraphicFramePr>
          <p:nvPr/>
        </p:nvGraphicFramePr>
        <p:xfrm>
          <a:off x="876300" y="4743450"/>
          <a:ext cx="25527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4" name="位图图像" r:id="rId4" imgW="2553056" imgH="1867161" progId="Paint.Picture">
                  <p:embed/>
                </p:oleObj>
              </mc:Choice>
              <mc:Fallback>
                <p:oleObj name="位图图像" r:id="rId4" imgW="2553056" imgH="1867161" progId="Paint.Picture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4743450"/>
                        <a:ext cx="2552700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303" name="Object 95"/>
          <p:cNvGraphicFramePr>
            <a:graphicFrameLocks noChangeAspect="1"/>
          </p:cNvGraphicFramePr>
          <p:nvPr/>
        </p:nvGraphicFramePr>
        <p:xfrm>
          <a:off x="4305300" y="5191125"/>
          <a:ext cx="14097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5" name="位图图像" r:id="rId6" imgW="1409897" imgH="1162212" progId="Paint.Picture">
                  <p:embed/>
                </p:oleObj>
              </mc:Choice>
              <mc:Fallback>
                <p:oleObj name="位图图像" r:id="rId6" imgW="1409897" imgH="1162212" progId="Paint.Picture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5191125"/>
                        <a:ext cx="14097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304" name="Rectangle 96"/>
          <p:cNvSpPr>
            <a:spLocks noChangeArrowheads="1"/>
          </p:cNvSpPr>
          <p:nvPr/>
        </p:nvSpPr>
        <p:spPr bwMode="auto">
          <a:xfrm>
            <a:off x="989013" y="4762500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  <a:sym typeface="Monotype Sorts" pitchFamily="2" charset="2"/>
              </a:rPr>
              <a:t>①</a:t>
            </a:r>
          </a:p>
        </p:txBody>
      </p:sp>
      <p:sp>
        <p:nvSpPr>
          <p:cNvPr id="222305" name="Rectangle 97"/>
          <p:cNvSpPr>
            <a:spLocks noChangeArrowheads="1"/>
          </p:cNvSpPr>
          <p:nvPr/>
        </p:nvSpPr>
        <p:spPr bwMode="auto">
          <a:xfrm>
            <a:off x="6334125" y="474980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  <a:sym typeface="Monotype Sorts" pitchFamily="2" charset="2"/>
              </a:rPr>
              <a:t>③</a:t>
            </a:r>
          </a:p>
        </p:txBody>
      </p:sp>
      <p:graphicFrame>
        <p:nvGraphicFramePr>
          <p:cNvPr id="222306" name="Object 98"/>
          <p:cNvGraphicFramePr>
            <a:graphicFrameLocks noChangeAspect="1"/>
          </p:cNvGraphicFramePr>
          <p:nvPr/>
        </p:nvGraphicFramePr>
        <p:xfrm>
          <a:off x="6715125" y="5251450"/>
          <a:ext cx="134143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6" name="位图图像" r:id="rId8" imgW="3448531" imgH="2352381" progId="Paint.Picture">
                  <p:embed/>
                </p:oleObj>
              </mc:Choice>
              <mc:Fallback>
                <p:oleObj name="位图图像" r:id="rId8" imgW="3448531" imgH="2352381" progId="Paint.Picture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5251450"/>
                        <a:ext cx="1341438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2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2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2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2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2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2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2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22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2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2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22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22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22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22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22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22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2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22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22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22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6" dur="500"/>
                                        <p:tgtEl>
                                          <p:spTgt spid="22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22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6" dur="500"/>
                                        <p:tgtEl>
                                          <p:spTgt spid="22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222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77" grpId="0" autoUpdateAnimBg="0"/>
      <p:bldP spid="222278" grpId="0" build="p" autoUpdateAnimBg="0"/>
      <p:bldP spid="222279" grpId="0" autoUpdateAnimBg="0"/>
      <p:bldP spid="222280" grpId="0" autoUpdateAnimBg="0"/>
      <p:bldP spid="222281" grpId="0" autoUpdateAnimBg="0"/>
      <p:bldP spid="222282" grpId="0" autoUpdateAnimBg="0"/>
      <p:bldP spid="222283" grpId="0" build="p" autoUpdateAnimBg="0"/>
      <p:bldP spid="222284" grpId="0" autoUpdateAnimBg="0"/>
      <p:bldP spid="222285" grpId="0" animBg="1"/>
      <p:bldP spid="222286" grpId="0" animBg="1"/>
      <p:bldP spid="222287" grpId="0" animBg="1"/>
      <p:bldP spid="222288" grpId="0" animBg="1"/>
      <p:bldP spid="222289" grpId="0" animBg="1"/>
      <p:bldP spid="222290" grpId="0" animBg="1"/>
      <p:bldP spid="222291" grpId="0" animBg="1"/>
      <p:bldP spid="222292" grpId="0" animBg="1"/>
      <p:bldP spid="222293" grpId="0" animBg="1"/>
      <p:bldP spid="222294" grpId="0" build="p" autoUpdateAnimBg="0"/>
      <p:bldP spid="222295" grpId="0" animBg="1"/>
      <p:bldP spid="222296" grpId="0" animBg="1"/>
      <p:bldP spid="222297" grpId="0" animBg="1"/>
      <p:bldP spid="222298" grpId="0" animBg="1"/>
      <p:bldP spid="222299" grpId="0" animBg="1"/>
      <p:bldP spid="222301" grpId="0" autoUpdateAnimBg="0"/>
      <p:bldP spid="222304" grpId="0" build="p" autoUpdateAnimBg="0"/>
      <p:bldP spid="22230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605CADF2-0E3A-4988-B357-A0E00CD1E4E0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5603" name="Group 2"/>
          <p:cNvGrpSpPr>
            <a:grpSpLocks/>
          </p:cNvGrpSpPr>
          <p:nvPr/>
        </p:nvGrpSpPr>
        <p:grpSpPr bwMode="auto">
          <a:xfrm>
            <a:off x="923925" y="2247900"/>
            <a:ext cx="4152900" cy="3176588"/>
            <a:chOff x="510" y="876"/>
            <a:chExt cx="2616" cy="2001"/>
          </a:xfrm>
        </p:grpSpPr>
        <p:grpSp>
          <p:nvGrpSpPr>
            <p:cNvPr id="25618" name="Group 3"/>
            <p:cNvGrpSpPr>
              <a:grpSpLocks/>
            </p:cNvGrpSpPr>
            <p:nvPr/>
          </p:nvGrpSpPr>
          <p:grpSpPr bwMode="auto">
            <a:xfrm>
              <a:off x="2387" y="942"/>
              <a:ext cx="739" cy="817"/>
              <a:chOff x="2387" y="942"/>
              <a:chExt cx="739" cy="817"/>
            </a:xfrm>
          </p:grpSpPr>
          <p:sp>
            <p:nvSpPr>
              <p:cNvPr id="25677" name="Freeform 4"/>
              <p:cNvSpPr>
                <a:spLocks/>
              </p:cNvSpPr>
              <p:nvPr/>
            </p:nvSpPr>
            <p:spPr bwMode="auto">
              <a:xfrm>
                <a:off x="2388" y="1346"/>
                <a:ext cx="738" cy="413"/>
              </a:xfrm>
              <a:custGeom>
                <a:avLst/>
                <a:gdLst>
                  <a:gd name="T0" fmla="*/ 0 w 738"/>
                  <a:gd name="T1" fmla="*/ 0 h 413"/>
                  <a:gd name="T2" fmla="*/ 738 w 738"/>
                  <a:gd name="T3" fmla="*/ 0 h 413"/>
                  <a:gd name="T4" fmla="*/ 737 w 738"/>
                  <a:gd name="T5" fmla="*/ 411 h 413"/>
                  <a:gd name="T6" fmla="*/ 528 w 738"/>
                  <a:gd name="T7" fmla="*/ 413 h 413"/>
                  <a:gd name="T8" fmla="*/ 528 w 738"/>
                  <a:gd name="T9" fmla="*/ 204 h 413"/>
                  <a:gd name="T10" fmla="*/ 0 w 738"/>
                  <a:gd name="T11" fmla="*/ 204 h 413"/>
                  <a:gd name="T12" fmla="*/ 0 w 738"/>
                  <a:gd name="T13" fmla="*/ 0 h 4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8" h="413">
                    <a:moveTo>
                      <a:pt x="0" y="0"/>
                    </a:moveTo>
                    <a:lnTo>
                      <a:pt x="738" y="0"/>
                    </a:lnTo>
                    <a:lnTo>
                      <a:pt x="737" y="411"/>
                    </a:lnTo>
                    <a:lnTo>
                      <a:pt x="528" y="413"/>
                    </a:lnTo>
                    <a:lnTo>
                      <a:pt x="528" y="204"/>
                    </a:lnTo>
                    <a:lnTo>
                      <a:pt x="0" y="2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F0FF"/>
              </a:solidFill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78" name="Line 5"/>
              <p:cNvSpPr>
                <a:spLocks noChangeShapeType="1"/>
              </p:cNvSpPr>
              <p:nvPr/>
            </p:nvSpPr>
            <p:spPr bwMode="auto">
              <a:xfrm>
                <a:off x="2838" y="1344"/>
                <a:ext cx="0" cy="21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79" name="Line 6"/>
              <p:cNvSpPr>
                <a:spLocks noChangeShapeType="1"/>
              </p:cNvSpPr>
              <p:nvPr/>
            </p:nvSpPr>
            <p:spPr bwMode="auto">
              <a:xfrm>
                <a:off x="2628" y="1344"/>
                <a:ext cx="0" cy="21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80" name="Rectangle 7"/>
              <p:cNvSpPr>
                <a:spLocks noChangeArrowheads="1"/>
              </p:cNvSpPr>
              <p:nvPr/>
            </p:nvSpPr>
            <p:spPr bwMode="auto">
              <a:xfrm>
                <a:off x="2387" y="944"/>
                <a:ext cx="529" cy="402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5681" name="Line 8"/>
              <p:cNvSpPr>
                <a:spLocks noChangeShapeType="1"/>
              </p:cNvSpPr>
              <p:nvPr/>
            </p:nvSpPr>
            <p:spPr bwMode="auto">
              <a:xfrm>
                <a:off x="2550" y="942"/>
                <a:ext cx="0" cy="40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82" name="Line 9"/>
              <p:cNvSpPr>
                <a:spLocks noChangeShapeType="1"/>
              </p:cNvSpPr>
              <p:nvPr/>
            </p:nvSpPr>
            <p:spPr bwMode="auto">
              <a:xfrm rot="5400000" flipV="1">
                <a:off x="2655" y="975"/>
                <a:ext cx="1" cy="5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619" name="Rectangle 10"/>
            <p:cNvSpPr>
              <a:spLocks noChangeArrowheads="1"/>
            </p:cNvSpPr>
            <p:nvPr/>
          </p:nvSpPr>
          <p:spPr bwMode="auto">
            <a:xfrm>
              <a:off x="520" y="2048"/>
              <a:ext cx="1610" cy="728"/>
            </a:xfrm>
            <a:prstGeom prst="rect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5620" name="Rectangle 11"/>
            <p:cNvSpPr>
              <a:spLocks noChangeArrowheads="1"/>
            </p:cNvSpPr>
            <p:nvPr/>
          </p:nvSpPr>
          <p:spPr bwMode="auto">
            <a:xfrm>
              <a:off x="965" y="2048"/>
              <a:ext cx="726" cy="522"/>
            </a:xfrm>
            <a:prstGeom prst="rect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5621" name="Line 12"/>
            <p:cNvSpPr>
              <a:spLocks noChangeShapeType="1"/>
            </p:cNvSpPr>
            <p:nvPr/>
          </p:nvSpPr>
          <p:spPr bwMode="auto">
            <a:xfrm>
              <a:off x="510" y="2566"/>
              <a:ext cx="16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2" name="Line 13"/>
            <p:cNvSpPr>
              <a:spLocks noChangeShapeType="1"/>
            </p:cNvSpPr>
            <p:nvPr/>
          </p:nvSpPr>
          <p:spPr bwMode="auto">
            <a:xfrm>
              <a:off x="1038" y="2046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3" name="Line 14"/>
            <p:cNvSpPr>
              <a:spLocks noChangeShapeType="1"/>
            </p:cNvSpPr>
            <p:nvPr/>
          </p:nvSpPr>
          <p:spPr bwMode="auto">
            <a:xfrm>
              <a:off x="1614" y="2040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4" name="Line 15"/>
            <p:cNvSpPr>
              <a:spLocks noChangeShapeType="1"/>
            </p:cNvSpPr>
            <p:nvPr/>
          </p:nvSpPr>
          <p:spPr bwMode="auto">
            <a:xfrm>
              <a:off x="516" y="2208"/>
              <a:ext cx="4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5" name="Line 16"/>
            <p:cNvSpPr>
              <a:spLocks noChangeShapeType="1"/>
            </p:cNvSpPr>
            <p:nvPr/>
          </p:nvSpPr>
          <p:spPr bwMode="auto">
            <a:xfrm>
              <a:off x="1698" y="2208"/>
              <a:ext cx="43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6" name="Oval 17"/>
            <p:cNvSpPr>
              <a:spLocks noChangeArrowheads="1"/>
            </p:cNvSpPr>
            <p:nvPr/>
          </p:nvSpPr>
          <p:spPr bwMode="auto">
            <a:xfrm>
              <a:off x="624" y="2286"/>
              <a:ext cx="216" cy="216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5627" name="Oval 18"/>
            <p:cNvSpPr>
              <a:spLocks noChangeArrowheads="1"/>
            </p:cNvSpPr>
            <p:nvPr/>
          </p:nvSpPr>
          <p:spPr bwMode="auto">
            <a:xfrm>
              <a:off x="1800" y="2286"/>
              <a:ext cx="216" cy="216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grpSp>
          <p:nvGrpSpPr>
            <p:cNvPr id="25628" name="Group 19"/>
            <p:cNvGrpSpPr>
              <a:grpSpLocks/>
            </p:cNvGrpSpPr>
            <p:nvPr/>
          </p:nvGrpSpPr>
          <p:grpSpPr bwMode="auto">
            <a:xfrm>
              <a:off x="516" y="946"/>
              <a:ext cx="1614" cy="814"/>
              <a:chOff x="516" y="946"/>
              <a:chExt cx="1614" cy="814"/>
            </a:xfrm>
          </p:grpSpPr>
          <p:sp>
            <p:nvSpPr>
              <p:cNvPr id="25664" name="Rectangle 20"/>
              <p:cNvSpPr>
                <a:spLocks noChangeArrowheads="1"/>
              </p:cNvSpPr>
              <p:nvPr/>
            </p:nvSpPr>
            <p:spPr bwMode="auto">
              <a:xfrm>
                <a:off x="522" y="1355"/>
                <a:ext cx="1607" cy="405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000"/>
              </a:p>
            </p:txBody>
          </p:sp>
          <p:sp>
            <p:nvSpPr>
              <p:cNvPr id="25665" name="Line 21"/>
              <p:cNvSpPr>
                <a:spLocks noChangeShapeType="1"/>
              </p:cNvSpPr>
              <p:nvPr/>
            </p:nvSpPr>
            <p:spPr bwMode="auto">
              <a:xfrm>
                <a:off x="518" y="1548"/>
                <a:ext cx="16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66" name="Arc 22"/>
              <p:cNvSpPr>
                <a:spLocks/>
              </p:cNvSpPr>
              <p:nvPr/>
            </p:nvSpPr>
            <p:spPr bwMode="auto">
              <a:xfrm flipV="1">
                <a:off x="1039" y="946"/>
                <a:ext cx="570" cy="294"/>
              </a:xfrm>
              <a:custGeom>
                <a:avLst/>
                <a:gdLst>
                  <a:gd name="T0" fmla="*/ 0 w 43200"/>
                  <a:gd name="T1" fmla="*/ 3 h 25161"/>
                  <a:gd name="T2" fmla="*/ 7 w 43200"/>
                  <a:gd name="T3" fmla="*/ 3 h 25161"/>
                  <a:gd name="T4" fmla="*/ 4 w 43200"/>
                  <a:gd name="T5" fmla="*/ 3 h 2516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25161" fill="none" extrusionOk="0">
                    <a:moveTo>
                      <a:pt x="295" y="25161"/>
                    </a:moveTo>
                    <a:cubicBezTo>
                      <a:pt x="98" y="23984"/>
                      <a:pt x="0" y="2279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424"/>
                      <a:pt x="43152" y="23248"/>
                      <a:pt x="43058" y="24067"/>
                    </a:cubicBezTo>
                  </a:path>
                  <a:path w="43200" h="25161" stroke="0" extrusionOk="0">
                    <a:moveTo>
                      <a:pt x="295" y="25161"/>
                    </a:moveTo>
                    <a:cubicBezTo>
                      <a:pt x="98" y="23984"/>
                      <a:pt x="0" y="2279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424"/>
                      <a:pt x="43152" y="23248"/>
                      <a:pt x="43058" y="24067"/>
                    </a:cubicBezTo>
                    <a:lnTo>
                      <a:pt x="21600" y="21600"/>
                    </a:lnTo>
                    <a:lnTo>
                      <a:pt x="295" y="25161"/>
                    </a:lnTo>
                    <a:close/>
                  </a:path>
                </a:pathLst>
              </a:custGeom>
              <a:solidFill>
                <a:srgbClr val="E6F0FF"/>
              </a:solidFill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67" name="Line 23"/>
              <p:cNvSpPr>
                <a:spLocks noChangeShapeType="1"/>
              </p:cNvSpPr>
              <p:nvPr/>
            </p:nvSpPr>
            <p:spPr bwMode="auto">
              <a:xfrm flipV="1">
                <a:off x="966" y="948"/>
                <a:ext cx="0" cy="41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68" name="Line 24"/>
              <p:cNvSpPr>
                <a:spLocks noChangeShapeType="1"/>
              </p:cNvSpPr>
              <p:nvPr/>
            </p:nvSpPr>
            <p:spPr bwMode="auto">
              <a:xfrm flipV="1">
                <a:off x="1686" y="96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69" name="Line 25"/>
              <p:cNvSpPr>
                <a:spLocks noChangeShapeType="1"/>
              </p:cNvSpPr>
              <p:nvPr/>
            </p:nvSpPr>
            <p:spPr bwMode="auto">
              <a:xfrm>
                <a:off x="960" y="954"/>
                <a:ext cx="9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70" name="Line 26"/>
              <p:cNvSpPr>
                <a:spLocks noChangeShapeType="1"/>
              </p:cNvSpPr>
              <p:nvPr/>
            </p:nvSpPr>
            <p:spPr bwMode="auto">
              <a:xfrm>
                <a:off x="1596" y="954"/>
                <a:ext cx="10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71" name="Line 27"/>
              <p:cNvSpPr>
                <a:spLocks noChangeShapeType="1"/>
              </p:cNvSpPr>
              <p:nvPr/>
            </p:nvSpPr>
            <p:spPr bwMode="auto">
              <a:xfrm flipH="1">
                <a:off x="516" y="948"/>
                <a:ext cx="450" cy="40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72" name="Line 28"/>
              <p:cNvSpPr>
                <a:spLocks noChangeShapeType="1"/>
              </p:cNvSpPr>
              <p:nvPr/>
            </p:nvSpPr>
            <p:spPr bwMode="auto">
              <a:xfrm>
                <a:off x="1680" y="948"/>
                <a:ext cx="450" cy="40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73" name="Line 29"/>
              <p:cNvSpPr>
                <a:spLocks noChangeShapeType="1"/>
              </p:cNvSpPr>
              <p:nvPr/>
            </p:nvSpPr>
            <p:spPr bwMode="auto">
              <a:xfrm flipV="1">
                <a:off x="618" y="135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74" name="Line 30"/>
              <p:cNvSpPr>
                <a:spLocks noChangeShapeType="1"/>
              </p:cNvSpPr>
              <p:nvPr/>
            </p:nvSpPr>
            <p:spPr bwMode="auto">
              <a:xfrm flipV="1">
                <a:off x="852" y="135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75" name="Line 31"/>
              <p:cNvSpPr>
                <a:spLocks noChangeShapeType="1"/>
              </p:cNvSpPr>
              <p:nvPr/>
            </p:nvSpPr>
            <p:spPr bwMode="auto">
              <a:xfrm flipV="1">
                <a:off x="2022" y="1350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76" name="Line 32"/>
              <p:cNvSpPr>
                <a:spLocks noChangeShapeType="1"/>
              </p:cNvSpPr>
              <p:nvPr/>
            </p:nvSpPr>
            <p:spPr bwMode="auto">
              <a:xfrm flipV="1">
                <a:off x="1794" y="135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5629" name="Group 33"/>
            <p:cNvGrpSpPr>
              <a:grpSpLocks/>
            </p:cNvGrpSpPr>
            <p:nvPr/>
          </p:nvGrpSpPr>
          <p:grpSpPr bwMode="auto">
            <a:xfrm>
              <a:off x="969" y="954"/>
              <a:ext cx="636" cy="0"/>
              <a:chOff x="969" y="954"/>
              <a:chExt cx="636" cy="0"/>
            </a:xfrm>
          </p:grpSpPr>
          <p:sp>
            <p:nvSpPr>
              <p:cNvPr id="25661" name="Line 34"/>
              <p:cNvSpPr>
                <a:spLocks noChangeShapeType="1"/>
              </p:cNvSpPr>
              <p:nvPr/>
            </p:nvSpPr>
            <p:spPr bwMode="auto">
              <a:xfrm>
                <a:off x="969" y="95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62" name="Line 35"/>
              <p:cNvSpPr>
                <a:spLocks noChangeShapeType="1"/>
              </p:cNvSpPr>
              <p:nvPr/>
            </p:nvSpPr>
            <p:spPr bwMode="auto">
              <a:xfrm>
                <a:off x="1482" y="95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63" name="Line 36"/>
              <p:cNvSpPr>
                <a:spLocks noChangeShapeType="1"/>
              </p:cNvSpPr>
              <p:nvPr/>
            </p:nvSpPr>
            <p:spPr bwMode="auto">
              <a:xfrm>
                <a:off x="1536" y="954"/>
                <a:ext cx="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25630" name="Line 37"/>
            <p:cNvSpPr>
              <a:spLocks noChangeShapeType="1"/>
            </p:cNvSpPr>
            <p:nvPr/>
          </p:nvSpPr>
          <p:spPr bwMode="auto">
            <a:xfrm>
              <a:off x="2304" y="946"/>
              <a:ext cx="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pSp>
          <p:nvGrpSpPr>
            <p:cNvPr id="25631" name="Group 38"/>
            <p:cNvGrpSpPr>
              <a:grpSpLocks/>
            </p:cNvGrpSpPr>
            <p:nvPr/>
          </p:nvGrpSpPr>
          <p:grpSpPr bwMode="auto">
            <a:xfrm>
              <a:off x="1323" y="876"/>
              <a:ext cx="0" cy="989"/>
              <a:chOff x="1325" y="876"/>
              <a:chExt cx="0" cy="989"/>
            </a:xfrm>
          </p:grpSpPr>
          <p:sp>
            <p:nvSpPr>
              <p:cNvPr id="25656" name="Line 39"/>
              <p:cNvSpPr>
                <a:spLocks noChangeShapeType="1"/>
              </p:cNvSpPr>
              <p:nvPr/>
            </p:nvSpPr>
            <p:spPr bwMode="auto">
              <a:xfrm rot="-5400000">
                <a:off x="1238" y="1779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57" name="Line 40"/>
              <p:cNvSpPr>
                <a:spLocks noChangeShapeType="1"/>
              </p:cNvSpPr>
              <p:nvPr/>
            </p:nvSpPr>
            <p:spPr bwMode="auto">
              <a:xfrm rot="-5400000">
                <a:off x="1311" y="1647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58" name="Line 41"/>
              <p:cNvSpPr>
                <a:spLocks noChangeShapeType="1"/>
              </p:cNvSpPr>
              <p:nvPr/>
            </p:nvSpPr>
            <p:spPr bwMode="auto">
              <a:xfrm rot="-5400000">
                <a:off x="1085" y="136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59" name="Line 42"/>
              <p:cNvSpPr>
                <a:spLocks noChangeShapeType="1"/>
              </p:cNvSpPr>
              <p:nvPr/>
            </p:nvSpPr>
            <p:spPr bwMode="auto">
              <a:xfrm rot="-5400000">
                <a:off x="1311" y="1078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60" name="Line 43"/>
              <p:cNvSpPr>
                <a:spLocks noChangeShapeType="1"/>
              </p:cNvSpPr>
              <p:nvPr/>
            </p:nvSpPr>
            <p:spPr bwMode="auto">
              <a:xfrm rot="-5400000">
                <a:off x="1243" y="958"/>
                <a:ext cx="1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5632" name="Group 44"/>
            <p:cNvGrpSpPr>
              <a:grpSpLocks/>
            </p:cNvGrpSpPr>
            <p:nvPr/>
          </p:nvGrpSpPr>
          <p:grpSpPr bwMode="auto">
            <a:xfrm>
              <a:off x="1324" y="1974"/>
              <a:ext cx="0" cy="903"/>
              <a:chOff x="1324" y="1974"/>
              <a:chExt cx="0" cy="903"/>
            </a:xfrm>
          </p:grpSpPr>
          <p:sp>
            <p:nvSpPr>
              <p:cNvPr id="25651" name="Line 45"/>
              <p:cNvSpPr>
                <a:spLocks noChangeShapeType="1"/>
              </p:cNvSpPr>
              <p:nvPr/>
            </p:nvSpPr>
            <p:spPr bwMode="auto">
              <a:xfrm rot="-5400000">
                <a:off x="1237" y="2791"/>
                <a:ext cx="1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52" name="Line 46"/>
              <p:cNvSpPr>
                <a:spLocks noChangeShapeType="1"/>
              </p:cNvSpPr>
              <p:nvPr/>
            </p:nvSpPr>
            <p:spPr bwMode="auto">
              <a:xfrm rot="-5400000">
                <a:off x="1310" y="2657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53" name="Line 47"/>
              <p:cNvSpPr>
                <a:spLocks noChangeShapeType="1"/>
              </p:cNvSpPr>
              <p:nvPr/>
            </p:nvSpPr>
            <p:spPr bwMode="auto">
              <a:xfrm rot="-5400000">
                <a:off x="1125" y="2423"/>
                <a:ext cx="3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54" name="Line 48"/>
              <p:cNvSpPr>
                <a:spLocks noChangeShapeType="1"/>
              </p:cNvSpPr>
              <p:nvPr/>
            </p:nvSpPr>
            <p:spPr bwMode="auto">
              <a:xfrm rot="-5400000">
                <a:off x="1310" y="2176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55" name="Line 49"/>
              <p:cNvSpPr>
                <a:spLocks noChangeShapeType="1"/>
              </p:cNvSpPr>
              <p:nvPr/>
            </p:nvSpPr>
            <p:spPr bwMode="auto">
              <a:xfrm rot="-5400000">
                <a:off x="1242" y="2056"/>
                <a:ext cx="1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5633" name="Group 50"/>
            <p:cNvGrpSpPr>
              <a:grpSpLocks/>
            </p:cNvGrpSpPr>
            <p:nvPr/>
          </p:nvGrpSpPr>
          <p:grpSpPr bwMode="auto">
            <a:xfrm>
              <a:off x="553" y="2229"/>
              <a:ext cx="362" cy="355"/>
              <a:chOff x="553" y="2229"/>
              <a:chExt cx="362" cy="355"/>
            </a:xfrm>
          </p:grpSpPr>
          <p:sp>
            <p:nvSpPr>
              <p:cNvPr id="25649" name="Line 51"/>
              <p:cNvSpPr>
                <a:spLocks noChangeShapeType="1"/>
              </p:cNvSpPr>
              <p:nvPr/>
            </p:nvSpPr>
            <p:spPr bwMode="auto">
              <a:xfrm rot="-5400000">
                <a:off x="554" y="2407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50" name="Line 52"/>
              <p:cNvSpPr>
                <a:spLocks noChangeShapeType="1"/>
              </p:cNvSpPr>
              <p:nvPr/>
            </p:nvSpPr>
            <p:spPr bwMode="auto">
              <a:xfrm rot="10800000">
                <a:off x="553" y="2396"/>
                <a:ext cx="3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5634" name="Group 53"/>
            <p:cNvGrpSpPr>
              <a:grpSpLocks/>
            </p:cNvGrpSpPr>
            <p:nvPr/>
          </p:nvGrpSpPr>
          <p:grpSpPr bwMode="auto">
            <a:xfrm>
              <a:off x="1731" y="2230"/>
              <a:ext cx="362" cy="355"/>
              <a:chOff x="553" y="2229"/>
              <a:chExt cx="362" cy="355"/>
            </a:xfrm>
          </p:grpSpPr>
          <p:sp>
            <p:nvSpPr>
              <p:cNvPr id="25647" name="Line 54"/>
              <p:cNvSpPr>
                <a:spLocks noChangeShapeType="1"/>
              </p:cNvSpPr>
              <p:nvPr/>
            </p:nvSpPr>
            <p:spPr bwMode="auto">
              <a:xfrm rot="-5400000">
                <a:off x="554" y="2407"/>
                <a:ext cx="3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48" name="Line 55"/>
              <p:cNvSpPr>
                <a:spLocks noChangeShapeType="1"/>
              </p:cNvSpPr>
              <p:nvPr/>
            </p:nvSpPr>
            <p:spPr bwMode="auto">
              <a:xfrm rot="10800000">
                <a:off x="553" y="2396"/>
                <a:ext cx="3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5635" name="Group 56"/>
            <p:cNvGrpSpPr>
              <a:grpSpLocks/>
            </p:cNvGrpSpPr>
            <p:nvPr/>
          </p:nvGrpSpPr>
          <p:grpSpPr bwMode="auto">
            <a:xfrm>
              <a:off x="2732" y="1271"/>
              <a:ext cx="0" cy="390"/>
              <a:chOff x="2726" y="1273"/>
              <a:chExt cx="0" cy="390"/>
            </a:xfrm>
          </p:grpSpPr>
          <p:sp>
            <p:nvSpPr>
              <p:cNvPr id="25644" name="Line 57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45" name="Line 58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46" name="Line 59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5636" name="Group 60"/>
            <p:cNvGrpSpPr>
              <a:grpSpLocks/>
            </p:cNvGrpSpPr>
            <p:nvPr/>
          </p:nvGrpSpPr>
          <p:grpSpPr bwMode="auto">
            <a:xfrm>
              <a:off x="1908" y="1268"/>
              <a:ext cx="0" cy="390"/>
              <a:chOff x="2726" y="1273"/>
              <a:chExt cx="0" cy="390"/>
            </a:xfrm>
          </p:grpSpPr>
          <p:sp>
            <p:nvSpPr>
              <p:cNvPr id="25641" name="Line 61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42" name="Line 62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43" name="Line 63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5637" name="Group 64"/>
            <p:cNvGrpSpPr>
              <a:grpSpLocks/>
            </p:cNvGrpSpPr>
            <p:nvPr/>
          </p:nvGrpSpPr>
          <p:grpSpPr bwMode="auto">
            <a:xfrm>
              <a:off x="736" y="1265"/>
              <a:ext cx="0" cy="390"/>
              <a:chOff x="2726" y="1273"/>
              <a:chExt cx="0" cy="390"/>
            </a:xfrm>
          </p:grpSpPr>
          <p:sp>
            <p:nvSpPr>
              <p:cNvPr id="25638" name="Line 65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39" name="Line 66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5640" name="Line 67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5604" name="Rectangle 68" descr="紫色网格"/>
          <p:cNvSpPr>
            <a:spLocks noChangeArrowheads="1"/>
          </p:cNvSpPr>
          <p:nvPr/>
        </p:nvSpPr>
        <p:spPr bwMode="auto">
          <a:xfrm>
            <a:off x="674688" y="515938"/>
            <a:ext cx="3184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综合起来想整体</a:t>
            </a:r>
          </a:p>
        </p:txBody>
      </p:sp>
      <p:sp>
        <p:nvSpPr>
          <p:cNvPr id="223301" name="Text Box 69"/>
          <p:cNvSpPr txBox="1">
            <a:spLocks noChangeArrowheads="1"/>
          </p:cNvSpPr>
          <p:nvPr/>
        </p:nvSpPr>
        <p:spPr bwMode="auto">
          <a:xfrm>
            <a:off x="1422400" y="1042988"/>
            <a:ext cx="61325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  <a:sym typeface="Monotype Sorts" pitchFamily="2" charset="2"/>
              </a:rPr>
              <a:t>分析各块间相对位置及表面连接关系，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  <a:sym typeface="Monotype Sorts" pitchFamily="2" charset="2"/>
              </a:rPr>
              <a:t>综合起来想象物体的整体形状。</a:t>
            </a:r>
          </a:p>
        </p:txBody>
      </p:sp>
      <p:sp>
        <p:nvSpPr>
          <p:cNvPr id="223302" name="Rectangle 70"/>
          <p:cNvSpPr>
            <a:spLocks noChangeArrowheads="1"/>
          </p:cNvSpPr>
          <p:nvPr/>
        </p:nvSpPr>
        <p:spPr bwMode="auto">
          <a:xfrm>
            <a:off x="976313" y="4105275"/>
            <a:ext cx="2540000" cy="1154113"/>
          </a:xfrm>
          <a:prstGeom prst="rect">
            <a:avLst/>
          </a:prstGeom>
          <a:solidFill>
            <a:srgbClr val="00CC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3303" name="Freeform 71"/>
          <p:cNvSpPr>
            <a:spLocks/>
          </p:cNvSpPr>
          <p:nvPr/>
        </p:nvSpPr>
        <p:spPr bwMode="auto">
          <a:xfrm>
            <a:off x="3930650" y="3000375"/>
            <a:ext cx="1162050" cy="647700"/>
          </a:xfrm>
          <a:custGeom>
            <a:avLst/>
            <a:gdLst>
              <a:gd name="T0" fmla="*/ 0 w 732"/>
              <a:gd name="T1" fmla="*/ 0 h 408"/>
              <a:gd name="T2" fmla="*/ 1844754375 w 732"/>
              <a:gd name="T3" fmla="*/ 0 h 408"/>
              <a:gd name="T4" fmla="*/ 1844754375 w 732"/>
              <a:gd name="T5" fmla="*/ 1028223750 h 408"/>
              <a:gd name="T6" fmla="*/ 1320561875 w 732"/>
              <a:gd name="T7" fmla="*/ 1008062500 h 408"/>
              <a:gd name="T8" fmla="*/ 1320561875 w 732"/>
              <a:gd name="T9" fmla="*/ 498990938 h 408"/>
              <a:gd name="T10" fmla="*/ 0 w 732"/>
              <a:gd name="T11" fmla="*/ 498990938 h 408"/>
              <a:gd name="T12" fmla="*/ 0 w 732"/>
              <a:gd name="T13" fmla="*/ 0 h 4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32" h="408">
                <a:moveTo>
                  <a:pt x="0" y="0"/>
                </a:moveTo>
                <a:lnTo>
                  <a:pt x="732" y="0"/>
                </a:lnTo>
                <a:lnTo>
                  <a:pt x="732" y="408"/>
                </a:lnTo>
                <a:lnTo>
                  <a:pt x="524" y="400"/>
                </a:lnTo>
                <a:lnTo>
                  <a:pt x="524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00CC66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04" name="Freeform 72"/>
          <p:cNvSpPr>
            <a:spLocks/>
          </p:cNvSpPr>
          <p:nvPr/>
        </p:nvSpPr>
        <p:spPr bwMode="auto">
          <a:xfrm>
            <a:off x="1673225" y="2362200"/>
            <a:ext cx="1133475" cy="638175"/>
          </a:xfrm>
          <a:custGeom>
            <a:avLst/>
            <a:gdLst>
              <a:gd name="T0" fmla="*/ 0 w 714"/>
              <a:gd name="T1" fmla="*/ 15120938 h 402"/>
              <a:gd name="T2" fmla="*/ 0 w 714"/>
              <a:gd name="T3" fmla="*/ 1013102813 h 402"/>
              <a:gd name="T4" fmla="*/ 1799391563 w 714"/>
              <a:gd name="T5" fmla="*/ 1013102813 h 402"/>
              <a:gd name="T6" fmla="*/ 1799391563 w 714"/>
              <a:gd name="T7" fmla="*/ 0 h 402"/>
              <a:gd name="T8" fmla="*/ 1602819375 w 714"/>
              <a:gd name="T9" fmla="*/ 0 h 402"/>
              <a:gd name="T10" fmla="*/ 1587698438 w 714"/>
              <a:gd name="T11" fmla="*/ 151209375 h 402"/>
              <a:gd name="T12" fmla="*/ 1557456563 w 714"/>
              <a:gd name="T13" fmla="*/ 332660625 h 402"/>
              <a:gd name="T14" fmla="*/ 1466730938 w 714"/>
              <a:gd name="T15" fmla="*/ 468749063 h 402"/>
              <a:gd name="T16" fmla="*/ 1391126250 w 714"/>
              <a:gd name="T17" fmla="*/ 551915013 h 402"/>
              <a:gd name="T18" fmla="*/ 1277720013 w 714"/>
              <a:gd name="T19" fmla="*/ 627519700 h 402"/>
              <a:gd name="T20" fmla="*/ 1179433125 w 714"/>
              <a:gd name="T21" fmla="*/ 680442188 h 402"/>
              <a:gd name="T22" fmla="*/ 1058465625 w 714"/>
              <a:gd name="T23" fmla="*/ 710684063 h 402"/>
              <a:gd name="T24" fmla="*/ 907256250 w 714"/>
              <a:gd name="T25" fmla="*/ 718245325 h 402"/>
              <a:gd name="T26" fmla="*/ 763608138 w 714"/>
              <a:gd name="T27" fmla="*/ 718245325 h 402"/>
              <a:gd name="T28" fmla="*/ 619958438 w 714"/>
              <a:gd name="T29" fmla="*/ 680442188 h 402"/>
              <a:gd name="T30" fmla="*/ 483870000 w 714"/>
              <a:gd name="T31" fmla="*/ 604837500 h 402"/>
              <a:gd name="T32" fmla="*/ 378023438 w 714"/>
              <a:gd name="T33" fmla="*/ 498990938 h 402"/>
              <a:gd name="T34" fmla="*/ 272176875 w 714"/>
              <a:gd name="T35" fmla="*/ 378023438 h 402"/>
              <a:gd name="T36" fmla="*/ 226814063 w 714"/>
              <a:gd name="T37" fmla="*/ 272176875 h 402"/>
              <a:gd name="T38" fmla="*/ 196572188 w 714"/>
              <a:gd name="T39" fmla="*/ 136088438 h 402"/>
              <a:gd name="T40" fmla="*/ 196572188 w 714"/>
              <a:gd name="T41" fmla="*/ 15120938 h 402"/>
              <a:gd name="T42" fmla="*/ 0 w 714"/>
              <a:gd name="T43" fmla="*/ 15120938 h 402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714" h="402">
                <a:moveTo>
                  <a:pt x="0" y="6"/>
                </a:moveTo>
                <a:lnTo>
                  <a:pt x="0" y="402"/>
                </a:lnTo>
                <a:lnTo>
                  <a:pt x="714" y="402"/>
                </a:lnTo>
                <a:lnTo>
                  <a:pt x="714" y="0"/>
                </a:lnTo>
                <a:lnTo>
                  <a:pt x="636" y="0"/>
                </a:lnTo>
                <a:lnTo>
                  <a:pt x="630" y="60"/>
                </a:lnTo>
                <a:lnTo>
                  <a:pt x="618" y="132"/>
                </a:lnTo>
                <a:lnTo>
                  <a:pt x="582" y="186"/>
                </a:lnTo>
                <a:lnTo>
                  <a:pt x="552" y="219"/>
                </a:lnTo>
                <a:lnTo>
                  <a:pt x="507" y="249"/>
                </a:lnTo>
                <a:lnTo>
                  <a:pt x="468" y="270"/>
                </a:lnTo>
                <a:lnTo>
                  <a:pt x="420" y="282"/>
                </a:lnTo>
                <a:lnTo>
                  <a:pt x="360" y="285"/>
                </a:lnTo>
                <a:lnTo>
                  <a:pt x="303" y="285"/>
                </a:lnTo>
                <a:lnTo>
                  <a:pt x="246" y="270"/>
                </a:lnTo>
                <a:lnTo>
                  <a:pt x="192" y="240"/>
                </a:lnTo>
                <a:lnTo>
                  <a:pt x="150" y="198"/>
                </a:lnTo>
                <a:lnTo>
                  <a:pt x="108" y="150"/>
                </a:lnTo>
                <a:lnTo>
                  <a:pt x="90" y="108"/>
                </a:lnTo>
                <a:lnTo>
                  <a:pt x="78" y="54"/>
                </a:lnTo>
                <a:lnTo>
                  <a:pt x="78" y="6"/>
                </a:lnTo>
                <a:lnTo>
                  <a:pt x="0" y="6"/>
                </a:lnTo>
                <a:close/>
              </a:path>
            </a:pathLst>
          </a:custGeom>
          <a:solidFill>
            <a:srgbClr val="FF6699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05" name="Rectangle 73"/>
          <p:cNvSpPr>
            <a:spLocks noChangeArrowheads="1"/>
          </p:cNvSpPr>
          <p:nvPr/>
        </p:nvSpPr>
        <p:spPr bwMode="auto">
          <a:xfrm>
            <a:off x="1668463" y="4106863"/>
            <a:ext cx="1162050" cy="819150"/>
          </a:xfrm>
          <a:prstGeom prst="rect">
            <a:avLst/>
          </a:prstGeom>
          <a:solidFill>
            <a:srgbClr val="FF66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3306" name="Rectangle 74"/>
          <p:cNvSpPr>
            <a:spLocks noChangeArrowheads="1"/>
          </p:cNvSpPr>
          <p:nvPr/>
        </p:nvSpPr>
        <p:spPr bwMode="auto">
          <a:xfrm>
            <a:off x="3930650" y="2357438"/>
            <a:ext cx="847725" cy="638175"/>
          </a:xfrm>
          <a:prstGeom prst="rect">
            <a:avLst/>
          </a:prstGeom>
          <a:solidFill>
            <a:srgbClr val="FF66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3307" name="Freeform 75"/>
          <p:cNvSpPr>
            <a:spLocks/>
          </p:cNvSpPr>
          <p:nvPr/>
        </p:nvSpPr>
        <p:spPr bwMode="auto">
          <a:xfrm>
            <a:off x="968375" y="2368550"/>
            <a:ext cx="695325" cy="628650"/>
          </a:xfrm>
          <a:custGeom>
            <a:avLst/>
            <a:gdLst>
              <a:gd name="T0" fmla="*/ 1103828438 w 438"/>
              <a:gd name="T1" fmla="*/ 0 h 396"/>
              <a:gd name="T2" fmla="*/ 1103828438 w 438"/>
              <a:gd name="T3" fmla="*/ 997981875 h 396"/>
              <a:gd name="T4" fmla="*/ 0 w 438"/>
              <a:gd name="T5" fmla="*/ 997981875 h 396"/>
              <a:gd name="T6" fmla="*/ 1103828438 w 438"/>
              <a:gd name="T7" fmla="*/ 0 h 3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8" h="396">
                <a:moveTo>
                  <a:pt x="438" y="0"/>
                </a:moveTo>
                <a:lnTo>
                  <a:pt x="438" y="396"/>
                </a:lnTo>
                <a:lnTo>
                  <a:pt x="0" y="396"/>
                </a:lnTo>
                <a:lnTo>
                  <a:pt x="438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08" name="Rectangle 76"/>
          <p:cNvSpPr>
            <a:spLocks noChangeArrowheads="1"/>
          </p:cNvSpPr>
          <p:nvPr/>
        </p:nvSpPr>
        <p:spPr bwMode="auto">
          <a:xfrm>
            <a:off x="968375" y="4127500"/>
            <a:ext cx="695325" cy="21907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3309" name="Freeform 77"/>
          <p:cNvSpPr>
            <a:spLocks/>
          </p:cNvSpPr>
          <p:nvPr/>
        </p:nvSpPr>
        <p:spPr bwMode="auto">
          <a:xfrm>
            <a:off x="2800350" y="2381250"/>
            <a:ext cx="685800" cy="619125"/>
          </a:xfrm>
          <a:custGeom>
            <a:avLst/>
            <a:gdLst>
              <a:gd name="T0" fmla="*/ 0 w 432"/>
              <a:gd name="T1" fmla="*/ 0 h 390"/>
              <a:gd name="T2" fmla="*/ 0 w 432"/>
              <a:gd name="T3" fmla="*/ 982860938 h 390"/>
              <a:gd name="T4" fmla="*/ 1088707500 w 432"/>
              <a:gd name="T5" fmla="*/ 982860938 h 390"/>
              <a:gd name="T6" fmla="*/ 0 w 432"/>
              <a:gd name="T7" fmla="*/ 0 h 3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2" h="390">
                <a:moveTo>
                  <a:pt x="0" y="0"/>
                </a:moveTo>
                <a:lnTo>
                  <a:pt x="0" y="390"/>
                </a:lnTo>
                <a:lnTo>
                  <a:pt x="432" y="390"/>
                </a:lnTo>
                <a:lnTo>
                  <a:pt x="0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310" name="Rectangle 78"/>
          <p:cNvSpPr>
            <a:spLocks noChangeArrowheads="1"/>
          </p:cNvSpPr>
          <p:nvPr/>
        </p:nvSpPr>
        <p:spPr bwMode="auto">
          <a:xfrm>
            <a:off x="2832100" y="4117975"/>
            <a:ext cx="695325" cy="23812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3311" name="Rectangle 79"/>
          <p:cNvSpPr>
            <a:spLocks noChangeArrowheads="1"/>
          </p:cNvSpPr>
          <p:nvPr/>
        </p:nvSpPr>
        <p:spPr bwMode="auto">
          <a:xfrm>
            <a:off x="3930650" y="2374900"/>
            <a:ext cx="257175" cy="61912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3312" name="Rectangle 80"/>
          <p:cNvSpPr>
            <a:spLocks noChangeArrowheads="1"/>
          </p:cNvSpPr>
          <p:nvPr/>
        </p:nvSpPr>
        <p:spPr bwMode="auto">
          <a:xfrm>
            <a:off x="976313" y="3008313"/>
            <a:ext cx="2540000" cy="635000"/>
          </a:xfrm>
          <a:prstGeom prst="rect">
            <a:avLst/>
          </a:prstGeom>
          <a:solidFill>
            <a:srgbClr val="00CC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aphicFrame>
        <p:nvGraphicFramePr>
          <p:cNvPr id="223313" name="Object 81"/>
          <p:cNvGraphicFramePr>
            <a:graphicFrameLocks noChangeAspect="1"/>
          </p:cNvGraphicFramePr>
          <p:nvPr/>
        </p:nvGraphicFramePr>
        <p:xfrm>
          <a:off x="5167313" y="3770313"/>
          <a:ext cx="2924175" cy="242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6" name="位图图像" r:id="rId4" imgW="3914286" imgH="3247619" progId="Paint.Picture">
                  <p:embed/>
                </p:oleObj>
              </mc:Choice>
              <mc:Fallback>
                <p:oleObj name="位图图像" r:id="rId4" imgW="3914286" imgH="3247619" progId="Paint.Picture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3770313"/>
                        <a:ext cx="2924175" cy="242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2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2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2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2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2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2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2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2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0" fill="hold"/>
                                        <p:tgtEl>
                                          <p:spTgt spid="223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0" fill="hold"/>
                                        <p:tgtEl>
                                          <p:spTgt spid="223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301" grpId="0" autoUpdateAnimBg="0"/>
      <p:bldP spid="223302" grpId="0" animBg="1"/>
      <p:bldP spid="223303" grpId="0" animBg="1"/>
      <p:bldP spid="223304" grpId="0" animBg="1"/>
      <p:bldP spid="223305" grpId="0" animBg="1"/>
      <p:bldP spid="223306" grpId="0" animBg="1"/>
      <p:bldP spid="223307" grpId="0" animBg="1"/>
      <p:bldP spid="223308" grpId="0" animBg="1"/>
      <p:bldP spid="223309" grpId="0" animBg="1"/>
      <p:bldP spid="223310" grpId="0" animBg="1"/>
      <p:bldP spid="223311" grpId="0" animBg="1"/>
      <p:bldP spid="2233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77E5AF3B-13B0-460E-A231-1EAF96CAAE4D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6627" name="Group 2"/>
          <p:cNvGrpSpPr>
            <a:grpSpLocks/>
          </p:cNvGrpSpPr>
          <p:nvPr/>
        </p:nvGrpSpPr>
        <p:grpSpPr bwMode="auto">
          <a:xfrm>
            <a:off x="839788" y="1804988"/>
            <a:ext cx="4338637" cy="3295650"/>
            <a:chOff x="529" y="897"/>
            <a:chExt cx="2733" cy="2076"/>
          </a:xfrm>
        </p:grpSpPr>
        <p:sp>
          <p:nvSpPr>
            <p:cNvPr id="26690" name="Line 3"/>
            <p:cNvSpPr>
              <a:spLocks noChangeShapeType="1"/>
            </p:cNvSpPr>
            <p:nvPr/>
          </p:nvSpPr>
          <p:spPr bwMode="auto">
            <a:xfrm>
              <a:off x="606" y="1670"/>
              <a:ext cx="134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1" name="Line 4"/>
            <p:cNvSpPr>
              <a:spLocks noChangeShapeType="1"/>
            </p:cNvSpPr>
            <p:nvPr/>
          </p:nvSpPr>
          <p:spPr bwMode="auto">
            <a:xfrm flipH="1">
              <a:off x="1123" y="1010"/>
              <a:ext cx="83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2" name="Line 5"/>
            <p:cNvSpPr>
              <a:spLocks noChangeShapeType="1"/>
            </p:cNvSpPr>
            <p:nvPr/>
          </p:nvSpPr>
          <p:spPr bwMode="auto">
            <a:xfrm flipH="1">
              <a:off x="603" y="999"/>
              <a:ext cx="532" cy="32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3" name="Line 6"/>
            <p:cNvSpPr>
              <a:spLocks noChangeShapeType="1"/>
            </p:cNvSpPr>
            <p:nvPr/>
          </p:nvSpPr>
          <p:spPr bwMode="auto">
            <a:xfrm>
              <a:off x="619" y="2635"/>
              <a:ext cx="659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4" name="Line 7"/>
            <p:cNvSpPr>
              <a:spLocks noChangeShapeType="1"/>
            </p:cNvSpPr>
            <p:nvPr/>
          </p:nvSpPr>
          <p:spPr bwMode="auto">
            <a:xfrm>
              <a:off x="1272" y="2971"/>
              <a:ext cx="67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5" name="Line 8"/>
            <p:cNvSpPr>
              <a:spLocks noChangeShapeType="1"/>
            </p:cNvSpPr>
            <p:nvPr/>
          </p:nvSpPr>
          <p:spPr bwMode="auto">
            <a:xfrm flipH="1">
              <a:off x="1278" y="1985"/>
              <a:ext cx="67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6" name="Line 9"/>
            <p:cNvSpPr>
              <a:spLocks noChangeShapeType="1"/>
            </p:cNvSpPr>
            <p:nvPr/>
          </p:nvSpPr>
          <p:spPr bwMode="auto">
            <a:xfrm flipH="1">
              <a:off x="619" y="1980"/>
              <a:ext cx="676" cy="33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7" name="Line 10"/>
            <p:cNvSpPr>
              <a:spLocks noChangeShapeType="1"/>
            </p:cNvSpPr>
            <p:nvPr/>
          </p:nvSpPr>
          <p:spPr bwMode="auto">
            <a:xfrm>
              <a:off x="1121" y="2071"/>
              <a:ext cx="0" cy="8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8" name="Line 11"/>
            <p:cNvSpPr>
              <a:spLocks noChangeShapeType="1"/>
            </p:cNvSpPr>
            <p:nvPr/>
          </p:nvSpPr>
          <p:spPr bwMode="auto">
            <a:xfrm>
              <a:off x="969" y="2147"/>
              <a:ext cx="9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9" name="Line 12"/>
            <p:cNvSpPr>
              <a:spLocks noChangeShapeType="1"/>
            </p:cNvSpPr>
            <p:nvPr/>
          </p:nvSpPr>
          <p:spPr bwMode="auto">
            <a:xfrm>
              <a:off x="957" y="2798"/>
              <a:ext cx="9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0" name="Oval 13"/>
            <p:cNvSpPr>
              <a:spLocks noChangeArrowheads="1"/>
            </p:cNvSpPr>
            <p:nvPr/>
          </p:nvSpPr>
          <p:spPr bwMode="auto">
            <a:xfrm>
              <a:off x="1278" y="2219"/>
              <a:ext cx="506" cy="513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6701" name="Oval 14"/>
            <p:cNvSpPr>
              <a:spLocks noChangeArrowheads="1"/>
            </p:cNvSpPr>
            <p:nvPr/>
          </p:nvSpPr>
          <p:spPr bwMode="auto">
            <a:xfrm>
              <a:off x="1368" y="2312"/>
              <a:ext cx="319" cy="325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6702" name="Line 15"/>
            <p:cNvSpPr>
              <a:spLocks noChangeShapeType="1"/>
            </p:cNvSpPr>
            <p:nvPr/>
          </p:nvSpPr>
          <p:spPr bwMode="auto">
            <a:xfrm>
              <a:off x="1365" y="1179"/>
              <a:ext cx="0" cy="4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3" name="Line 16"/>
            <p:cNvSpPr>
              <a:spLocks noChangeShapeType="1"/>
            </p:cNvSpPr>
            <p:nvPr/>
          </p:nvSpPr>
          <p:spPr bwMode="auto">
            <a:xfrm>
              <a:off x="1707" y="1178"/>
              <a:ext cx="0" cy="4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4" name="Line 17"/>
            <p:cNvSpPr>
              <a:spLocks noChangeShapeType="1"/>
            </p:cNvSpPr>
            <p:nvPr/>
          </p:nvSpPr>
          <p:spPr bwMode="auto">
            <a:xfrm>
              <a:off x="2245" y="1011"/>
              <a:ext cx="101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5" name="Line 18"/>
            <p:cNvSpPr>
              <a:spLocks noChangeShapeType="1"/>
            </p:cNvSpPr>
            <p:nvPr/>
          </p:nvSpPr>
          <p:spPr bwMode="auto">
            <a:xfrm>
              <a:off x="2257" y="1002"/>
              <a:ext cx="0" cy="4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6" name="Line 19"/>
            <p:cNvSpPr>
              <a:spLocks noChangeShapeType="1"/>
            </p:cNvSpPr>
            <p:nvPr/>
          </p:nvSpPr>
          <p:spPr bwMode="auto">
            <a:xfrm>
              <a:off x="2245" y="1431"/>
              <a:ext cx="1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7" name="Line 20"/>
            <p:cNvSpPr>
              <a:spLocks noChangeShapeType="1"/>
            </p:cNvSpPr>
            <p:nvPr/>
          </p:nvSpPr>
          <p:spPr bwMode="auto">
            <a:xfrm>
              <a:off x="2410" y="1660"/>
              <a:ext cx="68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8" name="Line 21"/>
            <p:cNvSpPr>
              <a:spLocks noChangeShapeType="1"/>
            </p:cNvSpPr>
            <p:nvPr/>
          </p:nvSpPr>
          <p:spPr bwMode="auto">
            <a:xfrm>
              <a:off x="3061" y="1421"/>
              <a:ext cx="20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9" name="Line 22"/>
            <p:cNvSpPr>
              <a:spLocks noChangeShapeType="1"/>
            </p:cNvSpPr>
            <p:nvPr/>
          </p:nvSpPr>
          <p:spPr bwMode="auto">
            <a:xfrm>
              <a:off x="2340" y="1006"/>
              <a:ext cx="247" cy="3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0" name="Line 23"/>
            <p:cNvSpPr>
              <a:spLocks noChangeShapeType="1"/>
            </p:cNvSpPr>
            <p:nvPr/>
          </p:nvSpPr>
          <p:spPr bwMode="auto">
            <a:xfrm>
              <a:off x="2587" y="1334"/>
              <a:ext cx="0" cy="32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1" name="Line 24"/>
            <p:cNvSpPr>
              <a:spLocks noChangeShapeType="1"/>
            </p:cNvSpPr>
            <p:nvPr/>
          </p:nvSpPr>
          <p:spPr bwMode="auto">
            <a:xfrm flipH="1">
              <a:off x="2917" y="1008"/>
              <a:ext cx="246" cy="31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2" name="Line 25"/>
            <p:cNvSpPr>
              <a:spLocks noChangeShapeType="1"/>
            </p:cNvSpPr>
            <p:nvPr/>
          </p:nvSpPr>
          <p:spPr bwMode="auto">
            <a:xfrm>
              <a:off x="2917" y="1323"/>
              <a:ext cx="0" cy="3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3" name="Line 26"/>
            <p:cNvSpPr>
              <a:spLocks noChangeShapeType="1"/>
            </p:cNvSpPr>
            <p:nvPr/>
          </p:nvSpPr>
          <p:spPr bwMode="auto">
            <a:xfrm>
              <a:off x="2587" y="1323"/>
              <a:ext cx="33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4" name="Line 27"/>
            <p:cNvSpPr>
              <a:spLocks noChangeShapeType="1"/>
            </p:cNvSpPr>
            <p:nvPr/>
          </p:nvSpPr>
          <p:spPr bwMode="auto">
            <a:xfrm>
              <a:off x="2515" y="1020"/>
              <a:ext cx="0" cy="1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5" name="Line 28"/>
            <p:cNvSpPr>
              <a:spLocks noChangeShapeType="1"/>
            </p:cNvSpPr>
            <p:nvPr/>
          </p:nvSpPr>
          <p:spPr bwMode="auto">
            <a:xfrm>
              <a:off x="2512" y="1177"/>
              <a:ext cx="4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6" name="Line 29"/>
            <p:cNvSpPr>
              <a:spLocks noChangeShapeType="1"/>
            </p:cNvSpPr>
            <p:nvPr/>
          </p:nvSpPr>
          <p:spPr bwMode="auto">
            <a:xfrm>
              <a:off x="2993" y="997"/>
              <a:ext cx="0" cy="1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7" name="Line 30"/>
            <p:cNvSpPr>
              <a:spLocks noChangeShapeType="1"/>
            </p:cNvSpPr>
            <p:nvPr/>
          </p:nvSpPr>
          <p:spPr bwMode="auto">
            <a:xfrm>
              <a:off x="2593" y="1176"/>
              <a:ext cx="0" cy="1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8" name="Line 31"/>
            <p:cNvSpPr>
              <a:spLocks noChangeShapeType="1"/>
            </p:cNvSpPr>
            <p:nvPr/>
          </p:nvSpPr>
          <p:spPr bwMode="auto">
            <a:xfrm>
              <a:off x="2908" y="1178"/>
              <a:ext cx="0" cy="1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19" name="Line 32"/>
            <p:cNvSpPr>
              <a:spLocks noChangeShapeType="1"/>
            </p:cNvSpPr>
            <p:nvPr/>
          </p:nvSpPr>
          <p:spPr bwMode="auto">
            <a:xfrm flipH="1">
              <a:off x="1268" y="1179"/>
              <a:ext cx="5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0" name="Line 33"/>
            <p:cNvSpPr>
              <a:spLocks noChangeShapeType="1"/>
            </p:cNvSpPr>
            <p:nvPr/>
          </p:nvSpPr>
          <p:spPr bwMode="auto">
            <a:xfrm>
              <a:off x="937" y="1427"/>
              <a:ext cx="101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1" name="Line 34"/>
            <p:cNvSpPr>
              <a:spLocks noChangeShapeType="1"/>
            </p:cNvSpPr>
            <p:nvPr/>
          </p:nvSpPr>
          <p:spPr bwMode="auto">
            <a:xfrm>
              <a:off x="1772" y="1010"/>
              <a:ext cx="0" cy="1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2" name="Line 35"/>
            <p:cNvSpPr>
              <a:spLocks noChangeShapeType="1"/>
            </p:cNvSpPr>
            <p:nvPr/>
          </p:nvSpPr>
          <p:spPr bwMode="auto">
            <a:xfrm flipV="1">
              <a:off x="1275" y="1013"/>
              <a:ext cx="0" cy="40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3" name="Line 36"/>
            <p:cNvSpPr>
              <a:spLocks noChangeShapeType="1"/>
            </p:cNvSpPr>
            <p:nvPr/>
          </p:nvSpPr>
          <p:spPr bwMode="auto">
            <a:xfrm>
              <a:off x="1937" y="1006"/>
              <a:ext cx="0" cy="67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4" name="Line 37"/>
            <p:cNvSpPr>
              <a:spLocks noChangeShapeType="1"/>
            </p:cNvSpPr>
            <p:nvPr/>
          </p:nvSpPr>
          <p:spPr bwMode="auto">
            <a:xfrm>
              <a:off x="1937" y="1973"/>
              <a:ext cx="0" cy="10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5" name="Line 38"/>
            <p:cNvSpPr>
              <a:spLocks noChangeShapeType="1"/>
            </p:cNvSpPr>
            <p:nvPr/>
          </p:nvSpPr>
          <p:spPr bwMode="auto">
            <a:xfrm>
              <a:off x="615" y="2298"/>
              <a:ext cx="0" cy="35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6" name="Line 39"/>
            <p:cNvSpPr>
              <a:spLocks noChangeShapeType="1"/>
            </p:cNvSpPr>
            <p:nvPr/>
          </p:nvSpPr>
          <p:spPr bwMode="auto">
            <a:xfrm flipV="1">
              <a:off x="615" y="1312"/>
              <a:ext cx="0" cy="37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7" name="Line 40"/>
            <p:cNvSpPr>
              <a:spLocks noChangeShapeType="1"/>
            </p:cNvSpPr>
            <p:nvPr/>
          </p:nvSpPr>
          <p:spPr bwMode="auto">
            <a:xfrm flipV="1">
              <a:off x="953" y="1420"/>
              <a:ext cx="0" cy="2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8" name="Line 41"/>
            <p:cNvSpPr>
              <a:spLocks noChangeShapeType="1"/>
            </p:cNvSpPr>
            <p:nvPr/>
          </p:nvSpPr>
          <p:spPr bwMode="auto">
            <a:xfrm>
              <a:off x="3076" y="1414"/>
              <a:ext cx="0" cy="26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9" name="Line 42"/>
            <p:cNvSpPr>
              <a:spLocks noChangeShapeType="1"/>
            </p:cNvSpPr>
            <p:nvPr/>
          </p:nvSpPr>
          <p:spPr bwMode="auto">
            <a:xfrm flipV="1">
              <a:off x="2421" y="1419"/>
              <a:ext cx="0" cy="25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30" name="Line 43"/>
            <p:cNvSpPr>
              <a:spLocks noChangeShapeType="1"/>
            </p:cNvSpPr>
            <p:nvPr/>
          </p:nvSpPr>
          <p:spPr bwMode="auto">
            <a:xfrm flipV="1">
              <a:off x="3243" y="1000"/>
              <a:ext cx="0" cy="4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731" name="Group 44"/>
            <p:cNvGrpSpPr>
              <a:grpSpLocks/>
            </p:cNvGrpSpPr>
            <p:nvPr/>
          </p:nvGrpSpPr>
          <p:grpSpPr bwMode="auto">
            <a:xfrm>
              <a:off x="529" y="2473"/>
              <a:ext cx="1491" cy="0"/>
              <a:chOff x="529" y="2425"/>
              <a:chExt cx="1491" cy="0"/>
            </a:xfrm>
          </p:grpSpPr>
          <p:sp>
            <p:nvSpPr>
              <p:cNvPr id="26751" name="Line 45"/>
              <p:cNvSpPr>
                <a:spLocks noChangeShapeType="1"/>
              </p:cNvSpPr>
              <p:nvPr/>
            </p:nvSpPr>
            <p:spPr bwMode="auto">
              <a:xfrm>
                <a:off x="529" y="2425"/>
                <a:ext cx="2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6752" name="Line 46"/>
              <p:cNvSpPr>
                <a:spLocks noChangeShapeType="1"/>
              </p:cNvSpPr>
              <p:nvPr/>
            </p:nvSpPr>
            <p:spPr bwMode="auto">
              <a:xfrm>
                <a:off x="859" y="2425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6753" name="Line 47"/>
              <p:cNvSpPr>
                <a:spLocks noChangeShapeType="1"/>
              </p:cNvSpPr>
              <p:nvPr/>
            </p:nvSpPr>
            <p:spPr bwMode="auto">
              <a:xfrm>
                <a:off x="913" y="2425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6754" name="Line 48"/>
              <p:cNvSpPr>
                <a:spLocks noChangeShapeType="1"/>
              </p:cNvSpPr>
              <p:nvPr/>
            </p:nvSpPr>
            <p:spPr bwMode="auto">
              <a:xfrm>
                <a:off x="1426" y="2425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6755" name="Line 49"/>
              <p:cNvSpPr>
                <a:spLocks noChangeShapeType="1"/>
              </p:cNvSpPr>
              <p:nvPr/>
            </p:nvSpPr>
            <p:spPr bwMode="auto">
              <a:xfrm>
                <a:off x="1479" y="2425"/>
                <a:ext cx="54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26732" name="Line 50"/>
            <p:cNvSpPr>
              <a:spLocks noChangeShapeType="1"/>
            </p:cNvSpPr>
            <p:nvPr/>
          </p:nvSpPr>
          <p:spPr bwMode="auto">
            <a:xfrm rot="-5400000">
              <a:off x="1332" y="1574"/>
              <a:ext cx="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6733" name="Line 51"/>
            <p:cNvSpPr>
              <a:spLocks noChangeShapeType="1"/>
            </p:cNvSpPr>
            <p:nvPr/>
          </p:nvSpPr>
          <p:spPr bwMode="auto">
            <a:xfrm rot="-5400000">
              <a:off x="1518" y="1330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6734" name="Line 52"/>
            <p:cNvSpPr>
              <a:spLocks noChangeShapeType="1"/>
            </p:cNvSpPr>
            <p:nvPr/>
          </p:nvSpPr>
          <p:spPr bwMode="auto">
            <a:xfrm rot="-5400000">
              <a:off x="1337" y="1092"/>
              <a:ext cx="3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pSp>
          <p:nvGrpSpPr>
            <p:cNvPr id="26735" name="Group 53"/>
            <p:cNvGrpSpPr>
              <a:grpSpLocks/>
            </p:cNvGrpSpPr>
            <p:nvPr/>
          </p:nvGrpSpPr>
          <p:grpSpPr bwMode="auto">
            <a:xfrm>
              <a:off x="2748" y="904"/>
              <a:ext cx="3" cy="877"/>
              <a:chOff x="2748" y="856"/>
              <a:chExt cx="3" cy="877"/>
            </a:xfrm>
          </p:grpSpPr>
          <p:sp>
            <p:nvSpPr>
              <p:cNvPr id="26748" name="Line 54"/>
              <p:cNvSpPr>
                <a:spLocks noChangeShapeType="1"/>
              </p:cNvSpPr>
              <p:nvPr/>
            </p:nvSpPr>
            <p:spPr bwMode="auto">
              <a:xfrm rot="5400000" flipV="1">
                <a:off x="2510" y="1097"/>
                <a:ext cx="4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6749" name="Line 55"/>
              <p:cNvSpPr>
                <a:spLocks noChangeShapeType="1"/>
              </p:cNvSpPr>
              <p:nvPr/>
            </p:nvSpPr>
            <p:spPr bwMode="auto">
              <a:xfrm rot="5400000" flipV="1">
                <a:off x="2734" y="1394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6750" name="Line 56"/>
              <p:cNvSpPr>
                <a:spLocks noChangeShapeType="1"/>
              </p:cNvSpPr>
              <p:nvPr/>
            </p:nvSpPr>
            <p:spPr bwMode="auto">
              <a:xfrm rot="5400000" flipV="1">
                <a:off x="2601" y="1586"/>
                <a:ext cx="29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6736" name="Group 57"/>
            <p:cNvGrpSpPr>
              <a:grpSpLocks/>
            </p:cNvGrpSpPr>
            <p:nvPr/>
          </p:nvGrpSpPr>
          <p:grpSpPr bwMode="auto">
            <a:xfrm>
              <a:off x="1532" y="2120"/>
              <a:ext cx="0" cy="713"/>
              <a:chOff x="1532" y="2072"/>
              <a:chExt cx="0" cy="713"/>
            </a:xfrm>
          </p:grpSpPr>
          <p:sp>
            <p:nvSpPr>
              <p:cNvPr id="26745" name="Line 58"/>
              <p:cNvSpPr>
                <a:spLocks noChangeShapeType="1"/>
              </p:cNvSpPr>
              <p:nvPr/>
            </p:nvSpPr>
            <p:spPr bwMode="auto">
              <a:xfrm rot="-5400000">
                <a:off x="1330" y="2274"/>
                <a:ext cx="4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6746" name="Line 59"/>
              <p:cNvSpPr>
                <a:spLocks noChangeShapeType="1"/>
              </p:cNvSpPr>
              <p:nvPr/>
            </p:nvSpPr>
            <p:spPr bwMode="auto">
              <a:xfrm rot="-5400000">
                <a:off x="1518" y="2511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6747" name="Line 60"/>
              <p:cNvSpPr>
                <a:spLocks noChangeShapeType="1"/>
              </p:cNvSpPr>
              <p:nvPr/>
            </p:nvSpPr>
            <p:spPr bwMode="auto">
              <a:xfrm rot="-5400000">
                <a:off x="1413" y="2667"/>
                <a:ext cx="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26737" name="Line 61"/>
            <p:cNvSpPr>
              <a:spLocks noChangeShapeType="1"/>
            </p:cNvSpPr>
            <p:nvPr/>
          </p:nvSpPr>
          <p:spPr bwMode="auto">
            <a:xfrm flipH="1">
              <a:off x="1284" y="1179"/>
              <a:ext cx="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6738" name="Line 62"/>
            <p:cNvSpPr>
              <a:spLocks noChangeShapeType="1"/>
            </p:cNvSpPr>
            <p:nvPr/>
          </p:nvSpPr>
          <p:spPr bwMode="auto">
            <a:xfrm>
              <a:off x="2516" y="1161"/>
              <a:ext cx="0" cy="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6739" name="Line 63"/>
            <p:cNvSpPr>
              <a:spLocks noChangeShapeType="1"/>
            </p:cNvSpPr>
            <p:nvPr/>
          </p:nvSpPr>
          <p:spPr bwMode="auto">
            <a:xfrm>
              <a:off x="2976" y="1178"/>
              <a:ext cx="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6740" name="Line 64"/>
            <p:cNvSpPr>
              <a:spLocks noChangeShapeType="1"/>
            </p:cNvSpPr>
            <p:nvPr/>
          </p:nvSpPr>
          <p:spPr bwMode="auto">
            <a:xfrm>
              <a:off x="2895" y="1178"/>
              <a:ext cx="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6741" name="Line 65"/>
            <p:cNvSpPr>
              <a:spLocks noChangeShapeType="1"/>
            </p:cNvSpPr>
            <p:nvPr/>
          </p:nvSpPr>
          <p:spPr bwMode="auto">
            <a:xfrm>
              <a:off x="1772" y="1163"/>
              <a:ext cx="0" cy="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6742" name="Line 66"/>
            <p:cNvSpPr>
              <a:spLocks noChangeShapeType="1"/>
            </p:cNvSpPr>
            <p:nvPr/>
          </p:nvSpPr>
          <p:spPr bwMode="auto">
            <a:xfrm>
              <a:off x="1365" y="1626"/>
              <a:ext cx="0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6743" name="Line 67"/>
            <p:cNvSpPr>
              <a:spLocks noChangeShapeType="1"/>
            </p:cNvSpPr>
            <p:nvPr/>
          </p:nvSpPr>
          <p:spPr bwMode="auto">
            <a:xfrm>
              <a:off x="1707" y="1625"/>
              <a:ext cx="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6744" name="Line 68"/>
            <p:cNvSpPr>
              <a:spLocks noChangeShapeType="1"/>
            </p:cNvSpPr>
            <p:nvPr/>
          </p:nvSpPr>
          <p:spPr bwMode="auto">
            <a:xfrm>
              <a:off x="1896" y="2147"/>
              <a:ext cx="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aphicFrame>
        <p:nvGraphicFramePr>
          <p:cNvPr id="224325" name="Object 69"/>
          <p:cNvGraphicFramePr>
            <a:graphicFrameLocks noChangeAspect="1"/>
          </p:cNvGraphicFramePr>
          <p:nvPr/>
        </p:nvGraphicFramePr>
        <p:xfrm>
          <a:off x="3171825" y="4278313"/>
          <a:ext cx="2647950" cy="244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9" name="位图图像" r:id="rId3" imgW="3809524" imgH="3514286" progId="Paint.Picture">
                  <p:embed/>
                </p:oleObj>
              </mc:Choice>
              <mc:Fallback>
                <p:oleObj name="位图图像" r:id="rId3" imgW="3809524" imgH="3514286" progId="Paint.Picture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4278313"/>
                        <a:ext cx="2647950" cy="244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70"/>
          <p:cNvSpPr>
            <a:spLocks noChangeArrowheads="1"/>
          </p:cNvSpPr>
          <p:nvPr/>
        </p:nvSpPr>
        <p:spPr bwMode="auto">
          <a:xfrm>
            <a:off x="415925" y="274638"/>
            <a:ext cx="467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5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压块的读图</a:t>
            </a:r>
            <a:endParaRPr lang="zh-CN" altLang="en-US" sz="2800">
              <a:solidFill>
                <a:srgbClr val="A5002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4327" name="Text Box 71" descr="紫色网格"/>
          <p:cNvSpPr txBox="1">
            <a:spLocks noChangeArrowheads="1"/>
          </p:cNvSpPr>
          <p:nvPr/>
        </p:nvSpPr>
        <p:spPr bwMode="auto">
          <a:xfrm>
            <a:off x="5905500" y="2398713"/>
            <a:ext cx="2619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取线框</a:t>
            </a:r>
          </a:p>
        </p:txBody>
      </p:sp>
      <p:sp>
        <p:nvSpPr>
          <p:cNvPr id="224328" name="Text Box 72" descr="紫色网格"/>
          <p:cNvSpPr txBox="1">
            <a:spLocks noChangeArrowheads="1"/>
          </p:cNvSpPr>
          <p:nvPr/>
        </p:nvSpPr>
        <p:spPr bwMode="auto">
          <a:xfrm>
            <a:off x="5935663" y="2855913"/>
            <a:ext cx="3208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对投影，分平曲</a:t>
            </a:r>
          </a:p>
        </p:txBody>
      </p:sp>
      <p:sp>
        <p:nvSpPr>
          <p:cNvPr id="224329" name="Text Box 73" descr="紫色网格"/>
          <p:cNvSpPr txBox="1">
            <a:spLocks noChangeArrowheads="1"/>
          </p:cNvSpPr>
          <p:nvPr/>
        </p:nvSpPr>
        <p:spPr bwMode="auto">
          <a:xfrm>
            <a:off x="5938838" y="4281488"/>
            <a:ext cx="2727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定形位</a:t>
            </a:r>
          </a:p>
        </p:txBody>
      </p:sp>
      <p:sp>
        <p:nvSpPr>
          <p:cNvPr id="224330" name="Text Box 74"/>
          <p:cNvSpPr txBox="1">
            <a:spLocks noChangeArrowheads="1"/>
          </p:cNvSpPr>
          <p:nvPr/>
        </p:nvSpPr>
        <p:spPr bwMode="auto">
          <a:xfrm>
            <a:off x="6746875" y="3414713"/>
            <a:ext cx="1535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三等关系</a:t>
            </a:r>
          </a:p>
        </p:txBody>
      </p:sp>
      <p:grpSp>
        <p:nvGrpSpPr>
          <p:cNvPr id="224331" name="Group 75"/>
          <p:cNvGrpSpPr>
            <a:grpSpLocks/>
          </p:cNvGrpSpPr>
          <p:nvPr/>
        </p:nvGrpSpPr>
        <p:grpSpPr bwMode="auto">
          <a:xfrm>
            <a:off x="3586163" y="1984375"/>
            <a:ext cx="1560512" cy="1028700"/>
            <a:chOff x="2259" y="962"/>
            <a:chExt cx="983" cy="648"/>
          </a:xfrm>
        </p:grpSpPr>
        <p:sp>
          <p:nvSpPr>
            <p:cNvPr id="26688" name="Freeform 76"/>
            <p:cNvSpPr>
              <a:spLocks/>
            </p:cNvSpPr>
            <p:nvPr/>
          </p:nvSpPr>
          <p:spPr bwMode="auto">
            <a:xfrm>
              <a:off x="2914" y="971"/>
              <a:ext cx="328" cy="639"/>
            </a:xfrm>
            <a:custGeom>
              <a:avLst/>
              <a:gdLst>
                <a:gd name="T0" fmla="*/ 250 w 328"/>
                <a:gd name="T1" fmla="*/ 0 h 639"/>
                <a:gd name="T2" fmla="*/ 328 w 328"/>
                <a:gd name="T3" fmla="*/ 0 h 639"/>
                <a:gd name="T4" fmla="*/ 328 w 328"/>
                <a:gd name="T5" fmla="*/ 398 h 639"/>
                <a:gd name="T6" fmla="*/ 160 w 328"/>
                <a:gd name="T7" fmla="*/ 399 h 639"/>
                <a:gd name="T8" fmla="*/ 160 w 328"/>
                <a:gd name="T9" fmla="*/ 639 h 639"/>
                <a:gd name="T10" fmla="*/ 0 w 328"/>
                <a:gd name="T11" fmla="*/ 639 h 639"/>
                <a:gd name="T12" fmla="*/ 0 w 328"/>
                <a:gd name="T13" fmla="*/ 304 h 639"/>
                <a:gd name="T14" fmla="*/ 250 w 328"/>
                <a:gd name="T15" fmla="*/ 0 h 6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8" h="639">
                  <a:moveTo>
                    <a:pt x="250" y="0"/>
                  </a:moveTo>
                  <a:lnTo>
                    <a:pt x="328" y="0"/>
                  </a:lnTo>
                  <a:lnTo>
                    <a:pt x="328" y="398"/>
                  </a:lnTo>
                  <a:lnTo>
                    <a:pt x="160" y="399"/>
                  </a:lnTo>
                  <a:lnTo>
                    <a:pt x="160" y="639"/>
                  </a:lnTo>
                  <a:lnTo>
                    <a:pt x="0" y="639"/>
                  </a:lnTo>
                  <a:lnTo>
                    <a:pt x="0" y="304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  <a:ln w="127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9" name="Freeform 77"/>
            <p:cNvSpPr>
              <a:spLocks/>
            </p:cNvSpPr>
            <p:nvPr/>
          </p:nvSpPr>
          <p:spPr bwMode="auto">
            <a:xfrm>
              <a:off x="2259" y="962"/>
              <a:ext cx="325" cy="646"/>
            </a:xfrm>
            <a:custGeom>
              <a:avLst/>
              <a:gdLst>
                <a:gd name="T0" fmla="*/ 83 w 325"/>
                <a:gd name="T1" fmla="*/ 1 h 646"/>
                <a:gd name="T2" fmla="*/ 0 w 325"/>
                <a:gd name="T3" fmla="*/ 0 h 646"/>
                <a:gd name="T4" fmla="*/ 0 w 325"/>
                <a:gd name="T5" fmla="*/ 412 h 646"/>
                <a:gd name="T6" fmla="*/ 166 w 325"/>
                <a:gd name="T7" fmla="*/ 412 h 646"/>
                <a:gd name="T8" fmla="*/ 166 w 325"/>
                <a:gd name="T9" fmla="*/ 646 h 646"/>
                <a:gd name="T10" fmla="*/ 325 w 325"/>
                <a:gd name="T11" fmla="*/ 646 h 646"/>
                <a:gd name="T12" fmla="*/ 325 w 325"/>
                <a:gd name="T13" fmla="*/ 311 h 646"/>
                <a:gd name="T14" fmla="*/ 83 w 325"/>
                <a:gd name="T15" fmla="*/ 1 h 6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5" h="646">
                  <a:moveTo>
                    <a:pt x="83" y="1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166" y="412"/>
                  </a:lnTo>
                  <a:lnTo>
                    <a:pt x="166" y="646"/>
                  </a:lnTo>
                  <a:lnTo>
                    <a:pt x="325" y="646"/>
                  </a:lnTo>
                  <a:lnTo>
                    <a:pt x="325" y="31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  <a:ln w="127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4334" name="Freeform 78"/>
          <p:cNvSpPr>
            <a:spLocks/>
          </p:cNvSpPr>
          <p:nvPr/>
        </p:nvSpPr>
        <p:spPr bwMode="auto">
          <a:xfrm>
            <a:off x="976313" y="1985963"/>
            <a:ext cx="1044575" cy="1039812"/>
          </a:xfrm>
          <a:custGeom>
            <a:avLst/>
            <a:gdLst>
              <a:gd name="T0" fmla="*/ 1252518450 w 658"/>
              <a:gd name="T1" fmla="*/ 0 h 655"/>
              <a:gd name="T2" fmla="*/ 1658262813 w 658"/>
              <a:gd name="T3" fmla="*/ 5040310 h 655"/>
              <a:gd name="T4" fmla="*/ 1658262813 w 658"/>
              <a:gd name="T5" fmla="*/ 1033263566 h 655"/>
              <a:gd name="T6" fmla="*/ 844253138 w 658"/>
              <a:gd name="T7" fmla="*/ 1038303876 h 655"/>
              <a:gd name="T8" fmla="*/ 841732188 w 658"/>
              <a:gd name="T9" fmla="*/ 1645660446 h 655"/>
              <a:gd name="T10" fmla="*/ 0 w 658"/>
              <a:gd name="T11" fmla="*/ 1650700756 h 655"/>
              <a:gd name="T12" fmla="*/ 5040313 w 658"/>
              <a:gd name="T13" fmla="*/ 743444943 h 655"/>
              <a:gd name="T14" fmla="*/ 1252518450 w 658"/>
              <a:gd name="T15" fmla="*/ 0 h 6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58" h="655">
                <a:moveTo>
                  <a:pt x="497" y="0"/>
                </a:moveTo>
                <a:lnTo>
                  <a:pt x="658" y="2"/>
                </a:lnTo>
                <a:lnTo>
                  <a:pt x="658" y="410"/>
                </a:lnTo>
                <a:lnTo>
                  <a:pt x="335" y="412"/>
                </a:lnTo>
                <a:lnTo>
                  <a:pt x="334" y="653"/>
                </a:lnTo>
                <a:lnTo>
                  <a:pt x="0" y="655"/>
                </a:lnTo>
                <a:lnTo>
                  <a:pt x="2" y="295"/>
                </a:lnTo>
                <a:lnTo>
                  <a:pt x="497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12700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4335" name="Freeform 79"/>
          <p:cNvSpPr>
            <a:spLocks/>
          </p:cNvSpPr>
          <p:nvPr/>
        </p:nvSpPr>
        <p:spPr bwMode="auto">
          <a:xfrm>
            <a:off x="985838" y="3654425"/>
            <a:ext cx="800100" cy="1298575"/>
          </a:xfrm>
          <a:custGeom>
            <a:avLst/>
            <a:gdLst>
              <a:gd name="T0" fmla="*/ 1311803299 w 488"/>
              <a:gd name="T1" fmla="*/ 0 h 800"/>
              <a:gd name="T2" fmla="*/ 0 w 488"/>
              <a:gd name="T3" fmla="*/ 632362198 h 800"/>
              <a:gd name="T4" fmla="*/ 0 w 488"/>
              <a:gd name="T5" fmla="*/ 1480779681 h 800"/>
              <a:gd name="T6" fmla="*/ 1311803299 w 488"/>
              <a:gd name="T7" fmla="*/ 2107871288 h 800"/>
              <a:gd name="T8" fmla="*/ 1311803299 w 488"/>
              <a:gd name="T9" fmla="*/ 0 h 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8" h="800">
                <a:moveTo>
                  <a:pt x="488" y="0"/>
                </a:moveTo>
                <a:lnTo>
                  <a:pt x="0" y="240"/>
                </a:lnTo>
                <a:lnTo>
                  <a:pt x="0" y="562"/>
                </a:lnTo>
                <a:lnTo>
                  <a:pt x="488" y="800"/>
                </a:lnTo>
                <a:lnTo>
                  <a:pt x="488" y="0"/>
                </a:lnTo>
                <a:close/>
              </a:path>
            </a:pathLst>
          </a:custGeom>
          <a:solidFill>
            <a:srgbClr val="00CC66">
              <a:alpha val="50195"/>
            </a:srgbClr>
          </a:solidFill>
          <a:ln w="38100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4336" name="Group 80"/>
          <p:cNvGrpSpPr>
            <a:grpSpLocks/>
          </p:cNvGrpSpPr>
          <p:nvPr/>
        </p:nvGrpSpPr>
        <p:grpSpPr bwMode="auto">
          <a:xfrm>
            <a:off x="969963" y="1989138"/>
            <a:ext cx="1049337" cy="3111500"/>
            <a:chOff x="611" y="965"/>
            <a:chExt cx="661" cy="1960"/>
          </a:xfrm>
        </p:grpSpPr>
        <p:sp>
          <p:nvSpPr>
            <p:cNvPr id="26686" name="Line 81"/>
            <p:cNvSpPr>
              <a:spLocks noChangeShapeType="1"/>
            </p:cNvSpPr>
            <p:nvPr/>
          </p:nvSpPr>
          <p:spPr bwMode="auto">
            <a:xfrm>
              <a:off x="1272" y="965"/>
              <a:ext cx="0" cy="1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7" name="Line 82"/>
            <p:cNvSpPr>
              <a:spLocks noChangeShapeType="1"/>
            </p:cNvSpPr>
            <p:nvPr/>
          </p:nvSpPr>
          <p:spPr bwMode="auto">
            <a:xfrm flipV="1">
              <a:off x="611" y="1285"/>
              <a:ext cx="0" cy="12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4339" name="Line 83"/>
          <p:cNvSpPr>
            <a:spLocks noChangeShapeType="1"/>
          </p:cNvSpPr>
          <p:nvPr/>
        </p:nvSpPr>
        <p:spPr bwMode="auto">
          <a:xfrm flipV="1">
            <a:off x="955675" y="1968500"/>
            <a:ext cx="847725" cy="511175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4340" name="Freeform 84"/>
          <p:cNvSpPr>
            <a:spLocks/>
          </p:cNvSpPr>
          <p:nvPr/>
        </p:nvSpPr>
        <p:spPr bwMode="auto">
          <a:xfrm>
            <a:off x="3694113" y="1974850"/>
            <a:ext cx="1325562" cy="488950"/>
          </a:xfrm>
          <a:custGeom>
            <a:avLst/>
            <a:gdLst>
              <a:gd name="T0" fmla="*/ 0 w 808"/>
              <a:gd name="T1" fmla="*/ 0 h 304"/>
              <a:gd name="T2" fmla="*/ 624403683 w 808"/>
              <a:gd name="T3" fmla="*/ 778660917 h 304"/>
              <a:gd name="T4" fmla="*/ 1528712579 w 808"/>
              <a:gd name="T5" fmla="*/ 786421390 h 304"/>
              <a:gd name="T6" fmla="*/ 2147483647 w 808"/>
              <a:gd name="T7" fmla="*/ 41390261 h 304"/>
              <a:gd name="T8" fmla="*/ 86125438 w 808"/>
              <a:gd name="T9" fmla="*/ 41390261 h 304"/>
              <a:gd name="T10" fmla="*/ 0 w 808"/>
              <a:gd name="T11" fmla="*/ 0 h 3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08" h="304">
                <a:moveTo>
                  <a:pt x="0" y="0"/>
                </a:moveTo>
                <a:lnTo>
                  <a:pt x="232" y="301"/>
                </a:lnTo>
                <a:lnTo>
                  <a:pt x="568" y="304"/>
                </a:lnTo>
                <a:lnTo>
                  <a:pt x="808" y="16"/>
                </a:lnTo>
                <a:lnTo>
                  <a:pt x="32" y="16"/>
                </a:lnTo>
                <a:lnTo>
                  <a:pt x="0" y="0"/>
                </a:lnTo>
                <a:close/>
              </a:path>
            </a:pathLst>
          </a:custGeom>
          <a:solidFill>
            <a:srgbClr val="00CC66">
              <a:alpha val="50195"/>
            </a:srgbClr>
          </a:solidFill>
          <a:ln w="38100" cmpd="sng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4341" name="Rectangle 85"/>
          <p:cNvSpPr>
            <a:spLocks noChangeArrowheads="1"/>
          </p:cNvSpPr>
          <p:nvPr/>
        </p:nvSpPr>
        <p:spPr bwMode="auto">
          <a:xfrm>
            <a:off x="1493838" y="2636838"/>
            <a:ext cx="1579562" cy="396875"/>
          </a:xfrm>
          <a:prstGeom prst="rect">
            <a:avLst/>
          </a:prstGeom>
          <a:solidFill>
            <a:srgbClr val="FF7C80">
              <a:alpha val="50195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224342" name="Group 86"/>
          <p:cNvGrpSpPr>
            <a:grpSpLocks/>
          </p:cNvGrpSpPr>
          <p:nvPr/>
        </p:nvGrpSpPr>
        <p:grpSpPr bwMode="auto">
          <a:xfrm>
            <a:off x="3835400" y="2619375"/>
            <a:ext cx="1044575" cy="419100"/>
            <a:chOff x="2425" y="1362"/>
            <a:chExt cx="658" cy="264"/>
          </a:xfrm>
        </p:grpSpPr>
        <p:sp>
          <p:nvSpPr>
            <p:cNvPr id="26684" name="Line 87"/>
            <p:cNvSpPr>
              <a:spLocks noChangeShapeType="1"/>
            </p:cNvSpPr>
            <p:nvPr/>
          </p:nvSpPr>
          <p:spPr bwMode="auto">
            <a:xfrm>
              <a:off x="3083" y="1362"/>
              <a:ext cx="0" cy="2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5" name="Line 88"/>
            <p:cNvSpPr>
              <a:spLocks noChangeShapeType="1"/>
            </p:cNvSpPr>
            <p:nvPr/>
          </p:nvSpPr>
          <p:spPr bwMode="auto">
            <a:xfrm>
              <a:off x="2425" y="1368"/>
              <a:ext cx="0" cy="253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4345" name="Rectangle 89"/>
          <p:cNvSpPr>
            <a:spLocks noChangeArrowheads="1"/>
          </p:cNvSpPr>
          <p:nvPr/>
        </p:nvSpPr>
        <p:spPr bwMode="auto">
          <a:xfrm>
            <a:off x="2030413" y="1993900"/>
            <a:ext cx="1041400" cy="641350"/>
          </a:xfrm>
          <a:prstGeom prst="rect">
            <a:avLst/>
          </a:prstGeom>
          <a:solidFill>
            <a:srgbClr val="FF9933">
              <a:alpha val="50195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224346" name="Group 90"/>
          <p:cNvGrpSpPr>
            <a:grpSpLocks/>
          </p:cNvGrpSpPr>
          <p:nvPr/>
        </p:nvGrpSpPr>
        <p:grpSpPr bwMode="auto">
          <a:xfrm>
            <a:off x="2017713" y="2609850"/>
            <a:ext cx="1052512" cy="2513013"/>
            <a:chOff x="1271" y="1356"/>
            <a:chExt cx="663" cy="1583"/>
          </a:xfrm>
        </p:grpSpPr>
        <p:sp>
          <p:nvSpPr>
            <p:cNvPr id="26682" name="Line 91"/>
            <p:cNvSpPr>
              <a:spLocks noChangeShapeType="1"/>
            </p:cNvSpPr>
            <p:nvPr/>
          </p:nvSpPr>
          <p:spPr bwMode="auto">
            <a:xfrm>
              <a:off x="1271" y="1356"/>
              <a:ext cx="0" cy="15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3" name="Line 92"/>
            <p:cNvSpPr>
              <a:spLocks noChangeShapeType="1"/>
            </p:cNvSpPr>
            <p:nvPr/>
          </p:nvSpPr>
          <p:spPr bwMode="auto">
            <a:xfrm>
              <a:off x="1934" y="1378"/>
              <a:ext cx="0" cy="1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4349" name="Group 93"/>
          <p:cNvGrpSpPr>
            <a:grpSpLocks/>
          </p:cNvGrpSpPr>
          <p:nvPr/>
        </p:nvGrpSpPr>
        <p:grpSpPr bwMode="auto">
          <a:xfrm>
            <a:off x="3582988" y="1957388"/>
            <a:ext cx="1570037" cy="723900"/>
            <a:chOff x="2257" y="945"/>
            <a:chExt cx="989" cy="456"/>
          </a:xfrm>
        </p:grpSpPr>
        <p:sp>
          <p:nvSpPr>
            <p:cNvPr id="26680" name="Line 94"/>
            <p:cNvSpPr>
              <a:spLocks noChangeShapeType="1"/>
            </p:cNvSpPr>
            <p:nvPr/>
          </p:nvSpPr>
          <p:spPr bwMode="auto">
            <a:xfrm>
              <a:off x="3245" y="945"/>
              <a:ext cx="1" cy="446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1" name="Line 95"/>
            <p:cNvSpPr>
              <a:spLocks noChangeShapeType="1"/>
            </p:cNvSpPr>
            <p:nvPr/>
          </p:nvSpPr>
          <p:spPr bwMode="auto">
            <a:xfrm>
              <a:off x="2257" y="946"/>
              <a:ext cx="0" cy="455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4352" name="Group 96"/>
          <p:cNvGrpSpPr>
            <a:grpSpLocks/>
          </p:cNvGrpSpPr>
          <p:nvPr/>
        </p:nvGrpSpPr>
        <p:grpSpPr bwMode="auto">
          <a:xfrm>
            <a:off x="954088" y="3538538"/>
            <a:ext cx="1084262" cy="1555750"/>
            <a:chOff x="601" y="1941"/>
            <a:chExt cx="683" cy="980"/>
          </a:xfrm>
        </p:grpSpPr>
        <p:sp>
          <p:nvSpPr>
            <p:cNvPr id="26678" name="Line 97"/>
            <p:cNvSpPr>
              <a:spLocks noChangeShapeType="1"/>
            </p:cNvSpPr>
            <p:nvPr/>
          </p:nvSpPr>
          <p:spPr bwMode="auto">
            <a:xfrm flipH="1">
              <a:off x="601" y="1941"/>
              <a:ext cx="683" cy="335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9" name="Line 98"/>
            <p:cNvSpPr>
              <a:spLocks noChangeShapeType="1"/>
            </p:cNvSpPr>
            <p:nvPr/>
          </p:nvSpPr>
          <p:spPr bwMode="auto">
            <a:xfrm>
              <a:off x="614" y="2589"/>
              <a:ext cx="670" cy="332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4355" name="Group 99"/>
          <p:cNvGrpSpPr>
            <a:grpSpLocks/>
          </p:cNvGrpSpPr>
          <p:nvPr/>
        </p:nvGrpSpPr>
        <p:grpSpPr bwMode="auto">
          <a:xfrm>
            <a:off x="1479550" y="2644775"/>
            <a:ext cx="3663950" cy="390525"/>
            <a:chOff x="932" y="1378"/>
            <a:chExt cx="2308" cy="246"/>
          </a:xfrm>
        </p:grpSpPr>
        <p:sp>
          <p:nvSpPr>
            <p:cNvPr id="26676" name="Line 100"/>
            <p:cNvSpPr>
              <a:spLocks noChangeShapeType="1"/>
            </p:cNvSpPr>
            <p:nvPr/>
          </p:nvSpPr>
          <p:spPr bwMode="auto">
            <a:xfrm>
              <a:off x="953" y="1624"/>
              <a:ext cx="2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7" name="Line 101"/>
            <p:cNvSpPr>
              <a:spLocks noChangeShapeType="1"/>
            </p:cNvSpPr>
            <p:nvPr/>
          </p:nvSpPr>
          <p:spPr bwMode="auto">
            <a:xfrm>
              <a:off x="932" y="1378"/>
              <a:ext cx="2308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4358" name="Text Box 102" descr="紫色网格"/>
          <p:cNvSpPr txBox="1">
            <a:spLocks noChangeArrowheads="1"/>
          </p:cNvSpPr>
          <p:nvPr/>
        </p:nvSpPr>
        <p:spPr bwMode="auto">
          <a:xfrm>
            <a:off x="5916613" y="4897438"/>
            <a:ext cx="2441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4.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想整体</a:t>
            </a:r>
          </a:p>
        </p:txBody>
      </p:sp>
      <p:grpSp>
        <p:nvGrpSpPr>
          <p:cNvPr id="224359" name="Group 103"/>
          <p:cNvGrpSpPr>
            <a:grpSpLocks/>
          </p:cNvGrpSpPr>
          <p:nvPr/>
        </p:nvGrpSpPr>
        <p:grpSpPr bwMode="auto">
          <a:xfrm>
            <a:off x="981075" y="1981200"/>
            <a:ext cx="4149725" cy="493713"/>
            <a:chOff x="618" y="962"/>
            <a:chExt cx="2614" cy="311"/>
          </a:xfrm>
        </p:grpSpPr>
        <p:sp>
          <p:nvSpPr>
            <p:cNvPr id="26674" name="Line 104"/>
            <p:cNvSpPr>
              <a:spLocks noChangeShapeType="1"/>
            </p:cNvSpPr>
            <p:nvPr/>
          </p:nvSpPr>
          <p:spPr bwMode="auto">
            <a:xfrm flipV="1">
              <a:off x="1113" y="962"/>
              <a:ext cx="21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5" name="Line 105"/>
            <p:cNvSpPr>
              <a:spLocks noChangeShapeType="1"/>
            </p:cNvSpPr>
            <p:nvPr/>
          </p:nvSpPr>
          <p:spPr bwMode="auto">
            <a:xfrm flipV="1">
              <a:off x="618" y="1272"/>
              <a:ext cx="228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4362" name="Group 106"/>
          <p:cNvGrpSpPr>
            <a:grpSpLocks/>
          </p:cNvGrpSpPr>
          <p:nvPr/>
        </p:nvGrpSpPr>
        <p:grpSpPr bwMode="auto">
          <a:xfrm>
            <a:off x="1498600" y="2624138"/>
            <a:ext cx="1574800" cy="2246312"/>
            <a:chOff x="944" y="1365"/>
            <a:chExt cx="992" cy="1415"/>
          </a:xfrm>
        </p:grpSpPr>
        <p:sp>
          <p:nvSpPr>
            <p:cNvPr id="26672" name="Line 107"/>
            <p:cNvSpPr>
              <a:spLocks noChangeShapeType="1"/>
            </p:cNvSpPr>
            <p:nvPr/>
          </p:nvSpPr>
          <p:spPr bwMode="auto">
            <a:xfrm>
              <a:off x="944" y="1365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3" name="Line 108"/>
            <p:cNvSpPr>
              <a:spLocks noChangeShapeType="1"/>
            </p:cNvSpPr>
            <p:nvPr/>
          </p:nvSpPr>
          <p:spPr bwMode="auto">
            <a:xfrm>
              <a:off x="1936" y="1380"/>
              <a:ext cx="0" cy="1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4365" name="Group 109"/>
          <p:cNvGrpSpPr>
            <a:grpSpLocks/>
          </p:cNvGrpSpPr>
          <p:nvPr/>
        </p:nvGrpSpPr>
        <p:grpSpPr bwMode="auto">
          <a:xfrm>
            <a:off x="1789113" y="1982788"/>
            <a:ext cx="3354387" cy="661987"/>
            <a:chOff x="1127" y="953"/>
            <a:chExt cx="2113" cy="417"/>
          </a:xfrm>
        </p:grpSpPr>
        <p:sp>
          <p:nvSpPr>
            <p:cNvPr id="26670" name="Line 110"/>
            <p:cNvSpPr>
              <a:spLocks noChangeShapeType="1"/>
            </p:cNvSpPr>
            <p:nvPr/>
          </p:nvSpPr>
          <p:spPr bwMode="auto">
            <a:xfrm>
              <a:off x="1127" y="953"/>
              <a:ext cx="2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1" name="Line 111"/>
            <p:cNvSpPr>
              <a:spLocks noChangeShapeType="1"/>
            </p:cNvSpPr>
            <p:nvPr/>
          </p:nvSpPr>
          <p:spPr bwMode="auto">
            <a:xfrm>
              <a:off x="1259" y="1369"/>
              <a:ext cx="197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4368" name="Group 112"/>
          <p:cNvGrpSpPr>
            <a:grpSpLocks/>
          </p:cNvGrpSpPr>
          <p:nvPr/>
        </p:nvGrpSpPr>
        <p:grpSpPr bwMode="auto">
          <a:xfrm>
            <a:off x="974725" y="1981200"/>
            <a:ext cx="4175125" cy="1055688"/>
            <a:chOff x="614" y="960"/>
            <a:chExt cx="2630" cy="665"/>
          </a:xfrm>
        </p:grpSpPr>
        <p:sp>
          <p:nvSpPr>
            <p:cNvPr id="26667" name="Line 113"/>
            <p:cNvSpPr>
              <a:spLocks noChangeShapeType="1"/>
            </p:cNvSpPr>
            <p:nvPr/>
          </p:nvSpPr>
          <p:spPr bwMode="auto">
            <a:xfrm>
              <a:off x="1117" y="960"/>
              <a:ext cx="21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8" name="Line 114"/>
            <p:cNvSpPr>
              <a:spLocks noChangeShapeType="1"/>
            </p:cNvSpPr>
            <p:nvPr/>
          </p:nvSpPr>
          <p:spPr bwMode="auto">
            <a:xfrm flipH="1" flipV="1">
              <a:off x="938" y="1375"/>
              <a:ext cx="2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9" name="Line 115"/>
            <p:cNvSpPr>
              <a:spLocks noChangeShapeType="1"/>
            </p:cNvSpPr>
            <p:nvPr/>
          </p:nvSpPr>
          <p:spPr bwMode="auto">
            <a:xfrm>
              <a:off x="614" y="1624"/>
              <a:ext cx="246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4372" name="Group 116"/>
          <p:cNvGrpSpPr>
            <a:grpSpLocks/>
          </p:cNvGrpSpPr>
          <p:nvPr/>
        </p:nvGrpSpPr>
        <p:grpSpPr bwMode="auto">
          <a:xfrm>
            <a:off x="2014538" y="3541713"/>
            <a:ext cx="1090612" cy="1552575"/>
            <a:chOff x="1269" y="1943"/>
            <a:chExt cx="687" cy="978"/>
          </a:xfrm>
        </p:grpSpPr>
        <p:sp>
          <p:nvSpPr>
            <p:cNvPr id="26665" name="Line 117"/>
            <p:cNvSpPr>
              <a:spLocks noChangeShapeType="1"/>
            </p:cNvSpPr>
            <p:nvPr/>
          </p:nvSpPr>
          <p:spPr bwMode="auto">
            <a:xfrm flipV="1">
              <a:off x="1269" y="2920"/>
              <a:ext cx="682" cy="1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6" name="Line 118"/>
            <p:cNvSpPr>
              <a:spLocks noChangeShapeType="1"/>
            </p:cNvSpPr>
            <p:nvPr/>
          </p:nvSpPr>
          <p:spPr bwMode="auto">
            <a:xfrm>
              <a:off x="1274" y="1943"/>
              <a:ext cx="682" cy="0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4375" name="Group 119"/>
          <p:cNvGrpSpPr>
            <a:grpSpLocks/>
          </p:cNvGrpSpPr>
          <p:nvPr/>
        </p:nvGrpSpPr>
        <p:grpSpPr bwMode="auto">
          <a:xfrm>
            <a:off x="1558925" y="3787775"/>
            <a:ext cx="1535113" cy="1035050"/>
            <a:chOff x="982" y="2098"/>
            <a:chExt cx="967" cy="652"/>
          </a:xfrm>
        </p:grpSpPr>
        <p:sp>
          <p:nvSpPr>
            <p:cNvPr id="26663" name="Line 120"/>
            <p:cNvSpPr>
              <a:spLocks noChangeShapeType="1"/>
            </p:cNvSpPr>
            <p:nvPr/>
          </p:nvSpPr>
          <p:spPr bwMode="auto">
            <a:xfrm>
              <a:off x="982" y="2750"/>
              <a:ext cx="96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4" name="Line 121"/>
            <p:cNvSpPr>
              <a:spLocks noChangeShapeType="1"/>
            </p:cNvSpPr>
            <p:nvPr/>
          </p:nvSpPr>
          <p:spPr bwMode="auto">
            <a:xfrm>
              <a:off x="984" y="2098"/>
              <a:ext cx="95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4378" name="Rectangle 122"/>
          <p:cNvSpPr>
            <a:spLocks noChangeArrowheads="1"/>
          </p:cNvSpPr>
          <p:nvPr/>
        </p:nvSpPr>
        <p:spPr bwMode="auto">
          <a:xfrm>
            <a:off x="973138" y="1041400"/>
            <a:ext cx="7548562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一般情况下，投影图中一个封闭线框代表空间一个面。</a:t>
            </a:r>
          </a:p>
        </p:txBody>
      </p:sp>
      <p:grpSp>
        <p:nvGrpSpPr>
          <p:cNvPr id="224379" name="Group 123"/>
          <p:cNvGrpSpPr>
            <a:grpSpLocks/>
          </p:cNvGrpSpPr>
          <p:nvPr/>
        </p:nvGrpSpPr>
        <p:grpSpPr bwMode="auto">
          <a:xfrm>
            <a:off x="965200" y="1981200"/>
            <a:ext cx="814388" cy="2954338"/>
            <a:chOff x="608" y="960"/>
            <a:chExt cx="513" cy="1861"/>
          </a:xfrm>
        </p:grpSpPr>
        <p:sp>
          <p:nvSpPr>
            <p:cNvPr id="26661" name="Line 124"/>
            <p:cNvSpPr>
              <a:spLocks noChangeShapeType="1"/>
            </p:cNvSpPr>
            <p:nvPr/>
          </p:nvSpPr>
          <p:spPr bwMode="auto">
            <a:xfrm flipV="1">
              <a:off x="1121" y="960"/>
              <a:ext cx="0" cy="18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2" name="Line 125"/>
            <p:cNvSpPr>
              <a:spLocks noChangeShapeType="1"/>
            </p:cNvSpPr>
            <p:nvPr/>
          </p:nvSpPr>
          <p:spPr bwMode="auto">
            <a:xfrm flipV="1">
              <a:off x="608" y="1272"/>
              <a:ext cx="0" cy="1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4382" name="Group 126"/>
          <p:cNvGrpSpPr>
            <a:grpSpLocks/>
          </p:cNvGrpSpPr>
          <p:nvPr/>
        </p:nvGrpSpPr>
        <p:grpSpPr bwMode="auto">
          <a:xfrm>
            <a:off x="1525588" y="3787775"/>
            <a:ext cx="1535112" cy="1035050"/>
            <a:chOff x="982" y="2098"/>
            <a:chExt cx="967" cy="652"/>
          </a:xfrm>
        </p:grpSpPr>
        <p:sp>
          <p:nvSpPr>
            <p:cNvPr id="26659" name="Line 127"/>
            <p:cNvSpPr>
              <a:spLocks noChangeShapeType="1"/>
            </p:cNvSpPr>
            <p:nvPr/>
          </p:nvSpPr>
          <p:spPr bwMode="auto">
            <a:xfrm>
              <a:off x="982" y="2750"/>
              <a:ext cx="96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0" name="Line 128"/>
            <p:cNvSpPr>
              <a:spLocks noChangeShapeType="1"/>
            </p:cNvSpPr>
            <p:nvPr/>
          </p:nvSpPr>
          <p:spPr bwMode="auto">
            <a:xfrm>
              <a:off x="984" y="2098"/>
              <a:ext cx="95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4385" name="Text Box 129" descr="紫色网格"/>
          <p:cNvSpPr txBox="1">
            <a:spLocks noChangeArrowheads="1"/>
          </p:cNvSpPr>
          <p:nvPr/>
        </p:nvSpPr>
        <p:spPr bwMode="auto">
          <a:xfrm>
            <a:off x="5884863" y="1812925"/>
            <a:ext cx="2441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面形分析法</a:t>
            </a:r>
          </a:p>
        </p:txBody>
      </p:sp>
      <p:sp>
        <p:nvSpPr>
          <p:cNvPr id="224386" name="Text Box 130"/>
          <p:cNvSpPr txBox="1">
            <a:spLocks noChangeArrowheads="1"/>
          </p:cNvSpPr>
          <p:nvPr/>
        </p:nvSpPr>
        <p:spPr bwMode="auto">
          <a:xfrm>
            <a:off x="6757988" y="3779838"/>
            <a:ext cx="1535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类似形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2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2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22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22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22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2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22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2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2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2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3" dur="500"/>
                                        <p:tgtEl>
                                          <p:spTgt spid="22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327" grpId="0" autoUpdateAnimBg="0"/>
      <p:bldP spid="224328" grpId="0" autoUpdateAnimBg="0"/>
      <p:bldP spid="224329" grpId="0" autoUpdateAnimBg="0"/>
      <p:bldP spid="224330" grpId="0" build="p" autoUpdateAnimBg="0"/>
      <p:bldP spid="224334" grpId="0" animBg="1"/>
      <p:bldP spid="224335" grpId="0" animBg="1"/>
      <p:bldP spid="224339" grpId="0" animBg="1"/>
      <p:bldP spid="224340" grpId="0" animBg="1"/>
      <p:bldP spid="224341" grpId="0" animBg="1"/>
      <p:bldP spid="224345" grpId="0" animBg="1"/>
      <p:bldP spid="224358" grpId="0" autoUpdateAnimBg="0"/>
      <p:bldP spid="224378" grpId="0" animBg="1" autoUpdateAnimBg="0"/>
      <p:bldP spid="224385" grpId="0" autoUpdateAnimBg="0"/>
      <p:bldP spid="224386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B52F2E08-1416-4BED-9649-34D8C70122D5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7651" name="Group 2"/>
          <p:cNvGrpSpPr>
            <a:grpSpLocks/>
          </p:cNvGrpSpPr>
          <p:nvPr/>
        </p:nvGrpSpPr>
        <p:grpSpPr bwMode="auto">
          <a:xfrm>
            <a:off x="1281113" y="433388"/>
            <a:ext cx="2438400" cy="5424487"/>
            <a:chOff x="807" y="273"/>
            <a:chExt cx="1536" cy="3417"/>
          </a:xfrm>
        </p:grpSpPr>
        <p:sp>
          <p:nvSpPr>
            <p:cNvPr id="27702" name="Rectangle 3"/>
            <p:cNvSpPr>
              <a:spLocks noChangeArrowheads="1"/>
            </p:cNvSpPr>
            <p:nvPr/>
          </p:nvSpPr>
          <p:spPr bwMode="auto">
            <a:xfrm>
              <a:off x="969" y="932"/>
              <a:ext cx="1152" cy="1536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7703" name="Rectangle 4"/>
            <p:cNvSpPr>
              <a:spLocks noChangeArrowheads="1"/>
            </p:cNvSpPr>
            <p:nvPr/>
          </p:nvSpPr>
          <p:spPr bwMode="auto">
            <a:xfrm>
              <a:off x="963" y="2768"/>
              <a:ext cx="1158" cy="852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7704" name="Line 5"/>
            <p:cNvSpPr>
              <a:spLocks noChangeShapeType="1"/>
            </p:cNvSpPr>
            <p:nvPr/>
          </p:nvSpPr>
          <p:spPr bwMode="auto">
            <a:xfrm>
              <a:off x="963" y="3020"/>
              <a:ext cx="115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05" name="Line 6"/>
            <p:cNvSpPr>
              <a:spLocks noChangeShapeType="1"/>
            </p:cNvSpPr>
            <p:nvPr/>
          </p:nvSpPr>
          <p:spPr bwMode="auto">
            <a:xfrm>
              <a:off x="963" y="3368"/>
              <a:ext cx="115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06" name="Line 7"/>
            <p:cNvSpPr>
              <a:spLocks noChangeShapeType="1"/>
            </p:cNvSpPr>
            <p:nvPr/>
          </p:nvSpPr>
          <p:spPr bwMode="auto">
            <a:xfrm>
              <a:off x="1155" y="2774"/>
              <a:ext cx="0" cy="24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07" name="Line 8"/>
            <p:cNvSpPr>
              <a:spLocks noChangeShapeType="1"/>
            </p:cNvSpPr>
            <p:nvPr/>
          </p:nvSpPr>
          <p:spPr bwMode="auto">
            <a:xfrm>
              <a:off x="1155" y="3368"/>
              <a:ext cx="0" cy="25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08" name="Line 9"/>
            <p:cNvSpPr>
              <a:spLocks noChangeShapeType="1"/>
            </p:cNvSpPr>
            <p:nvPr/>
          </p:nvSpPr>
          <p:spPr bwMode="auto">
            <a:xfrm>
              <a:off x="1929" y="2768"/>
              <a:ext cx="0" cy="25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09" name="Line 10"/>
            <p:cNvSpPr>
              <a:spLocks noChangeShapeType="1"/>
            </p:cNvSpPr>
            <p:nvPr/>
          </p:nvSpPr>
          <p:spPr bwMode="auto">
            <a:xfrm>
              <a:off x="1929" y="3368"/>
              <a:ext cx="0" cy="25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10" name="Line 11"/>
            <p:cNvSpPr>
              <a:spLocks noChangeShapeType="1"/>
            </p:cNvSpPr>
            <p:nvPr/>
          </p:nvSpPr>
          <p:spPr bwMode="auto">
            <a:xfrm>
              <a:off x="1353" y="2766"/>
              <a:ext cx="0" cy="6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11" name="Line 12"/>
            <p:cNvSpPr>
              <a:spLocks noChangeShapeType="1"/>
            </p:cNvSpPr>
            <p:nvPr/>
          </p:nvSpPr>
          <p:spPr bwMode="auto">
            <a:xfrm>
              <a:off x="1737" y="277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7712" name="Group 13"/>
            <p:cNvGrpSpPr>
              <a:grpSpLocks/>
            </p:cNvGrpSpPr>
            <p:nvPr/>
          </p:nvGrpSpPr>
          <p:grpSpPr bwMode="auto">
            <a:xfrm>
              <a:off x="1544" y="2710"/>
              <a:ext cx="0" cy="980"/>
              <a:chOff x="1544" y="2551"/>
              <a:chExt cx="0" cy="980"/>
            </a:xfrm>
          </p:grpSpPr>
          <p:sp>
            <p:nvSpPr>
              <p:cNvPr id="27741" name="Line 14"/>
              <p:cNvSpPr>
                <a:spLocks noChangeShapeType="1"/>
              </p:cNvSpPr>
              <p:nvPr/>
            </p:nvSpPr>
            <p:spPr bwMode="auto">
              <a:xfrm rot="-5400000">
                <a:off x="1288" y="3275"/>
                <a:ext cx="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7742" name="Line 15"/>
              <p:cNvSpPr>
                <a:spLocks noChangeShapeType="1"/>
              </p:cNvSpPr>
              <p:nvPr/>
            </p:nvSpPr>
            <p:spPr bwMode="auto">
              <a:xfrm rot="-5400000">
                <a:off x="1530" y="2971"/>
                <a:ext cx="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7743" name="Line 16"/>
              <p:cNvSpPr>
                <a:spLocks noChangeShapeType="1"/>
              </p:cNvSpPr>
              <p:nvPr/>
            </p:nvSpPr>
            <p:spPr bwMode="auto">
              <a:xfrm rot="-5400000">
                <a:off x="1353" y="2742"/>
                <a:ext cx="3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27713" name="Oval 17"/>
            <p:cNvSpPr>
              <a:spLocks noChangeArrowheads="1"/>
            </p:cNvSpPr>
            <p:nvPr/>
          </p:nvSpPr>
          <p:spPr bwMode="auto">
            <a:xfrm>
              <a:off x="1161" y="1412"/>
              <a:ext cx="768" cy="768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7714" name="Rectangle 18"/>
            <p:cNvSpPr>
              <a:spLocks noChangeArrowheads="1"/>
            </p:cNvSpPr>
            <p:nvPr/>
          </p:nvSpPr>
          <p:spPr bwMode="auto">
            <a:xfrm>
              <a:off x="1134" y="1220"/>
              <a:ext cx="843" cy="573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7715" name="Oval 19"/>
            <p:cNvSpPr>
              <a:spLocks noChangeArrowheads="1"/>
            </p:cNvSpPr>
            <p:nvPr/>
          </p:nvSpPr>
          <p:spPr bwMode="auto">
            <a:xfrm>
              <a:off x="969" y="356"/>
              <a:ext cx="1152" cy="1152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7716" name="Oval 20"/>
            <p:cNvSpPr>
              <a:spLocks noChangeArrowheads="1"/>
            </p:cNvSpPr>
            <p:nvPr/>
          </p:nvSpPr>
          <p:spPr bwMode="auto">
            <a:xfrm>
              <a:off x="1161" y="548"/>
              <a:ext cx="768" cy="768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7717" name="Rectangle 21"/>
            <p:cNvSpPr>
              <a:spLocks noChangeArrowheads="1"/>
            </p:cNvSpPr>
            <p:nvPr/>
          </p:nvSpPr>
          <p:spPr bwMode="auto">
            <a:xfrm>
              <a:off x="807" y="273"/>
              <a:ext cx="1536" cy="624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7718" name="Line 22"/>
            <p:cNvSpPr>
              <a:spLocks noChangeShapeType="1"/>
            </p:cNvSpPr>
            <p:nvPr/>
          </p:nvSpPr>
          <p:spPr bwMode="auto">
            <a:xfrm>
              <a:off x="958" y="922"/>
              <a:ext cx="21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19" name="Line 23"/>
            <p:cNvSpPr>
              <a:spLocks noChangeShapeType="1"/>
            </p:cNvSpPr>
            <p:nvPr/>
          </p:nvSpPr>
          <p:spPr bwMode="auto">
            <a:xfrm>
              <a:off x="1915" y="922"/>
              <a:ext cx="22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0" name="Line 24"/>
            <p:cNvSpPr>
              <a:spLocks noChangeShapeType="1"/>
            </p:cNvSpPr>
            <p:nvPr/>
          </p:nvSpPr>
          <p:spPr bwMode="auto">
            <a:xfrm>
              <a:off x="1917" y="1796"/>
              <a:ext cx="207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21" name="Oval 25"/>
            <p:cNvSpPr>
              <a:spLocks noChangeArrowheads="1"/>
            </p:cNvSpPr>
            <p:nvPr/>
          </p:nvSpPr>
          <p:spPr bwMode="auto">
            <a:xfrm>
              <a:off x="1350" y="1595"/>
              <a:ext cx="384" cy="384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7722" name="Line 26"/>
            <p:cNvSpPr>
              <a:spLocks noChangeShapeType="1"/>
            </p:cNvSpPr>
            <p:nvPr/>
          </p:nvSpPr>
          <p:spPr bwMode="auto">
            <a:xfrm>
              <a:off x="963" y="1793"/>
              <a:ext cx="21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7723" name="Group 27"/>
            <p:cNvGrpSpPr>
              <a:grpSpLocks/>
            </p:cNvGrpSpPr>
            <p:nvPr/>
          </p:nvGrpSpPr>
          <p:grpSpPr bwMode="auto">
            <a:xfrm>
              <a:off x="1199" y="854"/>
              <a:ext cx="705" cy="1724"/>
              <a:chOff x="1199" y="674"/>
              <a:chExt cx="705" cy="1724"/>
            </a:xfrm>
          </p:grpSpPr>
          <p:grpSp>
            <p:nvGrpSpPr>
              <p:cNvPr id="27724" name="Group 28"/>
              <p:cNvGrpSpPr>
                <a:grpSpLocks/>
              </p:cNvGrpSpPr>
              <p:nvPr/>
            </p:nvGrpSpPr>
            <p:grpSpPr bwMode="auto">
              <a:xfrm>
                <a:off x="1199" y="751"/>
                <a:ext cx="705" cy="0"/>
                <a:chOff x="1199" y="751"/>
                <a:chExt cx="705" cy="0"/>
              </a:xfrm>
            </p:grpSpPr>
            <p:sp>
              <p:nvSpPr>
                <p:cNvPr id="27738" name="Line 29"/>
                <p:cNvSpPr>
                  <a:spLocks noChangeShapeType="1"/>
                </p:cNvSpPr>
                <p:nvPr/>
              </p:nvSpPr>
              <p:spPr bwMode="auto">
                <a:xfrm>
                  <a:off x="1199" y="751"/>
                  <a:ext cx="1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7739" name="Line 30"/>
                <p:cNvSpPr>
                  <a:spLocks noChangeShapeType="1"/>
                </p:cNvSpPr>
                <p:nvPr/>
              </p:nvSpPr>
              <p:spPr bwMode="auto">
                <a:xfrm>
                  <a:off x="1370" y="751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7740" name="Line 31"/>
                <p:cNvSpPr>
                  <a:spLocks noChangeShapeType="1"/>
                </p:cNvSpPr>
                <p:nvPr/>
              </p:nvSpPr>
              <p:spPr bwMode="auto">
                <a:xfrm>
                  <a:off x="1424" y="751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725" name="Group 32"/>
              <p:cNvGrpSpPr>
                <a:grpSpLocks/>
              </p:cNvGrpSpPr>
              <p:nvPr/>
            </p:nvGrpSpPr>
            <p:grpSpPr bwMode="auto">
              <a:xfrm>
                <a:off x="1202" y="1608"/>
                <a:ext cx="685" cy="0"/>
                <a:chOff x="1202" y="1608"/>
                <a:chExt cx="685" cy="0"/>
              </a:xfrm>
            </p:grpSpPr>
            <p:sp>
              <p:nvSpPr>
                <p:cNvPr id="27735" name="Line 33"/>
                <p:cNvSpPr>
                  <a:spLocks noChangeShapeType="1"/>
                </p:cNvSpPr>
                <p:nvPr/>
              </p:nvSpPr>
              <p:spPr bwMode="auto">
                <a:xfrm>
                  <a:off x="1202" y="1608"/>
                  <a:ext cx="38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7736" name="Line 34"/>
                <p:cNvSpPr>
                  <a:spLocks noChangeShapeType="1"/>
                </p:cNvSpPr>
                <p:nvPr/>
              </p:nvSpPr>
              <p:spPr bwMode="auto">
                <a:xfrm>
                  <a:off x="1622" y="1608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7737" name="Line 35"/>
                <p:cNvSpPr>
                  <a:spLocks noChangeShapeType="1"/>
                </p:cNvSpPr>
                <p:nvPr/>
              </p:nvSpPr>
              <p:spPr bwMode="auto">
                <a:xfrm>
                  <a:off x="1676" y="1608"/>
                  <a:ext cx="21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726" name="Group 36"/>
              <p:cNvGrpSpPr>
                <a:grpSpLocks/>
              </p:cNvGrpSpPr>
              <p:nvPr/>
            </p:nvGrpSpPr>
            <p:grpSpPr bwMode="auto">
              <a:xfrm>
                <a:off x="1547" y="674"/>
                <a:ext cx="0" cy="1724"/>
                <a:chOff x="1541" y="674"/>
                <a:chExt cx="0" cy="1724"/>
              </a:xfrm>
            </p:grpSpPr>
            <p:grpSp>
              <p:nvGrpSpPr>
                <p:cNvPr id="27727" name="Group 37"/>
                <p:cNvGrpSpPr>
                  <a:grpSpLocks/>
                </p:cNvGrpSpPr>
                <p:nvPr/>
              </p:nvGrpSpPr>
              <p:grpSpPr bwMode="auto">
                <a:xfrm>
                  <a:off x="1541" y="674"/>
                  <a:ext cx="0" cy="1386"/>
                  <a:chOff x="1541" y="674"/>
                  <a:chExt cx="0" cy="1386"/>
                </a:xfrm>
              </p:grpSpPr>
              <p:sp>
                <p:nvSpPr>
                  <p:cNvPr id="27730" name="Line 38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285" y="1804"/>
                    <a:ext cx="51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31" name="Line 39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527" y="1501"/>
                    <a:ext cx="2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32" name="Line 40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301" y="1222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33" name="Line 41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527" y="934"/>
                    <a:ext cx="2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34" name="Line 4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430" y="785"/>
                    <a:ext cx="22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728" name="Line 43"/>
                <p:cNvSpPr>
                  <a:spLocks noChangeShapeType="1"/>
                </p:cNvSpPr>
                <p:nvPr/>
              </p:nvSpPr>
              <p:spPr bwMode="auto">
                <a:xfrm rot="-5400000">
                  <a:off x="1422" y="2280"/>
                  <a:ext cx="2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7729" name="Line 44"/>
                <p:cNvSpPr>
                  <a:spLocks noChangeShapeType="1"/>
                </p:cNvSpPr>
                <p:nvPr/>
              </p:nvSpPr>
              <p:spPr bwMode="auto">
                <a:xfrm rot="-5400000">
                  <a:off x="1527" y="2114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26349" name="AutoShape 45"/>
          <p:cNvSpPr>
            <a:spLocks noChangeArrowheads="1"/>
          </p:cNvSpPr>
          <p:nvPr/>
        </p:nvSpPr>
        <p:spPr bwMode="auto">
          <a:xfrm>
            <a:off x="5289550" y="4368800"/>
            <a:ext cx="1422400" cy="541338"/>
          </a:xfrm>
          <a:prstGeom prst="wedgeRoundRectCallout">
            <a:avLst>
              <a:gd name="adj1" fmla="val 82699"/>
              <a:gd name="adj2" fmla="val -121556"/>
              <a:gd name="adj3" fmla="val 16667"/>
            </a:avLst>
          </a:prstGeom>
          <a:solidFill>
            <a:srgbClr val="B4C8FF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A5002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投影规律</a:t>
            </a:r>
          </a:p>
        </p:txBody>
      </p:sp>
      <p:sp>
        <p:nvSpPr>
          <p:cNvPr id="226350" name="Rectangle 46"/>
          <p:cNvSpPr>
            <a:spLocks noChangeArrowheads="1"/>
          </p:cNvSpPr>
          <p:nvPr/>
        </p:nvSpPr>
        <p:spPr bwMode="auto">
          <a:xfrm>
            <a:off x="5195888" y="3951288"/>
            <a:ext cx="2166937" cy="105568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6351" name="Line 47"/>
          <p:cNvSpPr>
            <a:spLocks noChangeShapeType="1"/>
          </p:cNvSpPr>
          <p:nvPr/>
        </p:nvSpPr>
        <p:spPr bwMode="auto">
          <a:xfrm>
            <a:off x="6318250" y="2695575"/>
            <a:ext cx="688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52" name="Line 48"/>
          <p:cNvSpPr>
            <a:spLocks noChangeShapeType="1"/>
          </p:cNvSpPr>
          <p:nvPr/>
        </p:nvSpPr>
        <p:spPr bwMode="auto">
          <a:xfrm flipH="1">
            <a:off x="6319838" y="3762375"/>
            <a:ext cx="546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53" name="Line 49"/>
          <p:cNvSpPr>
            <a:spLocks noChangeShapeType="1"/>
          </p:cNvSpPr>
          <p:nvPr/>
        </p:nvSpPr>
        <p:spPr bwMode="auto">
          <a:xfrm>
            <a:off x="7499350" y="4108450"/>
            <a:ext cx="0" cy="565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7" name="Text Box 50"/>
          <p:cNvSpPr txBox="1">
            <a:spLocks noChangeArrowheads="1"/>
          </p:cNvSpPr>
          <p:nvPr/>
        </p:nvSpPr>
        <p:spPr bwMode="auto">
          <a:xfrm>
            <a:off x="211138" y="465138"/>
            <a:ext cx="3355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6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求第三投影。</a:t>
            </a:r>
          </a:p>
        </p:txBody>
      </p:sp>
      <p:sp>
        <p:nvSpPr>
          <p:cNvPr id="226355" name="Text Box 51"/>
          <p:cNvSpPr txBox="1">
            <a:spLocks noChangeArrowheads="1"/>
          </p:cNvSpPr>
          <p:nvPr/>
        </p:nvSpPr>
        <p:spPr bwMode="auto">
          <a:xfrm>
            <a:off x="6224588" y="1017588"/>
            <a:ext cx="2746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如何分层次</a:t>
            </a:r>
          </a:p>
        </p:txBody>
      </p:sp>
      <p:sp>
        <p:nvSpPr>
          <p:cNvPr id="226356" name="Text Box 52"/>
          <p:cNvSpPr txBox="1">
            <a:spLocks noChangeArrowheads="1"/>
          </p:cNvSpPr>
          <p:nvPr/>
        </p:nvSpPr>
        <p:spPr bwMode="auto">
          <a:xfrm>
            <a:off x="5486400" y="984250"/>
            <a:ext cx="1169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难点</a:t>
            </a:r>
          </a:p>
        </p:txBody>
      </p:sp>
      <p:sp>
        <p:nvSpPr>
          <p:cNvPr id="226357" name="Text Box 53"/>
          <p:cNvSpPr txBox="1">
            <a:spLocks noChangeArrowheads="1"/>
          </p:cNvSpPr>
          <p:nvPr/>
        </p:nvSpPr>
        <p:spPr bwMode="auto">
          <a:xfrm>
            <a:off x="6421438" y="1684338"/>
            <a:ext cx="181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解题思路</a:t>
            </a:r>
          </a:p>
        </p:txBody>
      </p:sp>
      <p:sp>
        <p:nvSpPr>
          <p:cNvPr id="226358" name="AutoShape 54"/>
          <p:cNvSpPr>
            <a:spLocks noChangeArrowheads="1"/>
          </p:cNvSpPr>
          <p:nvPr/>
        </p:nvSpPr>
        <p:spPr bwMode="auto">
          <a:xfrm>
            <a:off x="7007225" y="2427288"/>
            <a:ext cx="985838" cy="517525"/>
          </a:xfrm>
          <a:prstGeom prst="flowChartAlternateProcess">
            <a:avLst/>
          </a:prstGeom>
          <a:solidFill>
            <a:schemeClr val="hlink"/>
          </a:solidFill>
          <a:ln w="19050">
            <a:solidFill>
              <a:srgbClr val="00006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假设</a:t>
            </a:r>
          </a:p>
        </p:txBody>
      </p:sp>
      <p:sp>
        <p:nvSpPr>
          <p:cNvPr id="226359" name="Line 55"/>
          <p:cNvSpPr>
            <a:spLocks noChangeShapeType="1"/>
          </p:cNvSpPr>
          <p:nvPr/>
        </p:nvSpPr>
        <p:spPr bwMode="auto">
          <a:xfrm>
            <a:off x="7499350" y="2944813"/>
            <a:ext cx="0" cy="4429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60" name="Text Box 56"/>
          <p:cNvSpPr txBox="1">
            <a:spLocks noChangeArrowheads="1"/>
          </p:cNvSpPr>
          <p:nvPr/>
        </p:nvSpPr>
        <p:spPr bwMode="auto">
          <a:xfrm>
            <a:off x="7496175" y="4137025"/>
            <a:ext cx="33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Y</a:t>
            </a:r>
          </a:p>
        </p:txBody>
      </p:sp>
      <p:sp>
        <p:nvSpPr>
          <p:cNvPr id="226361" name="Text Box 57"/>
          <p:cNvSpPr txBox="1">
            <a:spLocks noChangeArrowheads="1"/>
          </p:cNvSpPr>
          <p:nvPr/>
        </p:nvSpPr>
        <p:spPr bwMode="auto">
          <a:xfrm>
            <a:off x="6456363" y="3303588"/>
            <a:ext cx="338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N</a:t>
            </a:r>
          </a:p>
        </p:txBody>
      </p:sp>
      <p:sp>
        <p:nvSpPr>
          <p:cNvPr id="226362" name="Line 58"/>
          <p:cNvSpPr>
            <a:spLocks noChangeShapeType="1"/>
          </p:cNvSpPr>
          <p:nvPr/>
        </p:nvSpPr>
        <p:spPr bwMode="auto">
          <a:xfrm flipV="1">
            <a:off x="6329363" y="2689225"/>
            <a:ext cx="0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63" name="Line 59"/>
          <p:cNvSpPr>
            <a:spLocks noChangeShapeType="1"/>
          </p:cNvSpPr>
          <p:nvPr/>
        </p:nvSpPr>
        <p:spPr bwMode="auto">
          <a:xfrm flipV="1">
            <a:off x="3933825" y="1458913"/>
            <a:ext cx="0" cy="2463800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6364" name="Group 60"/>
          <p:cNvGrpSpPr>
            <a:grpSpLocks/>
          </p:cNvGrpSpPr>
          <p:nvPr/>
        </p:nvGrpSpPr>
        <p:grpSpPr bwMode="auto">
          <a:xfrm>
            <a:off x="3913188" y="1476375"/>
            <a:ext cx="1350962" cy="2427288"/>
            <a:chOff x="2465" y="750"/>
            <a:chExt cx="851" cy="1529"/>
          </a:xfrm>
        </p:grpSpPr>
        <p:sp>
          <p:nvSpPr>
            <p:cNvPr id="27700" name="Line 61"/>
            <p:cNvSpPr>
              <a:spLocks noChangeShapeType="1"/>
            </p:cNvSpPr>
            <p:nvPr/>
          </p:nvSpPr>
          <p:spPr bwMode="auto">
            <a:xfrm>
              <a:off x="2465" y="2279"/>
              <a:ext cx="851" cy="0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01" name="Line 62"/>
            <p:cNvSpPr>
              <a:spLocks noChangeShapeType="1"/>
            </p:cNvSpPr>
            <p:nvPr/>
          </p:nvSpPr>
          <p:spPr bwMode="auto">
            <a:xfrm>
              <a:off x="2467" y="750"/>
              <a:ext cx="617" cy="0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6367" name="Group 63"/>
          <p:cNvGrpSpPr>
            <a:grpSpLocks/>
          </p:cNvGrpSpPr>
          <p:nvPr/>
        </p:nvGrpSpPr>
        <p:grpSpPr bwMode="auto">
          <a:xfrm>
            <a:off x="3362325" y="1471613"/>
            <a:ext cx="579438" cy="2443162"/>
            <a:chOff x="2118" y="747"/>
            <a:chExt cx="365" cy="1539"/>
          </a:xfrm>
        </p:grpSpPr>
        <p:sp>
          <p:nvSpPr>
            <p:cNvPr id="27698" name="Line 64"/>
            <p:cNvSpPr>
              <a:spLocks noChangeShapeType="1"/>
            </p:cNvSpPr>
            <p:nvPr/>
          </p:nvSpPr>
          <p:spPr bwMode="auto">
            <a:xfrm>
              <a:off x="2122" y="747"/>
              <a:ext cx="361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9" name="Line 65"/>
            <p:cNvSpPr>
              <a:spLocks noChangeShapeType="1"/>
            </p:cNvSpPr>
            <p:nvPr/>
          </p:nvSpPr>
          <p:spPr bwMode="auto">
            <a:xfrm>
              <a:off x="2118" y="2286"/>
              <a:ext cx="362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6370" name="Line 66"/>
          <p:cNvSpPr>
            <a:spLocks noChangeShapeType="1"/>
          </p:cNvSpPr>
          <p:nvPr/>
        </p:nvSpPr>
        <p:spPr bwMode="auto">
          <a:xfrm>
            <a:off x="3365500" y="2841625"/>
            <a:ext cx="1503363" cy="1588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71" name="Line 67"/>
          <p:cNvSpPr>
            <a:spLocks noChangeShapeType="1"/>
          </p:cNvSpPr>
          <p:nvPr/>
        </p:nvSpPr>
        <p:spPr bwMode="auto">
          <a:xfrm>
            <a:off x="4867275" y="1457325"/>
            <a:ext cx="0" cy="1400175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72" name="Line 68"/>
          <p:cNvSpPr>
            <a:spLocks noChangeShapeType="1"/>
          </p:cNvSpPr>
          <p:nvPr/>
        </p:nvSpPr>
        <p:spPr bwMode="auto">
          <a:xfrm>
            <a:off x="4848225" y="2841625"/>
            <a:ext cx="422275" cy="0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73" name="Line 69"/>
          <p:cNvSpPr>
            <a:spLocks noChangeShapeType="1"/>
          </p:cNvSpPr>
          <p:nvPr/>
        </p:nvSpPr>
        <p:spPr bwMode="auto">
          <a:xfrm>
            <a:off x="5248275" y="2824163"/>
            <a:ext cx="0" cy="1108075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74" name="Line 70"/>
          <p:cNvSpPr>
            <a:spLocks noChangeShapeType="1"/>
          </p:cNvSpPr>
          <p:nvPr/>
        </p:nvSpPr>
        <p:spPr bwMode="auto">
          <a:xfrm>
            <a:off x="4314825" y="1466850"/>
            <a:ext cx="0" cy="933450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75" name="Line 71"/>
          <p:cNvSpPr>
            <a:spLocks noChangeShapeType="1"/>
          </p:cNvSpPr>
          <p:nvPr/>
        </p:nvSpPr>
        <p:spPr bwMode="auto">
          <a:xfrm>
            <a:off x="2447925" y="2390775"/>
            <a:ext cx="186690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76" name="Line 72"/>
          <p:cNvSpPr>
            <a:spLocks noChangeShapeType="1"/>
          </p:cNvSpPr>
          <p:nvPr/>
        </p:nvSpPr>
        <p:spPr bwMode="auto">
          <a:xfrm>
            <a:off x="4314825" y="2390775"/>
            <a:ext cx="552450" cy="0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77" name="Line 73"/>
          <p:cNvSpPr>
            <a:spLocks noChangeShapeType="1"/>
          </p:cNvSpPr>
          <p:nvPr/>
        </p:nvSpPr>
        <p:spPr bwMode="auto">
          <a:xfrm>
            <a:off x="2428875" y="2085975"/>
            <a:ext cx="150495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78" name="Line 74"/>
          <p:cNvSpPr>
            <a:spLocks noChangeShapeType="1"/>
          </p:cNvSpPr>
          <p:nvPr/>
        </p:nvSpPr>
        <p:spPr bwMode="auto">
          <a:xfrm>
            <a:off x="3933825" y="2085975"/>
            <a:ext cx="400050" cy="0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79" name="Line 75"/>
          <p:cNvSpPr>
            <a:spLocks noChangeShapeType="1"/>
          </p:cNvSpPr>
          <p:nvPr/>
        </p:nvSpPr>
        <p:spPr bwMode="auto">
          <a:xfrm>
            <a:off x="4867275" y="2881313"/>
            <a:ext cx="0" cy="592137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80" name="Line 76"/>
          <p:cNvSpPr>
            <a:spLocks noChangeShapeType="1"/>
          </p:cNvSpPr>
          <p:nvPr/>
        </p:nvSpPr>
        <p:spPr bwMode="auto">
          <a:xfrm flipV="1">
            <a:off x="2438400" y="3465513"/>
            <a:ext cx="2432050" cy="1587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81" name="Line 77"/>
          <p:cNvSpPr>
            <a:spLocks noChangeShapeType="1"/>
          </p:cNvSpPr>
          <p:nvPr/>
        </p:nvSpPr>
        <p:spPr bwMode="auto">
          <a:xfrm>
            <a:off x="4867275" y="3467100"/>
            <a:ext cx="381000" cy="0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6382" name="Group 78"/>
          <p:cNvGrpSpPr>
            <a:grpSpLocks/>
          </p:cNvGrpSpPr>
          <p:nvPr/>
        </p:nvGrpSpPr>
        <p:grpSpPr bwMode="auto">
          <a:xfrm>
            <a:off x="2428875" y="2519363"/>
            <a:ext cx="1495425" cy="628650"/>
            <a:chOff x="1530" y="1416"/>
            <a:chExt cx="942" cy="396"/>
          </a:xfrm>
        </p:grpSpPr>
        <p:sp>
          <p:nvSpPr>
            <p:cNvPr id="27696" name="Line 79"/>
            <p:cNvSpPr>
              <a:spLocks noChangeShapeType="1"/>
            </p:cNvSpPr>
            <p:nvPr/>
          </p:nvSpPr>
          <p:spPr bwMode="auto">
            <a:xfrm>
              <a:off x="1536" y="1416"/>
              <a:ext cx="936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7" name="Line 80"/>
            <p:cNvSpPr>
              <a:spLocks noChangeShapeType="1"/>
            </p:cNvSpPr>
            <p:nvPr/>
          </p:nvSpPr>
          <p:spPr bwMode="auto">
            <a:xfrm>
              <a:off x="1530" y="1812"/>
              <a:ext cx="936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6385" name="Group 81"/>
          <p:cNvGrpSpPr>
            <a:grpSpLocks/>
          </p:cNvGrpSpPr>
          <p:nvPr/>
        </p:nvGrpSpPr>
        <p:grpSpPr bwMode="auto">
          <a:xfrm>
            <a:off x="3924300" y="2519363"/>
            <a:ext cx="942975" cy="628650"/>
            <a:chOff x="2472" y="1416"/>
            <a:chExt cx="594" cy="396"/>
          </a:xfrm>
        </p:grpSpPr>
        <p:sp>
          <p:nvSpPr>
            <p:cNvPr id="27694" name="Line 82"/>
            <p:cNvSpPr>
              <a:spLocks noChangeShapeType="1"/>
            </p:cNvSpPr>
            <p:nvPr/>
          </p:nvSpPr>
          <p:spPr bwMode="auto">
            <a:xfrm>
              <a:off x="2472" y="1416"/>
              <a:ext cx="588" cy="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5" name="Line 83"/>
            <p:cNvSpPr>
              <a:spLocks noChangeShapeType="1"/>
            </p:cNvSpPr>
            <p:nvPr/>
          </p:nvSpPr>
          <p:spPr bwMode="auto">
            <a:xfrm>
              <a:off x="2478" y="1812"/>
              <a:ext cx="588" cy="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6388" name="Group 84"/>
          <p:cNvGrpSpPr>
            <a:grpSpLocks/>
          </p:cNvGrpSpPr>
          <p:nvPr/>
        </p:nvGrpSpPr>
        <p:grpSpPr bwMode="auto">
          <a:xfrm>
            <a:off x="3719513" y="1470025"/>
            <a:ext cx="1323975" cy="0"/>
            <a:chOff x="2363" y="641"/>
            <a:chExt cx="834" cy="0"/>
          </a:xfrm>
        </p:grpSpPr>
        <p:sp>
          <p:nvSpPr>
            <p:cNvPr id="27691" name="Line 85"/>
            <p:cNvSpPr>
              <a:spLocks noChangeShapeType="1"/>
            </p:cNvSpPr>
            <p:nvPr/>
          </p:nvSpPr>
          <p:spPr bwMode="auto">
            <a:xfrm>
              <a:off x="2363" y="641"/>
              <a:ext cx="44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7692" name="Line 86"/>
            <p:cNvSpPr>
              <a:spLocks noChangeShapeType="1"/>
            </p:cNvSpPr>
            <p:nvPr/>
          </p:nvSpPr>
          <p:spPr bwMode="auto">
            <a:xfrm>
              <a:off x="2826" y="641"/>
              <a:ext cx="28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7693" name="Line 87"/>
            <p:cNvSpPr>
              <a:spLocks noChangeShapeType="1"/>
            </p:cNvSpPr>
            <p:nvPr/>
          </p:nvSpPr>
          <p:spPr bwMode="auto">
            <a:xfrm>
              <a:off x="2886" y="641"/>
              <a:ext cx="311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226392" name="Group 88"/>
          <p:cNvGrpSpPr>
            <a:grpSpLocks/>
          </p:cNvGrpSpPr>
          <p:nvPr/>
        </p:nvGrpSpPr>
        <p:grpSpPr bwMode="auto">
          <a:xfrm>
            <a:off x="3760788" y="2841625"/>
            <a:ext cx="1662112" cy="0"/>
            <a:chOff x="2368" y="1610"/>
            <a:chExt cx="1047" cy="0"/>
          </a:xfrm>
        </p:grpSpPr>
        <p:sp>
          <p:nvSpPr>
            <p:cNvPr id="27688" name="Line 89"/>
            <p:cNvSpPr>
              <a:spLocks noChangeShapeType="1"/>
            </p:cNvSpPr>
            <p:nvPr/>
          </p:nvSpPr>
          <p:spPr bwMode="auto">
            <a:xfrm>
              <a:off x="2368" y="1610"/>
              <a:ext cx="48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7689" name="Line 90"/>
            <p:cNvSpPr>
              <a:spLocks noChangeShapeType="1"/>
            </p:cNvSpPr>
            <p:nvPr/>
          </p:nvSpPr>
          <p:spPr bwMode="auto">
            <a:xfrm>
              <a:off x="2881" y="1610"/>
              <a:ext cx="28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7690" name="Line 91"/>
            <p:cNvSpPr>
              <a:spLocks noChangeShapeType="1"/>
            </p:cNvSpPr>
            <p:nvPr/>
          </p:nvSpPr>
          <p:spPr bwMode="auto">
            <a:xfrm>
              <a:off x="2935" y="1610"/>
              <a:ext cx="48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226398" name="AutoShape 94"/>
          <p:cNvSpPr>
            <a:spLocks noChangeArrowheads="1"/>
          </p:cNvSpPr>
          <p:nvPr/>
        </p:nvSpPr>
        <p:spPr bwMode="auto">
          <a:xfrm>
            <a:off x="7013575" y="4633913"/>
            <a:ext cx="1000125" cy="496887"/>
          </a:xfrm>
          <a:prstGeom prst="flowChartAlternateProcess">
            <a:avLst/>
          </a:prstGeom>
          <a:solidFill>
            <a:schemeClr val="hlink"/>
          </a:solidFill>
          <a:ln w="19050">
            <a:solidFill>
              <a:srgbClr val="00006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结论</a:t>
            </a:r>
          </a:p>
        </p:txBody>
      </p:sp>
      <p:sp>
        <p:nvSpPr>
          <p:cNvPr id="226399" name="AutoShape 95"/>
          <p:cNvSpPr>
            <a:spLocks noChangeArrowheads="1"/>
          </p:cNvSpPr>
          <p:nvPr/>
        </p:nvSpPr>
        <p:spPr bwMode="auto">
          <a:xfrm>
            <a:off x="6840538" y="3384550"/>
            <a:ext cx="1317625" cy="757238"/>
          </a:xfrm>
          <a:prstGeom prst="flowChartDecision">
            <a:avLst/>
          </a:prstGeom>
          <a:solidFill>
            <a:schemeClr val="hlink"/>
          </a:solidFill>
          <a:ln w="19050">
            <a:solidFill>
              <a:srgbClr val="00006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验证</a:t>
            </a:r>
          </a:p>
        </p:txBody>
      </p:sp>
      <p:graphicFrame>
        <p:nvGraphicFramePr>
          <p:cNvPr id="226400" name="Object 96"/>
          <p:cNvGraphicFramePr>
            <a:graphicFrameLocks noChangeAspect="1"/>
          </p:cNvGraphicFramePr>
          <p:nvPr/>
        </p:nvGraphicFramePr>
        <p:xfrm>
          <a:off x="3933825" y="4175125"/>
          <a:ext cx="1898650" cy="248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7" name="位图图像" r:id="rId3" imgW="2695951" imgH="3533333" progId="Paint.Picture">
                  <p:embed/>
                </p:oleObj>
              </mc:Choice>
              <mc:Fallback>
                <p:oleObj name="位图图像" r:id="rId3" imgW="2695951" imgH="3533333" progId="Paint.Picture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4175125"/>
                        <a:ext cx="1898650" cy="248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6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6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6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6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6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6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6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26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26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6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6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6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6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26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26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2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2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2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2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2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2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2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2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2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22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2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2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22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22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0" dur="500"/>
                                        <p:tgtEl>
                                          <p:spTgt spid="22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49" grpId="0" animBg="1" autoUpdateAnimBg="0"/>
      <p:bldP spid="226350" grpId="0" animBg="1"/>
      <p:bldP spid="226351" grpId="0" animBg="1"/>
      <p:bldP spid="226352" grpId="0" animBg="1"/>
      <p:bldP spid="226353" grpId="0" animBg="1"/>
      <p:bldP spid="226355" grpId="0" build="p" autoUpdateAnimBg="0"/>
      <p:bldP spid="226356" grpId="0" autoUpdateAnimBg="0"/>
      <p:bldP spid="226357" grpId="0" build="p" autoUpdateAnimBg="0"/>
      <p:bldP spid="226358" grpId="0" animBg="1" autoUpdateAnimBg="0"/>
      <p:bldP spid="226359" grpId="0" animBg="1"/>
      <p:bldP spid="226360" grpId="0" build="p" autoUpdateAnimBg="0"/>
      <p:bldP spid="226361" grpId="0" build="p" autoUpdateAnimBg="0"/>
      <p:bldP spid="226362" grpId="0" animBg="1"/>
      <p:bldP spid="226363" grpId="0" animBg="1"/>
      <p:bldP spid="226370" grpId="0" animBg="1"/>
      <p:bldP spid="226371" grpId="0" animBg="1"/>
      <p:bldP spid="226372" grpId="0" animBg="1"/>
      <p:bldP spid="226373" grpId="0" animBg="1"/>
      <p:bldP spid="226374" grpId="0" animBg="1"/>
      <p:bldP spid="226375" grpId="0" animBg="1"/>
      <p:bldP spid="226376" grpId="0" animBg="1"/>
      <p:bldP spid="226377" grpId="0" animBg="1"/>
      <p:bldP spid="226378" grpId="0" animBg="1"/>
      <p:bldP spid="226379" grpId="0" animBg="1"/>
      <p:bldP spid="226380" grpId="0" animBg="1"/>
      <p:bldP spid="226381" grpId="0" animBg="1"/>
      <p:bldP spid="226398" grpId="0" animBg="1" autoUpdateAnimBg="0"/>
      <p:bldP spid="22639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915150" y="6383338"/>
            <a:ext cx="1905000" cy="45720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44E5D7C5-0E56-4F78-BFB1-5611BD228A18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27330" name="Line 2"/>
          <p:cNvSpPr>
            <a:spLocks noChangeShapeType="1"/>
          </p:cNvSpPr>
          <p:nvPr/>
        </p:nvSpPr>
        <p:spPr bwMode="auto">
          <a:xfrm>
            <a:off x="3643313" y="2400300"/>
            <a:ext cx="996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31" name="Line 3"/>
          <p:cNvSpPr>
            <a:spLocks noChangeShapeType="1"/>
          </p:cNvSpPr>
          <p:nvPr/>
        </p:nvSpPr>
        <p:spPr bwMode="auto">
          <a:xfrm flipH="1">
            <a:off x="4278313" y="2692400"/>
            <a:ext cx="361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32" name="Rectangle 4"/>
          <p:cNvSpPr>
            <a:spLocks noChangeArrowheads="1"/>
          </p:cNvSpPr>
          <p:nvPr/>
        </p:nvSpPr>
        <p:spPr bwMode="auto">
          <a:xfrm>
            <a:off x="3656013" y="2317750"/>
            <a:ext cx="1041400" cy="139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4278313" y="2635250"/>
            <a:ext cx="444500" cy="107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7334" name="Line 6"/>
          <p:cNvSpPr>
            <a:spLocks noChangeShapeType="1"/>
          </p:cNvSpPr>
          <p:nvPr/>
        </p:nvSpPr>
        <p:spPr bwMode="auto">
          <a:xfrm flipH="1">
            <a:off x="2922588" y="2098675"/>
            <a:ext cx="2647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35" name="Line 7"/>
          <p:cNvSpPr>
            <a:spLocks noChangeShapeType="1"/>
          </p:cNvSpPr>
          <p:nvPr/>
        </p:nvSpPr>
        <p:spPr bwMode="auto">
          <a:xfrm flipH="1">
            <a:off x="2922588" y="2397125"/>
            <a:ext cx="2628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36" name="Line 8"/>
          <p:cNvSpPr>
            <a:spLocks noChangeShapeType="1"/>
          </p:cNvSpPr>
          <p:nvPr/>
        </p:nvSpPr>
        <p:spPr bwMode="auto">
          <a:xfrm flipH="1">
            <a:off x="2925763" y="2987675"/>
            <a:ext cx="2644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37" name="Line 9"/>
          <p:cNvSpPr>
            <a:spLocks noChangeShapeType="1"/>
          </p:cNvSpPr>
          <p:nvPr/>
        </p:nvSpPr>
        <p:spPr bwMode="auto">
          <a:xfrm flipV="1">
            <a:off x="4281488" y="3063875"/>
            <a:ext cx="0" cy="196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38" name="Line 10"/>
          <p:cNvSpPr>
            <a:spLocks noChangeShapeType="1"/>
          </p:cNvSpPr>
          <p:nvPr/>
        </p:nvSpPr>
        <p:spPr bwMode="auto">
          <a:xfrm flipH="1" flipV="1">
            <a:off x="3284538" y="3038475"/>
            <a:ext cx="0" cy="266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39" name="Line 11"/>
          <p:cNvSpPr>
            <a:spLocks noChangeShapeType="1"/>
          </p:cNvSpPr>
          <p:nvPr/>
        </p:nvSpPr>
        <p:spPr bwMode="auto">
          <a:xfrm flipV="1">
            <a:off x="2924175" y="2092325"/>
            <a:ext cx="4763" cy="1619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40" name="Line 12"/>
          <p:cNvSpPr>
            <a:spLocks noChangeShapeType="1"/>
          </p:cNvSpPr>
          <p:nvPr/>
        </p:nvSpPr>
        <p:spPr bwMode="auto">
          <a:xfrm flipV="1">
            <a:off x="3108325" y="2092325"/>
            <a:ext cx="4763" cy="1625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41" name="Line 13"/>
          <p:cNvSpPr>
            <a:spLocks noChangeShapeType="1"/>
          </p:cNvSpPr>
          <p:nvPr/>
        </p:nvSpPr>
        <p:spPr bwMode="auto">
          <a:xfrm flipV="1">
            <a:off x="3463925" y="2092325"/>
            <a:ext cx="4763" cy="1625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42" name="Line 14"/>
          <p:cNvSpPr>
            <a:spLocks noChangeShapeType="1"/>
          </p:cNvSpPr>
          <p:nvPr/>
        </p:nvSpPr>
        <p:spPr bwMode="auto">
          <a:xfrm flipV="1">
            <a:off x="3648075" y="2092325"/>
            <a:ext cx="4763" cy="1282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43" name="Line 15"/>
          <p:cNvSpPr>
            <a:spLocks noChangeShapeType="1"/>
          </p:cNvSpPr>
          <p:nvPr/>
        </p:nvSpPr>
        <p:spPr bwMode="auto">
          <a:xfrm flipV="1">
            <a:off x="3921125" y="2092325"/>
            <a:ext cx="4763" cy="164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44" name="Line 16"/>
          <p:cNvSpPr>
            <a:spLocks noChangeShapeType="1"/>
          </p:cNvSpPr>
          <p:nvPr/>
        </p:nvSpPr>
        <p:spPr bwMode="auto">
          <a:xfrm flipV="1">
            <a:off x="4098925" y="2092325"/>
            <a:ext cx="4763" cy="163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45" name="Line 17"/>
          <p:cNvSpPr>
            <a:spLocks noChangeShapeType="1"/>
          </p:cNvSpPr>
          <p:nvPr/>
        </p:nvSpPr>
        <p:spPr bwMode="auto">
          <a:xfrm flipV="1">
            <a:off x="4454525" y="2085975"/>
            <a:ext cx="4763" cy="1625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46" name="Line 18"/>
          <p:cNvSpPr>
            <a:spLocks noChangeShapeType="1"/>
          </p:cNvSpPr>
          <p:nvPr/>
        </p:nvSpPr>
        <p:spPr bwMode="auto">
          <a:xfrm flipV="1">
            <a:off x="4638675" y="2092325"/>
            <a:ext cx="4763" cy="163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47" name="Line 19"/>
          <p:cNvSpPr>
            <a:spLocks noChangeShapeType="1"/>
          </p:cNvSpPr>
          <p:nvPr/>
        </p:nvSpPr>
        <p:spPr bwMode="auto">
          <a:xfrm flipH="1">
            <a:off x="2919413" y="2692400"/>
            <a:ext cx="2641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93" name="Rectangle 20"/>
          <p:cNvSpPr>
            <a:spLocks noChangeArrowheads="1"/>
          </p:cNvSpPr>
          <p:nvPr/>
        </p:nvSpPr>
        <p:spPr bwMode="auto">
          <a:xfrm>
            <a:off x="2517775" y="1741488"/>
            <a:ext cx="5159375" cy="2790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7349" name="Line 21"/>
          <p:cNvSpPr>
            <a:spLocks noChangeShapeType="1"/>
          </p:cNvSpPr>
          <p:nvPr/>
        </p:nvSpPr>
        <p:spPr bwMode="auto">
          <a:xfrm flipV="1">
            <a:off x="3284538" y="2035175"/>
            <a:ext cx="0" cy="10096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50" name="Rectangle 22"/>
          <p:cNvSpPr>
            <a:spLocks noChangeArrowheads="1"/>
          </p:cNvSpPr>
          <p:nvPr/>
        </p:nvSpPr>
        <p:spPr bwMode="auto">
          <a:xfrm>
            <a:off x="3198813" y="1987550"/>
            <a:ext cx="190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27351" name="Rectangle 23"/>
          <p:cNvSpPr>
            <a:spLocks noChangeArrowheads="1"/>
          </p:cNvSpPr>
          <p:nvPr/>
        </p:nvSpPr>
        <p:spPr bwMode="auto">
          <a:xfrm>
            <a:off x="3217863" y="2781300"/>
            <a:ext cx="123825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8697" name="Line 24"/>
          <p:cNvSpPr>
            <a:spLocks noChangeShapeType="1"/>
          </p:cNvSpPr>
          <p:nvPr/>
        </p:nvSpPr>
        <p:spPr bwMode="auto">
          <a:xfrm>
            <a:off x="5243513" y="2092325"/>
            <a:ext cx="73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98" name="Line 25"/>
          <p:cNvSpPr>
            <a:spLocks noChangeShapeType="1"/>
          </p:cNvSpPr>
          <p:nvPr/>
        </p:nvSpPr>
        <p:spPr bwMode="auto">
          <a:xfrm>
            <a:off x="5249863" y="2397125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99" name="Line 26"/>
          <p:cNvSpPr>
            <a:spLocks noChangeShapeType="1"/>
          </p:cNvSpPr>
          <p:nvPr/>
        </p:nvSpPr>
        <p:spPr bwMode="auto">
          <a:xfrm>
            <a:off x="5240338" y="2701925"/>
            <a:ext cx="733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700" name="Line 27"/>
          <p:cNvSpPr>
            <a:spLocks noChangeShapeType="1"/>
          </p:cNvSpPr>
          <p:nvPr/>
        </p:nvSpPr>
        <p:spPr bwMode="auto">
          <a:xfrm>
            <a:off x="5246688" y="3000375"/>
            <a:ext cx="733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701" name="Line 28"/>
          <p:cNvSpPr>
            <a:spLocks noChangeShapeType="1"/>
          </p:cNvSpPr>
          <p:nvPr/>
        </p:nvSpPr>
        <p:spPr bwMode="auto">
          <a:xfrm>
            <a:off x="5611813" y="2035175"/>
            <a:ext cx="0" cy="107632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702" name="Line 29"/>
          <p:cNvSpPr>
            <a:spLocks noChangeShapeType="1"/>
          </p:cNvSpPr>
          <p:nvPr/>
        </p:nvSpPr>
        <p:spPr bwMode="auto">
          <a:xfrm>
            <a:off x="5249863" y="209232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703" name="Line 30"/>
          <p:cNvSpPr>
            <a:spLocks noChangeShapeType="1"/>
          </p:cNvSpPr>
          <p:nvPr/>
        </p:nvSpPr>
        <p:spPr bwMode="auto">
          <a:xfrm>
            <a:off x="5973763" y="209232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704" name="Line 31"/>
          <p:cNvSpPr>
            <a:spLocks noChangeShapeType="1"/>
          </p:cNvSpPr>
          <p:nvPr/>
        </p:nvSpPr>
        <p:spPr bwMode="auto">
          <a:xfrm>
            <a:off x="5430838" y="2092325"/>
            <a:ext cx="6350" cy="9017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705" name="Line 32"/>
          <p:cNvSpPr>
            <a:spLocks noChangeShapeType="1"/>
          </p:cNvSpPr>
          <p:nvPr/>
        </p:nvSpPr>
        <p:spPr bwMode="auto">
          <a:xfrm>
            <a:off x="5783263" y="2092325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61" name="Line 33"/>
          <p:cNvSpPr>
            <a:spLocks noChangeShapeType="1"/>
          </p:cNvSpPr>
          <p:nvPr/>
        </p:nvSpPr>
        <p:spPr bwMode="auto">
          <a:xfrm>
            <a:off x="3649663" y="210185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62" name="Line 34"/>
          <p:cNvSpPr>
            <a:spLocks noChangeShapeType="1"/>
          </p:cNvSpPr>
          <p:nvPr/>
        </p:nvSpPr>
        <p:spPr bwMode="auto">
          <a:xfrm flipV="1">
            <a:off x="2925763" y="2393950"/>
            <a:ext cx="0" cy="298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63" name="Line 35"/>
          <p:cNvSpPr>
            <a:spLocks noChangeShapeType="1"/>
          </p:cNvSpPr>
          <p:nvPr/>
        </p:nvSpPr>
        <p:spPr bwMode="auto">
          <a:xfrm>
            <a:off x="3109913" y="2393950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64" name="Line 36"/>
          <p:cNvSpPr>
            <a:spLocks noChangeShapeType="1"/>
          </p:cNvSpPr>
          <p:nvPr/>
        </p:nvSpPr>
        <p:spPr bwMode="auto">
          <a:xfrm>
            <a:off x="3471863" y="2400300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65" name="Line 37"/>
          <p:cNvSpPr>
            <a:spLocks noChangeShapeType="1"/>
          </p:cNvSpPr>
          <p:nvPr/>
        </p:nvSpPr>
        <p:spPr bwMode="auto">
          <a:xfrm flipV="1">
            <a:off x="4283075" y="2035175"/>
            <a:ext cx="0" cy="10287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66" name="Line 38"/>
          <p:cNvSpPr>
            <a:spLocks noChangeShapeType="1"/>
          </p:cNvSpPr>
          <p:nvPr/>
        </p:nvSpPr>
        <p:spPr bwMode="auto">
          <a:xfrm>
            <a:off x="4098925" y="2101850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67" name="Line 39"/>
          <p:cNvSpPr>
            <a:spLocks noChangeShapeType="1"/>
          </p:cNvSpPr>
          <p:nvPr/>
        </p:nvSpPr>
        <p:spPr bwMode="auto">
          <a:xfrm>
            <a:off x="4456113" y="2101850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68" name="Line 40"/>
          <p:cNvSpPr>
            <a:spLocks noChangeShapeType="1"/>
          </p:cNvSpPr>
          <p:nvPr/>
        </p:nvSpPr>
        <p:spPr bwMode="auto">
          <a:xfrm>
            <a:off x="4098925" y="2393950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69" name="Line 41"/>
          <p:cNvSpPr>
            <a:spLocks noChangeShapeType="1"/>
          </p:cNvSpPr>
          <p:nvPr/>
        </p:nvSpPr>
        <p:spPr bwMode="auto">
          <a:xfrm>
            <a:off x="4456113" y="2393950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70" name="Line 42"/>
          <p:cNvSpPr>
            <a:spLocks noChangeShapeType="1"/>
          </p:cNvSpPr>
          <p:nvPr/>
        </p:nvSpPr>
        <p:spPr bwMode="auto">
          <a:xfrm flipV="1">
            <a:off x="3649663" y="21018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71" name="Line 43"/>
          <p:cNvSpPr>
            <a:spLocks noChangeShapeType="1"/>
          </p:cNvSpPr>
          <p:nvPr/>
        </p:nvSpPr>
        <p:spPr bwMode="auto">
          <a:xfrm>
            <a:off x="4640263" y="20955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72" name="Line 44"/>
          <p:cNvSpPr>
            <a:spLocks noChangeShapeType="1"/>
          </p:cNvSpPr>
          <p:nvPr/>
        </p:nvSpPr>
        <p:spPr bwMode="auto">
          <a:xfrm>
            <a:off x="4640263" y="23876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73" name="Line 45"/>
          <p:cNvSpPr>
            <a:spLocks noChangeShapeType="1"/>
          </p:cNvSpPr>
          <p:nvPr/>
        </p:nvSpPr>
        <p:spPr bwMode="auto">
          <a:xfrm>
            <a:off x="3922713" y="2679700"/>
            <a:ext cx="0" cy="311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74" name="Line 46"/>
          <p:cNvSpPr>
            <a:spLocks noChangeShapeType="1"/>
          </p:cNvSpPr>
          <p:nvPr/>
        </p:nvSpPr>
        <p:spPr bwMode="auto">
          <a:xfrm>
            <a:off x="3922713" y="2984500"/>
            <a:ext cx="717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75" name="Line 47"/>
          <p:cNvSpPr>
            <a:spLocks noChangeShapeType="1"/>
          </p:cNvSpPr>
          <p:nvPr/>
        </p:nvSpPr>
        <p:spPr bwMode="auto">
          <a:xfrm flipV="1">
            <a:off x="4640263" y="2692400"/>
            <a:ext cx="0" cy="298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76" name="Line 48"/>
          <p:cNvSpPr>
            <a:spLocks noChangeShapeType="1"/>
          </p:cNvSpPr>
          <p:nvPr/>
        </p:nvSpPr>
        <p:spPr bwMode="auto">
          <a:xfrm>
            <a:off x="4098925" y="2686050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77" name="Line 49"/>
          <p:cNvSpPr>
            <a:spLocks noChangeShapeType="1"/>
          </p:cNvSpPr>
          <p:nvPr/>
        </p:nvSpPr>
        <p:spPr bwMode="auto">
          <a:xfrm>
            <a:off x="4456113" y="268605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78" name="Line 50"/>
          <p:cNvSpPr>
            <a:spLocks noChangeShapeType="1"/>
          </p:cNvSpPr>
          <p:nvPr/>
        </p:nvSpPr>
        <p:spPr bwMode="auto">
          <a:xfrm>
            <a:off x="2925763" y="2692400"/>
            <a:ext cx="1352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79" name="Line 51"/>
          <p:cNvSpPr>
            <a:spLocks noChangeShapeType="1"/>
          </p:cNvSpPr>
          <p:nvPr/>
        </p:nvSpPr>
        <p:spPr bwMode="auto">
          <a:xfrm>
            <a:off x="2925763" y="2400300"/>
            <a:ext cx="717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7380" name="Rectangle 52"/>
          <p:cNvSpPr>
            <a:spLocks noChangeArrowheads="1"/>
          </p:cNvSpPr>
          <p:nvPr/>
        </p:nvSpPr>
        <p:spPr bwMode="auto">
          <a:xfrm>
            <a:off x="2684463" y="1892300"/>
            <a:ext cx="2165350" cy="1381125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28726" name="Arc 53"/>
          <p:cNvSpPr>
            <a:spLocks/>
          </p:cNvSpPr>
          <p:nvPr/>
        </p:nvSpPr>
        <p:spPr bwMode="auto">
          <a:xfrm>
            <a:off x="3924300" y="3363913"/>
            <a:ext cx="371475" cy="723900"/>
          </a:xfrm>
          <a:custGeom>
            <a:avLst/>
            <a:gdLst>
              <a:gd name="T0" fmla="*/ 6233058 w 22139"/>
              <a:gd name="T1" fmla="*/ 12128392 h 43200"/>
              <a:gd name="T2" fmla="*/ 6233058 w 22139"/>
              <a:gd name="T3" fmla="*/ 1961 h 43200"/>
              <a:gd name="T4" fmla="*/ 6081307 w 22139"/>
              <a:gd name="T5" fmla="*/ 6065176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139" h="43200" fill="none" extrusionOk="0">
                <a:moveTo>
                  <a:pt x="22139" y="43193"/>
                </a:moveTo>
                <a:cubicBezTo>
                  <a:pt x="21959" y="43197"/>
                  <a:pt x="21779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1779" y="-1"/>
                  <a:pt x="21959" y="2"/>
                  <a:pt x="22139" y="6"/>
                </a:cubicBezTo>
              </a:path>
              <a:path w="22139" h="43200" stroke="0" extrusionOk="0">
                <a:moveTo>
                  <a:pt x="22139" y="43193"/>
                </a:moveTo>
                <a:cubicBezTo>
                  <a:pt x="21959" y="43197"/>
                  <a:pt x="21779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1779" y="-1"/>
                  <a:pt x="21959" y="2"/>
                  <a:pt x="22139" y="6"/>
                </a:cubicBezTo>
                <a:lnTo>
                  <a:pt x="21600" y="21600"/>
                </a:lnTo>
                <a:lnTo>
                  <a:pt x="22139" y="43193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8727" name="Group 54"/>
          <p:cNvGrpSpPr>
            <a:grpSpLocks/>
          </p:cNvGrpSpPr>
          <p:nvPr/>
        </p:nvGrpSpPr>
        <p:grpSpPr bwMode="auto">
          <a:xfrm>
            <a:off x="2878138" y="3300413"/>
            <a:ext cx="782637" cy="881062"/>
            <a:chOff x="1058" y="1575"/>
            <a:chExt cx="493" cy="555"/>
          </a:xfrm>
        </p:grpSpPr>
        <p:sp>
          <p:nvSpPr>
            <p:cNvPr id="28768" name="Line 55"/>
            <p:cNvSpPr>
              <a:spLocks noChangeShapeType="1"/>
            </p:cNvSpPr>
            <p:nvPr/>
          </p:nvSpPr>
          <p:spPr bwMode="auto">
            <a:xfrm>
              <a:off x="1313" y="1575"/>
              <a:ext cx="0" cy="5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69" name="Line 56"/>
            <p:cNvSpPr>
              <a:spLocks noChangeShapeType="1"/>
            </p:cNvSpPr>
            <p:nvPr/>
          </p:nvSpPr>
          <p:spPr bwMode="auto">
            <a:xfrm>
              <a:off x="1058" y="1846"/>
              <a:ext cx="4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70" name="Oval 57"/>
            <p:cNvSpPr>
              <a:spLocks noChangeArrowheads="1"/>
            </p:cNvSpPr>
            <p:nvPr/>
          </p:nvSpPr>
          <p:spPr bwMode="auto">
            <a:xfrm>
              <a:off x="1201" y="1732"/>
              <a:ext cx="223" cy="22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8771" name="Line 58"/>
            <p:cNvSpPr>
              <a:spLocks noChangeShapeType="1"/>
            </p:cNvSpPr>
            <p:nvPr/>
          </p:nvSpPr>
          <p:spPr bwMode="auto">
            <a:xfrm>
              <a:off x="1314" y="1616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72" name="Line 59"/>
            <p:cNvSpPr>
              <a:spLocks noChangeShapeType="1"/>
            </p:cNvSpPr>
            <p:nvPr/>
          </p:nvSpPr>
          <p:spPr bwMode="auto">
            <a:xfrm>
              <a:off x="1314" y="2072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73" name="Arc 60"/>
            <p:cNvSpPr>
              <a:spLocks/>
            </p:cNvSpPr>
            <p:nvPr/>
          </p:nvSpPr>
          <p:spPr bwMode="auto">
            <a:xfrm>
              <a:off x="1087" y="1615"/>
              <a:ext cx="234" cy="456"/>
            </a:xfrm>
            <a:custGeom>
              <a:avLst/>
              <a:gdLst>
                <a:gd name="T0" fmla="*/ 2 w 22139"/>
                <a:gd name="T1" fmla="*/ 5 h 43200"/>
                <a:gd name="T2" fmla="*/ 2 w 22139"/>
                <a:gd name="T3" fmla="*/ 0 h 43200"/>
                <a:gd name="T4" fmla="*/ 2 w 22139"/>
                <a:gd name="T5" fmla="*/ 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39" h="43200" fill="none" extrusionOk="0">
                  <a:moveTo>
                    <a:pt x="22139" y="43193"/>
                  </a:moveTo>
                  <a:cubicBezTo>
                    <a:pt x="21959" y="43197"/>
                    <a:pt x="2177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9" y="-1"/>
                    <a:pt x="21959" y="2"/>
                    <a:pt x="22139" y="6"/>
                  </a:cubicBezTo>
                </a:path>
                <a:path w="22139" h="43200" stroke="0" extrusionOk="0">
                  <a:moveTo>
                    <a:pt x="22139" y="43193"/>
                  </a:moveTo>
                  <a:cubicBezTo>
                    <a:pt x="21959" y="43197"/>
                    <a:pt x="2177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9" y="-1"/>
                    <a:pt x="21959" y="2"/>
                    <a:pt x="22139" y="6"/>
                  </a:cubicBezTo>
                  <a:lnTo>
                    <a:pt x="21600" y="21600"/>
                  </a:lnTo>
                  <a:lnTo>
                    <a:pt x="22139" y="4319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8728" name="Group 61"/>
          <p:cNvGrpSpPr>
            <a:grpSpLocks/>
          </p:cNvGrpSpPr>
          <p:nvPr/>
        </p:nvGrpSpPr>
        <p:grpSpPr bwMode="auto">
          <a:xfrm>
            <a:off x="3643313" y="3363913"/>
            <a:ext cx="1001712" cy="725487"/>
            <a:chOff x="1296" y="2238"/>
            <a:chExt cx="631" cy="457"/>
          </a:xfrm>
        </p:grpSpPr>
        <p:sp>
          <p:nvSpPr>
            <p:cNvPr id="28763" name="Oval 62"/>
            <p:cNvSpPr>
              <a:spLocks noChangeArrowheads="1"/>
            </p:cNvSpPr>
            <p:nvPr/>
          </p:nvSpPr>
          <p:spPr bwMode="auto">
            <a:xfrm>
              <a:off x="1585" y="2352"/>
              <a:ext cx="223" cy="22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28764" name="Line 63"/>
            <p:cNvSpPr>
              <a:spLocks noChangeShapeType="1"/>
            </p:cNvSpPr>
            <p:nvPr/>
          </p:nvSpPr>
          <p:spPr bwMode="auto">
            <a:xfrm>
              <a:off x="1296" y="2238"/>
              <a:ext cx="4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65" name="Line 64"/>
            <p:cNvSpPr>
              <a:spLocks noChangeShapeType="1"/>
            </p:cNvSpPr>
            <p:nvPr/>
          </p:nvSpPr>
          <p:spPr bwMode="auto">
            <a:xfrm>
              <a:off x="1296" y="2694"/>
              <a:ext cx="4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66" name="Arc 65"/>
            <p:cNvSpPr>
              <a:spLocks/>
            </p:cNvSpPr>
            <p:nvPr/>
          </p:nvSpPr>
          <p:spPr bwMode="auto">
            <a:xfrm flipH="1">
              <a:off x="1693" y="2239"/>
              <a:ext cx="234" cy="456"/>
            </a:xfrm>
            <a:custGeom>
              <a:avLst/>
              <a:gdLst>
                <a:gd name="T0" fmla="*/ 2 w 22139"/>
                <a:gd name="T1" fmla="*/ 5 h 43200"/>
                <a:gd name="T2" fmla="*/ 2 w 22139"/>
                <a:gd name="T3" fmla="*/ 0 h 43200"/>
                <a:gd name="T4" fmla="*/ 2 w 22139"/>
                <a:gd name="T5" fmla="*/ 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39" h="43200" fill="none" extrusionOk="0">
                  <a:moveTo>
                    <a:pt x="22139" y="43193"/>
                  </a:moveTo>
                  <a:cubicBezTo>
                    <a:pt x="21959" y="43197"/>
                    <a:pt x="2177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9" y="-1"/>
                    <a:pt x="21959" y="2"/>
                    <a:pt x="22139" y="6"/>
                  </a:cubicBezTo>
                </a:path>
                <a:path w="22139" h="43200" stroke="0" extrusionOk="0">
                  <a:moveTo>
                    <a:pt x="22139" y="43193"/>
                  </a:moveTo>
                  <a:cubicBezTo>
                    <a:pt x="21959" y="43197"/>
                    <a:pt x="2177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9" y="-1"/>
                    <a:pt x="21959" y="2"/>
                    <a:pt x="22139" y="6"/>
                  </a:cubicBezTo>
                  <a:lnTo>
                    <a:pt x="21600" y="21600"/>
                  </a:lnTo>
                  <a:lnTo>
                    <a:pt x="22139" y="4319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67" name="Line 66"/>
            <p:cNvSpPr>
              <a:spLocks noChangeShapeType="1"/>
            </p:cNvSpPr>
            <p:nvPr/>
          </p:nvSpPr>
          <p:spPr bwMode="auto">
            <a:xfrm>
              <a:off x="1302" y="2238"/>
              <a:ext cx="0" cy="4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729" name="Line 67"/>
          <p:cNvSpPr>
            <a:spLocks noChangeShapeType="1"/>
          </p:cNvSpPr>
          <p:nvPr/>
        </p:nvSpPr>
        <p:spPr bwMode="auto">
          <a:xfrm>
            <a:off x="3560763" y="3732213"/>
            <a:ext cx="11763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730" name="Line 68"/>
          <p:cNvSpPr>
            <a:spLocks noChangeShapeType="1"/>
          </p:cNvSpPr>
          <p:nvPr/>
        </p:nvSpPr>
        <p:spPr bwMode="auto">
          <a:xfrm>
            <a:off x="4284663" y="3268663"/>
            <a:ext cx="0" cy="90011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27397" name="Group 69"/>
          <p:cNvGrpSpPr>
            <a:grpSpLocks/>
          </p:cNvGrpSpPr>
          <p:nvPr/>
        </p:nvGrpSpPr>
        <p:grpSpPr bwMode="auto">
          <a:xfrm>
            <a:off x="1116013" y="1077913"/>
            <a:ext cx="1071562" cy="1147762"/>
            <a:chOff x="3179" y="1296"/>
            <a:chExt cx="675" cy="723"/>
          </a:xfrm>
        </p:grpSpPr>
        <p:sp>
          <p:nvSpPr>
            <p:cNvPr id="28761" name="Text Box 70"/>
            <p:cNvSpPr txBox="1">
              <a:spLocks noChangeArrowheads="1"/>
            </p:cNvSpPr>
            <p:nvPr/>
          </p:nvSpPr>
          <p:spPr bwMode="auto">
            <a:xfrm>
              <a:off x="3481" y="1296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graphicFrame>
          <p:nvGraphicFramePr>
            <p:cNvPr id="28762" name="Object 71"/>
            <p:cNvGraphicFramePr>
              <a:graphicFrameLocks noChangeAspect="1"/>
            </p:cNvGraphicFramePr>
            <p:nvPr/>
          </p:nvGraphicFramePr>
          <p:xfrm>
            <a:off x="3179" y="1529"/>
            <a:ext cx="675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8" name="位图图像" r:id="rId3" imgW="1333333" imgH="971686" progId="Paint.Picture">
                    <p:embed/>
                  </p:oleObj>
                </mc:Choice>
                <mc:Fallback>
                  <p:oleObj name="位图图像" r:id="rId3" imgW="1333333" imgH="971686" progId="Paint.Picture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1529"/>
                          <a:ext cx="675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7400" name="Group 72"/>
          <p:cNvGrpSpPr>
            <a:grpSpLocks/>
          </p:cNvGrpSpPr>
          <p:nvPr/>
        </p:nvGrpSpPr>
        <p:grpSpPr bwMode="auto">
          <a:xfrm>
            <a:off x="179388" y="4516438"/>
            <a:ext cx="936625" cy="1044575"/>
            <a:chOff x="113" y="2318"/>
            <a:chExt cx="590" cy="658"/>
          </a:xfrm>
        </p:grpSpPr>
        <p:sp>
          <p:nvSpPr>
            <p:cNvPr id="28759" name="Text Box 73"/>
            <p:cNvSpPr txBox="1">
              <a:spLocks noChangeArrowheads="1"/>
            </p:cNvSpPr>
            <p:nvPr/>
          </p:nvSpPr>
          <p:spPr bwMode="auto">
            <a:xfrm>
              <a:off x="301" y="231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>
                  <a:latin typeface="黑体" pitchFamily="2" charset="-122"/>
                  <a:ea typeface="黑体" pitchFamily="2" charset="-122"/>
                </a:rPr>
                <a:t>D</a:t>
              </a:r>
            </a:p>
          </p:txBody>
        </p:sp>
        <p:graphicFrame>
          <p:nvGraphicFramePr>
            <p:cNvPr id="28760" name="Object 74"/>
            <p:cNvGraphicFramePr>
              <a:graphicFrameLocks noChangeAspect="1"/>
            </p:cNvGraphicFramePr>
            <p:nvPr/>
          </p:nvGraphicFramePr>
          <p:xfrm>
            <a:off x="113" y="2536"/>
            <a:ext cx="59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79" name="位图图像" r:id="rId5" imgW="1162212" imgH="866896" progId="Paint.Picture">
                    <p:embed/>
                  </p:oleObj>
                </mc:Choice>
                <mc:Fallback>
                  <p:oleObj name="位图图像" r:id="rId5" imgW="1162212" imgH="866896" progId="Paint.Picture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536"/>
                          <a:ext cx="590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7403" name="Group 75"/>
          <p:cNvGrpSpPr>
            <a:grpSpLocks/>
          </p:cNvGrpSpPr>
          <p:nvPr/>
        </p:nvGrpSpPr>
        <p:grpSpPr bwMode="auto">
          <a:xfrm>
            <a:off x="7945438" y="2913063"/>
            <a:ext cx="958850" cy="1052512"/>
            <a:chOff x="1973" y="3657"/>
            <a:chExt cx="604" cy="663"/>
          </a:xfrm>
        </p:grpSpPr>
        <p:sp>
          <p:nvSpPr>
            <p:cNvPr id="28757" name="Text Box 76"/>
            <p:cNvSpPr txBox="1">
              <a:spLocks noChangeArrowheads="1"/>
            </p:cNvSpPr>
            <p:nvPr/>
          </p:nvSpPr>
          <p:spPr bwMode="auto">
            <a:xfrm>
              <a:off x="2174" y="365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  <p:graphicFrame>
          <p:nvGraphicFramePr>
            <p:cNvPr id="28758" name="Object 77"/>
            <p:cNvGraphicFramePr>
              <a:graphicFrameLocks noChangeAspect="1"/>
            </p:cNvGraphicFramePr>
            <p:nvPr/>
          </p:nvGraphicFramePr>
          <p:xfrm>
            <a:off x="1973" y="3875"/>
            <a:ext cx="60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0" name="位图图像" r:id="rId7" imgW="1190476" imgH="876190" progId="Paint.Picture">
                    <p:embed/>
                  </p:oleObj>
                </mc:Choice>
                <mc:Fallback>
                  <p:oleObj name="位图图像" r:id="rId7" imgW="1190476" imgH="876190" progId="Paint.Picture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875"/>
                          <a:ext cx="60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7406" name="Group 78"/>
          <p:cNvGrpSpPr>
            <a:grpSpLocks/>
          </p:cNvGrpSpPr>
          <p:nvPr/>
        </p:nvGrpSpPr>
        <p:grpSpPr bwMode="auto">
          <a:xfrm>
            <a:off x="0" y="2547938"/>
            <a:ext cx="1455738" cy="1223962"/>
            <a:chOff x="0" y="709"/>
            <a:chExt cx="917" cy="771"/>
          </a:xfrm>
        </p:grpSpPr>
        <p:graphicFrame>
          <p:nvGraphicFramePr>
            <p:cNvPr id="28755" name="Object 79"/>
            <p:cNvGraphicFramePr>
              <a:graphicFrameLocks noChangeAspect="1"/>
            </p:cNvGraphicFramePr>
            <p:nvPr/>
          </p:nvGraphicFramePr>
          <p:xfrm>
            <a:off x="0" y="838"/>
            <a:ext cx="91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1" name="位图图像" r:id="rId9" imgW="1809524" imgH="1267002" progId="Paint.Picture">
                    <p:embed/>
                  </p:oleObj>
                </mc:Choice>
                <mc:Fallback>
                  <p:oleObj name="位图图像" r:id="rId9" imgW="1809524" imgH="1267002" progId="Paint.Picture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8"/>
                          <a:ext cx="91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56" name="Text Box 80"/>
            <p:cNvSpPr txBox="1">
              <a:spLocks noChangeArrowheads="1"/>
            </p:cNvSpPr>
            <p:nvPr/>
          </p:nvSpPr>
          <p:spPr bwMode="auto">
            <a:xfrm>
              <a:off x="290" y="709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227409" name="Group 81"/>
          <p:cNvGrpSpPr>
            <a:grpSpLocks/>
          </p:cNvGrpSpPr>
          <p:nvPr/>
        </p:nvGrpSpPr>
        <p:grpSpPr bwMode="auto">
          <a:xfrm>
            <a:off x="274638" y="3627438"/>
            <a:ext cx="841375" cy="1006475"/>
            <a:chOff x="295" y="1592"/>
            <a:chExt cx="530" cy="634"/>
          </a:xfrm>
        </p:grpSpPr>
        <p:graphicFrame>
          <p:nvGraphicFramePr>
            <p:cNvPr id="28753" name="Object 82"/>
            <p:cNvGraphicFramePr>
              <a:graphicFrameLocks noChangeAspect="1"/>
            </p:cNvGraphicFramePr>
            <p:nvPr/>
          </p:nvGraphicFramePr>
          <p:xfrm>
            <a:off x="295" y="1763"/>
            <a:ext cx="530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2" name="位图图像" r:id="rId11" imgW="1047619" imgH="914286" progId="Paint.Picture">
                    <p:embed/>
                  </p:oleObj>
                </mc:Choice>
                <mc:Fallback>
                  <p:oleObj name="位图图像" r:id="rId11" imgW="1047619" imgH="914286" progId="Paint.Picture">
                    <p:embed/>
                    <p:pic>
                      <p:nvPicPr>
                        <p:cNvPr id="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763"/>
                          <a:ext cx="530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54" name="Text Box 83"/>
            <p:cNvSpPr txBox="1">
              <a:spLocks noChangeArrowheads="1"/>
            </p:cNvSpPr>
            <p:nvPr/>
          </p:nvSpPr>
          <p:spPr bwMode="auto">
            <a:xfrm>
              <a:off x="384" y="1592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</p:grpSp>
      <p:grpSp>
        <p:nvGrpSpPr>
          <p:cNvPr id="227412" name="Group 84"/>
          <p:cNvGrpSpPr>
            <a:grpSpLocks/>
          </p:cNvGrpSpPr>
          <p:nvPr/>
        </p:nvGrpSpPr>
        <p:grpSpPr bwMode="auto">
          <a:xfrm>
            <a:off x="7832725" y="1776413"/>
            <a:ext cx="1311275" cy="1203325"/>
            <a:chOff x="0" y="3271"/>
            <a:chExt cx="826" cy="758"/>
          </a:xfrm>
        </p:grpSpPr>
        <p:graphicFrame>
          <p:nvGraphicFramePr>
            <p:cNvPr id="28751" name="Object 85"/>
            <p:cNvGraphicFramePr>
              <a:graphicFrameLocks noChangeAspect="1"/>
            </p:cNvGraphicFramePr>
            <p:nvPr/>
          </p:nvGraphicFramePr>
          <p:xfrm>
            <a:off x="0" y="3459"/>
            <a:ext cx="826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3" name="位图图像" r:id="rId13" imgW="1628571" imgH="1123810" progId="Paint.Picture">
                    <p:embed/>
                  </p:oleObj>
                </mc:Choice>
                <mc:Fallback>
                  <p:oleObj name="位图图像" r:id="rId13" imgW="1628571" imgH="1123810" progId="Paint.Picture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459"/>
                          <a:ext cx="826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52" name="Text Box 86"/>
            <p:cNvSpPr txBox="1">
              <a:spLocks noChangeArrowheads="1"/>
            </p:cNvSpPr>
            <p:nvPr/>
          </p:nvSpPr>
          <p:spPr bwMode="auto">
            <a:xfrm>
              <a:off x="271" y="3271"/>
              <a:ext cx="1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</p:grpSp>
      <p:grpSp>
        <p:nvGrpSpPr>
          <p:cNvPr id="227415" name="Group 87"/>
          <p:cNvGrpSpPr>
            <a:grpSpLocks/>
          </p:cNvGrpSpPr>
          <p:nvPr/>
        </p:nvGrpSpPr>
        <p:grpSpPr bwMode="auto">
          <a:xfrm>
            <a:off x="7677150" y="631825"/>
            <a:ext cx="1466850" cy="1260475"/>
            <a:chOff x="4740" y="3362"/>
            <a:chExt cx="924" cy="794"/>
          </a:xfrm>
        </p:grpSpPr>
        <p:graphicFrame>
          <p:nvGraphicFramePr>
            <p:cNvPr id="28749" name="Object 88"/>
            <p:cNvGraphicFramePr>
              <a:graphicFrameLocks noChangeAspect="1"/>
            </p:cNvGraphicFramePr>
            <p:nvPr/>
          </p:nvGraphicFramePr>
          <p:xfrm>
            <a:off x="4740" y="3536"/>
            <a:ext cx="924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4" name="位图图像" r:id="rId15" imgW="1819529" imgH="1219370" progId="Paint.Picture">
                    <p:embed/>
                  </p:oleObj>
                </mc:Choice>
                <mc:Fallback>
                  <p:oleObj name="位图图像" r:id="rId15" imgW="1819529" imgH="1219370" progId="Paint.Picture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536"/>
                          <a:ext cx="924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50" name="Text Box 89"/>
            <p:cNvSpPr txBox="1">
              <a:spLocks noChangeArrowheads="1"/>
            </p:cNvSpPr>
            <p:nvPr/>
          </p:nvSpPr>
          <p:spPr bwMode="auto">
            <a:xfrm>
              <a:off x="5091" y="336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>
                  <a:latin typeface="黑体" pitchFamily="2" charset="-122"/>
                  <a:ea typeface="黑体" pitchFamily="2" charset="-122"/>
                </a:rPr>
                <a:t>E</a:t>
              </a:r>
            </a:p>
          </p:txBody>
        </p:sp>
      </p:grpSp>
      <p:grpSp>
        <p:nvGrpSpPr>
          <p:cNvPr id="227418" name="Group 90"/>
          <p:cNvGrpSpPr>
            <a:grpSpLocks/>
          </p:cNvGrpSpPr>
          <p:nvPr/>
        </p:nvGrpSpPr>
        <p:grpSpPr bwMode="auto">
          <a:xfrm>
            <a:off x="8159750" y="3879850"/>
            <a:ext cx="469900" cy="822325"/>
            <a:chOff x="5057" y="141"/>
            <a:chExt cx="296" cy="518"/>
          </a:xfrm>
        </p:grpSpPr>
        <p:graphicFrame>
          <p:nvGraphicFramePr>
            <p:cNvPr id="28747" name="Object 91"/>
            <p:cNvGraphicFramePr>
              <a:graphicFrameLocks noChangeAspect="1"/>
            </p:cNvGraphicFramePr>
            <p:nvPr/>
          </p:nvGraphicFramePr>
          <p:xfrm>
            <a:off x="5057" y="374"/>
            <a:ext cx="29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85" name="位图图像" r:id="rId17" imgW="581106" imgH="561905" progId="Paint.Picture">
                    <p:embed/>
                  </p:oleObj>
                </mc:Choice>
                <mc:Fallback>
                  <p:oleObj name="位图图像" r:id="rId17" imgW="581106" imgH="561905" progId="Paint.Picture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374"/>
                          <a:ext cx="29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48" name="Text Box 92"/>
            <p:cNvSpPr txBox="1">
              <a:spLocks noChangeArrowheads="1"/>
            </p:cNvSpPr>
            <p:nvPr/>
          </p:nvSpPr>
          <p:spPr bwMode="auto">
            <a:xfrm>
              <a:off x="5133" y="14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>
                  <a:latin typeface="黑体" pitchFamily="2" charset="-122"/>
                  <a:ea typeface="黑体" pitchFamily="2" charset="-122"/>
                </a:rPr>
                <a:t>H</a:t>
              </a:r>
            </a:p>
          </p:txBody>
        </p:sp>
      </p:grpSp>
      <p:sp>
        <p:nvSpPr>
          <p:cNvPr id="227421" name="Line 93"/>
          <p:cNvSpPr>
            <a:spLocks noChangeShapeType="1"/>
          </p:cNvSpPr>
          <p:nvPr/>
        </p:nvSpPr>
        <p:spPr bwMode="auto">
          <a:xfrm>
            <a:off x="2236788" y="1636713"/>
            <a:ext cx="2913062" cy="5159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422" name="Line 94"/>
          <p:cNvSpPr>
            <a:spLocks noChangeShapeType="1"/>
          </p:cNvSpPr>
          <p:nvPr/>
        </p:nvSpPr>
        <p:spPr bwMode="auto">
          <a:xfrm flipV="1">
            <a:off x="1476375" y="2579688"/>
            <a:ext cx="3705225" cy="6175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423" name="Line 95"/>
          <p:cNvSpPr>
            <a:spLocks noChangeShapeType="1"/>
          </p:cNvSpPr>
          <p:nvPr/>
        </p:nvSpPr>
        <p:spPr bwMode="auto">
          <a:xfrm flipV="1">
            <a:off x="1116013" y="2874963"/>
            <a:ext cx="4043362" cy="11858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424" name="Text Box 96"/>
          <p:cNvSpPr txBox="1">
            <a:spLocks noChangeArrowheads="1"/>
          </p:cNvSpPr>
          <p:nvPr/>
        </p:nvSpPr>
        <p:spPr bwMode="auto">
          <a:xfrm>
            <a:off x="6043613" y="2211388"/>
            <a:ext cx="3100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由侧视图判断：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三层结构</a:t>
            </a:r>
          </a:p>
        </p:txBody>
      </p:sp>
      <p:sp>
        <p:nvSpPr>
          <p:cNvPr id="227425" name="Text Box 97"/>
          <p:cNvSpPr txBox="1">
            <a:spLocks noChangeArrowheads="1"/>
          </p:cNvSpPr>
          <p:nvPr/>
        </p:nvSpPr>
        <p:spPr bwMode="auto">
          <a:xfrm>
            <a:off x="1460500" y="3438525"/>
            <a:ext cx="76835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结合俯视图，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三层结构为</a:t>
            </a:r>
            <a:r>
              <a:rPr lang="zh-CN" altLang="en-US" sz="1800">
                <a:solidFill>
                  <a:srgbClr val="000000"/>
                </a:solidFill>
                <a:latin typeface="Tahoma" pitchFamily="34" charset="0"/>
              </a:rPr>
              <a:t>：</a:t>
            </a:r>
            <a:endParaRPr lang="zh-CN" altLang="en-US" sz="18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C</a:t>
            </a:r>
          </a:p>
        </p:txBody>
      </p:sp>
      <p:sp>
        <p:nvSpPr>
          <p:cNvPr id="227426" name="Text Box 98"/>
          <p:cNvSpPr txBox="1">
            <a:spLocks noChangeArrowheads="1"/>
          </p:cNvSpPr>
          <p:nvPr/>
        </p:nvSpPr>
        <p:spPr bwMode="auto">
          <a:xfrm>
            <a:off x="1460500" y="4627563"/>
            <a:ext cx="7683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各</a:t>
            </a:r>
            <a:r>
              <a:rPr lang="zh-CN" altLang="en-US" sz="1800">
                <a:solidFill>
                  <a:srgbClr val="000000"/>
                </a:solidFill>
                <a:latin typeface="Arial" charset="0"/>
              </a:rPr>
              <a:t>层</a:t>
            </a:r>
            <a:r>
              <a:rPr lang="zh-CN" altLang="en-US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还可能结构为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zh-CN" altLang="en-US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1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E</a:t>
            </a:r>
            <a:r>
              <a:rPr lang="en-US" altLang="zh-CN" sz="1800">
                <a:solidFill>
                  <a:srgbClr val="000000"/>
                </a:solidFill>
                <a:ea typeface="黑体" pitchFamily="2" charset="-122"/>
              </a:rPr>
              <a:t>……</a:t>
            </a:r>
            <a:endParaRPr lang="en-US" altLang="zh-CN" sz="18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8745" name="Text Box 99"/>
          <p:cNvSpPr txBox="1">
            <a:spLocks noChangeArrowheads="1"/>
          </p:cNvSpPr>
          <p:nvPr/>
        </p:nvSpPr>
        <p:spPr bwMode="auto">
          <a:xfrm>
            <a:off x="0" y="166688"/>
            <a:ext cx="9144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solidFill>
                  <a:srgbClr val="FF0000"/>
                </a:solidFill>
                <a:latin typeface="宋体" pitchFamily="2" charset="-122"/>
              </a:rPr>
              <a:t>思考题：</a:t>
            </a:r>
            <a:r>
              <a:rPr kumimoji="0" lang="en-US" altLang="en-US" sz="2400">
                <a:latin typeface="宋体" pitchFamily="2" charset="-122"/>
              </a:rPr>
              <a:t> 根据组合体的两个视图画出第三视图</a:t>
            </a:r>
            <a:r>
              <a:rPr kumimoji="0" lang="zh-CN" altLang="en-US" sz="2400">
                <a:latin typeface="宋体" pitchFamily="2" charset="-122"/>
              </a:rPr>
              <a:t>（习题集</a:t>
            </a:r>
            <a:r>
              <a:rPr kumimoji="0" lang="en-US" altLang="zh-CN" sz="2400">
                <a:latin typeface="宋体" pitchFamily="2" charset="-122"/>
              </a:rPr>
              <a:t>P35:13</a:t>
            </a:r>
            <a:r>
              <a:rPr kumimoji="0" lang="zh-CN" altLang="en-US" sz="2400">
                <a:latin typeface="宋体" pitchFamily="2" charset="-122"/>
              </a:rPr>
              <a:t>）</a:t>
            </a:r>
          </a:p>
        </p:txBody>
      </p:sp>
      <p:sp>
        <p:nvSpPr>
          <p:cNvPr id="101" name="Text Box 98"/>
          <p:cNvSpPr txBox="1">
            <a:spLocks noChangeArrowheads="1"/>
          </p:cNvSpPr>
          <p:nvPr/>
        </p:nvSpPr>
        <p:spPr bwMode="auto">
          <a:xfrm>
            <a:off x="1637074" y="5841355"/>
            <a:ext cx="69876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华文仿宋" pitchFamily="2" charset="-122"/>
                <a:ea typeface="华文仿宋" pitchFamily="2" charset="-122"/>
              </a:rPr>
              <a:t>自由练习</a:t>
            </a:r>
            <a:r>
              <a:rPr lang="zh-CN" altLang="en-US" sz="2400" dirty="0" smtClean="0">
                <a:solidFill>
                  <a:srgbClr val="000000"/>
                </a:solidFill>
                <a:latin typeface="华文仿宋" pitchFamily="2" charset="-122"/>
                <a:ea typeface="华文仿宋" pitchFamily="2" charset="-122"/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  <a:latin typeface="华文仿宋" pitchFamily="2" charset="-122"/>
                <a:ea typeface="华文仿宋" pitchFamily="2" charset="-122"/>
              </a:rPr>
              <a:t>尽可能多地构造</a:t>
            </a:r>
            <a:r>
              <a:rPr lang="zh-CN" altLang="en-US" sz="2400" dirty="0" smtClean="0">
                <a:solidFill>
                  <a:srgbClr val="000000"/>
                </a:solidFill>
                <a:latin typeface="华文仿宋" pitchFamily="2" charset="-122"/>
                <a:ea typeface="华文仿宋" pitchFamily="2" charset="-122"/>
              </a:rPr>
              <a:t>主视图。</a:t>
            </a:r>
            <a:endParaRPr lang="zh-CN" altLang="en-US" sz="2400" dirty="0">
              <a:solidFill>
                <a:srgbClr val="000000"/>
              </a:solidFill>
              <a:latin typeface="华文仿宋" pitchFamily="2" charset="-122"/>
              <a:ea typeface="华文仿宋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" dur="1000"/>
                                        <p:tgtEl>
                                          <p:spTgt spid="227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4" dur="1000"/>
                                        <p:tgtEl>
                                          <p:spTgt spid="227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7" dur="1000"/>
                                        <p:tgtEl>
                                          <p:spTgt spid="227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2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2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2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27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27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2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2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2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2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27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2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2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22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2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2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2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2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22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2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2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2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2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2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22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500"/>
                                        <p:tgtEl>
                                          <p:spTgt spid="22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22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22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22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22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5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22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2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22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22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22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22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22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22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22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22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22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22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22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0" grpId="0" animBg="1"/>
      <p:bldP spid="227331" grpId="0" animBg="1"/>
      <p:bldP spid="227332" grpId="0" animBg="1"/>
      <p:bldP spid="227333" grpId="0" animBg="1"/>
      <p:bldP spid="227334" grpId="0" animBg="1"/>
      <p:bldP spid="227335" grpId="0" animBg="1"/>
      <p:bldP spid="227336" grpId="0" animBg="1"/>
      <p:bldP spid="227337" grpId="0" animBg="1"/>
      <p:bldP spid="227338" grpId="0" animBg="1"/>
      <p:bldP spid="227339" grpId="0" animBg="1"/>
      <p:bldP spid="227340" grpId="0" animBg="1"/>
      <p:bldP spid="227341" grpId="0" animBg="1"/>
      <p:bldP spid="227342" grpId="0" animBg="1"/>
      <p:bldP spid="227343" grpId="0" animBg="1"/>
      <p:bldP spid="227344" grpId="0" animBg="1"/>
      <p:bldP spid="227345" grpId="0" animBg="1"/>
      <p:bldP spid="227346" grpId="0" animBg="1"/>
      <p:bldP spid="227347" grpId="0" animBg="1"/>
      <p:bldP spid="227349" grpId="0" animBg="1"/>
      <p:bldP spid="227350" grpId="0" animBg="1"/>
      <p:bldP spid="227351" grpId="0" animBg="1"/>
      <p:bldP spid="227361" grpId="0" animBg="1"/>
      <p:bldP spid="227362" grpId="0" animBg="1"/>
      <p:bldP spid="227363" grpId="0" animBg="1"/>
      <p:bldP spid="227364" grpId="0" animBg="1"/>
      <p:bldP spid="227365" grpId="0" animBg="1"/>
      <p:bldP spid="227366" grpId="0" animBg="1"/>
      <p:bldP spid="227367" grpId="0" animBg="1"/>
      <p:bldP spid="227368" grpId="0" animBg="1"/>
      <p:bldP spid="227369" grpId="0" animBg="1"/>
      <p:bldP spid="227370" grpId="0" animBg="1"/>
      <p:bldP spid="227371" grpId="0" animBg="1"/>
      <p:bldP spid="227372" grpId="0" animBg="1"/>
      <p:bldP spid="227373" grpId="0" animBg="1"/>
      <p:bldP spid="227374" grpId="0" animBg="1"/>
      <p:bldP spid="227375" grpId="0" animBg="1"/>
      <p:bldP spid="227376" grpId="0" animBg="1"/>
      <p:bldP spid="227377" grpId="0" animBg="1"/>
      <p:bldP spid="227378" grpId="0" animBg="1"/>
      <p:bldP spid="227379" grpId="0" animBg="1"/>
      <p:bldP spid="227380" grpId="0" animBg="1"/>
      <p:bldP spid="227421" grpId="0" animBg="1"/>
      <p:bldP spid="227421" grpId="1" animBg="1"/>
      <p:bldP spid="227422" grpId="0" animBg="1"/>
      <p:bldP spid="227422" grpId="1" animBg="1"/>
      <p:bldP spid="227423" grpId="0" animBg="1"/>
      <p:bldP spid="227423" grpId="1" animBg="1"/>
      <p:bldP spid="227424" grpId="0"/>
      <p:bldP spid="227425" grpId="0"/>
      <p:bldP spid="227426" grpId="0"/>
      <p:bldP spid="10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2B1F153B-276C-48AC-AF28-A93D7DD4CAC8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37570" name="Group 2"/>
          <p:cNvGrpSpPr>
            <a:grpSpLocks/>
          </p:cNvGrpSpPr>
          <p:nvPr/>
        </p:nvGrpSpPr>
        <p:grpSpPr bwMode="auto">
          <a:xfrm>
            <a:off x="3668713" y="814388"/>
            <a:ext cx="1549400" cy="2647950"/>
            <a:chOff x="2311" y="309"/>
            <a:chExt cx="976" cy="1668"/>
          </a:xfrm>
        </p:grpSpPr>
        <p:grpSp>
          <p:nvGrpSpPr>
            <p:cNvPr id="29926" name="Group 3"/>
            <p:cNvGrpSpPr>
              <a:grpSpLocks/>
            </p:cNvGrpSpPr>
            <p:nvPr/>
          </p:nvGrpSpPr>
          <p:grpSpPr bwMode="auto">
            <a:xfrm>
              <a:off x="2311" y="382"/>
              <a:ext cx="976" cy="1495"/>
              <a:chOff x="2311" y="382"/>
              <a:chExt cx="976" cy="1495"/>
            </a:xfrm>
          </p:grpSpPr>
          <p:sp>
            <p:nvSpPr>
              <p:cNvPr id="29935" name="Line 4"/>
              <p:cNvSpPr>
                <a:spLocks noChangeShapeType="1"/>
              </p:cNvSpPr>
              <p:nvPr/>
            </p:nvSpPr>
            <p:spPr bwMode="auto">
              <a:xfrm>
                <a:off x="2311" y="1876"/>
                <a:ext cx="9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36" name="Line 5"/>
              <p:cNvSpPr>
                <a:spLocks noChangeShapeType="1"/>
              </p:cNvSpPr>
              <p:nvPr/>
            </p:nvSpPr>
            <p:spPr bwMode="auto">
              <a:xfrm flipV="1">
                <a:off x="3287" y="383"/>
                <a:ext cx="0" cy="14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37" name="Line 6"/>
              <p:cNvSpPr>
                <a:spLocks noChangeShapeType="1"/>
              </p:cNvSpPr>
              <p:nvPr/>
            </p:nvSpPr>
            <p:spPr bwMode="auto">
              <a:xfrm flipH="1" flipV="1">
                <a:off x="2312" y="384"/>
                <a:ext cx="9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38" name="Line 7"/>
              <p:cNvSpPr>
                <a:spLocks noChangeShapeType="1"/>
              </p:cNvSpPr>
              <p:nvPr/>
            </p:nvSpPr>
            <p:spPr bwMode="auto">
              <a:xfrm>
                <a:off x="2311" y="382"/>
                <a:ext cx="0" cy="14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927" name="Group 8"/>
            <p:cNvGrpSpPr>
              <a:grpSpLocks/>
            </p:cNvGrpSpPr>
            <p:nvPr/>
          </p:nvGrpSpPr>
          <p:grpSpPr bwMode="auto">
            <a:xfrm>
              <a:off x="2800" y="309"/>
              <a:ext cx="0" cy="1668"/>
              <a:chOff x="2785" y="207"/>
              <a:chExt cx="0" cy="1668"/>
            </a:xfrm>
          </p:grpSpPr>
          <p:sp>
            <p:nvSpPr>
              <p:cNvPr id="29928" name="Line 9"/>
              <p:cNvSpPr>
                <a:spLocks noChangeShapeType="1"/>
              </p:cNvSpPr>
              <p:nvPr/>
            </p:nvSpPr>
            <p:spPr bwMode="auto">
              <a:xfrm rot="5400000">
                <a:off x="2606" y="839"/>
                <a:ext cx="3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29" name="Line 10"/>
              <p:cNvSpPr>
                <a:spLocks noChangeShapeType="1"/>
              </p:cNvSpPr>
              <p:nvPr/>
            </p:nvSpPr>
            <p:spPr bwMode="auto">
              <a:xfrm rot="5400000">
                <a:off x="2767" y="1065"/>
                <a:ext cx="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30" name="Line 11"/>
              <p:cNvSpPr>
                <a:spLocks noChangeShapeType="1"/>
              </p:cNvSpPr>
              <p:nvPr/>
            </p:nvSpPr>
            <p:spPr bwMode="auto">
              <a:xfrm rot="5400000">
                <a:off x="2575" y="1320"/>
                <a:ext cx="4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31" name="Line 12"/>
              <p:cNvSpPr>
                <a:spLocks noChangeShapeType="1"/>
              </p:cNvSpPr>
              <p:nvPr/>
            </p:nvSpPr>
            <p:spPr bwMode="auto">
              <a:xfrm rot="5400000">
                <a:off x="2767" y="1577"/>
                <a:ext cx="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32" name="Line 13"/>
              <p:cNvSpPr>
                <a:spLocks noChangeShapeType="1"/>
              </p:cNvSpPr>
              <p:nvPr/>
            </p:nvSpPr>
            <p:spPr bwMode="auto">
              <a:xfrm rot="5400000">
                <a:off x="2659" y="1749"/>
                <a:ext cx="2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33" name="Line 14"/>
              <p:cNvSpPr>
                <a:spLocks noChangeShapeType="1"/>
              </p:cNvSpPr>
              <p:nvPr/>
            </p:nvSpPr>
            <p:spPr bwMode="auto">
              <a:xfrm rot="5400000">
                <a:off x="2606" y="386"/>
                <a:ext cx="3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34" name="Line 15"/>
              <p:cNvSpPr>
                <a:spLocks noChangeShapeType="1"/>
              </p:cNvSpPr>
              <p:nvPr/>
            </p:nvSpPr>
            <p:spPr bwMode="auto">
              <a:xfrm rot="5400000">
                <a:off x="2767" y="612"/>
                <a:ext cx="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37584" name="Group 16"/>
          <p:cNvGrpSpPr>
            <a:grpSpLocks/>
          </p:cNvGrpSpPr>
          <p:nvPr/>
        </p:nvGrpSpPr>
        <p:grpSpPr bwMode="auto">
          <a:xfrm>
            <a:off x="857250" y="4186238"/>
            <a:ext cx="2166938" cy="1525587"/>
            <a:chOff x="528" y="2349"/>
            <a:chExt cx="1365" cy="961"/>
          </a:xfrm>
        </p:grpSpPr>
        <p:grpSp>
          <p:nvGrpSpPr>
            <p:cNvPr id="29914" name="Group 17"/>
            <p:cNvGrpSpPr>
              <a:grpSpLocks/>
            </p:cNvGrpSpPr>
            <p:nvPr/>
          </p:nvGrpSpPr>
          <p:grpSpPr bwMode="auto">
            <a:xfrm>
              <a:off x="594" y="2349"/>
              <a:ext cx="1250" cy="961"/>
              <a:chOff x="594" y="2349"/>
              <a:chExt cx="1250" cy="961"/>
            </a:xfrm>
          </p:grpSpPr>
          <p:sp>
            <p:nvSpPr>
              <p:cNvPr id="29921" name="Line 18"/>
              <p:cNvSpPr>
                <a:spLocks noChangeShapeType="1"/>
              </p:cNvSpPr>
              <p:nvPr/>
            </p:nvSpPr>
            <p:spPr bwMode="auto">
              <a:xfrm>
                <a:off x="1844" y="2349"/>
                <a:ext cx="0" cy="9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9922" name="Group 19"/>
              <p:cNvGrpSpPr>
                <a:grpSpLocks/>
              </p:cNvGrpSpPr>
              <p:nvPr/>
            </p:nvGrpSpPr>
            <p:grpSpPr bwMode="auto">
              <a:xfrm>
                <a:off x="594" y="2349"/>
                <a:ext cx="1250" cy="961"/>
                <a:chOff x="594" y="2349"/>
                <a:chExt cx="1250" cy="961"/>
              </a:xfrm>
            </p:grpSpPr>
            <p:sp>
              <p:nvSpPr>
                <p:cNvPr id="29923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594" y="2349"/>
                  <a:ext cx="0" cy="9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924" name="Line 21"/>
                <p:cNvSpPr>
                  <a:spLocks noChangeShapeType="1"/>
                </p:cNvSpPr>
                <p:nvPr/>
              </p:nvSpPr>
              <p:spPr bwMode="auto">
                <a:xfrm>
                  <a:off x="596" y="2350"/>
                  <a:ext cx="12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925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594" y="3309"/>
                  <a:ext cx="12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9915" name="Group 23"/>
            <p:cNvGrpSpPr>
              <a:grpSpLocks/>
            </p:cNvGrpSpPr>
            <p:nvPr/>
          </p:nvGrpSpPr>
          <p:grpSpPr bwMode="auto">
            <a:xfrm>
              <a:off x="528" y="2829"/>
              <a:ext cx="1365" cy="0"/>
              <a:chOff x="528" y="2841"/>
              <a:chExt cx="1365" cy="0"/>
            </a:xfrm>
          </p:grpSpPr>
          <p:sp>
            <p:nvSpPr>
              <p:cNvPr id="29916" name="Line 24"/>
              <p:cNvSpPr>
                <a:spLocks noChangeShapeType="1"/>
              </p:cNvSpPr>
              <p:nvPr/>
            </p:nvSpPr>
            <p:spPr bwMode="auto">
              <a:xfrm>
                <a:off x="528" y="2841"/>
                <a:ext cx="3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17" name="Line 25"/>
              <p:cNvSpPr>
                <a:spLocks noChangeShapeType="1"/>
              </p:cNvSpPr>
              <p:nvPr/>
            </p:nvSpPr>
            <p:spPr bwMode="auto">
              <a:xfrm>
                <a:off x="915" y="2841"/>
                <a:ext cx="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18" name="Line 26"/>
              <p:cNvSpPr>
                <a:spLocks noChangeShapeType="1"/>
              </p:cNvSpPr>
              <p:nvPr/>
            </p:nvSpPr>
            <p:spPr bwMode="auto">
              <a:xfrm>
                <a:off x="978" y="2841"/>
                <a:ext cx="4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19" name="Line 27"/>
              <p:cNvSpPr>
                <a:spLocks noChangeShapeType="1"/>
              </p:cNvSpPr>
              <p:nvPr/>
            </p:nvSpPr>
            <p:spPr bwMode="auto">
              <a:xfrm>
                <a:off x="1427" y="2841"/>
                <a:ext cx="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9920" name="Line 28"/>
              <p:cNvSpPr>
                <a:spLocks noChangeShapeType="1"/>
              </p:cNvSpPr>
              <p:nvPr/>
            </p:nvSpPr>
            <p:spPr bwMode="auto">
              <a:xfrm>
                <a:off x="1491" y="2841"/>
                <a:ext cx="4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9701" name="Object 29"/>
          <p:cNvGraphicFramePr>
            <a:graphicFrameLocks noChangeAspect="1"/>
          </p:cNvGraphicFramePr>
          <p:nvPr/>
        </p:nvGraphicFramePr>
        <p:xfrm>
          <a:off x="5648325" y="219075"/>
          <a:ext cx="3067050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2" name="位图图像" r:id="rId3" imgW="3067478" imgH="3600000" progId="Paint.Picture">
                  <p:embed/>
                </p:oleObj>
              </mc:Choice>
              <mc:Fallback>
                <p:oleObj name="位图图像" r:id="rId3" imgW="3067478" imgH="3600000" progId="Paint.Picture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219075"/>
                        <a:ext cx="3067050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7598" name="Group 30"/>
          <p:cNvGrpSpPr>
            <a:grpSpLocks/>
          </p:cNvGrpSpPr>
          <p:nvPr/>
        </p:nvGrpSpPr>
        <p:grpSpPr bwMode="auto">
          <a:xfrm>
            <a:off x="958850" y="939800"/>
            <a:ext cx="1997075" cy="2363788"/>
            <a:chOff x="604" y="388"/>
            <a:chExt cx="1258" cy="1489"/>
          </a:xfrm>
        </p:grpSpPr>
        <p:sp>
          <p:nvSpPr>
            <p:cNvPr id="29910" name="Line 31"/>
            <p:cNvSpPr>
              <a:spLocks noChangeShapeType="1"/>
            </p:cNvSpPr>
            <p:nvPr/>
          </p:nvSpPr>
          <p:spPr bwMode="auto">
            <a:xfrm>
              <a:off x="606" y="388"/>
              <a:ext cx="0" cy="14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11" name="Line 32"/>
            <p:cNvSpPr>
              <a:spLocks noChangeShapeType="1"/>
            </p:cNvSpPr>
            <p:nvPr/>
          </p:nvSpPr>
          <p:spPr bwMode="auto">
            <a:xfrm flipH="1">
              <a:off x="604" y="390"/>
              <a:ext cx="12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12" name="Line 33"/>
            <p:cNvSpPr>
              <a:spLocks noChangeShapeType="1"/>
            </p:cNvSpPr>
            <p:nvPr/>
          </p:nvSpPr>
          <p:spPr bwMode="auto">
            <a:xfrm>
              <a:off x="604" y="1877"/>
              <a:ext cx="12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13" name="Line 34"/>
            <p:cNvSpPr>
              <a:spLocks noChangeShapeType="1"/>
            </p:cNvSpPr>
            <p:nvPr/>
          </p:nvSpPr>
          <p:spPr bwMode="auto">
            <a:xfrm flipV="1">
              <a:off x="1861" y="388"/>
              <a:ext cx="0" cy="14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7603" name="Line 35"/>
          <p:cNvSpPr>
            <a:spLocks noChangeShapeType="1"/>
          </p:cNvSpPr>
          <p:nvPr/>
        </p:nvSpPr>
        <p:spPr bwMode="auto">
          <a:xfrm>
            <a:off x="962025" y="4470400"/>
            <a:ext cx="0" cy="973138"/>
          </a:xfrm>
          <a:prstGeom prst="line">
            <a:avLst/>
          </a:prstGeom>
          <a:noFill/>
          <a:ln w="5715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04" name="Line 36"/>
          <p:cNvSpPr>
            <a:spLocks noChangeShapeType="1"/>
          </p:cNvSpPr>
          <p:nvPr/>
        </p:nvSpPr>
        <p:spPr bwMode="auto">
          <a:xfrm>
            <a:off x="946150" y="941388"/>
            <a:ext cx="0" cy="1725612"/>
          </a:xfrm>
          <a:prstGeom prst="line">
            <a:avLst/>
          </a:prstGeom>
          <a:noFill/>
          <a:ln w="5715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05" name="Line 37"/>
          <p:cNvSpPr>
            <a:spLocks noChangeShapeType="1"/>
          </p:cNvSpPr>
          <p:nvPr/>
        </p:nvSpPr>
        <p:spPr bwMode="auto">
          <a:xfrm>
            <a:off x="950913" y="928688"/>
            <a:ext cx="1498600" cy="0"/>
          </a:xfrm>
          <a:prstGeom prst="line">
            <a:avLst/>
          </a:prstGeom>
          <a:noFill/>
          <a:ln w="5715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06" name="AutoShape 38"/>
          <p:cNvSpPr>
            <a:spLocks noChangeArrowheads="1"/>
          </p:cNvSpPr>
          <p:nvPr/>
        </p:nvSpPr>
        <p:spPr bwMode="auto">
          <a:xfrm>
            <a:off x="1847850" y="849313"/>
            <a:ext cx="266700" cy="328612"/>
          </a:xfrm>
          <a:prstGeom prst="wedgeRectCallout">
            <a:avLst>
              <a:gd name="adj1" fmla="val 232144"/>
              <a:gd name="adj2" fmla="val 78019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7607" name="Text Box 39"/>
          <p:cNvSpPr txBox="1">
            <a:spLocks noChangeArrowheads="1"/>
          </p:cNvSpPr>
          <p:nvPr/>
        </p:nvSpPr>
        <p:spPr bwMode="auto">
          <a:xfrm>
            <a:off x="1820863" y="815975"/>
            <a:ext cx="3032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chemeClr val="bg1"/>
                </a:solidFill>
                <a:latin typeface="ISOCPEUR" pitchFamily="34" charset="0"/>
                <a:ea typeface="黑体" pitchFamily="2" charset="-122"/>
              </a:rPr>
              <a:t>3</a:t>
            </a:r>
            <a:endParaRPr lang="en-US" altLang="zh-CN" sz="2000" i="1">
              <a:solidFill>
                <a:srgbClr val="000066"/>
              </a:solidFill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37608" name="AutoShape 40"/>
          <p:cNvSpPr>
            <a:spLocks noChangeArrowheads="1"/>
          </p:cNvSpPr>
          <p:nvPr/>
        </p:nvSpPr>
        <p:spPr bwMode="auto">
          <a:xfrm>
            <a:off x="400050" y="4505325"/>
            <a:ext cx="258763" cy="339725"/>
          </a:xfrm>
          <a:prstGeom prst="wedgeRectCallout">
            <a:avLst>
              <a:gd name="adj1" fmla="val 243866"/>
              <a:gd name="adj2" fmla="val 117292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7609" name="Text Box 41"/>
          <p:cNvSpPr txBox="1">
            <a:spLocks noChangeArrowheads="1"/>
          </p:cNvSpPr>
          <p:nvPr/>
        </p:nvSpPr>
        <p:spPr bwMode="auto">
          <a:xfrm>
            <a:off x="369888" y="4454525"/>
            <a:ext cx="361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chemeClr val="bg1"/>
                </a:solidFill>
                <a:latin typeface="ISOCPEUR" pitchFamily="34" charset="0"/>
                <a:ea typeface="黑体" pitchFamily="2" charset="-122"/>
              </a:rPr>
              <a:t>2</a:t>
            </a:r>
            <a:endParaRPr lang="en-US" altLang="zh-CN" sz="2000" i="1">
              <a:solidFill>
                <a:srgbClr val="000066"/>
              </a:solidFill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37610" name="AutoShape 42"/>
          <p:cNvSpPr>
            <a:spLocks noChangeArrowheads="1"/>
          </p:cNvSpPr>
          <p:nvPr/>
        </p:nvSpPr>
        <p:spPr bwMode="auto">
          <a:xfrm>
            <a:off x="585788" y="1195388"/>
            <a:ext cx="260350" cy="333375"/>
          </a:xfrm>
          <a:prstGeom prst="wedgeRectCallout">
            <a:avLst>
              <a:gd name="adj1" fmla="val 215245"/>
              <a:gd name="adj2" fmla="val 87144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7611" name="Text Box 43"/>
          <p:cNvSpPr txBox="1">
            <a:spLocks noChangeArrowheads="1"/>
          </p:cNvSpPr>
          <p:nvPr/>
        </p:nvSpPr>
        <p:spPr bwMode="auto">
          <a:xfrm>
            <a:off x="569913" y="1179513"/>
            <a:ext cx="266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chemeClr val="bg1"/>
                </a:solidFill>
                <a:latin typeface="ISOCPEUR" pitchFamily="34" charset="0"/>
                <a:ea typeface="黑体" pitchFamily="2" charset="-122"/>
              </a:rPr>
              <a:t>1</a:t>
            </a:r>
            <a:endParaRPr lang="en-US" altLang="zh-CN" sz="2000" i="1">
              <a:solidFill>
                <a:srgbClr val="000066"/>
              </a:solidFill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37612" name="Line 44"/>
          <p:cNvSpPr>
            <a:spLocks noChangeShapeType="1"/>
          </p:cNvSpPr>
          <p:nvPr/>
        </p:nvSpPr>
        <p:spPr bwMode="auto">
          <a:xfrm>
            <a:off x="2454275" y="946150"/>
            <a:ext cx="0" cy="573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13" name="Line 45"/>
          <p:cNvSpPr>
            <a:spLocks noChangeShapeType="1"/>
          </p:cNvSpPr>
          <p:nvPr/>
        </p:nvSpPr>
        <p:spPr bwMode="auto">
          <a:xfrm flipH="1">
            <a:off x="960438" y="1519238"/>
            <a:ext cx="1506537" cy="1154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14" name="Line 46"/>
          <p:cNvSpPr>
            <a:spLocks noChangeShapeType="1"/>
          </p:cNvSpPr>
          <p:nvPr/>
        </p:nvSpPr>
        <p:spPr bwMode="auto">
          <a:xfrm>
            <a:off x="2454275" y="1519238"/>
            <a:ext cx="0" cy="419100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15" name="Line 47"/>
          <p:cNvSpPr>
            <a:spLocks noChangeShapeType="1"/>
          </p:cNvSpPr>
          <p:nvPr/>
        </p:nvSpPr>
        <p:spPr bwMode="auto">
          <a:xfrm>
            <a:off x="2454275" y="4186238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16" name="Line 48"/>
          <p:cNvSpPr>
            <a:spLocks noChangeShapeType="1"/>
          </p:cNvSpPr>
          <p:nvPr/>
        </p:nvSpPr>
        <p:spPr bwMode="auto">
          <a:xfrm>
            <a:off x="2451100" y="1528763"/>
            <a:ext cx="2747963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17" name="Line 49"/>
          <p:cNvSpPr>
            <a:spLocks noChangeShapeType="1"/>
          </p:cNvSpPr>
          <p:nvPr/>
        </p:nvSpPr>
        <p:spPr bwMode="auto">
          <a:xfrm>
            <a:off x="3667125" y="1528763"/>
            <a:ext cx="154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18" name="Line 50"/>
          <p:cNvSpPr>
            <a:spLocks noChangeShapeType="1"/>
          </p:cNvSpPr>
          <p:nvPr/>
        </p:nvSpPr>
        <p:spPr bwMode="auto">
          <a:xfrm>
            <a:off x="965200" y="2673350"/>
            <a:ext cx="4251325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19" name="Line 51"/>
          <p:cNvSpPr>
            <a:spLocks noChangeShapeType="1"/>
          </p:cNvSpPr>
          <p:nvPr/>
        </p:nvSpPr>
        <p:spPr bwMode="auto">
          <a:xfrm>
            <a:off x="3667125" y="267335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20" name="Line 52"/>
          <p:cNvSpPr>
            <a:spLocks noChangeShapeType="1"/>
          </p:cNvSpPr>
          <p:nvPr/>
        </p:nvSpPr>
        <p:spPr bwMode="auto">
          <a:xfrm>
            <a:off x="965200" y="4464050"/>
            <a:ext cx="785813" cy="300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21" name="Line 53"/>
          <p:cNvSpPr>
            <a:spLocks noChangeShapeType="1"/>
          </p:cNvSpPr>
          <p:nvPr/>
        </p:nvSpPr>
        <p:spPr bwMode="auto">
          <a:xfrm>
            <a:off x="1751013" y="476408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22" name="Line 54"/>
          <p:cNvSpPr>
            <a:spLocks noChangeShapeType="1"/>
          </p:cNvSpPr>
          <p:nvPr/>
        </p:nvSpPr>
        <p:spPr bwMode="auto">
          <a:xfrm flipH="1">
            <a:off x="965200" y="5145088"/>
            <a:ext cx="785813" cy="300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23" name="Line 55"/>
          <p:cNvSpPr>
            <a:spLocks noChangeShapeType="1"/>
          </p:cNvSpPr>
          <p:nvPr/>
        </p:nvSpPr>
        <p:spPr bwMode="auto">
          <a:xfrm flipV="1">
            <a:off x="1751013" y="2062163"/>
            <a:ext cx="0" cy="2701925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24" name="Line 56"/>
          <p:cNvSpPr>
            <a:spLocks noChangeShapeType="1"/>
          </p:cNvSpPr>
          <p:nvPr/>
        </p:nvSpPr>
        <p:spPr bwMode="auto">
          <a:xfrm>
            <a:off x="1751013" y="2073275"/>
            <a:ext cx="0" cy="123507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25" name="Line 57"/>
          <p:cNvSpPr>
            <a:spLocks noChangeShapeType="1"/>
          </p:cNvSpPr>
          <p:nvPr/>
        </p:nvSpPr>
        <p:spPr bwMode="auto">
          <a:xfrm>
            <a:off x="1751013" y="2073275"/>
            <a:ext cx="2816225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26" name="Line 58"/>
          <p:cNvSpPr>
            <a:spLocks noChangeShapeType="1"/>
          </p:cNvSpPr>
          <p:nvPr/>
        </p:nvSpPr>
        <p:spPr bwMode="auto">
          <a:xfrm>
            <a:off x="4244975" y="207327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7627" name="Group 59"/>
          <p:cNvGrpSpPr>
            <a:grpSpLocks/>
          </p:cNvGrpSpPr>
          <p:nvPr/>
        </p:nvGrpSpPr>
        <p:grpSpPr bwMode="auto">
          <a:xfrm>
            <a:off x="608013" y="3302000"/>
            <a:ext cx="4610100" cy="2414588"/>
            <a:chOff x="371" y="1790"/>
            <a:chExt cx="2904" cy="1521"/>
          </a:xfrm>
        </p:grpSpPr>
        <p:grpSp>
          <p:nvGrpSpPr>
            <p:cNvPr id="29892" name="Group 60"/>
            <p:cNvGrpSpPr>
              <a:grpSpLocks/>
            </p:cNvGrpSpPr>
            <p:nvPr/>
          </p:nvGrpSpPr>
          <p:grpSpPr bwMode="auto">
            <a:xfrm>
              <a:off x="2300" y="1790"/>
              <a:ext cx="975" cy="225"/>
              <a:chOff x="2300" y="1790"/>
              <a:chExt cx="975" cy="225"/>
            </a:xfrm>
          </p:grpSpPr>
          <p:grpSp>
            <p:nvGrpSpPr>
              <p:cNvPr id="29902" name="Group 61"/>
              <p:cNvGrpSpPr>
                <a:grpSpLocks/>
              </p:cNvGrpSpPr>
              <p:nvPr/>
            </p:nvGrpSpPr>
            <p:grpSpPr bwMode="auto">
              <a:xfrm>
                <a:off x="2300" y="1793"/>
                <a:ext cx="185" cy="222"/>
                <a:chOff x="2300" y="1793"/>
                <a:chExt cx="185" cy="222"/>
              </a:xfrm>
            </p:grpSpPr>
            <p:sp>
              <p:nvSpPr>
                <p:cNvPr id="29907" name="Line 62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2276" y="1820"/>
                  <a:ext cx="145" cy="9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908" name="Line 63"/>
                <p:cNvSpPr>
                  <a:spLocks noChangeShapeType="1"/>
                </p:cNvSpPr>
                <p:nvPr/>
              </p:nvSpPr>
              <p:spPr bwMode="auto">
                <a:xfrm rot="-5400000">
                  <a:off x="2364" y="1827"/>
                  <a:ext cx="156" cy="8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909" name="Line 64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2363" y="1979"/>
                  <a:ext cx="7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903" name="Group 65"/>
              <p:cNvGrpSpPr>
                <a:grpSpLocks/>
              </p:cNvGrpSpPr>
              <p:nvPr/>
            </p:nvGrpSpPr>
            <p:grpSpPr bwMode="auto">
              <a:xfrm>
                <a:off x="3097" y="1790"/>
                <a:ext cx="178" cy="211"/>
                <a:chOff x="3097" y="1790"/>
                <a:chExt cx="178" cy="211"/>
              </a:xfrm>
            </p:grpSpPr>
            <p:sp>
              <p:nvSpPr>
                <p:cNvPr id="29904" name="Line 66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3072" y="1819"/>
                  <a:ext cx="145" cy="9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905" name="Line 67"/>
                <p:cNvSpPr>
                  <a:spLocks noChangeShapeType="1"/>
                </p:cNvSpPr>
                <p:nvPr/>
              </p:nvSpPr>
              <p:spPr bwMode="auto">
                <a:xfrm rot="-5400000">
                  <a:off x="3155" y="1827"/>
                  <a:ext cx="157" cy="8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906" name="Line 68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3166" y="1972"/>
                  <a:ext cx="5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9893" name="Group 69"/>
            <p:cNvGrpSpPr>
              <a:grpSpLocks/>
            </p:cNvGrpSpPr>
            <p:nvPr/>
          </p:nvGrpSpPr>
          <p:grpSpPr bwMode="auto">
            <a:xfrm>
              <a:off x="371" y="2356"/>
              <a:ext cx="222" cy="955"/>
              <a:chOff x="371" y="2356"/>
              <a:chExt cx="222" cy="955"/>
            </a:xfrm>
          </p:grpSpPr>
          <p:grpSp>
            <p:nvGrpSpPr>
              <p:cNvPr id="29894" name="Group 70"/>
              <p:cNvGrpSpPr>
                <a:grpSpLocks/>
              </p:cNvGrpSpPr>
              <p:nvPr/>
            </p:nvGrpSpPr>
            <p:grpSpPr bwMode="auto">
              <a:xfrm>
                <a:off x="371" y="2356"/>
                <a:ext cx="215" cy="167"/>
                <a:chOff x="371" y="2356"/>
                <a:chExt cx="215" cy="167"/>
              </a:xfrm>
            </p:grpSpPr>
            <p:sp>
              <p:nvSpPr>
                <p:cNvPr id="29899" name="Line 71"/>
                <p:cNvSpPr>
                  <a:spLocks noChangeShapeType="1"/>
                </p:cNvSpPr>
                <p:nvPr/>
              </p:nvSpPr>
              <p:spPr bwMode="auto">
                <a:xfrm rot="21511161" flipH="1">
                  <a:off x="436" y="2356"/>
                  <a:ext cx="150" cy="9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900" name="Line 72"/>
                <p:cNvSpPr>
                  <a:spLocks noChangeShapeType="1"/>
                </p:cNvSpPr>
                <p:nvPr/>
              </p:nvSpPr>
              <p:spPr bwMode="auto">
                <a:xfrm rot="-88839">
                  <a:off x="432" y="2451"/>
                  <a:ext cx="152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901" name="Line 73"/>
                <p:cNvSpPr>
                  <a:spLocks noChangeShapeType="1"/>
                </p:cNvSpPr>
                <p:nvPr/>
              </p:nvSpPr>
              <p:spPr bwMode="auto">
                <a:xfrm rot="-88839" flipH="1" flipV="1">
                  <a:off x="371" y="2456"/>
                  <a:ext cx="62" cy="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895" name="Group 74"/>
              <p:cNvGrpSpPr>
                <a:grpSpLocks/>
              </p:cNvGrpSpPr>
              <p:nvPr/>
            </p:nvGrpSpPr>
            <p:grpSpPr bwMode="auto">
              <a:xfrm>
                <a:off x="386" y="3145"/>
                <a:ext cx="207" cy="166"/>
                <a:chOff x="386" y="3145"/>
                <a:chExt cx="207" cy="166"/>
              </a:xfrm>
            </p:grpSpPr>
            <p:sp>
              <p:nvSpPr>
                <p:cNvPr id="29896" name="Line 75"/>
                <p:cNvSpPr>
                  <a:spLocks noChangeShapeType="1"/>
                </p:cNvSpPr>
                <p:nvPr/>
              </p:nvSpPr>
              <p:spPr bwMode="auto">
                <a:xfrm rot="21511161" flipH="1">
                  <a:off x="446" y="3145"/>
                  <a:ext cx="145" cy="9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97" name="Line 76"/>
                <p:cNvSpPr>
                  <a:spLocks noChangeShapeType="1"/>
                </p:cNvSpPr>
                <p:nvPr/>
              </p:nvSpPr>
              <p:spPr bwMode="auto">
                <a:xfrm rot="-88839">
                  <a:off x="441" y="3239"/>
                  <a:ext cx="152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98" name="Line 77"/>
                <p:cNvSpPr>
                  <a:spLocks noChangeShapeType="1"/>
                </p:cNvSpPr>
                <p:nvPr/>
              </p:nvSpPr>
              <p:spPr bwMode="auto">
                <a:xfrm rot="21511161" flipH="1">
                  <a:off x="386" y="3242"/>
                  <a:ext cx="5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37646" name="Line 78"/>
          <p:cNvSpPr>
            <a:spLocks noChangeShapeType="1"/>
          </p:cNvSpPr>
          <p:nvPr/>
        </p:nvSpPr>
        <p:spPr bwMode="auto">
          <a:xfrm>
            <a:off x="3967163" y="2673350"/>
            <a:ext cx="946150" cy="0"/>
          </a:xfrm>
          <a:prstGeom prst="line">
            <a:avLst/>
          </a:prstGeom>
          <a:noFill/>
          <a:ln w="5715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7647" name="Group 79"/>
          <p:cNvGrpSpPr>
            <a:grpSpLocks/>
          </p:cNvGrpSpPr>
          <p:nvPr/>
        </p:nvGrpSpPr>
        <p:grpSpPr bwMode="auto">
          <a:xfrm>
            <a:off x="4256088" y="2073275"/>
            <a:ext cx="371475" cy="1225550"/>
            <a:chOff x="2669" y="1018"/>
            <a:chExt cx="234" cy="772"/>
          </a:xfrm>
        </p:grpSpPr>
        <p:sp>
          <p:nvSpPr>
            <p:cNvPr id="29890" name="Line 80"/>
            <p:cNvSpPr>
              <a:spLocks noChangeShapeType="1"/>
            </p:cNvSpPr>
            <p:nvPr/>
          </p:nvSpPr>
          <p:spPr bwMode="auto">
            <a:xfrm>
              <a:off x="2669" y="1018"/>
              <a:ext cx="0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91" name="Line 81"/>
            <p:cNvSpPr>
              <a:spLocks noChangeShapeType="1"/>
            </p:cNvSpPr>
            <p:nvPr/>
          </p:nvSpPr>
          <p:spPr bwMode="auto">
            <a:xfrm>
              <a:off x="2903" y="1019"/>
              <a:ext cx="0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7650" name="Line 82"/>
          <p:cNvSpPr>
            <a:spLocks noChangeShapeType="1"/>
          </p:cNvSpPr>
          <p:nvPr/>
        </p:nvSpPr>
        <p:spPr bwMode="auto">
          <a:xfrm flipV="1">
            <a:off x="2454275" y="1150938"/>
            <a:ext cx="496888" cy="37941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7651" name="Group 83"/>
          <p:cNvGrpSpPr>
            <a:grpSpLocks/>
          </p:cNvGrpSpPr>
          <p:nvPr/>
        </p:nvGrpSpPr>
        <p:grpSpPr bwMode="auto">
          <a:xfrm>
            <a:off x="2452688" y="4579938"/>
            <a:ext cx="492125" cy="741362"/>
            <a:chOff x="1528" y="2597"/>
            <a:chExt cx="319" cy="467"/>
          </a:xfrm>
        </p:grpSpPr>
        <p:sp>
          <p:nvSpPr>
            <p:cNvPr id="29888" name="Line 84"/>
            <p:cNvSpPr>
              <a:spLocks noChangeShapeType="1"/>
            </p:cNvSpPr>
            <p:nvPr/>
          </p:nvSpPr>
          <p:spPr bwMode="auto">
            <a:xfrm>
              <a:off x="1534" y="2597"/>
              <a:ext cx="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89" name="Line 85"/>
            <p:cNvSpPr>
              <a:spLocks noChangeShapeType="1"/>
            </p:cNvSpPr>
            <p:nvPr/>
          </p:nvSpPr>
          <p:spPr bwMode="auto">
            <a:xfrm>
              <a:off x="1528" y="3064"/>
              <a:ext cx="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7654" name="Line 86"/>
          <p:cNvSpPr>
            <a:spLocks noChangeShapeType="1"/>
          </p:cNvSpPr>
          <p:nvPr/>
        </p:nvSpPr>
        <p:spPr bwMode="auto">
          <a:xfrm>
            <a:off x="2454275" y="4595813"/>
            <a:ext cx="0" cy="720725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55" name="Line 87"/>
          <p:cNvSpPr>
            <a:spLocks noChangeShapeType="1"/>
          </p:cNvSpPr>
          <p:nvPr/>
        </p:nvSpPr>
        <p:spPr bwMode="auto">
          <a:xfrm>
            <a:off x="2951163" y="1149350"/>
            <a:ext cx="183515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7656" name="Group 88"/>
          <p:cNvGrpSpPr>
            <a:grpSpLocks/>
          </p:cNvGrpSpPr>
          <p:nvPr/>
        </p:nvGrpSpPr>
        <p:grpSpPr bwMode="auto">
          <a:xfrm>
            <a:off x="2938463" y="1511300"/>
            <a:ext cx="1878012" cy="3813175"/>
            <a:chOff x="1839" y="668"/>
            <a:chExt cx="1183" cy="2402"/>
          </a:xfrm>
        </p:grpSpPr>
        <p:grpSp>
          <p:nvGrpSpPr>
            <p:cNvPr id="29870" name="Group 89"/>
            <p:cNvGrpSpPr>
              <a:grpSpLocks/>
            </p:cNvGrpSpPr>
            <p:nvPr/>
          </p:nvGrpSpPr>
          <p:grpSpPr bwMode="auto">
            <a:xfrm>
              <a:off x="1839" y="2597"/>
              <a:ext cx="336" cy="473"/>
              <a:chOff x="1847" y="2597"/>
              <a:chExt cx="336" cy="473"/>
            </a:xfrm>
          </p:grpSpPr>
          <p:grpSp>
            <p:nvGrpSpPr>
              <p:cNvPr id="29880" name="Group 90"/>
              <p:cNvGrpSpPr>
                <a:grpSpLocks/>
              </p:cNvGrpSpPr>
              <p:nvPr/>
            </p:nvGrpSpPr>
            <p:grpSpPr bwMode="auto">
              <a:xfrm>
                <a:off x="1847" y="2597"/>
                <a:ext cx="327" cy="232"/>
                <a:chOff x="1847" y="2597"/>
                <a:chExt cx="327" cy="232"/>
              </a:xfrm>
            </p:grpSpPr>
            <p:sp>
              <p:nvSpPr>
                <p:cNvPr id="29885" name="Line 91"/>
                <p:cNvSpPr>
                  <a:spLocks noChangeShapeType="1"/>
                </p:cNvSpPr>
                <p:nvPr/>
              </p:nvSpPr>
              <p:spPr bwMode="auto">
                <a:xfrm>
                  <a:off x="1847" y="2597"/>
                  <a:ext cx="218" cy="1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86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1847" y="2698"/>
                  <a:ext cx="218" cy="1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87" name="Line 93"/>
                <p:cNvSpPr>
                  <a:spLocks noChangeShapeType="1"/>
                </p:cNvSpPr>
                <p:nvPr/>
              </p:nvSpPr>
              <p:spPr bwMode="auto">
                <a:xfrm>
                  <a:off x="2065" y="2698"/>
                  <a:ext cx="1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881" name="Group 94"/>
              <p:cNvGrpSpPr>
                <a:grpSpLocks/>
              </p:cNvGrpSpPr>
              <p:nvPr/>
            </p:nvGrpSpPr>
            <p:grpSpPr bwMode="auto">
              <a:xfrm>
                <a:off x="1856" y="2838"/>
                <a:ext cx="327" cy="232"/>
                <a:chOff x="1847" y="2597"/>
                <a:chExt cx="327" cy="232"/>
              </a:xfrm>
            </p:grpSpPr>
            <p:sp>
              <p:nvSpPr>
                <p:cNvPr id="29882" name="Line 95"/>
                <p:cNvSpPr>
                  <a:spLocks noChangeShapeType="1"/>
                </p:cNvSpPr>
                <p:nvPr/>
              </p:nvSpPr>
              <p:spPr bwMode="auto">
                <a:xfrm>
                  <a:off x="1847" y="2597"/>
                  <a:ext cx="218" cy="1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83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847" y="2698"/>
                  <a:ext cx="218" cy="1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84" name="Line 97"/>
                <p:cNvSpPr>
                  <a:spLocks noChangeShapeType="1"/>
                </p:cNvSpPr>
                <p:nvPr/>
              </p:nvSpPr>
              <p:spPr bwMode="auto">
                <a:xfrm>
                  <a:off x="2065" y="2698"/>
                  <a:ext cx="1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9871" name="Group 98"/>
            <p:cNvGrpSpPr>
              <a:grpSpLocks/>
            </p:cNvGrpSpPr>
            <p:nvPr/>
          </p:nvGrpSpPr>
          <p:grpSpPr bwMode="auto">
            <a:xfrm rot="5400000">
              <a:off x="2618" y="599"/>
              <a:ext cx="336" cy="473"/>
              <a:chOff x="1847" y="2597"/>
              <a:chExt cx="336" cy="473"/>
            </a:xfrm>
          </p:grpSpPr>
          <p:grpSp>
            <p:nvGrpSpPr>
              <p:cNvPr id="29872" name="Group 99"/>
              <p:cNvGrpSpPr>
                <a:grpSpLocks/>
              </p:cNvGrpSpPr>
              <p:nvPr/>
            </p:nvGrpSpPr>
            <p:grpSpPr bwMode="auto">
              <a:xfrm>
                <a:off x="1847" y="2597"/>
                <a:ext cx="327" cy="232"/>
                <a:chOff x="1847" y="2597"/>
                <a:chExt cx="327" cy="232"/>
              </a:xfrm>
            </p:grpSpPr>
            <p:sp>
              <p:nvSpPr>
                <p:cNvPr id="29877" name="Line 100"/>
                <p:cNvSpPr>
                  <a:spLocks noChangeShapeType="1"/>
                </p:cNvSpPr>
                <p:nvPr/>
              </p:nvSpPr>
              <p:spPr bwMode="auto">
                <a:xfrm>
                  <a:off x="1847" y="2597"/>
                  <a:ext cx="218" cy="1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78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1847" y="2698"/>
                  <a:ext cx="218" cy="1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79" name="Line 102"/>
                <p:cNvSpPr>
                  <a:spLocks noChangeShapeType="1"/>
                </p:cNvSpPr>
                <p:nvPr/>
              </p:nvSpPr>
              <p:spPr bwMode="auto">
                <a:xfrm>
                  <a:off x="2065" y="2698"/>
                  <a:ext cx="1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873" name="Group 103"/>
              <p:cNvGrpSpPr>
                <a:grpSpLocks/>
              </p:cNvGrpSpPr>
              <p:nvPr/>
            </p:nvGrpSpPr>
            <p:grpSpPr bwMode="auto">
              <a:xfrm>
                <a:off x="1856" y="2838"/>
                <a:ext cx="327" cy="232"/>
                <a:chOff x="1847" y="2597"/>
                <a:chExt cx="327" cy="232"/>
              </a:xfrm>
            </p:grpSpPr>
            <p:sp>
              <p:nvSpPr>
                <p:cNvPr id="29874" name="Line 104"/>
                <p:cNvSpPr>
                  <a:spLocks noChangeShapeType="1"/>
                </p:cNvSpPr>
                <p:nvPr/>
              </p:nvSpPr>
              <p:spPr bwMode="auto">
                <a:xfrm>
                  <a:off x="1847" y="2597"/>
                  <a:ext cx="218" cy="1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75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1847" y="2698"/>
                  <a:ext cx="218" cy="1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76" name="Line 106"/>
                <p:cNvSpPr>
                  <a:spLocks noChangeShapeType="1"/>
                </p:cNvSpPr>
                <p:nvPr/>
              </p:nvSpPr>
              <p:spPr bwMode="auto">
                <a:xfrm>
                  <a:off x="2065" y="2698"/>
                  <a:ext cx="10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37675" name="Group 107"/>
          <p:cNvGrpSpPr>
            <a:grpSpLocks/>
          </p:cNvGrpSpPr>
          <p:nvPr/>
        </p:nvGrpSpPr>
        <p:grpSpPr bwMode="auto">
          <a:xfrm>
            <a:off x="4068763" y="933450"/>
            <a:ext cx="744537" cy="595313"/>
            <a:chOff x="2552" y="300"/>
            <a:chExt cx="468" cy="369"/>
          </a:xfrm>
        </p:grpSpPr>
        <p:sp>
          <p:nvSpPr>
            <p:cNvPr id="29868" name="Line 108"/>
            <p:cNvSpPr>
              <a:spLocks noChangeShapeType="1"/>
            </p:cNvSpPr>
            <p:nvPr/>
          </p:nvSpPr>
          <p:spPr bwMode="auto">
            <a:xfrm flipV="1">
              <a:off x="2552" y="301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69" name="Line 109"/>
            <p:cNvSpPr>
              <a:spLocks noChangeShapeType="1"/>
            </p:cNvSpPr>
            <p:nvPr/>
          </p:nvSpPr>
          <p:spPr bwMode="auto">
            <a:xfrm flipV="1">
              <a:off x="3020" y="300"/>
              <a:ext cx="0" cy="3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7678" name="Line 110"/>
          <p:cNvSpPr>
            <a:spLocks noChangeShapeType="1"/>
          </p:cNvSpPr>
          <p:nvPr/>
        </p:nvSpPr>
        <p:spPr bwMode="auto">
          <a:xfrm>
            <a:off x="4068763" y="1149350"/>
            <a:ext cx="741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79" name="Line 111"/>
          <p:cNvSpPr>
            <a:spLocks noChangeShapeType="1"/>
          </p:cNvSpPr>
          <p:nvPr/>
        </p:nvSpPr>
        <p:spPr bwMode="auto">
          <a:xfrm>
            <a:off x="4079875" y="1531938"/>
            <a:ext cx="727075" cy="0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80" name="Line 112"/>
          <p:cNvSpPr>
            <a:spLocks noChangeShapeType="1"/>
          </p:cNvSpPr>
          <p:nvPr/>
        </p:nvSpPr>
        <p:spPr bwMode="auto">
          <a:xfrm flipH="1" flipV="1">
            <a:off x="1584325" y="1771650"/>
            <a:ext cx="273050" cy="2032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81" name="Text Box 113"/>
          <p:cNvSpPr txBox="1">
            <a:spLocks noChangeArrowheads="1"/>
          </p:cNvSpPr>
          <p:nvPr/>
        </p:nvSpPr>
        <p:spPr bwMode="auto">
          <a:xfrm>
            <a:off x="1287463" y="1524000"/>
            <a:ext cx="633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i="1">
                <a:solidFill>
                  <a:srgbClr val="CC0000"/>
                </a:solidFill>
                <a:latin typeface="ISOCPEUR" pitchFamily="34" charset="0"/>
                <a:ea typeface="黑体" pitchFamily="2" charset="-122"/>
              </a:rPr>
              <a:t>p′</a:t>
            </a:r>
            <a:endParaRPr kumimoji="1" lang="en-US" altLang="zh-CN" sz="2400" i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37682" name="Text Box 114"/>
          <p:cNvSpPr txBox="1">
            <a:spLocks noChangeArrowheads="1"/>
          </p:cNvSpPr>
          <p:nvPr/>
        </p:nvSpPr>
        <p:spPr bwMode="auto">
          <a:xfrm>
            <a:off x="166688" y="2476500"/>
            <a:ext cx="8366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i="1">
                <a:solidFill>
                  <a:srgbClr val="000066"/>
                </a:solidFill>
                <a:latin typeface="ISOCPEUR" pitchFamily="34" charset="0"/>
                <a:ea typeface="黑体" pitchFamily="2" charset="-122"/>
              </a:rPr>
              <a:t>1'(2'5'6')</a:t>
            </a:r>
          </a:p>
        </p:txBody>
      </p:sp>
      <p:sp>
        <p:nvSpPr>
          <p:cNvPr id="237683" name="Text Box 115"/>
          <p:cNvSpPr txBox="1">
            <a:spLocks noChangeArrowheads="1"/>
          </p:cNvSpPr>
          <p:nvPr/>
        </p:nvSpPr>
        <p:spPr bwMode="auto">
          <a:xfrm>
            <a:off x="1169988" y="1865313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i="1">
                <a:solidFill>
                  <a:srgbClr val="000066"/>
                </a:solidFill>
                <a:latin typeface="ISOCPEUR" pitchFamily="34" charset="0"/>
                <a:ea typeface="黑体" pitchFamily="2" charset="-122"/>
              </a:rPr>
              <a:t>3'(4')</a:t>
            </a:r>
          </a:p>
        </p:txBody>
      </p:sp>
      <p:sp>
        <p:nvSpPr>
          <p:cNvPr id="237684" name="Text Box 116"/>
          <p:cNvSpPr txBox="1">
            <a:spLocks noChangeArrowheads="1"/>
          </p:cNvSpPr>
          <p:nvPr/>
        </p:nvSpPr>
        <p:spPr bwMode="auto">
          <a:xfrm>
            <a:off x="1504950" y="1319213"/>
            <a:ext cx="9731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i="1">
                <a:solidFill>
                  <a:srgbClr val="000066"/>
                </a:solidFill>
                <a:latin typeface="ISOCPEUR" pitchFamily="34" charset="0"/>
                <a:ea typeface="黑体" pitchFamily="2" charset="-122"/>
              </a:rPr>
              <a:t>12'(11'8'7')</a:t>
            </a:r>
          </a:p>
        </p:txBody>
      </p:sp>
      <p:sp>
        <p:nvSpPr>
          <p:cNvPr id="237685" name="Text Box 117"/>
          <p:cNvSpPr txBox="1">
            <a:spLocks noChangeArrowheads="1"/>
          </p:cNvSpPr>
          <p:nvPr/>
        </p:nvSpPr>
        <p:spPr bwMode="auto">
          <a:xfrm>
            <a:off x="2857500" y="901700"/>
            <a:ext cx="646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i="1">
                <a:solidFill>
                  <a:srgbClr val="000066"/>
                </a:solidFill>
                <a:latin typeface="ISOCPEUR" pitchFamily="34" charset="0"/>
                <a:ea typeface="黑体" pitchFamily="2" charset="-122"/>
              </a:rPr>
              <a:t>10'(9')</a:t>
            </a:r>
          </a:p>
        </p:txBody>
      </p:sp>
      <p:grpSp>
        <p:nvGrpSpPr>
          <p:cNvPr id="237686" name="Group 118"/>
          <p:cNvGrpSpPr>
            <a:grpSpLocks/>
          </p:cNvGrpSpPr>
          <p:nvPr/>
        </p:nvGrpSpPr>
        <p:grpSpPr bwMode="auto">
          <a:xfrm>
            <a:off x="3344863" y="2543175"/>
            <a:ext cx="2173287" cy="355600"/>
            <a:chOff x="2095" y="1314"/>
            <a:chExt cx="1369" cy="224"/>
          </a:xfrm>
        </p:grpSpPr>
        <p:sp>
          <p:nvSpPr>
            <p:cNvPr id="29864" name="Text Box 119"/>
            <p:cNvSpPr txBox="1">
              <a:spLocks noChangeArrowheads="1"/>
            </p:cNvSpPr>
            <p:nvPr/>
          </p:nvSpPr>
          <p:spPr bwMode="auto">
            <a:xfrm>
              <a:off x="3218" y="1314"/>
              <a:ext cx="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1"</a:t>
              </a:r>
            </a:p>
          </p:txBody>
        </p:sp>
        <p:sp>
          <p:nvSpPr>
            <p:cNvPr id="29865" name="Text Box 120"/>
            <p:cNvSpPr txBox="1">
              <a:spLocks noChangeArrowheads="1"/>
            </p:cNvSpPr>
            <p:nvPr/>
          </p:nvSpPr>
          <p:spPr bwMode="auto">
            <a:xfrm>
              <a:off x="2882" y="1325"/>
              <a:ext cx="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2"</a:t>
              </a:r>
            </a:p>
          </p:txBody>
        </p:sp>
        <p:sp>
          <p:nvSpPr>
            <p:cNvPr id="29866" name="Text Box 121"/>
            <p:cNvSpPr txBox="1">
              <a:spLocks noChangeArrowheads="1"/>
            </p:cNvSpPr>
            <p:nvPr/>
          </p:nvSpPr>
          <p:spPr bwMode="auto">
            <a:xfrm>
              <a:off x="2443" y="1320"/>
              <a:ext cx="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5"</a:t>
              </a:r>
            </a:p>
          </p:txBody>
        </p:sp>
        <p:sp>
          <p:nvSpPr>
            <p:cNvPr id="29867" name="Text Box 122"/>
            <p:cNvSpPr txBox="1">
              <a:spLocks noChangeArrowheads="1"/>
            </p:cNvSpPr>
            <p:nvPr/>
          </p:nvSpPr>
          <p:spPr bwMode="auto">
            <a:xfrm>
              <a:off x="2095" y="1326"/>
              <a:ext cx="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6"</a:t>
              </a:r>
            </a:p>
          </p:txBody>
        </p:sp>
      </p:grpSp>
      <p:grpSp>
        <p:nvGrpSpPr>
          <p:cNvPr id="237691" name="Group 123"/>
          <p:cNvGrpSpPr>
            <a:grpSpLocks/>
          </p:cNvGrpSpPr>
          <p:nvPr/>
        </p:nvGrpSpPr>
        <p:grpSpPr bwMode="auto">
          <a:xfrm>
            <a:off x="3767138" y="900113"/>
            <a:ext cx="1393825" cy="344487"/>
            <a:chOff x="2356" y="339"/>
            <a:chExt cx="878" cy="217"/>
          </a:xfrm>
        </p:grpSpPr>
        <p:sp>
          <p:nvSpPr>
            <p:cNvPr id="29862" name="Text Box 124"/>
            <p:cNvSpPr txBox="1">
              <a:spLocks noChangeArrowheads="1"/>
            </p:cNvSpPr>
            <p:nvPr/>
          </p:nvSpPr>
          <p:spPr bwMode="auto">
            <a:xfrm>
              <a:off x="2964" y="339"/>
              <a:ext cx="27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10"</a:t>
              </a:r>
            </a:p>
          </p:txBody>
        </p:sp>
        <p:sp>
          <p:nvSpPr>
            <p:cNvPr id="29863" name="Text Box 125"/>
            <p:cNvSpPr txBox="1">
              <a:spLocks noChangeArrowheads="1"/>
            </p:cNvSpPr>
            <p:nvPr/>
          </p:nvSpPr>
          <p:spPr bwMode="auto">
            <a:xfrm>
              <a:off x="2356" y="344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9"</a:t>
              </a:r>
            </a:p>
          </p:txBody>
        </p:sp>
      </p:grpSp>
      <p:grpSp>
        <p:nvGrpSpPr>
          <p:cNvPr id="237694" name="Group 126"/>
          <p:cNvGrpSpPr>
            <a:grpSpLocks/>
          </p:cNvGrpSpPr>
          <p:nvPr/>
        </p:nvGrpSpPr>
        <p:grpSpPr bwMode="auto">
          <a:xfrm>
            <a:off x="3968750" y="2671763"/>
            <a:ext cx="949325" cy="633412"/>
            <a:chOff x="2488" y="1395"/>
            <a:chExt cx="595" cy="397"/>
          </a:xfrm>
        </p:grpSpPr>
        <p:sp>
          <p:nvSpPr>
            <p:cNvPr id="29860" name="Line 127"/>
            <p:cNvSpPr>
              <a:spLocks noChangeShapeType="1"/>
            </p:cNvSpPr>
            <p:nvPr/>
          </p:nvSpPr>
          <p:spPr bwMode="auto">
            <a:xfrm>
              <a:off x="2488" y="1396"/>
              <a:ext cx="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61" name="Line 128"/>
            <p:cNvSpPr>
              <a:spLocks noChangeShapeType="1"/>
            </p:cNvSpPr>
            <p:nvPr/>
          </p:nvSpPr>
          <p:spPr bwMode="auto">
            <a:xfrm>
              <a:off x="3083" y="1395"/>
              <a:ext cx="0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7697" name="Group 129"/>
          <p:cNvGrpSpPr>
            <a:grpSpLocks/>
          </p:cNvGrpSpPr>
          <p:nvPr/>
        </p:nvGrpSpPr>
        <p:grpSpPr bwMode="auto">
          <a:xfrm>
            <a:off x="3970338" y="2085975"/>
            <a:ext cx="942975" cy="588963"/>
            <a:chOff x="2489" y="1026"/>
            <a:chExt cx="594" cy="371"/>
          </a:xfrm>
        </p:grpSpPr>
        <p:sp>
          <p:nvSpPr>
            <p:cNvPr id="29858" name="Line 130"/>
            <p:cNvSpPr>
              <a:spLocks noChangeShapeType="1"/>
            </p:cNvSpPr>
            <p:nvPr/>
          </p:nvSpPr>
          <p:spPr bwMode="auto">
            <a:xfrm flipH="1">
              <a:off x="2489" y="1026"/>
              <a:ext cx="173" cy="3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59" name="Line 131"/>
            <p:cNvSpPr>
              <a:spLocks noChangeShapeType="1"/>
            </p:cNvSpPr>
            <p:nvPr/>
          </p:nvSpPr>
          <p:spPr bwMode="auto">
            <a:xfrm>
              <a:off x="2909" y="1026"/>
              <a:ext cx="174" cy="3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7700" name="Freeform 132"/>
          <p:cNvSpPr>
            <a:spLocks/>
          </p:cNvSpPr>
          <p:nvPr/>
        </p:nvSpPr>
        <p:spPr bwMode="auto">
          <a:xfrm>
            <a:off x="3667125" y="1147763"/>
            <a:ext cx="1550988" cy="1528762"/>
          </a:xfrm>
          <a:custGeom>
            <a:avLst/>
            <a:gdLst>
              <a:gd name="T0" fmla="*/ 635079580 w 977"/>
              <a:gd name="T1" fmla="*/ 5040311 h 963"/>
              <a:gd name="T2" fmla="*/ 640119894 w 977"/>
              <a:gd name="T3" fmla="*/ 602316353 h 963"/>
              <a:gd name="T4" fmla="*/ 0 w 977"/>
              <a:gd name="T5" fmla="*/ 597276042 h 963"/>
              <a:gd name="T6" fmla="*/ 2520951 w 977"/>
              <a:gd name="T7" fmla="*/ 2147483647 h 963"/>
              <a:gd name="T8" fmla="*/ 478829842 w 977"/>
              <a:gd name="T9" fmla="*/ 2147483647 h 963"/>
              <a:gd name="T10" fmla="*/ 929938750 w 977"/>
              <a:gd name="T11" fmla="*/ 1464209509 h 963"/>
              <a:gd name="T12" fmla="*/ 1534776445 w 977"/>
              <a:gd name="T13" fmla="*/ 1469249819 h 963"/>
              <a:gd name="T14" fmla="*/ 1980843451 w 977"/>
              <a:gd name="T15" fmla="*/ 2147483647 h 963"/>
              <a:gd name="T16" fmla="*/ 2147483647 w 977"/>
              <a:gd name="T17" fmla="*/ 2147483647 h 963"/>
              <a:gd name="T18" fmla="*/ 2147483647 w 977"/>
              <a:gd name="T19" fmla="*/ 602316353 h 963"/>
              <a:gd name="T20" fmla="*/ 1819553399 w 977"/>
              <a:gd name="T21" fmla="*/ 602316353 h 963"/>
              <a:gd name="T22" fmla="*/ 1819553399 w 977"/>
              <a:gd name="T23" fmla="*/ 0 h 963"/>
              <a:gd name="T24" fmla="*/ 635079580 w 977"/>
              <a:gd name="T25" fmla="*/ 5040311 h 96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77" h="963">
                <a:moveTo>
                  <a:pt x="252" y="2"/>
                </a:moveTo>
                <a:lnTo>
                  <a:pt x="254" y="239"/>
                </a:lnTo>
                <a:lnTo>
                  <a:pt x="0" y="237"/>
                </a:lnTo>
                <a:lnTo>
                  <a:pt x="1" y="960"/>
                </a:lnTo>
                <a:lnTo>
                  <a:pt x="190" y="960"/>
                </a:lnTo>
                <a:lnTo>
                  <a:pt x="369" y="581"/>
                </a:lnTo>
                <a:lnTo>
                  <a:pt x="609" y="583"/>
                </a:lnTo>
                <a:lnTo>
                  <a:pt x="786" y="962"/>
                </a:lnTo>
                <a:lnTo>
                  <a:pt x="977" y="963"/>
                </a:lnTo>
                <a:lnTo>
                  <a:pt x="977" y="239"/>
                </a:lnTo>
                <a:lnTo>
                  <a:pt x="722" y="239"/>
                </a:lnTo>
                <a:lnTo>
                  <a:pt x="722" y="0"/>
                </a:lnTo>
                <a:lnTo>
                  <a:pt x="252" y="2"/>
                </a:lnTo>
                <a:close/>
              </a:path>
            </a:pathLst>
          </a:custGeom>
          <a:solidFill>
            <a:srgbClr val="FF5050">
              <a:alpha val="50195"/>
            </a:srgbClr>
          </a:solidFill>
          <a:ln w="9525" cmpd="sng">
            <a:solidFill>
              <a:srgbClr val="FF5050">
                <a:alpha val="50195"/>
              </a:srgb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701" name="Freeform 133"/>
          <p:cNvSpPr>
            <a:spLocks/>
          </p:cNvSpPr>
          <p:nvPr/>
        </p:nvSpPr>
        <p:spPr bwMode="auto">
          <a:xfrm>
            <a:off x="954088" y="4184650"/>
            <a:ext cx="1989137" cy="1527175"/>
          </a:xfrm>
          <a:custGeom>
            <a:avLst/>
            <a:gdLst>
              <a:gd name="T0" fmla="*/ 5040311 w 1253"/>
              <a:gd name="T1" fmla="*/ 0 h 962"/>
              <a:gd name="T2" fmla="*/ 5040311 w 1253"/>
              <a:gd name="T3" fmla="*/ 441028138 h 962"/>
              <a:gd name="T4" fmla="*/ 1257556859 w 1253"/>
              <a:gd name="T5" fmla="*/ 924898138 h 962"/>
              <a:gd name="T6" fmla="*/ 1257556859 w 1253"/>
              <a:gd name="T7" fmla="*/ 1512093750 h 962"/>
              <a:gd name="T8" fmla="*/ 0 w 1253"/>
              <a:gd name="T9" fmla="*/ 1995963750 h 962"/>
              <a:gd name="T10" fmla="*/ 0 w 1253"/>
              <a:gd name="T11" fmla="*/ 2147483647 h 962"/>
              <a:gd name="T12" fmla="*/ 2147483647 w 1253"/>
              <a:gd name="T13" fmla="*/ 2147483647 h 962"/>
              <a:gd name="T14" fmla="*/ 2147483647 w 1253"/>
              <a:gd name="T15" fmla="*/ 1806952825 h 962"/>
              <a:gd name="T16" fmla="*/ 2147483647 w 1253"/>
              <a:gd name="T17" fmla="*/ 1804431875 h 962"/>
              <a:gd name="T18" fmla="*/ 2147483647 w 1253"/>
              <a:gd name="T19" fmla="*/ 624998750 h 962"/>
              <a:gd name="T20" fmla="*/ 2147483647 w 1253"/>
              <a:gd name="T21" fmla="*/ 622479388 h 962"/>
              <a:gd name="T22" fmla="*/ 2147483647 w 1253"/>
              <a:gd name="T23" fmla="*/ 0 h 962"/>
              <a:gd name="T24" fmla="*/ 5040311 w 1253"/>
              <a:gd name="T25" fmla="*/ 0 h 96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53" h="962">
                <a:moveTo>
                  <a:pt x="2" y="0"/>
                </a:moveTo>
                <a:lnTo>
                  <a:pt x="2" y="175"/>
                </a:lnTo>
                <a:lnTo>
                  <a:pt x="499" y="367"/>
                </a:lnTo>
                <a:lnTo>
                  <a:pt x="499" y="600"/>
                </a:lnTo>
                <a:lnTo>
                  <a:pt x="0" y="792"/>
                </a:lnTo>
                <a:lnTo>
                  <a:pt x="0" y="962"/>
                </a:lnTo>
                <a:lnTo>
                  <a:pt x="946" y="962"/>
                </a:lnTo>
                <a:lnTo>
                  <a:pt x="946" y="717"/>
                </a:lnTo>
                <a:lnTo>
                  <a:pt x="1253" y="716"/>
                </a:lnTo>
                <a:lnTo>
                  <a:pt x="1251" y="248"/>
                </a:lnTo>
                <a:lnTo>
                  <a:pt x="945" y="247"/>
                </a:lnTo>
                <a:lnTo>
                  <a:pt x="945" y="0"/>
                </a:lnTo>
                <a:lnTo>
                  <a:pt x="2" y="0"/>
                </a:lnTo>
                <a:close/>
              </a:path>
            </a:pathLst>
          </a:custGeom>
          <a:solidFill>
            <a:srgbClr val="FF5050">
              <a:alpha val="50195"/>
            </a:srgbClr>
          </a:solidFill>
          <a:ln w="9525" cmpd="sng">
            <a:solidFill>
              <a:srgbClr val="FF5050">
                <a:alpha val="50195"/>
              </a:srgb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7702" name="Group 134"/>
          <p:cNvGrpSpPr>
            <a:grpSpLocks/>
          </p:cNvGrpSpPr>
          <p:nvPr/>
        </p:nvGrpSpPr>
        <p:grpSpPr bwMode="auto">
          <a:xfrm>
            <a:off x="3921125" y="1831975"/>
            <a:ext cx="1011238" cy="344488"/>
            <a:chOff x="2458" y="866"/>
            <a:chExt cx="637" cy="217"/>
          </a:xfrm>
        </p:grpSpPr>
        <p:sp>
          <p:nvSpPr>
            <p:cNvPr id="29856" name="Text Box 135"/>
            <p:cNvSpPr txBox="1">
              <a:spLocks noChangeArrowheads="1"/>
            </p:cNvSpPr>
            <p:nvPr/>
          </p:nvSpPr>
          <p:spPr bwMode="auto">
            <a:xfrm>
              <a:off x="2868" y="866"/>
              <a:ext cx="22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3"</a:t>
              </a:r>
            </a:p>
          </p:txBody>
        </p:sp>
        <p:sp>
          <p:nvSpPr>
            <p:cNvPr id="29857" name="Text Box 136"/>
            <p:cNvSpPr txBox="1">
              <a:spLocks noChangeArrowheads="1"/>
            </p:cNvSpPr>
            <p:nvPr/>
          </p:nvSpPr>
          <p:spPr bwMode="auto">
            <a:xfrm>
              <a:off x="2458" y="871"/>
              <a:ext cx="2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4"</a:t>
              </a:r>
            </a:p>
          </p:txBody>
        </p:sp>
      </p:grpSp>
      <p:grpSp>
        <p:nvGrpSpPr>
          <p:cNvPr id="237705" name="Group 137"/>
          <p:cNvGrpSpPr>
            <a:grpSpLocks/>
          </p:cNvGrpSpPr>
          <p:nvPr/>
        </p:nvGrpSpPr>
        <p:grpSpPr bwMode="auto">
          <a:xfrm>
            <a:off x="3349625" y="1311275"/>
            <a:ext cx="2209800" cy="373063"/>
            <a:chOff x="2096" y="538"/>
            <a:chExt cx="1392" cy="235"/>
          </a:xfrm>
        </p:grpSpPr>
        <p:sp>
          <p:nvSpPr>
            <p:cNvPr id="29851" name="Text Box 138"/>
            <p:cNvSpPr txBox="1">
              <a:spLocks noChangeArrowheads="1"/>
            </p:cNvSpPr>
            <p:nvPr/>
          </p:nvSpPr>
          <p:spPr bwMode="auto">
            <a:xfrm>
              <a:off x="3218" y="538"/>
              <a:ext cx="27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12"</a:t>
              </a:r>
            </a:p>
          </p:txBody>
        </p:sp>
        <p:grpSp>
          <p:nvGrpSpPr>
            <p:cNvPr id="29852" name="Group 139"/>
            <p:cNvGrpSpPr>
              <a:grpSpLocks/>
            </p:cNvGrpSpPr>
            <p:nvPr/>
          </p:nvGrpSpPr>
          <p:grpSpPr bwMode="auto">
            <a:xfrm>
              <a:off x="2520" y="553"/>
              <a:ext cx="493" cy="220"/>
              <a:chOff x="2520" y="553"/>
              <a:chExt cx="493" cy="220"/>
            </a:xfrm>
          </p:grpSpPr>
          <p:sp>
            <p:nvSpPr>
              <p:cNvPr id="29854" name="Text Box 140"/>
              <p:cNvSpPr txBox="1">
                <a:spLocks noChangeArrowheads="1"/>
              </p:cNvSpPr>
              <p:nvPr/>
            </p:nvSpPr>
            <p:spPr bwMode="auto">
              <a:xfrm>
                <a:off x="2760" y="553"/>
                <a:ext cx="25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i="1">
                    <a:solidFill>
                      <a:srgbClr val="000066"/>
                    </a:solidFill>
                    <a:latin typeface="ISOCPEUR" pitchFamily="34" charset="0"/>
                    <a:ea typeface="黑体" pitchFamily="2" charset="-122"/>
                  </a:rPr>
                  <a:t>11"</a:t>
                </a:r>
              </a:p>
            </p:txBody>
          </p:sp>
          <p:sp>
            <p:nvSpPr>
              <p:cNvPr id="29855" name="Text Box 141"/>
              <p:cNvSpPr txBox="1">
                <a:spLocks noChangeArrowheads="1"/>
              </p:cNvSpPr>
              <p:nvPr/>
            </p:nvSpPr>
            <p:spPr bwMode="auto">
              <a:xfrm>
                <a:off x="2520" y="561"/>
                <a:ext cx="22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i="1">
                    <a:solidFill>
                      <a:srgbClr val="000066"/>
                    </a:solidFill>
                    <a:latin typeface="ISOCPEUR" pitchFamily="34" charset="0"/>
                    <a:ea typeface="黑体" pitchFamily="2" charset="-122"/>
                  </a:rPr>
                  <a:t>8"</a:t>
                </a:r>
              </a:p>
            </p:txBody>
          </p:sp>
        </p:grpSp>
        <p:sp>
          <p:nvSpPr>
            <p:cNvPr id="29853" name="Text Box 142"/>
            <p:cNvSpPr txBox="1">
              <a:spLocks noChangeArrowheads="1"/>
            </p:cNvSpPr>
            <p:nvPr/>
          </p:nvSpPr>
          <p:spPr bwMode="auto">
            <a:xfrm>
              <a:off x="2096" y="543"/>
              <a:ext cx="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7"</a:t>
              </a:r>
            </a:p>
          </p:txBody>
        </p:sp>
      </p:grpSp>
      <p:grpSp>
        <p:nvGrpSpPr>
          <p:cNvPr id="237711" name="Group 143"/>
          <p:cNvGrpSpPr>
            <a:grpSpLocks/>
          </p:cNvGrpSpPr>
          <p:nvPr/>
        </p:nvGrpSpPr>
        <p:grpSpPr bwMode="auto">
          <a:xfrm>
            <a:off x="725488" y="3919538"/>
            <a:ext cx="2541587" cy="2073275"/>
            <a:chOff x="445" y="2181"/>
            <a:chExt cx="1601" cy="1306"/>
          </a:xfrm>
        </p:grpSpPr>
        <p:sp>
          <p:nvSpPr>
            <p:cNvPr id="29839" name="Text Box 144"/>
            <p:cNvSpPr txBox="1">
              <a:spLocks noChangeArrowheads="1"/>
            </p:cNvSpPr>
            <p:nvPr/>
          </p:nvSpPr>
          <p:spPr bwMode="auto">
            <a:xfrm>
              <a:off x="452" y="3275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1</a:t>
              </a:r>
            </a:p>
          </p:txBody>
        </p:sp>
        <p:sp>
          <p:nvSpPr>
            <p:cNvPr id="29840" name="Text Box 145"/>
            <p:cNvSpPr txBox="1">
              <a:spLocks noChangeArrowheads="1"/>
            </p:cNvSpPr>
            <p:nvPr/>
          </p:nvSpPr>
          <p:spPr bwMode="auto">
            <a:xfrm>
              <a:off x="445" y="2962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2</a:t>
              </a:r>
            </a:p>
          </p:txBody>
        </p:sp>
        <p:sp>
          <p:nvSpPr>
            <p:cNvPr id="29841" name="Text Box 146"/>
            <p:cNvSpPr txBox="1">
              <a:spLocks noChangeArrowheads="1"/>
            </p:cNvSpPr>
            <p:nvPr/>
          </p:nvSpPr>
          <p:spPr bwMode="auto">
            <a:xfrm>
              <a:off x="1054" y="2869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3</a:t>
              </a:r>
            </a:p>
          </p:txBody>
        </p:sp>
        <p:sp>
          <p:nvSpPr>
            <p:cNvPr id="29842" name="Text Box 147"/>
            <p:cNvSpPr txBox="1">
              <a:spLocks noChangeArrowheads="1"/>
            </p:cNvSpPr>
            <p:nvPr/>
          </p:nvSpPr>
          <p:spPr bwMode="auto">
            <a:xfrm>
              <a:off x="1049" y="2585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4</a:t>
              </a:r>
            </a:p>
          </p:txBody>
        </p:sp>
        <p:sp>
          <p:nvSpPr>
            <p:cNvPr id="29843" name="Text Box 148"/>
            <p:cNvSpPr txBox="1">
              <a:spLocks noChangeArrowheads="1"/>
            </p:cNvSpPr>
            <p:nvPr/>
          </p:nvSpPr>
          <p:spPr bwMode="auto">
            <a:xfrm>
              <a:off x="445" y="247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5</a:t>
              </a:r>
            </a:p>
          </p:txBody>
        </p:sp>
        <p:sp>
          <p:nvSpPr>
            <p:cNvPr id="29844" name="Text Box 149"/>
            <p:cNvSpPr txBox="1">
              <a:spLocks noChangeArrowheads="1"/>
            </p:cNvSpPr>
            <p:nvPr/>
          </p:nvSpPr>
          <p:spPr bwMode="auto">
            <a:xfrm>
              <a:off x="446" y="2189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6</a:t>
              </a:r>
            </a:p>
          </p:txBody>
        </p:sp>
        <p:sp>
          <p:nvSpPr>
            <p:cNvPr id="29845" name="Text Box 150"/>
            <p:cNvSpPr txBox="1">
              <a:spLocks noChangeArrowheads="1"/>
            </p:cNvSpPr>
            <p:nvPr/>
          </p:nvSpPr>
          <p:spPr bwMode="auto">
            <a:xfrm>
              <a:off x="1376" y="218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7</a:t>
              </a:r>
            </a:p>
          </p:txBody>
        </p:sp>
        <p:sp>
          <p:nvSpPr>
            <p:cNvPr id="29846" name="Text Box 151"/>
            <p:cNvSpPr txBox="1">
              <a:spLocks noChangeArrowheads="1"/>
            </p:cNvSpPr>
            <p:nvPr/>
          </p:nvSpPr>
          <p:spPr bwMode="auto">
            <a:xfrm>
              <a:off x="1371" y="251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8</a:t>
              </a:r>
            </a:p>
          </p:txBody>
        </p:sp>
        <p:sp>
          <p:nvSpPr>
            <p:cNvPr id="29847" name="Text Box 152"/>
            <p:cNvSpPr txBox="1">
              <a:spLocks noChangeArrowheads="1"/>
            </p:cNvSpPr>
            <p:nvPr/>
          </p:nvSpPr>
          <p:spPr bwMode="auto">
            <a:xfrm>
              <a:off x="1816" y="2474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9</a:t>
              </a:r>
            </a:p>
          </p:txBody>
        </p:sp>
        <p:sp>
          <p:nvSpPr>
            <p:cNvPr id="29848" name="Text Box 153"/>
            <p:cNvSpPr txBox="1">
              <a:spLocks noChangeArrowheads="1"/>
            </p:cNvSpPr>
            <p:nvPr/>
          </p:nvSpPr>
          <p:spPr bwMode="auto">
            <a:xfrm>
              <a:off x="1800" y="2954"/>
              <a:ext cx="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10</a:t>
              </a:r>
            </a:p>
          </p:txBody>
        </p:sp>
        <p:sp>
          <p:nvSpPr>
            <p:cNvPr id="29849" name="Text Box 154"/>
            <p:cNvSpPr txBox="1">
              <a:spLocks noChangeArrowheads="1"/>
            </p:cNvSpPr>
            <p:nvPr/>
          </p:nvSpPr>
          <p:spPr bwMode="auto">
            <a:xfrm>
              <a:off x="1329" y="2931"/>
              <a:ext cx="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11</a:t>
              </a:r>
            </a:p>
          </p:txBody>
        </p:sp>
        <p:sp>
          <p:nvSpPr>
            <p:cNvPr id="29850" name="Text Box 155"/>
            <p:cNvSpPr txBox="1">
              <a:spLocks noChangeArrowheads="1"/>
            </p:cNvSpPr>
            <p:nvPr/>
          </p:nvSpPr>
          <p:spPr bwMode="auto">
            <a:xfrm>
              <a:off x="1333" y="3268"/>
              <a:ext cx="24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000066"/>
                  </a:solidFill>
                  <a:latin typeface="ISOCPEUR" pitchFamily="34" charset="0"/>
                  <a:ea typeface="黑体" pitchFamily="2" charset="-122"/>
                </a:rPr>
                <a:t>12</a:t>
              </a:r>
            </a:p>
          </p:txBody>
        </p:sp>
      </p:grpSp>
      <p:grpSp>
        <p:nvGrpSpPr>
          <p:cNvPr id="237724" name="Group 156"/>
          <p:cNvGrpSpPr>
            <a:grpSpLocks/>
          </p:cNvGrpSpPr>
          <p:nvPr/>
        </p:nvGrpSpPr>
        <p:grpSpPr bwMode="auto">
          <a:xfrm>
            <a:off x="5888038" y="277813"/>
            <a:ext cx="2593975" cy="3465512"/>
            <a:chOff x="3709" y="175"/>
            <a:chExt cx="1634" cy="2183"/>
          </a:xfrm>
        </p:grpSpPr>
        <p:sp>
          <p:nvSpPr>
            <p:cNvPr id="29830" name="Line 157"/>
            <p:cNvSpPr>
              <a:spLocks noChangeShapeType="1"/>
            </p:cNvSpPr>
            <p:nvPr/>
          </p:nvSpPr>
          <p:spPr bwMode="auto">
            <a:xfrm flipV="1">
              <a:off x="4405" y="577"/>
              <a:ext cx="935" cy="535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1" name="Line 158"/>
            <p:cNvSpPr>
              <a:spLocks noChangeShapeType="1"/>
            </p:cNvSpPr>
            <p:nvPr/>
          </p:nvSpPr>
          <p:spPr bwMode="auto">
            <a:xfrm flipH="1" flipV="1">
              <a:off x="3711" y="711"/>
              <a:ext cx="701" cy="39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2" name="Line 159"/>
            <p:cNvSpPr>
              <a:spLocks noChangeShapeType="1"/>
            </p:cNvSpPr>
            <p:nvPr/>
          </p:nvSpPr>
          <p:spPr bwMode="auto">
            <a:xfrm flipH="1" flipV="1">
              <a:off x="4641" y="176"/>
              <a:ext cx="693" cy="401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3" name="Line 160"/>
            <p:cNvSpPr>
              <a:spLocks noChangeShapeType="1"/>
            </p:cNvSpPr>
            <p:nvPr/>
          </p:nvSpPr>
          <p:spPr bwMode="auto">
            <a:xfrm flipH="1" flipV="1">
              <a:off x="3709" y="1950"/>
              <a:ext cx="700" cy="40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4" name="Line 161"/>
            <p:cNvSpPr>
              <a:spLocks noChangeShapeType="1"/>
            </p:cNvSpPr>
            <p:nvPr/>
          </p:nvSpPr>
          <p:spPr bwMode="auto">
            <a:xfrm flipV="1">
              <a:off x="3710" y="175"/>
              <a:ext cx="937" cy="53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5" name="Line 162"/>
            <p:cNvSpPr>
              <a:spLocks noChangeShapeType="1"/>
            </p:cNvSpPr>
            <p:nvPr/>
          </p:nvSpPr>
          <p:spPr bwMode="auto">
            <a:xfrm flipV="1">
              <a:off x="4405" y="1821"/>
              <a:ext cx="938" cy="537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6" name="Line 163"/>
            <p:cNvSpPr>
              <a:spLocks noChangeShapeType="1"/>
            </p:cNvSpPr>
            <p:nvPr/>
          </p:nvSpPr>
          <p:spPr bwMode="auto">
            <a:xfrm flipH="1" flipV="1">
              <a:off x="5336" y="577"/>
              <a:ext cx="1" cy="1243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7" name="Line 164"/>
            <p:cNvSpPr>
              <a:spLocks noChangeShapeType="1"/>
            </p:cNvSpPr>
            <p:nvPr/>
          </p:nvSpPr>
          <p:spPr bwMode="auto">
            <a:xfrm flipH="1" flipV="1">
              <a:off x="3710" y="708"/>
              <a:ext cx="0" cy="1245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8" name="Line 165"/>
            <p:cNvSpPr>
              <a:spLocks noChangeShapeType="1"/>
            </p:cNvSpPr>
            <p:nvPr/>
          </p:nvSpPr>
          <p:spPr bwMode="auto">
            <a:xfrm flipH="1" flipV="1">
              <a:off x="4409" y="1107"/>
              <a:ext cx="0" cy="124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7734" name="Group 166"/>
          <p:cNvGrpSpPr>
            <a:grpSpLocks/>
          </p:cNvGrpSpPr>
          <p:nvPr/>
        </p:nvGrpSpPr>
        <p:grpSpPr bwMode="auto">
          <a:xfrm>
            <a:off x="5881688" y="495300"/>
            <a:ext cx="2224087" cy="2771775"/>
            <a:chOff x="3705" y="315"/>
            <a:chExt cx="1401" cy="1746"/>
          </a:xfrm>
        </p:grpSpPr>
        <p:sp>
          <p:nvSpPr>
            <p:cNvPr id="29827" name="Freeform 167"/>
            <p:cNvSpPr>
              <a:spLocks/>
            </p:cNvSpPr>
            <p:nvPr/>
          </p:nvSpPr>
          <p:spPr bwMode="auto">
            <a:xfrm>
              <a:off x="4410" y="711"/>
              <a:ext cx="693" cy="1347"/>
            </a:xfrm>
            <a:custGeom>
              <a:avLst/>
              <a:gdLst>
                <a:gd name="T0" fmla="*/ 693 w 693"/>
                <a:gd name="T1" fmla="*/ 0 h 1347"/>
                <a:gd name="T2" fmla="*/ 0 w 693"/>
                <a:gd name="T3" fmla="*/ 399 h 1347"/>
                <a:gd name="T4" fmla="*/ 0 w 693"/>
                <a:gd name="T5" fmla="*/ 1347 h 1347"/>
                <a:gd name="T6" fmla="*/ 693 w 693"/>
                <a:gd name="T7" fmla="*/ 345 h 1347"/>
                <a:gd name="T8" fmla="*/ 693 w 693"/>
                <a:gd name="T9" fmla="*/ 0 h 1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1347">
                  <a:moveTo>
                    <a:pt x="693" y="0"/>
                  </a:moveTo>
                  <a:lnTo>
                    <a:pt x="0" y="399"/>
                  </a:lnTo>
                  <a:lnTo>
                    <a:pt x="0" y="1347"/>
                  </a:lnTo>
                  <a:lnTo>
                    <a:pt x="693" y="345"/>
                  </a:lnTo>
                  <a:lnTo>
                    <a:pt x="693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FF"/>
                </a:gs>
                <a:gs pos="100000">
                  <a:srgbClr val="C8A0C8"/>
                </a:gs>
              </a:gsLst>
              <a:lin ang="0" scaled="1"/>
            </a:gradFill>
            <a:ln w="28575" cmpd="sng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8" name="Freeform 168"/>
            <p:cNvSpPr>
              <a:spLocks/>
            </p:cNvSpPr>
            <p:nvPr/>
          </p:nvSpPr>
          <p:spPr bwMode="auto">
            <a:xfrm>
              <a:off x="3705" y="709"/>
              <a:ext cx="708" cy="1352"/>
            </a:xfrm>
            <a:custGeom>
              <a:avLst/>
              <a:gdLst>
                <a:gd name="T0" fmla="*/ 0 w 708"/>
                <a:gd name="T1" fmla="*/ 0 h 1352"/>
                <a:gd name="T2" fmla="*/ 708 w 708"/>
                <a:gd name="T3" fmla="*/ 401 h 1352"/>
                <a:gd name="T4" fmla="*/ 708 w 708"/>
                <a:gd name="T5" fmla="*/ 1352 h 1352"/>
                <a:gd name="T6" fmla="*/ 0 w 708"/>
                <a:gd name="T7" fmla="*/ 947 h 1352"/>
                <a:gd name="T8" fmla="*/ 0 w 708"/>
                <a:gd name="T9" fmla="*/ 0 h 13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8" h="1352">
                  <a:moveTo>
                    <a:pt x="0" y="0"/>
                  </a:moveTo>
                  <a:lnTo>
                    <a:pt x="708" y="401"/>
                  </a:lnTo>
                  <a:lnTo>
                    <a:pt x="708" y="1352"/>
                  </a:lnTo>
                  <a:lnTo>
                    <a:pt x="0" y="947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3B6E3"/>
                </a:gs>
                <a:gs pos="100000">
                  <a:srgbClr val="FFCCFF"/>
                </a:gs>
              </a:gsLst>
              <a:lin ang="18900000" scaled="1"/>
            </a:gradFill>
            <a:ln w="28575" cmpd="sng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9" name="Freeform 169"/>
            <p:cNvSpPr>
              <a:spLocks/>
            </p:cNvSpPr>
            <p:nvPr/>
          </p:nvSpPr>
          <p:spPr bwMode="auto">
            <a:xfrm>
              <a:off x="3705" y="315"/>
              <a:ext cx="1401" cy="795"/>
            </a:xfrm>
            <a:custGeom>
              <a:avLst/>
              <a:gdLst>
                <a:gd name="T0" fmla="*/ 699 w 1401"/>
                <a:gd name="T1" fmla="*/ 0 h 795"/>
                <a:gd name="T2" fmla="*/ 1401 w 1401"/>
                <a:gd name="T3" fmla="*/ 396 h 795"/>
                <a:gd name="T4" fmla="*/ 705 w 1401"/>
                <a:gd name="T5" fmla="*/ 795 h 795"/>
                <a:gd name="T6" fmla="*/ 0 w 1401"/>
                <a:gd name="T7" fmla="*/ 396 h 795"/>
                <a:gd name="T8" fmla="*/ 699 w 1401"/>
                <a:gd name="T9" fmla="*/ 0 h 7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1" h="795">
                  <a:moveTo>
                    <a:pt x="699" y="0"/>
                  </a:moveTo>
                  <a:lnTo>
                    <a:pt x="1401" y="396"/>
                  </a:lnTo>
                  <a:lnTo>
                    <a:pt x="705" y="795"/>
                  </a:lnTo>
                  <a:lnTo>
                    <a:pt x="0" y="396"/>
                  </a:lnTo>
                  <a:lnTo>
                    <a:pt x="699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FF"/>
                </a:gs>
                <a:gs pos="100000">
                  <a:srgbClr val="A282A2"/>
                </a:gs>
              </a:gsLst>
              <a:lin ang="18900000" scaled="1"/>
            </a:gradFill>
            <a:ln w="28575" cmpd="sng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7738" name="Group 170"/>
          <p:cNvGrpSpPr>
            <a:grpSpLocks/>
          </p:cNvGrpSpPr>
          <p:nvPr/>
        </p:nvGrpSpPr>
        <p:grpSpPr bwMode="auto">
          <a:xfrm>
            <a:off x="7296150" y="444500"/>
            <a:ext cx="898525" cy="1060450"/>
            <a:chOff x="4596" y="280"/>
            <a:chExt cx="566" cy="668"/>
          </a:xfrm>
        </p:grpSpPr>
        <p:sp>
          <p:nvSpPr>
            <p:cNvPr id="29825" name="Freeform 171"/>
            <p:cNvSpPr>
              <a:spLocks/>
            </p:cNvSpPr>
            <p:nvPr/>
          </p:nvSpPr>
          <p:spPr bwMode="auto">
            <a:xfrm>
              <a:off x="4596" y="280"/>
              <a:ext cx="566" cy="332"/>
            </a:xfrm>
            <a:custGeom>
              <a:avLst/>
              <a:gdLst>
                <a:gd name="T0" fmla="*/ 230 w 566"/>
                <a:gd name="T1" fmla="*/ 0 h 332"/>
                <a:gd name="T2" fmla="*/ 566 w 566"/>
                <a:gd name="T3" fmla="*/ 194 h 332"/>
                <a:gd name="T4" fmla="*/ 324 w 566"/>
                <a:gd name="T5" fmla="*/ 332 h 332"/>
                <a:gd name="T6" fmla="*/ 292 w 566"/>
                <a:gd name="T7" fmla="*/ 312 h 332"/>
                <a:gd name="T8" fmla="*/ 0 w 566"/>
                <a:gd name="T9" fmla="*/ 136 h 332"/>
                <a:gd name="T10" fmla="*/ 230 w 566"/>
                <a:gd name="T11" fmla="*/ 0 h 3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6" h="332">
                  <a:moveTo>
                    <a:pt x="230" y="0"/>
                  </a:moveTo>
                  <a:lnTo>
                    <a:pt x="566" y="194"/>
                  </a:lnTo>
                  <a:lnTo>
                    <a:pt x="324" y="332"/>
                  </a:lnTo>
                  <a:lnTo>
                    <a:pt x="292" y="312"/>
                  </a:lnTo>
                  <a:lnTo>
                    <a:pt x="0" y="136"/>
                  </a:lnTo>
                  <a:lnTo>
                    <a:pt x="23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CC"/>
                </a:gs>
                <a:gs pos="100000">
                  <a:srgbClr val="DBAFAF"/>
                </a:gs>
              </a:gsLst>
              <a:lin ang="18900000" scaled="1"/>
            </a:gradFill>
            <a:ln w="28575" cmpd="sng">
              <a:solidFill>
                <a:srgbClr val="8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6" name="Freeform 172"/>
            <p:cNvSpPr>
              <a:spLocks/>
            </p:cNvSpPr>
            <p:nvPr/>
          </p:nvSpPr>
          <p:spPr bwMode="auto">
            <a:xfrm>
              <a:off x="4597" y="416"/>
              <a:ext cx="329" cy="532"/>
            </a:xfrm>
            <a:custGeom>
              <a:avLst/>
              <a:gdLst>
                <a:gd name="T0" fmla="*/ 0 w 329"/>
                <a:gd name="T1" fmla="*/ 0 h 532"/>
                <a:gd name="T2" fmla="*/ 0 w 329"/>
                <a:gd name="T3" fmla="*/ 336 h 532"/>
                <a:gd name="T4" fmla="*/ 329 w 329"/>
                <a:gd name="T5" fmla="*/ 532 h 532"/>
                <a:gd name="T6" fmla="*/ 329 w 329"/>
                <a:gd name="T7" fmla="*/ 192 h 532"/>
                <a:gd name="T8" fmla="*/ 0 w 329"/>
                <a:gd name="T9" fmla="*/ 0 h 5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9" h="532">
                  <a:moveTo>
                    <a:pt x="0" y="0"/>
                  </a:moveTo>
                  <a:lnTo>
                    <a:pt x="0" y="336"/>
                  </a:lnTo>
                  <a:lnTo>
                    <a:pt x="329" y="532"/>
                  </a:lnTo>
                  <a:lnTo>
                    <a:pt x="329" y="19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CC"/>
                </a:gs>
                <a:gs pos="100000">
                  <a:srgbClr val="CAA2A2"/>
                </a:gs>
              </a:gsLst>
              <a:lin ang="2700000" scaled="1"/>
            </a:gradFill>
            <a:ln w="28575" cmpd="sng">
              <a:solidFill>
                <a:srgbClr val="8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7741" name="Group 173"/>
          <p:cNvGrpSpPr>
            <a:grpSpLocks/>
          </p:cNvGrpSpPr>
          <p:nvPr/>
        </p:nvGrpSpPr>
        <p:grpSpPr bwMode="auto">
          <a:xfrm>
            <a:off x="4075113" y="790575"/>
            <a:ext cx="733425" cy="144463"/>
            <a:chOff x="2559" y="210"/>
            <a:chExt cx="454" cy="91"/>
          </a:xfrm>
        </p:grpSpPr>
        <p:sp>
          <p:nvSpPr>
            <p:cNvPr id="29823" name="Line 174"/>
            <p:cNvSpPr>
              <a:spLocks noChangeShapeType="1"/>
            </p:cNvSpPr>
            <p:nvPr/>
          </p:nvSpPr>
          <p:spPr bwMode="auto">
            <a:xfrm>
              <a:off x="2559" y="301"/>
              <a:ext cx="454" cy="0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4" name="Rectangle 175"/>
            <p:cNvSpPr>
              <a:spLocks noChangeArrowheads="1"/>
            </p:cNvSpPr>
            <p:nvPr/>
          </p:nvSpPr>
          <p:spPr bwMode="auto">
            <a:xfrm>
              <a:off x="2763" y="210"/>
              <a:ext cx="56" cy="83"/>
            </a:xfrm>
            <a:prstGeom prst="rect">
              <a:avLst/>
            </a:prstGeom>
            <a:solidFill>
              <a:srgbClr val="E6F0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29757" name="Text Box 176"/>
          <p:cNvSpPr txBox="1">
            <a:spLocks noChangeArrowheads="1"/>
          </p:cNvSpPr>
          <p:nvPr/>
        </p:nvSpPr>
        <p:spPr bwMode="auto">
          <a:xfrm>
            <a:off x="358775" y="184150"/>
            <a:ext cx="72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7</a:t>
            </a:r>
          </a:p>
        </p:txBody>
      </p:sp>
      <p:sp>
        <p:nvSpPr>
          <p:cNvPr id="237745" name="Text Box 177"/>
          <p:cNvSpPr txBox="1">
            <a:spLocks noChangeArrowheads="1"/>
          </p:cNvSpPr>
          <p:nvPr/>
        </p:nvSpPr>
        <p:spPr bwMode="auto">
          <a:xfrm>
            <a:off x="5695950" y="5002213"/>
            <a:ext cx="1100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A50021"/>
                </a:solidFill>
                <a:ea typeface="黑体" pitchFamily="2" charset="-122"/>
              </a:rPr>
              <a:t>注意：</a:t>
            </a:r>
          </a:p>
        </p:txBody>
      </p:sp>
      <p:sp>
        <p:nvSpPr>
          <p:cNvPr id="237746" name="Text Box 178"/>
          <p:cNvSpPr txBox="1">
            <a:spLocks noChangeArrowheads="1"/>
          </p:cNvSpPr>
          <p:nvPr/>
        </p:nvSpPr>
        <p:spPr bwMode="auto">
          <a:xfrm>
            <a:off x="5708650" y="4024313"/>
            <a:ext cx="303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还原成基本形体</a:t>
            </a:r>
          </a:p>
        </p:txBody>
      </p:sp>
      <p:sp>
        <p:nvSpPr>
          <p:cNvPr id="237747" name="Text Box 179"/>
          <p:cNvSpPr txBox="1">
            <a:spLocks noChangeArrowheads="1"/>
          </p:cNvSpPr>
          <p:nvPr/>
        </p:nvSpPr>
        <p:spPr bwMode="auto">
          <a:xfrm>
            <a:off x="5707063" y="4522788"/>
            <a:ext cx="266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4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依次</a:t>
            </a:r>
            <a:r>
              <a:rPr lang="zh-CN" altLang="zh-CN" sz="2400">
                <a:solidFill>
                  <a:srgbClr val="A50021"/>
                </a:solidFill>
                <a:ea typeface="黑体" pitchFamily="2" charset="-122"/>
                <a:sym typeface="Marlett" pitchFamily="2" charset="2"/>
              </a:rPr>
              <a:t>“</a:t>
            </a:r>
            <a:r>
              <a:rPr lang="zh-CN" altLang="zh-CN" sz="24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差</a:t>
            </a:r>
            <a:r>
              <a:rPr lang="zh-CN" altLang="zh-CN" sz="2400">
                <a:solidFill>
                  <a:srgbClr val="A50021"/>
                </a:solidFill>
                <a:ea typeface="黑体" pitchFamily="2" charset="-122"/>
                <a:sym typeface="Marlett" pitchFamily="2" charset="2"/>
              </a:rPr>
              <a:t>”</a:t>
            </a:r>
            <a:r>
              <a:rPr lang="zh-CN" altLang="zh-CN" sz="24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运算</a:t>
            </a:r>
            <a:endParaRPr lang="zh-CN" altLang="en-US" sz="2400">
              <a:solidFill>
                <a:srgbClr val="A50021"/>
              </a:solidFill>
              <a:latin typeface="黑体" pitchFamily="2" charset="-122"/>
              <a:ea typeface="黑体" pitchFamily="2" charset="-122"/>
              <a:sym typeface="Marlett" pitchFamily="2" charset="2"/>
            </a:endParaRPr>
          </a:p>
        </p:txBody>
      </p:sp>
      <p:sp>
        <p:nvSpPr>
          <p:cNvPr id="237748" name="Text Box 180"/>
          <p:cNvSpPr txBox="1">
            <a:spLocks noChangeArrowheads="1"/>
          </p:cNvSpPr>
          <p:nvPr/>
        </p:nvSpPr>
        <p:spPr bwMode="auto">
          <a:xfrm>
            <a:off x="6450013" y="5359400"/>
            <a:ext cx="2524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类似图形检查</a:t>
            </a:r>
          </a:p>
        </p:txBody>
      </p:sp>
      <p:sp>
        <p:nvSpPr>
          <p:cNvPr id="237749" name="Text Box 181"/>
          <p:cNvSpPr txBox="1">
            <a:spLocks noChangeArrowheads="1"/>
          </p:cNvSpPr>
          <p:nvPr/>
        </p:nvSpPr>
        <p:spPr bwMode="auto">
          <a:xfrm>
            <a:off x="6457950" y="5851525"/>
            <a:ext cx="2125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三等关系检查</a:t>
            </a:r>
          </a:p>
        </p:txBody>
      </p:sp>
      <p:grpSp>
        <p:nvGrpSpPr>
          <p:cNvPr id="237750" name="Group 182"/>
          <p:cNvGrpSpPr>
            <a:grpSpLocks/>
          </p:cNvGrpSpPr>
          <p:nvPr/>
        </p:nvGrpSpPr>
        <p:grpSpPr bwMode="auto">
          <a:xfrm>
            <a:off x="6107113" y="2000250"/>
            <a:ext cx="1093787" cy="1635125"/>
            <a:chOff x="3847" y="1260"/>
            <a:chExt cx="689" cy="1030"/>
          </a:xfrm>
        </p:grpSpPr>
        <p:sp>
          <p:nvSpPr>
            <p:cNvPr id="29821" name="Freeform 183"/>
            <p:cNvSpPr>
              <a:spLocks/>
            </p:cNvSpPr>
            <p:nvPr/>
          </p:nvSpPr>
          <p:spPr bwMode="auto">
            <a:xfrm>
              <a:off x="3847" y="1260"/>
              <a:ext cx="689" cy="720"/>
            </a:xfrm>
            <a:custGeom>
              <a:avLst/>
              <a:gdLst>
                <a:gd name="T0" fmla="*/ 689 w 689"/>
                <a:gd name="T1" fmla="*/ 102 h 720"/>
                <a:gd name="T2" fmla="*/ 503 w 689"/>
                <a:gd name="T3" fmla="*/ 0 h 720"/>
                <a:gd name="T4" fmla="*/ 0 w 689"/>
                <a:gd name="T5" fmla="*/ 473 h 720"/>
                <a:gd name="T6" fmla="*/ 443 w 689"/>
                <a:gd name="T7" fmla="*/ 720 h 720"/>
                <a:gd name="T8" fmla="*/ 689 w 689"/>
                <a:gd name="T9" fmla="*/ 102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9" h="720">
                  <a:moveTo>
                    <a:pt x="689" y="102"/>
                  </a:moveTo>
                  <a:lnTo>
                    <a:pt x="503" y="0"/>
                  </a:lnTo>
                  <a:lnTo>
                    <a:pt x="0" y="473"/>
                  </a:lnTo>
                  <a:lnTo>
                    <a:pt x="443" y="720"/>
                  </a:lnTo>
                  <a:lnTo>
                    <a:pt x="689" y="102"/>
                  </a:lnTo>
                  <a:close/>
                </a:path>
              </a:pathLst>
            </a:custGeom>
            <a:gradFill rotWithShape="0">
              <a:gsLst>
                <a:gs pos="0">
                  <a:srgbClr val="99FFCC"/>
                </a:gs>
                <a:gs pos="100000">
                  <a:srgbClr val="47765E"/>
                </a:gs>
              </a:gsLst>
              <a:lin ang="18900000" scaled="1"/>
            </a:gradFill>
            <a:ln w="28575" cmpd="sng">
              <a:solidFill>
                <a:srgbClr val="00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2" name="Freeform 184"/>
            <p:cNvSpPr>
              <a:spLocks/>
            </p:cNvSpPr>
            <p:nvPr/>
          </p:nvSpPr>
          <p:spPr bwMode="auto">
            <a:xfrm>
              <a:off x="3847" y="1733"/>
              <a:ext cx="443" cy="557"/>
            </a:xfrm>
            <a:custGeom>
              <a:avLst/>
              <a:gdLst>
                <a:gd name="T0" fmla="*/ 0 w 443"/>
                <a:gd name="T1" fmla="*/ 0 h 557"/>
                <a:gd name="T2" fmla="*/ 1 w 443"/>
                <a:gd name="T3" fmla="*/ 299 h 557"/>
                <a:gd name="T4" fmla="*/ 443 w 443"/>
                <a:gd name="T5" fmla="*/ 557 h 557"/>
                <a:gd name="T6" fmla="*/ 443 w 443"/>
                <a:gd name="T7" fmla="*/ 241 h 557"/>
                <a:gd name="T8" fmla="*/ 0 w 443"/>
                <a:gd name="T9" fmla="*/ 0 h 5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3" h="557">
                  <a:moveTo>
                    <a:pt x="0" y="0"/>
                  </a:moveTo>
                  <a:lnTo>
                    <a:pt x="1" y="299"/>
                  </a:lnTo>
                  <a:lnTo>
                    <a:pt x="443" y="557"/>
                  </a:lnTo>
                  <a:lnTo>
                    <a:pt x="443" y="24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9FFCC"/>
                </a:gs>
                <a:gs pos="100000">
                  <a:srgbClr val="47765E"/>
                </a:gs>
              </a:gsLst>
              <a:lin ang="5400000" scaled="1"/>
            </a:gradFill>
            <a:ln w="28575" cmpd="sng">
              <a:solidFill>
                <a:srgbClr val="00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7753" name="Freeform 185"/>
          <p:cNvSpPr>
            <a:spLocks/>
          </p:cNvSpPr>
          <p:nvPr/>
        </p:nvSpPr>
        <p:spPr bwMode="auto">
          <a:xfrm>
            <a:off x="5886450" y="1128713"/>
            <a:ext cx="1119188" cy="2617787"/>
          </a:xfrm>
          <a:custGeom>
            <a:avLst/>
            <a:gdLst>
              <a:gd name="T0" fmla="*/ 0 w 705"/>
              <a:gd name="T1" fmla="*/ 0 h 1649"/>
              <a:gd name="T2" fmla="*/ 1776711744 w 705"/>
              <a:gd name="T3" fmla="*/ 997981684 h 1649"/>
              <a:gd name="T4" fmla="*/ 1774190793 w 705"/>
              <a:gd name="T5" fmla="*/ 2147483647 h 1649"/>
              <a:gd name="T6" fmla="*/ 0 w 705"/>
              <a:gd name="T7" fmla="*/ 2147483647 h 1649"/>
              <a:gd name="T8" fmla="*/ 0 w 705"/>
              <a:gd name="T9" fmla="*/ 0 h 16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05" h="1649">
                <a:moveTo>
                  <a:pt x="0" y="0"/>
                </a:moveTo>
                <a:lnTo>
                  <a:pt x="705" y="396"/>
                </a:lnTo>
                <a:lnTo>
                  <a:pt x="704" y="1649"/>
                </a:lnTo>
                <a:lnTo>
                  <a:pt x="0" y="1241"/>
                </a:lnTo>
                <a:lnTo>
                  <a:pt x="0" y="0"/>
                </a:lnTo>
                <a:close/>
              </a:path>
            </a:pathLst>
          </a:custGeom>
          <a:solidFill>
            <a:srgbClr val="CCCCFF">
              <a:alpha val="50195"/>
            </a:srgbClr>
          </a:solidFill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754" name="Freeform 186"/>
          <p:cNvSpPr>
            <a:spLocks/>
          </p:cNvSpPr>
          <p:nvPr/>
        </p:nvSpPr>
        <p:spPr bwMode="auto">
          <a:xfrm>
            <a:off x="7007225" y="923925"/>
            <a:ext cx="1463675" cy="2825750"/>
          </a:xfrm>
          <a:custGeom>
            <a:avLst/>
            <a:gdLst>
              <a:gd name="T0" fmla="*/ 2147483647 w 922"/>
              <a:gd name="T1" fmla="*/ 0 h 1780"/>
              <a:gd name="T2" fmla="*/ 0 w 922"/>
              <a:gd name="T3" fmla="*/ 1320561875 h 1780"/>
              <a:gd name="T4" fmla="*/ 0 w 922"/>
              <a:gd name="T5" fmla="*/ 2147483647 h 1780"/>
              <a:gd name="T6" fmla="*/ 2147483647 w 922"/>
              <a:gd name="T7" fmla="*/ 2147483647 h 1780"/>
              <a:gd name="T8" fmla="*/ 2147483647 w 922"/>
              <a:gd name="T9" fmla="*/ 0 h 17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22" h="1780">
                <a:moveTo>
                  <a:pt x="920" y="0"/>
                </a:moveTo>
                <a:lnTo>
                  <a:pt x="0" y="524"/>
                </a:lnTo>
                <a:lnTo>
                  <a:pt x="0" y="1780"/>
                </a:lnTo>
                <a:lnTo>
                  <a:pt x="922" y="1246"/>
                </a:lnTo>
                <a:lnTo>
                  <a:pt x="920" y="0"/>
                </a:lnTo>
                <a:close/>
              </a:path>
            </a:pathLst>
          </a:custGeom>
          <a:solidFill>
            <a:srgbClr val="CCCCFF">
              <a:alpha val="50195"/>
            </a:srgbClr>
          </a:solidFill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755" name="Freeform 187"/>
          <p:cNvSpPr>
            <a:spLocks/>
          </p:cNvSpPr>
          <p:nvPr/>
        </p:nvSpPr>
        <p:spPr bwMode="auto">
          <a:xfrm>
            <a:off x="5876925" y="279400"/>
            <a:ext cx="2597150" cy="1477963"/>
          </a:xfrm>
          <a:custGeom>
            <a:avLst/>
            <a:gdLst>
              <a:gd name="T0" fmla="*/ 2147483647 w 1636"/>
              <a:gd name="T1" fmla="*/ 0 h 931"/>
              <a:gd name="T2" fmla="*/ 2147483647 w 1636"/>
              <a:gd name="T3" fmla="*/ 1013103155 h 931"/>
              <a:gd name="T4" fmla="*/ 1784270625 w 1636"/>
              <a:gd name="T5" fmla="*/ 2147483647 h 931"/>
              <a:gd name="T6" fmla="*/ 0 w 1636"/>
              <a:gd name="T7" fmla="*/ 1348284844 h 931"/>
              <a:gd name="T8" fmla="*/ 2147483647 w 1636"/>
              <a:gd name="T9" fmla="*/ 0 h 9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36" h="931">
                <a:moveTo>
                  <a:pt x="942" y="0"/>
                </a:moveTo>
                <a:lnTo>
                  <a:pt x="1636" y="402"/>
                </a:lnTo>
                <a:lnTo>
                  <a:pt x="708" y="931"/>
                </a:lnTo>
                <a:lnTo>
                  <a:pt x="0" y="535"/>
                </a:lnTo>
                <a:lnTo>
                  <a:pt x="942" y="0"/>
                </a:lnTo>
                <a:close/>
              </a:path>
            </a:pathLst>
          </a:custGeom>
          <a:solidFill>
            <a:srgbClr val="CCCCFF">
              <a:alpha val="50195"/>
            </a:srgbClr>
          </a:solidFill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756" name="Freeform 188"/>
          <p:cNvSpPr>
            <a:spLocks/>
          </p:cNvSpPr>
          <p:nvPr/>
        </p:nvSpPr>
        <p:spPr bwMode="auto">
          <a:xfrm>
            <a:off x="7997825" y="3324225"/>
            <a:ext cx="539750" cy="344488"/>
          </a:xfrm>
          <a:custGeom>
            <a:avLst/>
            <a:gdLst>
              <a:gd name="T0" fmla="*/ 0 w 402"/>
              <a:gd name="T1" fmla="*/ 21560659 h 257"/>
              <a:gd name="T2" fmla="*/ 659802752 w 402"/>
              <a:gd name="T3" fmla="*/ 0 h 257"/>
              <a:gd name="T4" fmla="*/ 443474443 w 402"/>
              <a:gd name="T5" fmla="*/ 125770290 h 257"/>
              <a:gd name="T6" fmla="*/ 724701648 w 402"/>
              <a:gd name="T7" fmla="*/ 294663240 h 257"/>
              <a:gd name="T8" fmla="*/ 441671249 w 402"/>
              <a:gd name="T9" fmla="*/ 461758685 h 257"/>
              <a:gd name="T10" fmla="*/ 165852285 w 402"/>
              <a:gd name="T11" fmla="*/ 280289913 h 257"/>
              <a:gd name="T12" fmla="*/ 0 w 402"/>
              <a:gd name="T13" fmla="*/ 373718544 h 257"/>
              <a:gd name="T14" fmla="*/ 3605047 w 402"/>
              <a:gd name="T15" fmla="*/ 17966993 h 2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02" h="257">
                <a:moveTo>
                  <a:pt x="0" y="12"/>
                </a:moveTo>
                <a:lnTo>
                  <a:pt x="366" y="0"/>
                </a:lnTo>
                <a:lnTo>
                  <a:pt x="246" y="70"/>
                </a:lnTo>
                <a:lnTo>
                  <a:pt x="402" y="164"/>
                </a:lnTo>
                <a:lnTo>
                  <a:pt x="245" y="257"/>
                </a:lnTo>
                <a:lnTo>
                  <a:pt x="92" y="156"/>
                </a:lnTo>
                <a:lnTo>
                  <a:pt x="0" y="208"/>
                </a:lnTo>
                <a:lnTo>
                  <a:pt x="2" y="10"/>
                </a:lnTo>
              </a:path>
            </a:pathLst>
          </a:custGeom>
          <a:solidFill>
            <a:srgbClr val="FF0000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pSp>
        <p:nvGrpSpPr>
          <p:cNvPr id="237810" name="Group 242"/>
          <p:cNvGrpSpPr>
            <a:grpSpLocks/>
          </p:cNvGrpSpPr>
          <p:nvPr/>
        </p:nvGrpSpPr>
        <p:grpSpPr bwMode="auto">
          <a:xfrm>
            <a:off x="268288" y="792163"/>
            <a:ext cx="5265737" cy="5143500"/>
            <a:chOff x="169" y="499"/>
            <a:chExt cx="3317" cy="3240"/>
          </a:xfrm>
        </p:grpSpPr>
        <p:sp>
          <p:nvSpPr>
            <p:cNvPr id="29769" name="Rectangle 243"/>
            <p:cNvSpPr>
              <a:spLocks noChangeArrowheads="1"/>
            </p:cNvSpPr>
            <p:nvPr/>
          </p:nvSpPr>
          <p:spPr bwMode="auto">
            <a:xfrm>
              <a:off x="169" y="499"/>
              <a:ext cx="3317" cy="3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b="0">
                <a:ea typeface="隶书" pitchFamily="49" charset="-122"/>
              </a:endParaRPr>
            </a:p>
          </p:txBody>
        </p:sp>
        <p:grpSp>
          <p:nvGrpSpPr>
            <p:cNvPr id="29770" name="Group 244"/>
            <p:cNvGrpSpPr>
              <a:grpSpLocks/>
            </p:cNvGrpSpPr>
            <p:nvPr/>
          </p:nvGrpSpPr>
          <p:grpSpPr bwMode="auto">
            <a:xfrm>
              <a:off x="594" y="582"/>
              <a:ext cx="2701" cy="3028"/>
              <a:chOff x="594" y="582"/>
              <a:chExt cx="2701" cy="3028"/>
            </a:xfrm>
          </p:grpSpPr>
          <p:grpSp>
            <p:nvGrpSpPr>
              <p:cNvPr id="29771" name="Group 245"/>
              <p:cNvGrpSpPr>
                <a:grpSpLocks/>
              </p:cNvGrpSpPr>
              <p:nvPr/>
            </p:nvGrpSpPr>
            <p:grpSpPr bwMode="auto">
              <a:xfrm>
                <a:off x="594" y="582"/>
                <a:ext cx="2701" cy="3028"/>
                <a:chOff x="594" y="582"/>
                <a:chExt cx="2701" cy="3028"/>
              </a:xfrm>
            </p:grpSpPr>
            <p:sp>
              <p:nvSpPr>
                <p:cNvPr id="29782" name="Line 246"/>
                <p:cNvSpPr>
                  <a:spLocks noChangeShapeType="1"/>
                </p:cNvSpPr>
                <p:nvPr/>
              </p:nvSpPr>
              <p:spPr bwMode="auto">
                <a:xfrm>
                  <a:off x="595" y="2085"/>
                  <a:ext cx="1272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3" name="Line 247"/>
                <p:cNvSpPr>
                  <a:spLocks noChangeShapeType="1"/>
                </p:cNvSpPr>
                <p:nvPr/>
              </p:nvSpPr>
              <p:spPr bwMode="auto">
                <a:xfrm flipV="1">
                  <a:off x="1859" y="590"/>
                  <a:ext cx="0" cy="150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4" name="Line 248"/>
                <p:cNvSpPr>
                  <a:spLocks noChangeShapeType="1"/>
                </p:cNvSpPr>
                <p:nvPr/>
              </p:nvSpPr>
              <p:spPr bwMode="auto">
                <a:xfrm flipH="1">
                  <a:off x="1536" y="598"/>
                  <a:ext cx="332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5" name="Line 249"/>
                <p:cNvSpPr>
                  <a:spLocks noChangeShapeType="1"/>
                </p:cNvSpPr>
                <p:nvPr/>
              </p:nvSpPr>
              <p:spPr bwMode="auto">
                <a:xfrm>
                  <a:off x="604" y="1687"/>
                  <a:ext cx="0" cy="40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6" name="Line 250"/>
                <p:cNvSpPr>
                  <a:spLocks noChangeShapeType="1"/>
                </p:cNvSpPr>
                <p:nvPr/>
              </p:nvSpPr>
              <p:spPr bwMode="auto">
                <a:xfrm>
                  <a:off x="594" y="2642"/>
                  <a:ext cx="1271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7" name="Line 251"/>
                <p:cNvSpPr>
                  <a:spLocks noChangeShapeType="1"/>
                </p:cNvSpPr>
                <p:nvPr/>
              </p:nvSpPr>
              <p:spPr bwMode="auto">
                <a:xfrm>
                  <a:off x="1854" y="2639"/>
                  <a:ext cx="0" cy="97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8" name="Line 252"/>
                <p:cNvSpPr>
                  <a:spLocks noChangeShapeType="1"/>
                </p:cNvSpPr>
                <p:nvPr/>
              </p:nvSpPr>
              <p:spPr bwMode="auto">
                <a:xfrm flipH="1">
                  <a:off x="597" y="3601"/>
                  <a:ext cx="1267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9" name="Line 253"/>
                <p:cNvSpPr>
                  <a:spLocks noChangeShapeType="1"/>
                </p:cNvSpPr>
                <p:nvPr/>
              </p:nvSpPr>
              <p:spPr bwMode="auto">
                <a:xfrm flipV="1">
                  <a:off x="604" y="2635"/>
                  <a:ext cx="0" cy="18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0" name="Line 254"/>
                <p:cNvSpPr>
                  <a:spLocks noChangeShapeType="1"/>
                </p:cNvSpPr>
                <p:nvPr/>
              </p:nvSpPr>
              <p:spPr bwMode="auto">
                <a:xfrm>
                  <a:off x="2302" y="2087"/>
                  <a:ext cx="987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1" name="Line 255"/>
                <p:cNvSpPr>
                  <a:spLocks noChangeShapeType="1"/>
                </p:cNvSpPr>
                <p:nvPr/>
              </p:nvSpPr>
              <p:spPr bwMode="auto">
                <a:xfrm flipV="1">
                  <a:off x="3285" y="583"/>
                  <a:ext cx="0" cy="151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2" name="Line 256"/>
                <p:cNvSpPr>
                  <a:spLocks noChangeShapeType="1"/>
                </p:cNvSpPr>
                <p:nvPr/>
              </p:nvSpPr>
              <p:spPr bwMode="auto">
                <a:xfrm flipH="1">
                  <a:off x="2301" y="592"/>
                  <a:ext cx="271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3" name="Line 257"/>
                <p:cNvSpPr>
                  <a:spLocks noChangeShapeType="1"/>
                </p:cNvSpPr>
                <p:nvPr/>
              </p:nvSpPr>
              <p:spPr bwMode="auto">
                <a:xfrm>
                  <a:off x="2309" y="585"/>
                  <a:ext cx="0" cy="150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4" name="Line 258"/>
                <p:cNvSpPr>
                  <a:spLocks noChangeShapeType="1"/>
                </p:cNvSpPr>
                <p:nvPr/>
              </p:nvSpPr>
              <p:spPr bwMode="auto">
                <a:xfrm>
                  <a:off x="1544" y="594"/>
                  <a:ext cx="0" cy="38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5" name="Line 259"/>
                <p:cNvSpPr>
                  <a:spLocks noChangeShapeType="1"/>
                </p:cNvSpPr>
                <p:nvPr/>
              </p:nvSpPr>
              <p:spPr bwMode="auto">
                <a:xfrm flipH="1">
                  <a:off x="600" y="961"/>
                  <a:ext cx="952" cy="734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6" name="Line 260"/>
                <p:cNvSpPr>
                  <a:spLocks noChangeShapeType="1"/>
                </p:cNvSpPr>
                <p:nvPr/>
              </p:nvSpPr>
              <p:spPr bwMode="auto">
                <a:xfrm>
                  <a:off x="1544" y="2641"/>
                  <a:ext cx="0" cy="253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7" name="Line 261"/>
                <p:cNvSpPr>
                  <a:spLocks noChangeShapeType="1"/>
                </p:cNvSpPr>
                <p:nvPr/>
              </p:nvSpPr>
              <p:spPr bwMode="auto">
                <a:xfrm>
                  <a:off x="2321" y="954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8" name="Line 262"/>
                <p:cNvSpPr>
                  <a:spLocks noChangeShapeType="1"/>
                </p:cNvSpPr>
                <p:nvPr/>
              </p:nvSpPr>
              <p:spPr bwMode="auto">
                <a:xfrm>
                  <a:off x="2308" y="1688"/>
                  <a:ext cx="189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9" name="Line 263"/>
                <p:cNvSpPr>
                  <a:spLocks noChangeShapeType="1"/>
                </p:cNvSpPr>
                <p:nvPr/>
              </p:nvSpPr>
              <p:spPr bwMode="auto">
                <a:xfrm>
                  <a:off x="600" y="2809"/>
                  <a:ext cx="510" cy="20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0" name="Line 264"/>
                <p:cNvSpPr>
                  <a:spLocks noChangeShapeType="1"/>
                </p:cNvSpPr>
                <p:nvPr/>
              </p:nvSpPr>
              <p:spPr bwMode="auto">
                <a:xfrm>
                  <a:off x="1101" y="2997"/>
                  <a:ext cx="0" cy="258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1" name="Line 265"/>
                <p:cNvSpPr>
                  <a:spLocks noChangeShapeType="1"/>
                </p:cNvSpPr>
                <p:nvPr/>
              </p:nvSpPr>
              <p:spPr bwMode="auto">
                <a:xfrm flipH="1">
                  <a:off x="598" y="3243"/>
                  <a:ext cx="509" cy="19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2" name="Line 266"/>
                <p:cNvSpPr>
                  <a:spLocks noChangeShapeType="1"/>
                </p:cNvSpPr>
                <p:nvPr/>
              </p:nvSpPr>
              <p:spPr bwMode="auto">
                <a:xfrm>
                  <a:off x="1101" y="1310"/>
                  <a:ext cx="0" cy="778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3" name="Line 267"/>
                <p:cNvSpPr>
                  <a:spLocks noChangeShapeType="1"/>
                </p:cNvSpPr>
                <p:nvPr/>
              </p:nvSpPr>
              <p:spPr bwMode="auto">
                <a:xfrm>
                  <a:off x="2668" y="1310"/>
                  <a:ext cx="259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4" name="Line 268"/>
                <p:cNvSpPr>
                  <a:spLocks noChangeShapeType="1"/>
                </p:cNvSpPr>
                <p:nvPr/>
              </p:nvSpPr>
              <p:spPr bwMode="auto">
                <a:xfrm flipH="1">
                  <a:off x="2495" y="1304"/>
                  <a:ext cx="183" cy="388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5" name="Line 269"/>
                <p:cNvSpPr>
                  <a:spLocks noChangeShapeType="1"/>
                </p:cNvSpPr>
                <p:nvPr/>
              </p:nvSpPr>
              <p:spPr bwMode="auto">
                <a:xfrm>
                  <a:off x="2497" y="1688"/>
                  <a:ext cx="0" cy="40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6" name="Line 270"/>
                <p:cNvSpPr>
                  <a:spLocks noChangeShapeType="1"/>
                </p:cNvSpPr>
                <p:nvPr/>
              </p:nvSpPr>
              <p:spPr bwMode="auto">
                <a:xfrm>
                  <a:off x="2916" y="1305"/>
                  <a:ext cx="177" cy="384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7" name="Line 271"/>
                <p:cNvSpPr>
                  <a:spLocks noChangeShapeType="1"/>
                </p:cNvSpPr>
                <p:nvPr/>
              </p:nvSpPr>
              <p:spPr bwMode="auto">
                <a:xfrm>
                  <a:off x="3093" y="1684"/>
                  <a:ext cx="0" cy="40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8" name="Line 272"/>
                <p:cNvSpPr>
                  <a:spLocks noChangeShapeType="1"/>
                </p:cNvSpPr>
                <p:nvPr/>
              </p:nvSpPr>
              <p:spPr bwMode="auto">
                <a:xfrm>
                  <a:off x="2679" y="1310"/>
                  <a:ext cx="0" cy="77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09" name="Line 273"/>
                <p:cNvSpPr>
                  <a:spLocks noChangeShapeType="1"/>
                </p:cNvSpPr>
                <p:nvPr/>
              </p:nvSpPr>
              <p:spPr bwMode="auto">
                <a:xfrm>
                  <a:off x="2913" y="1305"/>
                  <a:ext cx="0" cy="777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0" name="Line 274"/>
                <p:cNvSpPr>
                  <a:spLocks noChangeShapeType="1"/>
                </p:cNvSpPr>
                <p:nvPr/>
              </p:nvSpPr>
              <p:spPr bwMode="auto">
                <a:xfrm flipV="1">
                  <a:off x="1558" y="729"/>
                  <a:ext cx="299" cy="228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1" name="Line 275"/>
                <p:cNvSpPr>
                  <a:spLocks noChangeShapeType="1"/>
                </p:cNvSpPr>
                <p:nvPr/>
              </p:nvSpPr>
              <p:spPr bwMode="auto">
                <a:xfrm>
                  <a:off x="1536" y="2889"/>
                  <a:ext cx="323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2" name="Line 276"/>
                <p:cNvSpPr>
                  <a:spLocks noChangeShapeType="1"/>
                </p:cNvSpPr>
                <p:nvPr/>
              </p:nvSpPr>
              <p:spPr bwMode="auto">
                <a:xfrm>
                  <a:off x="1548" y="3356"/>
                  <a:ext cx="305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3" name="Line 277"/>
                <p:cNvSpPr>
                  <a:spLocks noChangeShapeType="1"/>
                </p:cNvSpPr>
                <p:nvPr/>
              </p:nvSpPr>
              <p:spPr bwMode="auto">
                <a:xfrm flipV="1">
                  <a:off x="2562" y="588"/>
                  <a:ext cx="0" cy="37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4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042" y="582"/>
                  <a:ext cx="0" cy="38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5" name="Line 279"/>
                <p:cNvSpPr>
                  <a:spLocks noChangeShapeType="1"/>
                </p:cNvSpPr>
                <p:nvPr/>
              </p:nvSpPr>
              <p:spPr bwMode="auto">
                <a:xfrm>
                  <a:off x="2563" y="728"/>
                  <a:ext cx="471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6" name="Line 280"/>
                <p:cNvSpPr>
                  <a:spLocks noChangeShapeType="1"/>
                </p:cNvSpPr>
                <p:nvPr/>
              </p:nvSpPr>
              <p:spPr bwMode="auto">
                <a:xfrm flipH="1">
                  <a:off x="3036" y="587"/>
                  <a:ext cx="259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7" name="Line 281"/>
                <p:cNvSpPr>
                  <a:spLocks noChangeShapeType="1"/>
                </p:cNvSpPr>
                <p:nvPr/>
              </p:nvSpPr>
              <p:spPr bwMode="auto">
                <a:xfrm>
                  <a:off x="3035" y="955"/>
                  <a:ext cx="253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8" name="Line 282"/>
                <p:cNvSpPr>
                  <a:spLocks noChangeShapeType="1"/>
                </p:cNvSpPr>
                <p:nvPr/>
              </p:nvSpPr>
              <p:spPr bwMode="auto">
                <a:xfrm>
                  <a:off x="3086" y="1683"/>
                  <a:ext cx="197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19" name="Line 283"/>
                <p:cNvSpPr>
                  <a:spLocks noChangeShapeType="1"/>
                </p:cNvSpPr>
                <p:nvPr/>
              </p:nvSpPr>
              <p:spPr bwMode="auto">
                <a:xfrm flipV="1">
                  <a:off x="604" y="3425"/>
                  <a:ext cx="0" cy="18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820" name="Line 284"/>
                <p:cNvSpPr>
                  <a:spLocks noChangeShapeType="1"/>
                </p:cNvSpPr>
                <p:nvPr/>
              </p:nvSpPr>
              <p:spPr bwMode="auto">
                <a:xfrm>
                  <a:off x="1552" y="3349"/>
                  <a:ext cx="0" cy="258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72" name="Group 285"/>
              <p:cNvGrpSpPr>
                <a:grpSpLocks/>
              </p:cNvGrpSpPr>
              <p:nvPr/>
            </p:nvGrpSpPr>
            <p:grpSpPr bwMode="auto">
              <a:xfrm>
                <a:off x="947" y="3122"/>
                <a:ext cx="1046" cy="0"/>
                <a:chOff x="999" y="2831"/>
                <a:chExt cx="1046" cy="0"/>
              </a:xfrm>
            </p:grpSpPr>
            <p:sp>
              <p:nvSpPr>
                <p:cNvPr id="29779" name="Line 286"/>
                <p:cNvSpPr>
                  <a:spLocks noChangeShapeType="1"/>
                </p:cNvSpPr>
                <p:nvPr/>
              </p:nvSpPr>
              <p:spPr bwMode="auto">
                <a:xfrm>
                  <a:off x="999" y="2831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9780" name="Line 287"/>
                <p:cNvSpPr>
                  <a:spLocks noChangeShapeType="1"/>
                </p:cNvSpPr>
                <p:nvPr/>
              </p:nvSpPr>
              <p:spPr bwMode="auto">
                <a:xfrm>
                  <a:off x="1512" y="2831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9781" name="Line 288"/>
                <p:cNvSpPr>
                  <a:spLocks noChangeShapeType="1"/>
                </p:cNvSpPr>
                <p:nvPr/>
              </p:nvSpPr>
              <p:spPr bwMode="auto">
                <a:xfrm>
                  <a:off x="1565" y="2831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73" name="Group 289"/>
              <p:cNvGrpSpPr>
                <a:grpSpLocks/>
              </p:cNvGrpSpPr>
              <p:nvPr/>
            </p:nvGrpSpPr>
            <p:grpSpPr bwMode="auto">
              <a:xfrm>
                <a:off x="2796" y="616"/>
                <a:ext cx="1" cy="1613"/>
                <a:chOff x="2796" y="616"/>
                <a:chExt cx="1" cy="1613"/>
              </a:xfrm>
            </p:grpSpPr>
            <p:sp>
              <p:nvSpPr>
                <p:cNvPr id="29774" name="Line 290"/>
                <p:cNvSpPr>
                  <a:spLocks noChangeShapeType="1"/>
                </p:cNvSpPr>
                <p:nvPr/>
              </p:nvSpPr>
              <p:spPr bwMode="auto">
                <a:xfrm rot="-5400000">
                  <a:off x="2557" y="1989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9775" name="Line 291"/>
                <p:cNvSpPr>
                  <a:spLocks noChangeShapeType="1"/>
                </p:cNvSpPr>
                <p:nvPr/>
              </p:nvSpPr>
              <p:spPr bwMode="auto">
                <a:xfrm rot="-5400000">
                  <a:off x="2783" y="1702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9776" name="Line 292"/>
                <p:cNvSpPr>
                  <a:spLocks noChangeShapeType="1"/>
                </p:cNvSpPr>
                <p:nvPr/>
              </p:nvSpPr>
              <p:spPr bwMode="auto">
                <a:xfrm rot="-5400000">
                  <a:off x="2556" y="1421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9777" name="Line 293"/>
                <p:cNvSpPr>
                  <a:spLocks noChangeShapeType="1"/>
                </p:cNvSpPr>
                <p:nvPr/>
              </p:nvSpPr>
              <p:spPr bwMode="auto">
                <a:xfrm rot="-5400000">
                  <a:off x="2783" y="1135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29778" name="Line 294"/>
                <p:cNvSpPr>
                  <a:spLocks noChangeShapeType="1"/>
                </p:cNvSpPr>
                <p:nvPr/>
              </p:nvSpPr>
              <p:spPr bwMode="auto">
                <a:xfrm rot="-5400000">
                  <a:off x="2557" y="856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3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3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23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3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3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3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3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3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3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23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3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2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23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3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23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3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3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3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23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3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3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23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23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23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23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23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23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237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237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37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23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237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237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37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237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4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7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7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23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603" grpId="0" animBg="1"/>
      <p:bldP spid="237604" grpId="0" animBg="1"/>
      <p:bldP spid="237605" grpId="0" animBg="1"/>
      <p:bldP spid="237606" grpId="0" animBg="1" autoUpdateAnimBg="0"/>
      <p:bldP spid="237607" grpId="0" autoUpdateAnimBg="0"/>
      <p:bldP spid="237608" grpId="0" animBg="1" autoUpdateAnimBg="0"/>
      <p:bldP spid="237609" grpId="0" autoUpdateAnimBg="0"/>
      <p:bldP spid="237610" grpId="0" animBg="1" autoUpdateAnimBg="0"/>
      <p:bldP spid="237611" grpId="0" autoUpdateAnimBg="0"/>
      <p:bldP spid="237612" grpId="0" animBg="1"/>
      <p:bldP spid="237613" grpId="0" animBg="1"/>
      <p:bldP spid="237614" grpId="0" animBg="1"/>
      <p:bldP spid="237615" grpId="0" animBg="1"/>
      <p:bldP spid="237616" grpId="0" animBg="1"/>
      <p:bldP spid="237617" grpId="0" animBg="1"/>
      <p:bldP spid="237618" grpId="0" animBg="1"/>
      <p:bldP spid="237619" grpId="0" animBg="1"/>
      <p:bldP spid="237620" grpId="0" animBg="1"/>
      <p:bldP spid="237621" grpId="0" animBg="1"/>
      <p:bldP spid="237622" grpId="0" animBg="1"/>
      <p:bldP spid="237623" grpId="0" animBg="1"/>
      <p:bldP spid="237624" grpId="0" animBg="1"/>
      <p:bldP spid="237625" grpId="0" animBg="1"/>
      <p:bldP spid="237626" grpId="0" animBg="1"/>
      <p:bldP spid="237646" grpId="0" animBg="1"/>
      <p:bldP spid="237650" grpId="0" animBg="1"/>
      <p:bldP spid="237654" grpId="0" animBg="1"/>
      <p:bldP spid="237655" grpId="0" animBg="1"/>
      <p:bldP spid="237678" grpId="0" animBg="1"/>
      <p:bldP spid="237679" grpId="0" animBg="1"/>
      <p:bldP spid="237680" grpId="0" animBg="1"/>
      <p:bldP spid="237681" grpId="0" autoUpdateAnimBg="0"/>
      <p:bldP spid="237682" grpId="0" autoUpdateAnimBg="0"/>
      <p:bldP spid="237683" grpId="0" autoUpdateAnimBg="0"/>
      <p:bldP spid="237684" grpId="0" autoUpdateAnimBg="0"/>
      <p:bldP spid="237685" grpId="0" autoUpdateAnimBg="0"/>
      <p:bldP spid="237700" grpId="0" animBg="1"/>
      <p:bldP spid="237701" grpId="0" animBg="1"/>
      <p:bldP spid="237745" grpId="0" autoUpdateAnimBg="0"/>
      <p:bldP spid="237746" grpId="0" autoUpdateAnimBg="0"/>
      <p:bldP spid="237747" grpId="0" autoUpdateAnimBg="0"/>
      <p:bldP spid="237748" grpId="0" build="p" autoUpdateAnimBg="0"/>
      <p:bldP spid="237749" grpId="0" build="p" autoUpdateAnimBg="0"/>
      <p:bldP spid="237753" grpId="0" animBg="1"/>
      <p:bldP spid="237754" grpId="0" animBg="1"/>
      <p:bldP spid="237755" grpId="0" animBg="1"/>
      <p:bldP spid="23775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CBC1FA64-F936-4143-A275-E835F0B216E7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5434013" y="476250"/>
            <a:ext cx="1746250" cy="2433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46435" name="Line 3"/>
          <p:cNvSpPr>
            <a:spLocks noChangeShapeType="1"/>
          </p:cNvSpPr>
          <p:nvPr/>
        </p:nvSpPr>
        <p:spPr bwMode="auto">
          <a:xfrm>
            <a:off x="5805488" y="801688"/>
            <a:ext cx="0" cy="2263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36" name="Line 4"/>
          <p:cNvSpPr>
            <a:spLocks noChangeShapeType="1"/>
          </p:cNvSpPr>
          <p:nvPr/>
        </p:nvSpPr>
        <p:spPr bwMode="auto">
          <a:xfrm>
            <a:off x="6792913" y="798513"/>
            <a:ext cx="0" cy="2255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37" name="Line 5"/>
          <p:cNvSpPr>
            <a:spLocks noChangeShapeType="1"/>
          </p:cNvSpPr>
          <p:nvPr/>
        </p:nvSpPr>
        <p:spPr bwMode="auto">
          <a:xfrm>
            <a:off x="6054725" y="1924050"/>
            <a:ext cx="0" cy="1138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38" name="Line 6"/>
          <p:cNvSpPr>
            <a:spLocks noChangeShapeType="1"/>
          </p:cNvSpPr>
          <p:nvPr/>
        </p:nvSpPr>
        <p:spPr bwMode="auto">
          <a:xfrm>
            <a:off x="6529388" y="1905000"/>
            <a:ext cx="0" cy="1154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39" name="Line 7"/>
          <p:cNvSpPr>
            <a:spLocks noChangeShapeType="1"/>
          </p:cNvSpPr>
          <p:nvPr/>
        </p:nvSpPr>
        <p:spPr bwMode="auto">
          <a:xfrm>
            <a:off x="4424363" y="476250"/>
            <a:ext cx="11366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40" name="Line 8"/>
          <p:cNvSpPr>
            <a:spLocks noChangeShapeType="1"/>
          </p:cNvSpPr>
          <p:nvPr/>
        </p:nvSpPr>
        <p:spPr bwMode="auto">
          <a:xfrm>
            <a:off x="4432300" y="2900363"/>
            <a:ext cx="1136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41" name="Line 9"/>
          <p:cNvSpPr>
            <a:spLocks noChangeShapeType="1"/>
          </p:cNvSpPr>
          <p:nvPr/>
        </p:nvSpPr>
        <p:spPr bwMode="auto">
          <a:xfrm>
            <a:off x="4445000" y="811213"/>
            <a:ext cx="2509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42" name="Line 10"/>
          <p:cNvSpPr>
            <a:spLocks noChangeShapeType="1"/>
          </p:cNvSpPr>
          <p:nvPr/>
        </p:nvSpPr>
        <p:spPr bwMode="auto">
          <a:xfrm>
            <a:off x="3051175" y="1922463"/>
            <a:ext cx="3649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43" name="Line 11"/>
          <p:cNvSpPr>
            <a:spLocks noChangeShapeType="1"/>
          </p:cNvSpPr>
          <p:nvPr/>
        </p:nvSpPr>
        <p:spPr bwMode="auto">
          <a:xfrm>
            <a:off x="2309813" y="2505075"/>
            <a:ext cx="5038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44" name="Line 12"/>
          <p:cNvSpPr>
            <a:spLocks noChangeShapeType="1"/>
          </p:cNvSpPr>
          <p:nvPr/>
        </p:nvSpPr>
        <p:spPr bwMode="auto">
          <a:xfrm>
            <a:off x="3844925" y="1287463"/>
            <a:ext cx="3495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45" name="Rectangle 13"/>
          <p:cNvSpPr>
            <a:spLocks noChangeArrowheads="1"/>
          </p:cNvSpPr>
          <p:nvPr/>
        </p:nvSpPr>
        <p:spPr bwMode="auto">
          <a:xfrm>
            <a:off x="1216025" y="246063"/>
            <a:ext cx="7527925" cy="5749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146446" name="Group 14"/>
          <p:cNvGrpSpPr>
            <a:grpSpLocks/>
          </p:cNvGrpSpPr>
          <p:nvPr/>
        </p:nvGrpSpPr>
        <p:grpSpPr bwMode="auto">
          <a:xfrm>
            <a:off x="2311400" y="479425"/>
            <a:ext cx="2143125" cy="2428875"/>
            <a:chOff x="912" y="324"/>
            <a:chExt cx="1350" cy="1530"/>
          </a:xfrm>
        </p:grpSpPr>
        <p:sp>
          <p:nvSpPr>
            <p:cNvPr id="30780" name="Freeform 15"/>
            <p:cNvSpPr>
              <a:spLocks/>
            </p:cNvSpPr>
            <p:nvPr/>
          </p:nvSpPr>
          <p:spPr bwMode="auto">
            <a:xfrm>
              <a:off x="912" y="324"/>
              <a:ext cx="1344" cy="1530"/>
            </a:xfrm>
            <a:custGeom>
              <a:avLst/>
              <a:gdLst>
                <a:gd name="T0" fmla="*/ 0 w 1344"/>
                <a:gd name="T1" fmla="*/ 1530 h 1530"/>
                <a:gd name="T2" fmla="*/ 0 w 1344"/>
                <a:gd name="T3" fmla="*/ 1278 h 1530"/>
                <a:gd name="T4" fmla="*/ 966 w 1344"/>
                <a:gd name="T5" fmla="*/ 510 h 1530"/>
                <a:gd name="T6" fmla="*/ 966 w 1344"/>
                <a:gd name="T7" fmla="*/ 0 h 1530"/>
                <a:gd name="T8" fmla="*/ 1344 w 1344"/>
                <a:gd name="T9" fmla="*/ 0 h 1530"/>
                <a:gd name="T10" fmla="*/ 1344 w 1344"/>
                <a:gd name="T11" fmla="*/ 1530 h 1530"/>
                <a:gd name="T12" fmla="*/ 0 w 1344"/>
                <a:gd name="T13" fmla="*/ 1530 h 15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44" h="1530">
                  <a:moveTo>
                    <a:pt x="0" y="1530"/>
                  </a:moveTo>
                  <a:lnTo>
                    <a:pt x="0" y="1278"/>
                  </a:lnTo>
                  <a:lnTo>
                    <a:pt x="966" y="510"/>
                  </a:lnTo>
                  <a:lnTo>
                    <a:pt x="966" y="0"/>
                  </a:lnTo>
                  <a:lnTo>
                    <a:pt x="1344" y="0"/>
                  </a:lnTo>
                  <a:lnTo>
                    <a:pt x="1344" y="1530"/>
                  </a:lnTo>
                  <a:lnTo>
                    <a:pt x="0" y="153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1" name="Line 16"/>
            <p:cNvSpPr>
              <a:spLocks noChangeShapeType="1"/>
            </p:cNvSpPr>
            <p:nvPr/>
          </p:nvSpPr>
          <p:spPr bwMode="auto">
            <a:xfrm flipV="1">
              <a:off x="1374" y="123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82" name="Line 17"/>
            <p:cNvSpPr>
              <a:spLocks noChangeShapeType="1"/>
            </p:cNvSpPr>
            <p:nvPr/>
          </p:nvSpPr>
          <p:spPr bwMode="auto">
            <a:xfrm flipV="1">
              <a:off x="1878" y="533"/>
              <a:ext cx="384" cy="3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6450" name="Line 18"/>
          <p:cNvSpPr>
            <a:spLocks noChangeShapeType="1"/>
          </p:cNvSpPr>
          <p:nvPr/>
        </p:nvSpPr>
        <p:spPr bwMode="auto">
          <a:xfrm>
            <a:off x="6299200" y="334963"/>
            <a:ext cx="0" cy="27193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46451" name="Group 19"/>
          <p:cNvGrpSpPr>
            <a:grpSpLocks/>
          </p:cNvGrpSpPr>
          <p:nvPr/>
        </p:nvGrpSpPr>
        <p:grpSpPr bwMode="auto">
          <a:xfrm>
            <a:off x="2205038" y="3265488"/>
            <a:ext cx="2352675" cy="1752600"/>
            <a:chOff x="845" y="2376"/>
            <a:chExt cx="1482" cy="1104"/>
          </a:xfrm>
        </p:grpSpPr>
        <p:sp>
          <p:nvSpPr>
            <p:cNvPr id="30774" name="Line 20"/>
            <p:cNvSpPr>
              <a:spLocks noChangeShapeType="1"/>
            </p:cNvSpPr>
            <p:nvPr/>
          </p:nvSpPr>
          <p:spPr bwMode="auto">
            <a:xfrm>
              <a:off x="845" y="2927"/>
              <a:ext cx="14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75" name="Freeform 21"/>
            <p:cNvSpPr>
              <a:spLocks/>
            </p:cNvSpPr>
            <p:nvPr/>
          </p:nvSpPr>
          <p:spPr bwMode="auto">
            <a:xfrm>
              <a:off x="912" y="2376"/>
              <a:ext cx="1344" cy="1104"/>
            </a:xfrm>
            <a:custGeom>
              <a:avLst/>
              <a:gdLst>
                <a:gd name="T0" fmla="*/ 0 w 1344"/>
                <a:gd name="T1" fmla="*/ 0 h 1104"/>
                <a:gd name="T2" fmla="*/ 1344 w 1344"/>
                <a:gd name="T3" fmla="*/ 0 h 1104"/>
                <a:gd name="T4" fmla="*/ 1344 w 1344"/>
                <a:gd name="T5" fmla="*/ 1104 h 1104"/>
                <a:gd name="T6" fmla="*/ 0 w 1344"/>
                <a:gd name="T7" fmla="*/ 1104 h 1104"/>
                <a:gd name="T8" fmla="*/ 0 w 1344"/>
                <a:gd name="T9" fmla="*/ 864 h 1104"/>
                <a:gd name="T10" fmla="*/ 462 w 1344"/>
                <a:gd name="T11" fmla="*/ 702 h 1104"/>
                <a:gd name="T12" fmla="*/ 462 w 1344"/>
                <a:gd name="T13" fmla="*/ 390 h 1104"/>
                <a:gd name="T14" fmla="*/ 0 w 1344"/>
                <a:gd name="T15" fmla="*/ 240 h 1104"/>
                <a:gd name="T16" fmla="*/ 0 w 1344"/>
                <a:gd name="T17" fmla="*/ 0 h 1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44" h="1104">
                  <a:moveTo>
                    <a:pt x="0" y="0"/>
                  </a:moveTo>
                  <a:lnTo>
                    <a:pt x="1344" y="0"/>
                  </a:lnTo>
                  <a:lnTo>
                    <a:pt x="1344" y="1104"/>
                  </a:lnTo>
                  <a:lnTo>
                    <a:pt x="0" y="1104"/>
                  </a:lnTo>
                  <a:lnTo>
                    <a:pt x="0" y="864"/>
                  </a:lnTo>
                  <a:lnTo>
                    <a:pt x="462" y="702"/>
                  </a:lnTo>
                  <a:lnTo>
                    <a:pt x="462" y="39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76" name="Line 22"/>
            <p:cNvSpPr>
              <a:spLocks noChangeShapeType="1"/>
            </p:cNvSpPr>
            <p:nvPr/>
          </p:nvSpPr>
          <p:spPr bwMode="auto">
            <a:xfrm>
              <a:off x="1878" y="2616"/>
              <a:ext cx="3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77" name="Line 23"/>
            <p:cNvSpPr>
              <a:spLocks noChangeShapeType="1"/>
            </p:cNvSpPr>
            <p:nvPr/>
          </p:nvSpPr>
          <p:spPr bwMode="auto">
            <a:xfrm>
              <a:off x="1878" y="3240"/>
              <a:ext cx="3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78" name="Line 24"/>
            <p:cNvSpPr>
              <a:spLocks noChangeShapeType="1"/>
            </p:cNvSpPr>
            <p:nvPr/>
          </p:nvSpPr>
          <p:spPr bwMode="auto">
            <a:xfrm>
              <a:off x="1876" y="237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79" name="Line 25"/>
            <p:cNvSpPr>
              <a:spLocks noChangeShapeType="1"/>
            </p:cNvSpPr>
            <p:nvPr/>
          </p:nvSpPr>
          <p:spPr bwMode="auto">
            <a:xfrm>
              <a:off x="1880" y="32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6458" name="Freeform 26"/>
          <p:cNvSpPr>
            <a:spLocks/>
          </p:cNvSpPr>
          <p:nvPr/>
        </p:nvSpPr>
        <p:spPr bwMode="auto">
          <a:xfrm>
            <a:off x="5437188" y="809625"/>
            <a:ext cx="1746250" cy="1695450"/>
          </a:xfrm>
          <a:custGeom>
            <a:avLst/>
            <a:gdLst>
              <a:gd name="T0" fmla="*/ 584676250 w 1100"/>
              <a:gd name="T1" fmla="*/ 0 h 1068"/>
              <a:gd name="T2" fmla="*/ 2147173125 w 1100"/>
              <a:gd name="T3" fmla="*/ 0 h 1068"/>
              <a:gd name="T4" fmla="*/ 2147173125 w 1100"/>
              <a:gd name="T5" fmla="*/ 756046875 h 1068"/>
              <a:gd name="T6" fmla="*/ 2147483647 w 1100"/>
              <a:gd name="T7" fmla="*/ 756046875 h 1068"/>
              <a:gd name="T8" fmla="*/ 2147483647 w 1100"/>
              <a:gd name="T9" fmla="*/ 2147483647 h 1068"/>
              <a:gd name="T10" fmla="*/ 2147483647 w 1100"/>
              <a:gd name="T11" fmla="*/ 2147483647 h 1068"/>
              <a:gd name="T12" fmla="*/ 1754028750 w 1100"/>
              <a:gd name="T13" fmla="*/ 1764109375 h 1068"/>
              <a:gd name="T14" fmla="*/ 977820625 w 1100"/>
              <a:gd name="T15" fmla="*/ 1764109375 h 1068"/>
              <a:gd name="T16" fmla="*/ 584676250 w 1100"/>
              <a:gd name="T17" fmla="*/ 2147483647 h 1068"/>
              <a:gd name="T18" fmla="*/ 0 w 1100"/>
              <a:gd name="T19" fmla="*/ 2147483647 h 1068"/>
              <a:gd name="T20" fmla="*/ 0 w 1100"/>
              <a:gd name="T21" fmla="*/ 756046875 h 1068"/>
              <a:gd name="T22" fmla="*/ 584676250 w 1100"/>
              <a:gd name="T23" fmla="*/ 756046875 h 1068"/>
              <a:gd name="T24" fmla="*/ 584676250 w 1100"/>
              <a:gd name="T25" fmla="*/ 0 h 106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100" h="1068">
                <a:moveTo>
                  <a:pt x="232" y="0"/>
                </a:moveTo>
                <a:lnTo>
                  <a:pt x="852" y="0"/>
                </a:lnTo>
                <a:lnTo>
                  <a:pt x="852" y="300"/>
                </a:lnTo>
                <a:lnTo>
                  <a:pt x="1100" y="300"/>
                </a:lnTo>
                <a:lnTo>
                  <a:pt x="1100" y="1068"/>
                </a:lnTo>
                <a:lnTo>
                  <a:pt x="856" y="1068"/>
                </a:lnTo>
                <a:lnTo>
                  <a:pt x="696" y="700"/>
                </a:lnTo>
                <a:lnTo>
                  <a:pt x="388" y="700"/>
                </a:lnTo>
                <a:lnTo>
                  <a:pt x="232" y="1068"/>
                </a:lnTo>
                <a:lnTo>
                  <a:pt x="0" y="1068"/>
                </a:lnTo>
                <a:lnTo>
                  <a:pt x="0" y="300"/>
                </a:lnTo>
                <a:lnTo>
                  <a:pt x="232" y="300"/>
                </a:lnTo>
                <a:lnTo>
                  <a:pt x="232" y="0"/>
                </a:lnTo>
                <a:close/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59" name="Rectangle 27"/>
          <p:cNvSpPr>
            <a:spLocks noChangeArrowheads="1"/>
          </p:cNvSpPr>
          <p:nvPr/>
        </p:nvSpPr>
        <p:spPr bwMode="auto">
          <a:xfrm>
            <a:off x="5437188" y="479425"/>
            <a:ext cx="365125" cy="8064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46460" name="Rectangle 28"/>
          <p:cNvSpPr>
            <a:spLocks noChangeArrowheads="1"/>
          </p:cNvSpPr>
          <p:nvPr/>
        </p:nvSpPr>
        <p:spPr bwMode="auto">
          <a:xfrm>
            <a:off x="6789738" y="479425"/>
            <a:ext cx="393700" cy="8064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46461" name="Rectangle 29"/>
          <p:cNvSpPr>
            <a:spLocks noChangeArrowheads="1"/>
          </p:cNvSpPr>
          <p:nvPr/>
        </p:nvSpPr>
        <p:spPr bwMode="auto">
          <a:xfrm>
            <a:off x="5437188" y="2505075"/>
            <a:ext cx="368300" cy="406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46462" name="Rectangle 30"/>
          <p:cNvSpPr>
            <a:spLocks noChangeArrowheads="1"/>
          </p:cNvSpPr>
          <p:nvPr/>
        </p:nvSpPr>
        <p:spPr bwMode="auto">
          <a:xfrm>
            <a:off x="6796088" y="2505075"/>
            <a:ext cx="387350" cy="406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46463" name="Line 31"/>
          <p:cNvSpPr>
            <a:spLocks noChangeShapeType="1"/>
          </p:cNvSpPr>
          <p:nvPr/>
        </p:nvSpPr>
        <p:spPr bwMode="auto">
          <a:xfrm flipH="1">
            <a:off x="6062663" y="1925638"/>
            <a:ext cx="0" cy="981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4" name="Line 32"/>
          <p:cNvSpPr>
            <a:spLocks noChangeShapeType="1"/>
          </p:cNvSpPr>
          <p:nvPr/>
        </p:nvSpPr>
        <p:spPr bwMode="auto">
          <a:xfrm>
            <a:off x="6529388" y="1920875"/>
            <a:ext cx="3175" cy="987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5" name="Line 33"/>
          <p:cNvSpPr>
            <a:spLocks noChangeShapeType="1"/>
          </p:cNvSpPr>
          <p:nvPr/>
        </p:nvSpPr>
        <p:spPr bwMode="auto">
          <a:xfrm>
            <a:off x="5805488" y="2911475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66" name="Text Box 34"/>
          <p:cNvSpPr txBox="1">
            <a:spLocks noChangeArrowheads="1"/>
          </p:cNvSpPr>
          <p:nvPr/>
        </p:nvSpPr>
        <p:spPr bwMode="auto">
          <a:xfrm>
            <a:off x="1938338" y="4975225"/>
            <a:ext cx="365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146467" name="Text Box 35"/>
          <p:cNvSpPr txBox="1">
            <a:spLocks noChangeArrowheads="1"/>
          </p:cNvSpPr>
          <p:nvPr/>
        </p:nvSpPr>
        <p:spPr bwMode="auto">
          <a:xfrm>
            <a:off x="2009775" y="4460875"/>
            <a:ext cx="3286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2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68" name="Text Box 36"/>
          <p:cNvSpPr txBox="1">
            <a:spLocks noChangeArrowheads="1"/>
          </p:cNvSpPr>
          <p:nvPr/>
        </p:nvSpPr>
        <p:spPr bwMode="auto">
          <a:xfrm>
            <a:off x="2974975" y="4283075"/>
            <a:ext cx="2905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3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69" name="Text Box 37"/>
          <p:cNvSpPr txBox="1">
            <a:spLocks noChangeArrowheads="1"/>
          </p:cNvSpPr>
          <p:nvPr/>
        </p:nvSpPr>
        <p:spPr bwMode="auto">
          <a:xfrm>
            <a:off x="3005138" y="3706813"/>
            <a:ext cx="306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4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70" name="Text Box 38"/>
          <p:cNvSpPr txBox="1">
            <a:spLocks noChangeArrowheads="1"/>
          </p:cNvSpPr>
          <p:nvPr/>
        </p:nvSpPr>
        <p:spPr bwMode="auto">
          <a:xfrm>
            <a:off x="1987550" y="3535363"/>
            <a:ext cx="2905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5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71" name="Text Box 39"/>
          <p:cNvSpPr txBox="1">
            <a:spLocks noChangeArrowheads="1"/>
          </p:cNvSpPr>
          <p:nvPr/>
        </p:nvSpPr>
        <p:spPr bwMode="auto">
          <a:xfrm>
            <a:off x="1985963" y="2963863"/>
            <a:ext cx="290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6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72" name="Text Box 40"/>
          <p:cNvSpPr txBox="1">
            <a:spLocks noChangeArrowheads="1"/>
          </p:cNvSpPr>
          <p:nvPr/>
        </p:nvSpPr>
        <p:spPr bwMode="auto">
          <a:xfrm>
            <a:off x="3665538" y="2965450"/>
            <a:ext cx="2905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7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73" name="Text Box 41"/>
          <p:cNvSpPr txBox="1">
            <a:spLocks noChangeArrowheads="1"/>
          </p:cNvSpPr>
          <p:nvPr/>
        </p:nvSpPr>
        <p:spPr bwMode="auto">
          <a:xfrm>
            <a:off x="3667125" y="3646488"/>
            <a:ext cx="2905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8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74" name="Text Box 42"/>
          <p:cNvSpPr txBox="1">
            <a:spLocks noChangeArrowheads="1"/>
          </p:cNvSpPr>
          <p:nvPr/>
        </p:nvSpPr>
        <p:spPr bwMode="auto">
          <a:xfrm>
            <a:off x="4392613" y="3598863"/>
            <a:ext cx="3317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9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75" name="Text Box 43"/>
          <p:cNvSpPr txBox="1">
            <a:spLocks noChangeArrowheads="1"/>
          </p:cNvSpPr>
          <p:nvPr/>
        </p:nvSpPr>
        <p:spPr bwMode="auto">
          <a:xfrm>
            <a:off x="4360863" y="4351338"/>
            <a:ext cx="4492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10</a:t>
            </a:r>
          </a:p>
        </p:txBody>
      </p:sp>
      <p:sp>
        <p:nvSpPr>
          <p:cNvPr id="146476" name="Text Box 44"/>
          <p:cNvSpPr txBox="1">
            <a:spLocks noChangeArrowheads="1"/>
          </p:cNvSpPr>
          <p:nvPr/>
        </p:nvSpPr>
        <p:spPr bwMode="auto">
          <a:xfrm>
            <a:off x="3563938" y="4351338"/>
            <a:ext cx="4159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11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77" name="Text Box 45"/>
          <p:cNvSpPr txBox="1">
            <a:spLocks noChangeArrowheads="1"/>
          </p:cNvSpPr>
          <p:nvPr/>
        </p:nvSpPr>
        <p:spPr bwMode="auto">
          <a:xfrm>
            <a:off x="3584575" y="5043488"/>
            <a:ext cx="4111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12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78" name="Text Box 46"/>
          <p:cNvSpPr txBox="1">
            <a:spLocks noChangeArrowheads="1"/>
          </p:cNvSpPr>
          <p:nvPr/>
        </p:nvSpPr>
        <p:spPr bwMode="auto">
          <a:xfrm>
            <a:off x="1257300" y="2371725"/>
            <a:ext cx="11287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2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5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6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</a:p>
        </p:txBody>
      </p:sp>
      <p:sp>
        <p:nvSpPr>
          <p:cNvPr id="146479" name="Text Box 47"/>
          <p:cNvSpPr txBox="1">
            <a:spLocks noChangeArrowheads="1"/>
          </p:cNvSpPr>
          <p:nvPr/>
        </p:nvSpPr>
        <p:spPr bwMode="auto">
          <a:xfrm>
            <a:off x="2401888" y="1687513"/>
            <a:ext cx="714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3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4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80" name="Text Box 48"/>
          <p:cNvSpPr txBox="1">
            <a:spLocks noChangeArrowheads="1"/>
          </p:cNvSpPr>
          <p:nvPr/>
        </p:nvSpPr>
        <p:spPr bwMode="auto">
          <a:xfrm>
            <a:off x="2598738" y="1128713"/>
            <a:ext cx="12017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7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8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11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12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81" name="Text Box 49"/>
          <p:cNvSpPr txBox="1">
            <a:spLocks noChangeArrowheads="1"/>
          </p:cNvSpPr>
          <p:nvPr/>
        </p:nvSpPr>
        <p:spPr bwMode="auto">
          <a:xfrm>
            <a:off x="4229100" y="519113"/>
            <a:ext cx="1003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9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10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</a:t>
            </a:r>
            <a:endParaRPr kumimoji="0" lang="en-US" altLang="zh-CN" sz="200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46482" name="Text Box 50"/>
          <p:cNvSpPr txBox="1">
            <a:spLocks noChangeArrowheads="1"/>
          </p:cNvSpPr>
          <p:nvPr/>
        </p:nvSpPr>
        <p:spPr bwMode="auto">
          <a:xfrm>
            <a:off x="7119938" y="2309813"/>
            <a:ext cx="520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latin typeface="ISOCPEUR" pitchFamily="34" charset="0"/>
              </a:rPr>
              <a:t>1</a:t>
            </a:r>
            <a:r>
              <a:rPr kumimoji="0" lang="en-US" altLang="zh-CN" sz="1800" i="1">
                <a:latin typeface="ISOCPEUR" pitchFamily="34" charset="0"/>
                <a:sym typeface="Symbol" pitchFamily="18" charset="2"/>
              </a:rPr>
              <a:t>"</a:t>
            </a:r>
            <a:endParaRPr kumimoji="0" lang="en-US" altLang="zh-CN" sz="2000" i="1">
              <a:latin typeface="ISOCPEUR" pitchFamily="34" charset="0"/>
            </a:endParaRPr>
          </a:p>
        </p:txBody>
      </p:sp>
      <p:sp>
        <p:nvSpPr>
          <p:cNvPr id="146483" name="Text Box 51"/>
          <p:cNvSpPr txBox="1">
            <a:spLocks noChangeArrowheads="1"/>
          </p:cNvSpPr>
          <p:nvPr/>
        </p:nvSpPr>
        <p:spPr bwMode="auto">
          <a:xfrm>
            <a:off x="6708775" y="2178050"/>
            <a:ext cx="739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2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"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 </a:t>
            </a:r>
          </a:p>
        </p:txBody>
      </p:sp>
      <p:sp>
        <p:nvSpPr>
          <p:cNvPr id="146484" name="Text Box 52"/>
          <p:cNvSpPr txBox="1">
            <a:spLocks noChangeArrowheads="1"/>
          </p:cNvSpPr>
          <p:nvPr/>
        </p:nvSpPr>
        <p:spPr bwMode="auto">
          <a:xfrm>
            <a:off x="6364288" y="1622425"/>
            <a:ext cx="790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3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"</a:t>
            </a:r>
          </a:p>
        </p:txBody>
      </p:sp>
      <p:sp>
        <p:nvSpPr>
          <p:cNvPr id="146485" name="Text Box 53"/>
          <p:cNvSpPr txBox="1">
            <a:spLocks noChangeArrowheads="1"/>
          </p:cNvSpPr>
          <p:nvPr/>
        </p:nvSpPr>
        <p:spPr bwMode="auto">
          <a:xfrm>
            <a:off x="5753100" y="1622425"/>
            <a:ext cx="539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4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”</a:t>
            </a:r>
          </a:p>
        </p:txBody>
      </p:sp>
      <p:sp>
        <p:nvSpPr>
          <p:cNvPr id="146486" name="Text Box 54"/>
          <p:cNvSpPr txBox="1">
            <a:spLocks noChangeArrowheads="1"/>
          </p:cNvSpPr>
          <p:nvPr/>
        </p:nvSpPr>
        <p:spPr bwMode="auto">
          <a:xfrm>
            <a:off x="5505450" y="2168525"/>
            <a:ext cx="557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5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"</a:t>
            </a:r>
          </a:p>
        </p:txBody>
      </p:sp>
      <p:sp>
        <p:nvSpPr>
          <p:cNvPr id="146487" name="Text Box 55"/>
          <p:cNvSpPr txBox="1">
            <a:spLocks noChangeArrowheads="1"/>
          </p:cNvSpPr>
          <p:nvPr/>
        </p:nvSpPr>
        <p:spPr bwMode="auto">
          <a:xfrm>
            <a:off x="5019675" y="2257425"/>
            <a:ext cx="469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6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"</a:t>
            </a:r>
          </a:p>
        </p:txBody>
      </p:sp>
      <p:sp>
        <p:nvSpPr>
          <p:cNvPr id="146488" name="Text Box 56"/>
          <p:cNvSpPr txBox="1">
            <a:spLocks noChangeArrowheads="1"/>
          </p:cNvSpPr>
          <p:nvPr/>
        </p:nvSpPr>
        <p:spPr bwMode="auto">
          <a:xfrm>
            <a:off x="5064125" y="1038225"/>
            <a:ext cx="390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7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"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 </a:t>
            </a:r>
            <a:endParaRPr kumimoji="0" lang="en-US" altLang="zh-CN" sz="1800" i="1">
              <a:solidFill>
                <a:srgbClr val="000000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46489" name="Text Box 57"/>
          <p:cNvSpPr txBox="1">
            <a:spLocks noChangeArrowheads="1"/>
          </p:cNvSpPr>
          <p:nvPr/>
        </p:nvSpPr>
        <p:spPr bwMode="auto">
          <a:xfrm>
            <a:off x="5732463" y="1012825"/>
            <a:ext cx="612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8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"</a:t>
            </a:r>
          </a:p>
        </p:txBody>
      </p:sp>
      <p:sp>
        <p:nvSpPr>
          <p:cNvPr id="146490" name="Text Box 58"/>
          <p:cNvSpPr txBox="1">
            <a:spLocks noChangeArrowheads="1"/>
          </p:cNvSpPr>
          <p:nvPr/>
        </p:nvSpPr>
        <p:spPr bwMode="auto">
          <a:xfrm>
            <a:off x="5716588" y="492125"/>
            <a:ext cx="701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9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"</a:t>
            </a:r>
          </a:p>
        </p:txBody>
      </p:sp>
      <p:sp>
        <p:nvSpPr>
          <p:cNvPr id="146491" name="Text Box 59"/>
          <p:cNvSpPr txBox="1">
            <a:spLocks noChangeArrowheads="1"/>
          </p:cNvSpPr>
          <p:nvPr/>
        </p:nvSpPr>
        <p:spPr bwMode="auto">
          <a:xfrm>
            <a:off x="6353175" y="517525"/>
            <a:ext cx="593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10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"</a:t>
            </a:r>
          </a:p>
        </p:txBody>
      </p:sp>
      <p:sp>
        <p:nvSpPr>
          <p:cNvPr id="146492" name="Text Box 60"/>
          <p:cNvSpPr txBox="1">
            <a:spLocks noChangeArrowheads="1"/>
          </p:cNvSpPr>
          <p:nvPr/>
        </p:nvSpPr>
        <p:spPr bwMode="auto">
          <a:xfrm>
            <a:off x="6354763" y="1012825"/>
            <a:ext cx="487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11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"</a:t>
            </a:r>
            <a:r>
              <a:rPr kumimoji="0" lang="en-US" altLang="zh-CN" sz="1800" i="1">
                <a:solidFill>
                  <a:srgbClr val="000000"/>
                </a:solidFill>
                <a:latin typeface="ISOCPEUR" pitchFamily="34" charset="0"/>
              </a:rPr>
              <a:t> </a:t>
            </a:r>
            <a:endParaRPr kumimoji="0" lang="en-US" altLang="zh-CN" sz="1800" i="1">
              <a:solidFill>
                <a:srgbClr val="000000"/>
              </a:solidFill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46493" name="Text Box 61"/>
          <p:cNvSpPr txBox="1">
            <a:spLocks noChangeArrowheads="1"/>
          </p:cNvSpPr>
          <p:nvPr/>
        </p:nvSpPr>
        <p:spPr bwMode="auto">
          <a:xfrm>
            <a:off x="7112000" y="1038225"/>
            <a:ext cx="9032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i="1">
                <a:latin typeface="ISOCPEUR" pitchFamily="34" charset="0"/>
              </a:rPr>
              <a:t>12</a:t>
            </a:r>
            <a:r>
              <a:rPr kumimoji="0" lang="en-US" altLang="zh-CN" sz="1800" i="1">
                <a:latin typeface="ISOCPEUR" pitchFamily="34" charset="0"/>
                <a:sym typeface="Symbol" pitchFamily="18" charset="2"/>
              </a:rPr>
              <a:t>"</a:t>
            </a:r>
            <a:r>
              <a:rPr kumimoji="0" lang="en-US" altLang="zh-CN" sz="1800" i="1">
                <a:latin typeface="ISOCPEUR" pitchFamily="34" charset="0"/>
              </a:rPr>
              <a:t> </a:t>
            </a:r>
            <a:endParaRPr kumimoji="0" lang="en-US" altLang="zh-CN" sz="1800" i="1">
              <a:latin typeface="ISOCPEUR" pitchFamily="34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6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6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6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6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6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4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4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4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4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1" dur="5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46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4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4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4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4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4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4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4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4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4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46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4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4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4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4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14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46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4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14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4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4" grpId="0" animBg="1"/>
      <p:bldP spid="146435" grpId="0" animBg="1"/>
      <p:bldP spid="146436" grpId="0" animBg="1"/>
      <p:bldP spid="146437" grpId="0" animBg="1"/>
      <p:bldP spid="146438" grpId="0" animBg="1"/>
      <p:bldP spid="146439" grpId="0" animBg="1"/>
      <p:bldP spid="146440" grpId="0" animBg="1"/>
      <p:bldP spid="146441" grpId="0" animBg="1"/>
      <p:bldP spid="146442" grpId="0" animBg="1"/>
      <p:bldP spid="146443" grpId="0" animBg="1"/>
      <p:bldP spid="146444" grpId="0" animBg="1"/>
      <p:bldP spid="146445" grpId="0" animBg="1"/>
      <p:bldP spid="146450" grpId="0" animBg="1"/>
      <p:bldP spid="146458" grpId="0" animBg="1"/>
      <p:bldP spid="146459" grpId="0" animBg="1"/>
      <p:bldP spid="146460" grpId="0" animBg="1"/>
      <p:bldP spid="146461" grpId="0" animBg="1"/>
      <p:bldP spid="146462" grpId="0" animBg="1"/>
      <p:bldP spid="146463" grpId="0" animBg="1"/>
      <p:bldP spid="146464" grpId="0" animBg="1"/>
      <p:bldP spid="146465" grpId="0" animBg="1"/>
      <p:bldP spid="146466" grpId="0" autoUpdateAnimBg="0"/>
      <p:bldP spid="146467" grpId="0" autoUpdateAnimBg="0"/>
      <p:bldP spid="146468" grpId="0" autoUpdateAnimBg="0"/>
      <p:bldP spid="146469" grpId="0" autoUpdateAnimBg="0"/>
      <p:bldP spid="146470" grpId="0" autoUpdateAnimBg="0"/>
      <p:bldP spid="146471" grpId="0" autoUpdateAnimBg="0"/>
      <p:bldP spid="146472" grpId="0" autoUpdateAnimBg="0"/>
      <p:bldP spid="146473" grpId="0" autoUpdateAnimBg="0"/>
      <p:bldP spid="146474" grpId="0" autoUpdateAnimBg="0"/>
      <p:bldP spid="146475" grpId="0" autoUpdateAnimBg="0"/>
      <p:bldP spid="146476" grpId="0" autoUpdateAnimBg="0"/>
      <p:bldP spid="146477" grpId="0" autoUpdateAnimBg="0"/>
      <p:bldP spid="146478" grpId="0" autoUpdateAnimBg="0"/>
      <p:bldP spid="146479" grpId="0" autoUpdateAnimBg="0"/>
      <p:bldP spid="146480" grpId="0" autoUpdateAnimBg="0"/>
      <p:bldP spid="146481" grpId="0" autoUpdateAnimBg="0"/>
      <p:bldP spid="146482" grpId="0" autoUpdateAnimBg="0"/>
      <p:bldP spid="146483" grpId="0" autoUpdateAnimBg="0"/>
      <p:bldP spid="146484" grpId="0" autoUpdateAnimBg="0"/>
      <p:bldP spid="146485" grpId="0" autoUpdateAnimBg="0"/>
      <p:bldP spid="146486" grpId="0" autoUpdateAnimBg="0"/>
      <p:bldP spid="146487" grpId="0" autoUpdateAnimBg="0"/>
      <p:bldP spid="146488" grpId="0" autoUpdateAnimBg="0"/>
      <p:bldP spid="146489" grpId="0" autoUpdateAnimBg="0"/>
      <p:bldP spid="146490" grpId="0" autoUpdateAnimBg="0"/>
      <p:bldP spid="146491" grpId="0" autoUpdateAnimBg="0"/>
      <p:bldP spid="146492" grpId="0" autoUpdateAnimBg="0"/>
      <p:bldP spid="14649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005BC3F0-DF27-4A21-82B0-CE1ABA7D4F06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38594" name="Text Box 2" descr="紫色网格"/>
          <p:cNvSpPr txBox="1">
            <a:spLocks noChangeArrowheads="1"/>
          </p:cNvSpPr>
          <p:nvPr/>
        </p:nvSpPr>
        <p:spPr bwMode="auto">
          <a:xfrm>
            <a:off x="381000" y="400050"/>
            <a:ext cx="1203325" cy="7016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latin typeface="黑体" pitchFamily="2" charset="-122"/>
                <a:ea typeface="黑体" pitchFamily="2" charset="-122"/>
              </a:rPr>
              <a:t>总结</a:t>
            </a:r>
          </a:p>
        </p:txBody>
      </p:sp>
      <p:sp>
        <p:nvSpPr>
          <p:cNvPr id="238601" name="Text Box 9" descr="紫色网格"/>
          <p:cNvSpPr txBox="1">
            <a:spLocks noChangeArrowheads="1"/>
          </p:cNvSpPr>
          <p:nvPr/>
        </p:nvSpPr>
        <p:spPr bwMode="auto">
          <a:xfrm>
            <a:off x="1390650" y="1265238"/>
            <a:ext cx="5487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组合体画图和看图的基本方法</a:t>
            </a:r>
          </a:p>
        </p:txBody>
      </p:sp>
      <p:sp>
        <p:nvSpPr>
          <p:cNvPr id="238606" name="Text Box 14"/>
          <p:cNvSpPr txBox="1">
            <a:spLocks noChangeArrowheads="1"/>
          </p:cNvSpPr>
          <p:nvPr/>
        </p:nvSpPr>
        <p:spPr bwMode="auto">
          <a:xfrm>
            <a:off x="1774825" y="1930400"/>
            <a:ext cx="6681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形体分析法为主，面形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分析法为辅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，配合使用。</a:t>
            </a:r>
          </a:p>
        </p:txBody>
      </p:sp>
      <p:sp>
        <p:nvSpPr>
          <p:cNvPr id="238607" name="Text Box 15"/>
          <p:cNvSpPr txBox="1">
            <a:spLocks noChangeArrowheads="1"/>
          </p:cNvSpPr>
          <p:nvPr/>
        </p:nvSpPr>
        <p:spPr bwMode="auto">
          <a:xfrm>
            <a:off x="1419225" y="2862263"/>
            <a:ext cx="3157538" cy="161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形体分析法：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    抓特征，分形体；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    对投影，定形位；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    综合起来想整体。</a:t>
            </a:r>
          </a:p>
        </p:txBody>
      </p:sp>
      <p:sp>
        <p:nvSpPr>
          <p:cNvPr id="238608" name="Text Box 16" descr="紫色网格"/>
          <p:cNvSpPr txBox="1">
            <a:spLocks noChangeArrowheads="1"/>
          </p:cNvSpPr>
          <p:nvPr/>
        </p:nvSpPr>
        <p:spPr bwMode="auto">
          <a:xfrm>
            <a:off x="1441450" y="4745038"/>
            <a:ext cx="4532313" cy="16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面形分析法：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取封闭线框，对两面投影；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用三等关系，画类似图形；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查虚线轴线，想整体关系。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3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4" grpId="0" autoUpdateAnimBg="0"/>
      <p:bldP spid="238601" grpId="0" autoUpdateAnimBg="0"/>
      <p:bldP spid="238606" grpId="0" autoUpdateAnimBg="0"/>
      <p:bldP spid="238607" grpId="0" autoUpdateAnimBg="0"/>
      <p:bldP spid="23860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7B0F1C5E-2219-400D-85B1-8E1FD3AEDA05}" type="slidenum">
              <a:rPr lang="en-US" altLang="zh-CN" sz="1400" smtClean="0">
                <a:solidFill>
                  <a:schemeClr val="bg2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30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32771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541338" y="930275"/>
            <a:ext cx="7977187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en-US" altLang="zh-CN" sz="2400"/>
              <a:t>A picture is worth a thousand words, </a:t>
            </a:r>
          </a:p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en-US" altLang="zh-CN" sz="2400"/>
              <a:t>but only if you can decipher it.  </a:t>
            </a:r>
          </a:p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en-US" altLang="zh-CN" sz="2400"/>
              <a:t>                                                           Stephen M. Kosslyn</a:t>
            </a:r>
          </a:p>
        </p:txBody>
      </p:sp>
      <p:graphicFrame>
        <p:nvGraphicFramePr>
          <p:cNvPr id="191493" name="Object 5"/>
          <p:cNvGraphicFramePr>
            <a:graphicFrameLocks noChangeAspect="1"/>
          </p:cNvGraphicFramePr>
          <p:nvPr/>
        </p:nvGraphicFramePr>
        <p:xfrm>
          <a:off x="530225" y="2517775"/>
          <a:ext cx="7950200" cy="380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7" name="Photo Editor 照片" r:id="rId3" imgW="8380952" imgH="4009524" progId="MSPhotoEd.3">
                  <p:embed/>
                </p:oleObj>
              </mc:Choice>
              <mc:Fallback>
                <p:oleObj name="Photo Editor 照片" r:id="rId3" imgW="8380952" imgH="4009524" progId="MSPhotoEd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2517775"/>
                        <a:ext cx="7950200" cy="380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/>
    </p:bld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0000"/>
          </a:solidFill>
          <a:prstDash val="solid"/>
          <a:round/>
          <a:headEnd type="none" w="sm" len="lg"/>
          <a:tailEnd type="none" w="sm" len="lg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66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0000"/>
          </a:solidFill>
          <a:prstDash val="solid"/>
          <a:round/>
          <a:headEnd type="none" w="sm" len="lg"/>
          <a:tailEnd type="none" w="sm" len="lg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66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5320</TotalTime>
  <Words>1006</Words>
  <Application>Microsoft Office PowerPoint</Application>
  <PresentationFormat>全屏显示(4:3)</PresentationFormat>
  <Paragraphs>299</Paragraphs>
  <Slides>30</Slides>
  <Notes>2</Notes>
  <HiddenSlides>0</HiddenSlides>
  <MMClips>2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3" baseType="lpstr">
      <vt:lpstr>场景型模板</vt:lpstr>
      <vt:lpstr>位图图像</vt:lpstr>
      <vt:lpstr>Photo Editor 照片</vt:lpstr>
      <vt:lpstr> 第八讲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例2：求作导向块的三视图</vt:lpstr>
      <vt:lpstr>⒉ 画底稿</vt:lpstr>
      <vt:lpstr>⒊ 检查、加深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第九讲            1999.11.24</dc:title>
  <dc:creator>TSINGHUA UNIVERSITY</dc:creator>
  <cp:lastModifiedBy>Li Tiemin</cp:lastModifiedBy>
  <cp:revision>197</cp:revision>
  <dcterms:created xsi:type="dcterms:W3CDTF">1999-11-23T23:15:47Z</dcterms:created>
  <dcterms:modified xsi:type="dcterms:W3CDTF">2023-11-10T09:09:36Z</dcterms:modified>
</cp:coreProperties>
</file>